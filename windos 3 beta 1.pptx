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73" r:id="rId9"/>
    <p:sldId id="267" r:id="rId10"/>
    <p:sldId id="268" r:id="rId11"/>
    <p:sldId id="269" r:id="rId12"/>
    <p:sldId id="270" r:id="rId13"/>
    <p:sldId id="271" r:id="rId14"/>
    <p:sldId id="272" r:id="rId15"/>
    <p:sldId id="274" r:id="rId16"/>
    <p:sldId id="275" r:id="rId17"/>
    <p:sldId id="276" r:id="rId18"/>
    <p:sldId id="277" r:id="rId19"/>
    <p:sldId id="278" r:id="rId20"/>
    <p:sldId id="279" r:id="rId21"/>
    <p:sldId id="257" r:id="rId22"/>
    <p:sldId id="286" r:id="rId23"/>
    <p:sldId id="296" r:id="rId24"/>
    <p:sldId id="259" r:id="rId25"/>
    <p:sldId id="289" r:id="rId26"/>
    <p:sldId id="293" r:id="rId27"/>
    <p:sldId id="302" r:id="rId28"/>
    <p:sldId id="280" r:id="rId29"/>
    <p:sldId id="281" r:id="rId30"/>
    <p:sldId id="282" r:id="rId31"/>
    <p:sldId id="283" r:id="rId32"/>
    <p:sldId id="284" r:id="rId33"/>
    <p:sldId id="285" r:id="rId34"/>
    <p:sldId id="287" r:id="rId35"/>
    <p:sldId id="288" r:id="rId36"/>
    <p:sldId id="301" r:id="rId37"/>
    <p:sldId id="290" r:id="rId38"/>
    <p:sldId id="291" r:id="rId39"/>
    <p:sldId id="292" r:id="rId40"/>
    <p:sldId id="294" r:id="rId41"/>
    <p:sldId id="295" r:id="rId42"/>
    <p:sldId id="297" r:id="rId43"/>
    <p:sldId id="298" r:id="rId44"/>
    <p:sldId id="299" r:id="rId45"/>
    <p:sldId id="300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78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F82B6-5AF9-40C1-BF33-0E81246CB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8FB08-F870-4556-8712-6AA558157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9E762-AB0A-44F9-9304-5F16EE2AC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20/05/2020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89AC8-ED00-4259-A509-110E54B0E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9CAF8-55D6-4030-93FC-72F72C610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2791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FC58B-4E9D-4443-A25D-4267D1A9F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3AE40-1FDA-49A1-8DA8-41011D3DB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5E0E1-8979-45C9-8C23-03A69DC23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20/05/2020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B3029-3B50-41EB-8746-86544EA6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6B8E7-D508-415E-AED8-7BC03216A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016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ACEA9-F7E5-4A34-9338-0E349FB48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ED676-D604-44EE-BC73-E3911D028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E038C-2258-449F-BE71-2D2BDBD61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20/05/2020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92AD1-0D4C-4F2B-96B8-6B64F054F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67C6F-C738-4EE9-9B25-149B1B81D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3962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34205-227D-4199-ADDF-E6C728040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FE4D6-CF19-458C-AE2B-00A50E49F2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C53AC-27AF-4210-A99D-928B163F9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26BB53-4A92-48A4-A2FB-F32EDE5B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20/05/2020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EBD527-5D7C-415A-B344-E09B6D864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9A375D-4133-4395-A0B9-856F1890E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6756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74397-440B-4A12-97B1-43D235664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A0488-5D66-4ED5-BD31-C1E59AAF6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CF5511-34A8-4093-B289-182506620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07146E-EAF3-400A-BC96-1F1F640A3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83E4B1-E1C9-4823-8546-96B694E22E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6C9718-BD4C-488A-891D-330E69FAE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20/05/2020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A8E2C9-025C-4CE5-88BF-DC2FBCAF5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2F9A83-3C9B-47FE-80FA-939ABEBD8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2528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B7153-317C-49D8-8BCB-9D8FC4989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E603FF-624E-47C9-9E64-00B47C8BF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20/05/2020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8885C9-3839-4200-A043-09086D1A2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12E77-3CB0-43E7-A389-8C5683407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7917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79488C-80D0-47D0-8BD7-80C16DB3C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20/05/2020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B6942E-A657-49F7-9762-998E04EF5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64B4C-9B94-4117-9149-C1D820DED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0723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6D4B0-1B8B-4845-9738-1BA7417ED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99FEE-DB8D-4117-B6B4-E05AD5D5E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9F1FEB-85FE-4C06-AF11-0817581B07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03AFCA-2CA2-4E80-B930-2E11F6676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20/05/2020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B015B-A16C-4811-92F0-C18B6FE9D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CDF53-F3DF-4CA4-A204-1C82DA37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8989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7D0CF-55EF-4115-A901-73A08E744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B74A15-2C34-47FF-970F-C78210C5A1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4EC65-E1C2-4540-B591-FBBAE25DE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7A0BA-B7BB-4433-B3C6-AB90E9D31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20/05/2020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322142-F8A7-479C-BE12-0AF1DCB88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D7F1D-12E5-4054-AD73-3D80A3405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5997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BB3B5-57E6-4F48-A040-B5242EB5E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A2D299-36AF-4325-AD16-210FB1083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D95FB-355F-4FEA-8537-C34CB1EC9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20/05/2020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187A6-5AE2-466C-9BC0-EBF9AA060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BCEAA-234A-4771-8B74-0DC0FA632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1850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F4762-AB06-4EF2-8FD0-B71D6C4C99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8B7E7-C48F-4C0C-AEB4-74255A9117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525D5-9D61-4CA6-82D3-3D725082F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20/05/2020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11317-460F-468A-B5FB-3FF0D10FC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540D0-B00E-48E1-B81B-5106396F6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8926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52DFBA-6F67-4AB1-ACAD-DBDFB6326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478F9-8899-4AED-ADFD-0DEF84D80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623F0-4DBD-433A-8304-A200231724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54BD7-FFA6-41C0-BC41-E648F4C751CD}" type="datetimeFigureOut">
              <a:rPr lang="en-GB" smtClean="0"/>
              <a:t>20/05/2020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EFA18-688A-4BC9-A24A-8374FB8452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CD343-E530-4795-AAE0-75F92CFB48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6137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" Target="slide1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41.xml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svg"/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slide" Target="slide29.xml"/><Relationship Id="rId4" Type="http://schemas.openxmlformats.org/officeDocument/2006/relationships/image" Target="../media/image6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7" Type="http://schemas.openxmlformats.org/officeDocument/2006/relationships/image" Target="../media/image3.sv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7" Type="http://schemas.openxmlformats.org/officeDocument/2006/relationships/image" Target="../media/image3.sv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49.xml"/><Relationship Id="rId3" Type="http://schemas.openxmlformats.org/officeDocument/2006/relationships/slide" Target="slide31.xml"/><Relationship Id="rId7" Type="http://schemas.openxmlformats.org/officeDocument/2006/relationships/image" Target="../media/image9.png"/><Relationship Id="rId12" Type="http://schemas.openxmlformats.org/officeDocument/2006/relationships/image" Target="../media/image3.svg"/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41.xml"/><Relationship Id="rId11" Type="http://schemas.openxmlformats.org/officeDocument/2006/relationships/image" Target="../media/image2.png"/><Relationship Id="rId5" Type="http://schemas.openxmlformats.org/officeDocument/2006/relationships/slide" Target="slide34.xml"/><Relationship Id="rId10" Type="http://schemas.openxmlformats.org/officeDocument/2006/relationships/image" Target="../media/image11.svg"/><Relationship Id="rId4" Type="http://schemas.openxmlformats.org/officeDocument/2006/relationships/slide" Target="slide35.xml"/><Relationship Id="rId9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5.png"/><Relationship Id="rId3" Type="http://schemas.openxmlformats.org/officeDocument/2006/relationships/image" Target="../media/image13.svg"/><Relationship Id="rId7" Type="http://schemas.openxmlformats.org/officeDocument/2006/relationships/slide" Target="slide35.xml"/><Relationship Id="rId12" Type="http://schemas.openxmlformats.org/officeDocument/2006/relationships/slide" Target="slide49.xml"/><Relationship Id="rId2" Type="http://schemas.openxmlformats.org/officeDocument/2006/relationships/image" Target="../media/image12.png"/><Relationship Id="rId16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slide" Target="slide34.xml"/><Relationship Id="rId15" Type="http://schemas.openxmlformats.org/officeDocument/2006/relationships/image" Target="../media/image2.png"/><Relationship Id="rId10" Type="http://schemas.openxmlformats.org/officeDocument/2006/relationships/slide" Target="slide48.xml"/><Relationship Id="rId4" Type="http://schemas.openxmlformats.org/officeDocument/2006/relationships/slide" Target="slide29.xml"/><Relationship Id="rId9" Type="http://schemas.openxmlformats.org/officeDocument/2006/relationships/image" Target="../media/image8.svg"/><Relationship Id="rId14" Type="http://schemas.openxmlformats.org/officeDocument/2006/relationships/image" Target="../media/image16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" Target="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" Target="slide37.xml"/><Relationship Id="rId7" Type="http://schemas.openxmlformats.org/officeDocument/2006/relationships/slide" Target="slide59.xml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6.xml"/><Relationship Id="rId5" Type="http://schemas.openxmlformats.org/officeDocument/2006/relationships/slide" Target="slide39.xml"/><Relationship Id="rId4" Type="http://schemas.openxmlformats.org/officeDocument/2006/relationships/slide" Target="slide38.xml"/><Relationship Id="rId9" Type="http://schemas.openxmlformats.org/officeDocument/2006/relationships/image" Target="../media/image3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7" Type="http://schemas.openxmlformats.org/officeDocument/2006/relationships/image" Target="../media/image3.sv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slide" Target="slide47.xml"/><Relationship Id="rId4" Type="http://schemas.openxmlformats.org/officeDocument/2006/relationships/slide" Target="slide4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slide" Target="slide54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slide" Target="slide29.xml"/><Relationship Id="rId4" Type="http://schemas.openxmlformats.org/officeDocument/2006/relationships/image" Target="../media/image6.sv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slide" Target="slide29.xml"/><Relationship Id="rId4" Type="http://schemas.openxmlformats.org/officeDocument/2006/relationships/image" Target="../media/image6.sv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5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slide" Target="slide34.xml"/><Relationship Id="rId16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slide" Target="slide29.xml"/><Relationship Id="rId15" Type="http://schemas.openxmlformats.org/officeDocument/2006/relationships/image" Target="../media/image2.png"/><Relationship Id="rId10" Type="http://schemas.openxmlformats.org/officeDocument/2006/relationships/image" Target="../media/image23.png"/><Relationship Id="rId4" Type="http://schemas.openxmlformats.org/officeDocument/2006/relationships/image" Target="../media/image6.sv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7" Type="http://schemas.openxmlformats.org/officeDocument/2006/relationships/image" Target="../media/image3.sv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slide" Target="slide45.xml"/><Relationship Id="rId13" Type="http://schemas.openxmlformats.org/officeDocument/2006/relationships/image" Target="../media/image35.png"/><Relationship Id="rId18" Type="http://schemas.openxmlformats.org/officeDocument/2006/relationships/image" Target="../media/image3.svg"/><Relationship Id="rId3" Type="http://schemas.openxmlformats.org/officeDocument/2006/relationships/image" Target="../media/image29.svg"/><Relationship Id="rId7" Type="http://schemas.openxmlformats.org/officeDocument/2006/relationships/image" Target="../media/image30.png"/><Relationship Id="rId12" Type="http://schemas.openxmlformats.org/officeDocument/2006/relationships/image" Target="../media/image34.svg"/><Relationship Id="rId17" Type="http://schemas.openxmlformats.org/officeDocument/2006/relationships/image" Target="../media/image2.png"/><Relationship Id="rId2" Type="http://schemas.openxmlformats.org/officeDocument/2006/relationships/image" Target="../media/image28.png"/><Relationship Id="rId16" Type="http://schemas.openxmlformats.org/officeDocument/2006/relationships/image" Target="../media/image38.svg"/><Relationship Id="rId1" Type="http://schemas.openxmlformats.org/officeDocument/2006/relationships/slideLayout" Target="../slideLayouts/slideLayout2.xml"/><Relationship Id="rId6" Type="http://schemas.openxmlformats.org/officeDocument/2006/relationships/slide" Target="slide44.xml"/><Relationship Id="rId11" Type="http://schemas.openxmlformats.org/officeDocument/2006/relationships/image" Target="../media/image33.png"/><Relationship Id="rId5" Type="http://schemas.openxmlformats.org/officeDocument/2006/relationships/slide" Target="slide42.xml"/><Relationship Id="rId15" Type="http://schemas.openxmlformats.org/officeDocument/2006/relationships/image" Target="../media/image37.png"/><Relationship Id="rId10" Type="http://schemas.openxmlformats.org/officeDocument/2006/relationships/image" Target="../media/image32.svg"/><Relationship Id="rId4" Type="http://schemas.openxmlformats.org/officeDocument/2006/relationships/slide" Target="slide29.xml"/><Relationship Id="rId9" Type="http://schemas.openxmlformats.org/officeDocument/2006/relationships/image" Target="../media/image31.png"/><Relationship Id="rId14" Type="http://schemas.openxmlformats.org/officeDocument/2006/relationships/image" Target="../media/image36.sv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slide" Target="slide41.xml"/><Relationship Id="rId7" Type="http://schemas.openxmlformats.org/officeDocument/2006/relationships/image" Target="../media/image40.sv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3.svg"/><Relationship Id="rId5" Type="http://schemas.openxmlformats.org/officeDocument/2006/relationships/slide" Target="slide43.xml"/><Relationship Id="rId10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42.sv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" Target="slide41.xml"/><Relationship Id="rId7" Type="http://schemas.openxmlformats.org/officeDocument/2006/relationships/image" Target="../media/image40.sv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slide" Target="slide44.xml"/><Relationship Id="rId4" Type="http://schemas.openxmlformats.org/officeDocument/2006/relationships/image" Target="../media/image4.png"/><Relationship Id="rId9" Type="http://schemas.openxmlformats.org/officeDocument/2006/relationships/image" Target="../media/image3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7" Type="http://schemas.openxmlformats.org/officeDocument/2006/relationships/image" Target="../media/image3.sv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gif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slide" Target="slide50.xml"/><Relationship Id="rId7" Type="http://schemas.openxmlformats.org/officeDocument/2006/relationships/image" Target="../media/image2.pn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3.xml"/><Relationship Id="rId5" Type="http://schemas.openxmlformats.org/officeDocument/2006/relationships/slide" Target="slide52.xml"/><Relationship Id="rId4" Type="http://schemas.openxmlformats.org/officeDocument/2006/relationships/slide" Target="slide5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49.xml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49.xml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49.xml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49.xml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7" Type="http://schemas.openxmlformats.org/officeDocument/2006/relationships/image" Target="../media/image3.sv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7" Type="http://schemas.openxmlformats.org/officeDocument/2006/relationships/image" Target="../media/image3.sv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slide" Target="slide57.xml"/><Relationship Id="rId3" Type="http://schemas.openxmlformats.org/officeDocument/2006/relationships/image" Target="../media/image5.png"/><Relationship Id="rId7" Type="http://schemas.openxmlformats.org/officeDocument/2006/relationships/image" Target="../media/image3.svg"/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14.png"/><Relationship Id="rId5" Type="http://schemas.openxmlformats.org/officeDocument/2006/relationships/slide" Target="slide29.xml"/><Relationship Id="rId10" Type="http://schemas.openxmlformats.org/officeDocument/2006/relationships/slide" Target="slide48.xml"/><Relationship Id="rId4" Type="http://schemas.openxmlformats.org/officeDocument/2006/relationships/image" Target="../media/image6.svg"/><Relationship Id="rId9" Type="http://schemas.openxmlformats.org/officeDocument/2006/relationships/hyperlink" Target="mailto:szymonmochort11@gmail.com?subject=Windos" TargetMode="Externa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slide" Target="slide56.xml"/><Relationship Id="rId13" Type="http://schemas.openxmlformats.org/officeDocument/2006/relationships/slide" Target="slide1.xml"/><Relationship Id="rId3" Type="http://schemas.openxmlformats.org/officeDocument/2006/relationships/image" Target="../media/image5.png"/><Relationship Id="rId7" Type="http://schemas.openxmlformats.org/officeDocument/2006/relationships/image" Target="../media/image3.svg"/><Relationship Id="rId12" Type="http://schemas.openxmlformats.org/officeDocument/2006/relationships/slide" Target="slide58.xml"/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14.png"/><Relationship Id="rId5" Type="http://schemas.openxmlformats.org/officeDocument/2006/relationships/slide" Target="slide29.xml"/><Relationship Id="rId10" Type="http://schemas.openxmlformats.org/officeDocument/2006/relationships/slide" Target="slide48.xml"/><Relationship Id="rId4" Type="http://schemas.openxmlformats.org/officeDocument/2006/relationships/image" Target="../media/image6.svg"/><Relationship Id="rId9" Type="http://schemas.openxmlformats.org/officeDocument/2006/relationships/hyperlink" Target="mailto:szymonmochort11@gmail.com?subject=Windos" TargetMode="Externa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g"/><Relationship Id="rId3" Type="http://schemas.openxmlformats.org/officeDocument/2006/relationships/image" Target="../media/image5.png"/><Relationship Id="rId7" Type="http://schemas.openxmlformats.org/officeDocument/2006/relationships/image" Target="../media/image3.svg"/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slide" Target="slide29.xml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8B3D90-1727-45A5-8866-C381CD8F5E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9B2C59-90F6-48C4-BE6C-9FA1E80EE7BE}"/>
              </a:ext>
            </a:extLst>
          </p:cNvPr>
          <p:cNvSpPr txBox="1"/>
          <p:nvPr/>
        </p:nvSpPr>
        <p:spPr>
          <a:xfrm>
            <a:off x="0" y="77118"/>
            <a:ext cx="53541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Booting CD/DVD…</a:t>
            </a:r>
          </a:p>
          <a:p>
            <a:r>
              <a:rPr lang="en-GB" dirty="0">
                <a:solidFill>
                  <a:schemeClr val="bg1"/>
                </a:solidFill>
              </a:rPr>
              <a:t>Starting Windos 3 setup…</a:t>
            </a:r>
          </a:p>
          <a:p>
            <a:r>
              <a:rPr lang="en-GB" dirty="0">
                <a:solidFill>
                  <a:schemeClr val="bg1"/>
                </a:solidFill>
                <a:hlinkClick r:id="rId2" action="ppaction://hlinksldjump"/>
              </a:rPr>
              <a:t>Click me to start up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9988BB-EF14-4E04-A302-6DED399C49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D5C8D9-B937-4017-BE73-B66EA9A5AC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0861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0D1E66E-EB2F-4433-AE7D-9FEEF985D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9C5FACE-AFFA-41D2-8ABB-4B15BEFB3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 to setup!</a:t>
            </a:r>
          </a:p>
          <a:p>
            <a:pPr algn="ctr"/>
            <a:r>
              <a:rPr lang="en-GB" dirty="0"/>
              <a:t>This setup installs Windos 3 on your computer.</a:t>
            </a:r>
          </a:p>
          <a:p>
            <a:pPr algn="ctr"/>
            <a:r>
              <a:rPr lang="en-GB" dirty="0"/>
              <a:t>Please press next to continue. 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48E274BF-7DA0-473B-8504-F5DA26C390E7}"/>
              </a:ext>
            </a:extLst>
          </p:cNvPr>
          <p:cNvSpPr/>
          <p:nvPr/>
        </p:nvSpPr>
        <p:spPr>
          <a:xfrm>
            <a:off x="8984512" y="4811871"/>
            <a:ext cx="141413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Next&gt;</a:t>
            </a:r>
          </a:p>
        </p:txBody>
      </p:sp>
      <p:sp>
        <p:nvSpPr>
          <p:cNvPr id="2" name="Rectangle 1">
            <a:hlinkClick r:id="rId3" action="ppaction://hlinksldjump"/>
            <a:extLst>
              <a:ext uri="{FF2B5EF4-FFF2-40B4-BE49-F238E27FC236}">
                <a16:creationId xmlns:a16="http://schemas.microsoft.com/office/drawing/2014/main" id="{79B8F2EC-A767-4044-91A2-0C53C2F4FD10}"/>
              </a:ext>
            </a:extLst>
          </p:cNvPr>
          <p:cNvSpPr/>
          <p:nvPr/>
        </p:nvSpPr>
        <p:spPr>
          <a:xfrm>
            <a:off x="10064068" y="1572959"/>
            <a:ext cx="334574" cy="30549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8068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1A324E3-53D8-41D8-B980-297F9F44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DD70C8B-503A-4A25-91DE-99D968861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enter your username and press next: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E42EA7-EB44-4055-8D01-CA900EF3730D}"/>
              </a:ext>
            </a:extLst>
          </p:cNvPr>
          <p:cNvSpPr/>
          <p:nvPr/>
        </p:nvSpPr>
        <p:spPr>
          <a:xfrm>
            <a:off x="3051672" y="4175393"/>
            <a:ext cx="6753340" cy="8042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 Password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06586BEA-CDA3-4C92-9F50-0E8048AB0A5B}"/>
              </a:ext>
            </a:extLst>
          </p:cNvPr>
          <p:cNvSpPr/>
          <p:nvPr/>
        </p:nvSpPr>
        <p:spPr>
          <a:xfrm>
            <a:off x="8456727" y="5196523"/>
            <a:ext cx="1938968" cy="4516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3386567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B18FF3F-F86A-4BE6-847B-69FBA384A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D3EC01-339D-49B6-BB78-CAEC1B759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enter the 25-digit product key below: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63E4E6-A7E1-4C28-B889-545414131581}"/>
              </a:ext>
            </a:extLst>
          </p:cNvPr>
          <p:cNvSpPr/>
          <p:nvPr/>
        </p:nvSpPr>
        <p:spPr>
          <a:xfrm>
            <a:off x="4435971" y="4284921"/>
            <a:ext cx="3836933" cy="6485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RBDC9-VTRC8-D7972-J97JY-PRVMG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7FA219EE-8189-4D31-910C-56465D3C2750}"/>
              </a:ext>
            </a:extLst>
          </p:cNvPr>
          <p:cNvSpPr/>
          <p:nvPr/>
        </p:nvSpPr>
        <p:spPr>
          <a:xfrm>
            <a:off x="8527312" y="5241851"/>
            <a:ext cx="1988288" cy="531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656794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B92C869-165F-49F8-91B1-28337215B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4BAC53-A465-47CF-AC2D-FF3756E32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Thanks for not stealing this installation.</a:t>
            </a:r>
          </a:p>
          <a:p>
            <a:pPr algn="ctr"/>
            <a:r>
              <a:rPr lang="en-GB" dirty="0"/>
              <a:t>Please press next to begin the identifying process.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3406DC5A-C80B-4953-B148-6C5595422F8F}"/>
              </a:ext>
            </a:extLst>
          </p:cNvPr>
          <p:cNvSpPr/>
          <p:nvPr/>
        </p:nvSpPr>
        <p:spPr>
          <a:xfrm>
            <a:off x="8654902" y="5082363"/>
            <a:ext cx="1876535" cy="6660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Next&gt;</a:t>
            </a:r>
          </a:p>
        </p:txBody>
      </p:sp>
    </p:spTree>
    <p:extLst>
      <p:ext uri="{BB962C8B-B14F-4D97-AF65-F5344CB8AC3E}">
        <p14:creationId xmlns:p14="http://schemas.microsoft.com/office/powerpoint/2010/main" val="1379495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3D8DD26-8F90-48FE-A9C4-39B2B890B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BDFB311-E809-4EA9-8C28-D3A95DE6B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Welcome, user!</a:t>
            </a:r>
          </a:p>
          <a:p>
            <a:pPr algn="ctr"/>
            <a:r>
              <a:rPr lang="en-GB" dirty="0"/>
              <a:t>Whet is your full name?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350784-E673-4CAE-A6E8-FE517E824BA2}"/>
              </a:ext>
            </a:extLst>
          </p:cNvPr>
          <p:cNvSpPr/>
          <p:nvPr/>
        </p:nvSpPr>
        <p:spPr>
          <a:xfrm>
            <a:off x="2456121" y="4795284"/>
            <a:ext cx="4646428" cy="817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 password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95FFA82B-C657-41CE-82E1-F97929C75A74}"/>
              </a:ext>
            </a:extLst>
          </p:cNvPr>
          <p:cNvSpPr/>
          <p:nvPr/>
        </p:nvSpPr>
        <p:spPr>
          <a:xfrm>
            <a:off x="9473609" y="464943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761136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D495531-157F-41C6-8C8C-05CE539B3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C92A604-44FA-448E-A07B-517E50A64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How old are you?</a:t>
            </a:r>
          </a:p>
          <a:p>
            <a:pPr algn="ctr"/>
            <a:r>
              <a:rPr lang="en-GB" dirty="0"/>
              <a:t>Type in a 	NUMBER ONLY!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611BAE-62E7-4780-BE7F-C846E44B3592}"/>
              </a:ext>
            </a:extLst>
          </p:cNvPr>
          <p:cNvSpPr/>
          <p:nvPr/>
        </p:nvSpPr>
        <p:spPr>
          <a:xfrm>
            <a:off x="2190307" y="5135526"/>
            <a:ext cx="2626242" cy="4775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346587456~@}XRCFGVH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1D1DAE0A-693A-44B0-9A37-E3B265143135}"/>
              </a:ext>
            </a:extLst>
          </p:cNvPr>
          <p:cNvSpPr/>
          <p:nvPr/>
        </p:nvSpPr>
        <p:spPr>
          <a:xfrm>
            <a:off x="9554016" y="484586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029583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829A927-D88D-41A9-A870-DDB14A5F2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1850CE3-9D08-4F9E-844B-42258F0FE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FBBDD8-9401-4757-81AB-F2BAEA062770}"/>
              </a:ext>
            </a:extLst>
          </p:cNvPr>
          <p:cNvSpPr/>
          <p:nvPr/>
        </p:nvSpPr>
        <p:spPr>
          <a:xfrm>
            <a:off x="170121" y="4869712"/>
            <a:ext cx="4444409" cy="17969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9DEB6-A4CB-4758-9EE0-A70EE5EFB248}"/>
              </a:ext>
            </a:extLst>
          </p:cNvPr>
          <p:cNvSpPr/>
          <p:nvPr/>
        </p:nvSpPr>
        <p:spPr>
          <a:xfrm>
            <a:off x="170121" y="4157330"/>
            <a:ext cx="4444409" cy="712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error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A85E33-347A-4A5B-BC4E-62764FAEC59E}"/>
              </a:ext>
            </a:extLst>
          </p:cNvPr>
          <p:cNvSpPr/>
          <p:nvPr/>
        </p:nvSpPr>
        <p:spPr>
          <a:xfrm>
            <a:off x="3944679" y="4295553"/>
            <a:ext cx="510363" cy="38277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86274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1BF67B2-1B63-4C0C-B21A-E14D848C0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2D2D75-E15E-44AE-A69F-86AF27795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enter the correct age: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09F87C-7BF0-45C4-87E9-1B31298A8D34}"/>
              </a:ext>
            </a:extLst>
          </p:cNvPr>
          <p:cNvSpPr/>
          <p:nvPr/>
        </p:nvSpPr>
        <p:spPr>
          <a:xfrm>
            <a:off x="2615609" y="4774019"/>
            <a:ext cx="2190307" cy="7230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35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B531F403-F792-4E3B-B77A-947B44594061}"/>
              </a:ext>
            </a:extLst>
          </p:cNvPr>
          <p:cNvSpPr/>
          <p:nvPr/>
        </p:nvSpPr>
        <p:spPr>
          <a:xfrm>
            <a:off x="9335386" y="460389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259418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98D9227-7D96-47B0-B4E0-34DCC49AC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749284B-1E47-4CDA-B411-AF4221DEC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Thanks for completing this short form.</a:t>
            </a:r>
          </a:p>
          <a:p>
            <a:pPr algn="ctr"/>
            <a:r>
              <a:rPr lang="en-GB" dirty="0"/>
              <a:t>We will now connect you to the Internet.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identifier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B7859EE7-64C7-42D3-B6E5-4F7887FFDB76}"/>
              </a:ext>
            </a:extLst>
          </p:cNvPr>
          <p:cNvSpPr/>
          <p:nvPr/>
        </p:nvSpPr>
        <p:spPr>
          <a:xfrm>
            <a:off x="5954233" y="474212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1502208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CF6E810-29D1-4E11-899C-505D11F9C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B2BDDF3-66E8-4DAF-9FF9-B1653DB0E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Searching for Internet devices…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3575112D-0726-4D9A-829D-04A757945523}"/>
              </a:ext>
            </a:extLst>
          </p:cNvPr>
          <p:cNvSpPr/>
          <p:nvPr/>
        </p:nvSpPr>
        <p:spPr>
          <a:xfrm>
            <a:off x="6354438" y="464943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964604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E8903AA-282A-4018-8F84-E4557F4F2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A9E7976-E14C-44B8-8885-FFB801DC3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Would you like to connect to the Internet now?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2933F8FA-4B30-40F8-9B17-63F15D8FD27E}"/>
              </a:ext>
            </a:extLst>
          </p:cNvPr>
          <p:cNvSpPr/>
          <p:nvPr/>
        </p:nvSpPr>
        <p:spPr>
          <a:xfrm>
            <a:off x="5638800" y="452947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✓ </a:t>
            </a:r>
          </a:p>
        </p:txBody>
      </p:sp>
    </p:spTree>
    <p:extLst>
      <p:ext uri="{BB962C8B-B14F-4D97-AF65-F5344CB8AC3E}">
        <p14:creationId xmlns:p14="http://schemas.microsoft.com/office/powerpoint/2010/main" val="1308363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1D5C65A-1C34-42F0-A285-4BC09532D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8889536-6852-46A1-9C7B-44032CCE0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Connecting to the Internet…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E75E5488-F9F0-4CA7-A34E-57873677E1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5719" y="4540103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70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94572FF-C48F-4AF9-BBDC-EF03FC716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1319B29-C580-47EE-B76A-51A674D30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Connected to the internet.</a:t>
            </a:r>
          </a:p>
          <a:p>
            <a:pPr algn="ctr"/>
            <a:r>
              <a:rPr lang="en-GB" dirty="0"/>
              <a:t>Testing the connection…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2C2F2DF7-D2FA-4B4E-A18D-B6E1530451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8854" y="4720528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944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9EBBBD-2ED2-46FF-AFA8-881DD15F3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B88BC8A-8739-4AA7-A782-E7F433265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-85061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FBBDD8-9401-4757-81AB-F2BAEA062770}"/>
              </a:ext>
            </a:extLst>
          </p:cNvPr>
          <p:cNvSpPr/>
          <p:nvPr/>
        </p:nvSpPr>
        <p:spPr>
          <a:xfrm>
            <a:off x="170121" y="4869712"/>
            <a:ext cx="4444409" cy="17969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You have connected to the Intranet!</a:t>
            </a:r>
          </a:p>
          <a:p>
            <a:pPr algn="ctr"/>
            <a:r>
              <a:rPr lang="en-GB" dirty="0"/>
              <a:t>This is the opposite of the Internet sadly but it is 100x better!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9DEB6-A4CB-4758-9EE0-A70EE5EFB248}"/>
              </a:ext>
            </a:extLst>
          </p:cNvPr>
          <p:cNvSpPr/>
          <p:nvPr/>
        </p:nvSpPr>
        <p:spPr>
          <a:xfrm>
            <a:off x="170121" y="4157330"/>
            <a:ext cx="4444409" cy="712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info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51A85E33-347A-4A5B-BC4E-62764FAEC59E}"/>
              </a:ext>
            </a:extLst>
          </p:cNvPr>
          <p:cNvSpPr/>
          <p:nvPr/>
        </p:nvSpPr>
        <p:spPr>
          <a:xfrm>
            <a:off x="3944679" y="4295553"/>
            <a:ext cx="510363" cy="38277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212862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5A5F6C8-E273-4B6C-AB27-E3BDAA9C2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17940A8-47F6-45AE-8EFB-F2FDD2F63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Press the below button to exit: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20697A53-BFB5-4405-8A29-121473DCD1A3}"/>
              </a:ext>
            </a:extLst>
          </p:cNvPr>
          <p:cNvSpPr/>
          <p:nvPr/>
        </p:nvSpPr>
        <p:spPr>
          <a:xfrm>
            <a:off x="6096000" y="448694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191668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F7DCDC-3051-4391-B2CA-41DB3A240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8298E73-4C0E-4C49-A6DA-64E0C3A98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Press the below button to install Windos: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installer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0B64971B-F8D2-4848-92A6-EDB58A5B5A6B}"/>
              </a:ext>
            </a:extLst>
          </p:cNvPr>
          <p:cNvSpPr/>
          <p:nvPr/>
        </p:nvSpPr>
        <p:spPr>
          <a:xfrm>
            <a:off x="5050465" y="4369981"/>
            <a:ext cx="3370521" cy="786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 Windos</a:t>
            </a:r>
          </a:p>
        </p:txBody>
      </p:sp>
    </p:spTree>
    <p:extLst>
      <p:ext uri="{BB962C8B-B14F-4D97-AF65-F5344CB8AC3E}">
        <p14:creationId xmlns:p14="http://schemas.microsoft.com/office/powerpoint/2010/main" val="3444848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7A0D13-A659-43ED-8E83-8B726E0B7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E7C441-CDB3-4F3D-B413-7A56D5CB9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Installing Windos 3…</a:t>
            </a:r>
          </a:p>
          <a:p>
            <a:pPr algn="ctr"/>
            <a:r>
              <a:rPr lang="en-GB" dirty="0"/>
              <a:t>Please wait…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installer</a:t>
            </a:r>
          </a:p>
        </p:txBody>
      </p:sp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DFEBCFCE-08B2-4088-B8D8-56DEB0D07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017" y="4561039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62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EBE212E-23F7-4D09-8277-B9C0FE25E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A71767D-9E33-4151-B4AE-4F5DEC8AD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FBBDD8-9401-4757-81AB-F2BAEA062770}"/>
              </a:ext>
            </a:extLst>
          </p:cNvPr>
          <p:cNvSpPr/>
          <p:nvPr/>
        </p:nvSpPr>
        <p:spPr>
          <a:xfrm>
            <a:off x="170121" y="4869712"/>
            <a:ext cx="4444409" cy="17969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 complete!</a:t>
            </a:r>
          </a:p>
          <a:p>
            <a:pPr algn="ctr"/>
            <a:r>
              <a:rPr lang="en-GB" dirty="0"/>
              <a:t>Exit to start Windos 3!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9DEB6-A4CB-4758-9EE0-A70EE5EFB248}"/>
              </a:ext>
            </a:extLst>
          </p:cNvPr>
          <p:cNvSpPr/>
          <p:nvPr/>
        </p:nvSpPr>
        <p:spPr>
          <a:xfrm>
            <a:off x="170121" y="4157330"/>
            <a:ext cx="4444409" cy="712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success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51A85E33-347A-4A5B-BC4E-62764FAEC59E}"/>
              </a:ext>
            </a:extLst>
          </p:cNvPr>
          <p:cNvSpPr/>
          <p:nvPr/>
        </p:nvSpPr>
        <p:spPr>
          <a:xfrm>
            <a:off x="3944679" y="4295553"/>
            <a:ext cx="510363" cy="38277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7269971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8B3D90-1727-45A5-8866-C381CD8F5E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9B2C59-90F6-48C4-BE6C-9FA1E80EE7BE}"/>
              </a:ext>
            </a:extLst>
          </p:cNvPr>
          <p:cNvSpPr txBox="1"/>
          <p:nvPr/>
        </p:nvSpPr>
        <p:spPr>
          <a:xfrm>
            <a:off x="0" y="77118"/>
            <a:ext cx="53541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Booting from hard disk…</a:t>
            </a:r>
          </a:p>
          <a:p>
            <a:r>
              <a:rPr lang="en-GB" dirty="0">
                <a:solidFill>
                  <a:schemeClr val="bg1"/>
                </a:solidFill>
              </a:rPr>
              <a:t>Starting Windos 3 …</a:t>
            </a:r>
          </a:p>
          <a:p>
            <a:r>
              <a:rPr lang="en-GB" dirty="0">
                <a:solidFill>
                  <a:schemeClr val="bg1"/>
                </a:solidFill>
                <a:hlinkClick r:id="rId2" action="ppaction://hlinksldjump"/>
              </a:rPr>
              <a:t>Click me to start up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FF0B84-953D-4485-96DA-07A59BDA75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413839-D6CA-44E4-864A-547EF645E3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8669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D3ADF44-58EC-4597-BEAF-63C3C5A11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147765-1CF8-4161-89A1-D339C7E2E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789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2535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052427C-2E9C-4AFC-8A4B-2032FE3A5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Graphic 8" descr="Cursor">
            <a:extLst>
              <a:ext uri="{FF2B5EF4-FFF2-40B4-BE49-F238E27FC236}">
                <a16:creationId xmlns:a16="http://schemas.microsoft.com/office/drawing/2014/main" id="{621C6431-1543-4A7F-A770-F2B763BEA0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7390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Content Placeholder 2">
            <a:hlinkClick r:id="rId3" action="ppaction://hlinksldjump"/>
            <a:extLst>
              <a:ext uri="{FF2B5EF4-FFF2-40B4-BE49-F238E27FC236}">
                <a16:creationId xmlns:a16="http://schemas.microsoft.com/office/drawing/2014/main" id="{33328094-A8D8-4ACD-B0C5-3CAC85499F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327" y="74776"/>
            <a:ext cx="950667" cy="818016"/>
          </a:xfrm>
        </p:spPr>
      </p:pic>
      <p:pic>
        <p:nvPicPr>
          <p:cNvPr id="8" name="Graphic 7" descr="Cursor">
            <a:extLst>
              <a:ext uri="{FF2B5EF4-FFF2-40B4-BE49-F238E27FC236}">
                <a16:creationId xmlns:a16="http://schemas.microsoft.com/office/drawing/2014/main" id="{5562F0F6-79DA-4A7C-BB5B-CA8633289C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2723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rgbClr val="40789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Graphic 9" descr="Cursor">
            <a:extLst>
              <a:ext uri="{FF2B5EF4-FFF2-40B4-BE49-F238E27FC236}">
                <a16:creationId xmlns:a16="http://schemas.microsoft.com/office/drawing/2014/main" id="{E9CB9155-99A6-4C13-9743-01D8117C92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9260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C828EF0-92D5-4357-BDE7-02758D3D5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8" name="Content Placeholder 7">
            <a:hlinkClick r:id="rId2" action="ppaction://hlinksldjump"/>
            <a:extLst>
              <a:ext uri="{FF2B5EF4-FFF2-40B4-BE49-F238E27FC236}">
                <a16:creationId xmlns:a16="http://schemas.microsoft.com/office/drawing/2014/main" id="{8AEEDECC-FB88-4673-BDEE-B34428DDC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900368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\\websites\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Graphic 11">
            <a:hlinkClick r:id="rId2" action="ppaction://hlinksldjump"/>
            <a:extLst>
              <a:ext uri="{FF2B5EF4-FFF2-40B4-BE49-F238E27FC236}">
                <a16:creationId xmlns:a16="http://schemas.microsoft.com/office/drawing/2014/main" id="{FA3CEC08-8C3C-483D-9489-36E3A23C26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2063" y="-43785"/>
            <a:ext cx="914400" cy="914400"/>
          </a:xfrm>
          <a:prstGeom prst="rect">
            <a:avLst/>
          </a:prstGeom>
        </p:spPr>
      </p:pic>
      <p:pic>
        <p:nvPicPr>
          <p:cNvPr id="9" name="Graphic 8" descr="Cursor">
            <a:extLst>
              <a:ext uri="{FF2B5EF4-FFF2-40B4-BE49-F238E27FC236}">
                <a16:creationId xmlns:a16="http://schemas.microsoft.com/office/drawing/2014/main" id="{40D2C5D2-CCA6-4C01-AE59-4AE3DA3F68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7134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received message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Content Placeholder 11">
            <a:hlinkClick r:id="rId3" action="ppaction://hlinksldjump"/>
            <a:extLst>
              <a:ext uri="{FF2B5EF4-FFF2-40B4-BE49-F238E27FC236}">
                <a16:creationId xmlns:a16="http://schemas.microsoft.com/office/drawing/2014/main" id="{D6C78EC4-77E9-492C-AD86-7A168B721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437" y="0"/>
            <a:ext cx="914400" cy="914400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EF4B2C-9E0F-4CF9-B0A4-5E15EF6EC981}"/>
              </a:ext>
            </a:extLst>
          </p:cNvPr>
          <p:cNvSpPr/>
          <p:nvPr/>
        </p:nvSpPr>
        <p:spPr>
          <a:xfrm>
            <a:off x="232144" y="1059971"/>
            <a:ext cx="11857075" cy="5596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Fr: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53514E-6C5E-4806-9267-13E370C3D7D4}"/>
              </a:ext>
            </a:extLst>
          </p:cNvPr>
          <p:cNvSpPr/>
          <p:nvPr/>
        </p:nvSpPr>
        <p:spPr>
          <a:xfrm>
            <a:off x="192274" y="1836259"/>
            <a:ext cx="11896945" cy="559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Sj: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4F4679-CC11-4761-84B5-C16AE3E2B2C8}"/>
              </a:ext>
            </a:extLst>
          </p:cNvPr>
          <p:cNvCxnSpPr/>
          <p:nvPr/>
        </p:nvCxnSpPr>
        <p:spPr>
          <a:xfrm>
            <a:off x="0" y="2732567"/>
            <a:ext cx="120892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 descr="Cursor">
            <a:extLst>
              <a:ext uri="{FF2B5EF4-FFF2-40B4-BE49-F238E27FC236}">
                <a16:creationId xmlns:a16="http://schemas.microsoft.com/office/drawing/2014/main" id="{0853C526-07B9-4AD9-97DD-E79C7A5E9C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2964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sent message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Content Placeholder 11">
            <a:hlinkClick r:id="rId3" action="ppaction://hlinksldjump"/>
            <a:extLst>
              <a:ext uri="{FF2B5EF4-FFF2-40B4-BE49-F238E27FC236}">
                <a16:creationId xmlns:a16="http://schemas.microsoft.com/office/drawing/2014/main" id="{D6C78EC4-77E9-492C-AD86-7A168B721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437" y="0"/>
            <a:ext cx="914400" cy="914400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EF4B2C-9E0F-4CF9-B0A4-5E15EF6EC981}"/>
              </a:ext>
            </a:extLst>
          </p:cNvPr>
          <p:cNvSpPr/>
          <p:nvPr/>
        </p:nvSpPr>
        <p:spPr>
          <a:xfrm>
            <a:off x="232144" y="1059971"/>
            <a:ext cx="11857075" cy="5596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To: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53514E-6C5E-4806-9267-13E370C3D7D4}"/>
              </a:ext>
            </a:extLst>
          </p:cNvPr>
          <p:cNvSpPr/>
          <p:nvPr/>
        </p:nvSpPr>
        <p:spPr>
          <a:xfrm>
            <a:off x="192274" y="1836259"/>
            <a:ext cx="11896945" cy="559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Sj: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4F4679-CC11-4761-84B5-C16AE3E2B2C8}"/>
              </a:ext>
            </a:extLst>
          </p:cNvPr>
          <p:cNvCxnSpPr/>
          <p:nvPr/>
        </p:nvCxnSpPr>
        <p:spPr>
          <a:xfrm>
            <a:off x="0" y="2732567"/>
            <a:ext cx="120892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 descr="Cursor">
            <a:extLst>
              <a:ext uri="{FF2B5EF4-FFF2-40B4-BE49-F238E27FC236}">
                <a16:creationId xmlns:a16="http://schemas.microsoft.com/office/drawing/2014/main" id="{D8E2EB35-094D-4491-8116-37CF02AE9F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3438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DE17FA0-9C1F-4EEA-BB2E-79FCAC783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EEB737E-CF15-46BB-B3BE-41C3946EF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 Password</a:t>
            </a:r>
          </a:p>
          <a:p>
            <a:pPr algn="ctr"/>
            <a:r>
              <a:rPr lang="en-GB" dirty="0"/>
              <a:t>Password: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3C62D1-EB04-42DD-BA76-243EFEB41C85}"/>
              </a:ext>
            </a:extLst>
          </p:cNvPr>
          <p:cNvSpPr/>
          <p:nvPr/>
        </p:nvSpPr>
        <p:spPr>
          <a:xfrm>
            <a:off x="2222205" y="4944140"/>
            <a:ext cx="4061637" cy="6689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********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10D13154-110E-4C18-B9CB-A47F682366A0}"/>
              </a:ext>
            </a:extLst>
          </p:cNvPr>
          <p:cNvSpPr/>
          <p:nvPr/>
        </p:nvSpPr>
        <p:spPr>
          <a:xfrm>
            <a:off x="9569302" y="4795837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pic>
        <p:nvPicPr>
          <p:cNvPr id="11" name="Graphic 10" descr="Cursor">
            <a:extLst>
              <a:ext uri="{FF2B5EF4-FFF2-40B4-BE49-F238E27FC236}">
                <a16:creationId xmlns:a16="http://schemas.microsoft.com/office/drawing/2014/main" id="{17D647CC-663C-4274-AE23-AD540122EC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9468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B513EA1-FAD8-456B-BB09-38C93EFF5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789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AAFFDC-BB8E-4C44-BB68-0F132C3DC0B8}"/>
              </a:ext>
            </a:extLst>
          </p:cNvPr>
          <p:cNvSpPr/>
          <p:nvPr/>
        </p:nvSpPr>
        <p:spPr>
          <a:xfrm>
            <a:off x="0" y="0"/>
            <a:ext cx="1137684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1E6A36-5B37-4FF8-90DE-845663FE15C9}"/>
              </a:ext>
            </a:extLst>
          </p:cNvPr>
          <p:cNvSpPr txBox="1"/>
          <p:nvPr/>
        </p:nvSpPr>
        <p:spPr>
          <a:xfrm>
            <a:off x="9590567" y="191386"/>
            <a:ext cx="26014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 3</a:t>
            </a:r>
          </a:p>
          <a:p>
            <a:r>
              <a:rPr lang="en-GB" dirty="0"/>
              <a:t>Beta 1</a:t>
            </a:r>
          </a:p>
          <a:p>
            <a:r>
              <a:rPr lang="en-GB" dirty="0"/>
              <a:t>For testing purposes only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632A1F69-4C33-4939-A44E-56BDF02E13BF}"/>
              </a:ext>
            </a:extLst>
          </p:cNvPr>
          <p:cNvSpPr/>
          <p:nvPr/>
        </p:nvSpPr>
        <p:spPr>
          <a:xfrm>
            <a:off x="111642" y="191386"/>
            <a:ext cx="914400" cy="914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8" name="Rectangle 7">
            <a:hlinkClick r:id="rId3" action="ppaction://hlinksldjump"/>
            <a:extLst>
              <a:ext uri="{FF2B5EF4-FFF2-40B4-BE49-F238E27FC236}">
                <a16:creationId xmlns:a16="http://schemas.microsoft.com/office/drawing/2014/main" id="{3C76AF03-FC1C-4714-AB70-1A45B2906D1F}"/>
              </a:ext>
            </a:extLst>
          </p:cNvPr>
          <p:cNvSpPr/>
          <p:nvPr/>
        </p:nvSpPr>
        <p:spPr>
          <a:xfrm>
            <a:off x="111642" y="1286540"/>
            <a:ext cx="914400" cy="6804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All apps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4C74D8-6B7F-45E0-B918-072F6C8EF8EC}"/>
              </a:ext>
            </a:extLst>
          </p:cNvPr>
          <p:cNvSpPr/>
          <p:nvPr/>
        </p:nvSpPr>
        <p:spPr>
          <a:xfrm>
            <a:off x="5901069" y="365125"/>
            <a:ext cx="3083442" cy="6127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08161B-B4F0-438A-A468-EF51A65152EB}"/>
              </a:ext>
            </a:extLst>
          </p:cNvPr>
          <p:cNvSpPr txBox="1"/>
          <p:nvPr/>
        </p:nvSpPr>
        <p:spPr>
          <a:xfrm>
            <a:off x="5975498" y="467833"/>
            <a:ext cx="29026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What’s new: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Windos 3 is now in beta!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Changed desktop background to be a different colour!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Made theme green!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PC colour is old desktop background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2 </a:t>
            </a:r>
            <a:r>
              <a:rPr lang="en-GB" dirty="0">
                <a:hlinkClick r:id="rId4" action="ppaction://hlinksldjump"/>
              </a:rPr>
              <a:t>sent items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2 new </a:t>
            </a:r>
            <a:r>
              <a:rPr lang="en-GB" dirty="0">
                <a:hlinkClick r:id="rId5" action="ppaction://hlinksldjump"/>
              </a:rPr>
              <a:t>websites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internet symbol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mouse pointer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11" name="Rectangle 10">
            <a:hlinkClick r:id="rId4" action="ppaction://hlinksldjump"/>
            <a:extLst>
              <a:ext uri="{FF2B5EF4-FFF2-40B4-BE49-F238E27FC236}">
                <a16:creationId xmlns:a16="http://schemas.microsoft.com/office/drawing/2014/main" id="{C5FA3C8D-DFB4-4288-A537-9AE7D9A50114}"/>
              </a:ext>
            </a:extLst>
          </p:cNvPr>
          <p:cNvSpPr/>
          <p:nvPr/>
        </p:nvSpPr>
        <p:spPr>
          <a:xfrm>
            <a:off x="10547498" y="5018567"/>
            <a:ext cx="1532860" cy="14743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 emails</a:t>
            </a:r>
          </a:p>
        </p:txBody>
      </p:sp>
      <p:sp>
        <p:nvSpPr>
          <p:cNvPr id="14" name="Rectangle 13">
            <a:hlinkClick r:id="rId6" action="ppaction://hlinksldjump"/>
            <a:extLst>
              <a:ext uri="{FF2B5EF4-FFF2-40B4-BE49-F238E27FC236}">
                <a16:creationId xmlns:a16="http://schemas.microsoft.com/office/drawing/2014/main" id="{6B08C070-78D0-40EF-9688-1F5FB92E028C}"/>
              </a:ext>
            </a:extLst>
          </p:cNvPr>
          <p:cNvSpPr/>
          <p:nvPr/>
        </p:nvSpPr>
        <p:spPr>
          <a:xfrm>
            <a:off x="111642" y="2296356"/>
            <a:ext cx="914400" cy="9144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PC</a:t>
            </a:r>
          </a:p>
        </p:txBody>
      </p:sp>
      <p:pic>
        <p:nvPicPr>
          <p:cNvPr id="15" name="Picture 14" descr="A close up of a logo&#10;&#10;Description automatically generated">
            <a:hlinkClick r:id="rId5" action="ppaction://hlinksldjump"/>
            <a:extLst>
              <a:ext uri="{FF2B5EF4-FFF2-40B4-BE49-F238E27FC236}">
                <a16:creationId xmlns:a16="http://schemas.microsoft.com/office/drawing/2014/main" id="{E5D57AC4-D10A-49D3-BAF3-059B1CFD83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42" y="3322067"/>
            <a:ext cx="933580" cy="91452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139FBAD-A5D4-42C5-818C-D261DA225BBC}"/>
              </a:ext>
            </a:extLst>
          </p:cNvPr>
          <p:cNvSpPr/>
          <p:nvPr/>
        </p:nvSpPr>
        <p:spPr>
          <a:xfrm>
            <a:off x="2179673" y="3210755"/>
            <a:ext cx="2530549" cy="24882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6215CC-F7AF-4278-9B6D-ED50D4E55FE9}"/>
              </a:ext>
            </a:extLst>
          </p:cNvPr>
          <p:cNvSpPr txBox="1"/>
          <p:nvPr/>
        </p:nvSpPr>
        <p:spPr>
          <a:xfrm>
            <a:off x="2296633" y="3322067"/>
            <a:ext cx="24135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Shortcuts: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6" action="ppaction://hlinksldjump"/>
              </a:rPr>
              <a:t>PC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3" action="ppaction://hlinksldjump"/>
              </a:rPr>
              <a:t>All apps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5" action="ppaction://hlinksldjump"/>
              </a:rPr>
              <a:t>The Intranet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4" action="ppaction://hlinksldjump"/>
              </a:rPr>
              <a:t>Email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8" action="ppaction://hlinksldjump"/>
              </a:rPr>
              <a:t>Antivirus++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17" name="Content Placeholder 16" descr="Wireless">
            <a:extLst>
              <a:ext uri="{FF2B5EF4-FFF2-40B4-BE49-F238E27FC236}">
                <a16:creationId xmlns:a16="http://schemas.microsoft.com/office/drawing/2014/main" id="{8EF6453D-F86B-4BA6-BCFE-5FFB1D81C7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112" y="5943600"/>
            <a:ext cx="914400" cy="914400"/>
          </a:xfrm>
        </p:spPr>
      </p:pic>
      <p:pic>
        <p:nvPicPr>
          <p:cNvPr id="19" name="Graphic 18" descr="Cursor">
            <a:extLst>
              <a:ext uri="{FF2B5EF4-FFF2-40B4-BE49-F238E27FC236}">
                <a16:creationId xmlns:a16="http://schemas.microsoft.com/office/drawing/2014/main" id="{980B8964-EF18-4187-9F69-9637F2B8057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2543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421AF07-4E37-4F7D-BC5F-15D0E3572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6358222-182C-4C27-B29A-947EA1D20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Are you sure?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Confirm uninstall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3FA4E0E6-E857-40ED-A547-583E6496A54B}"/>
              </a:ext>
            </a:extLst>
          </p:cNvPr>
          <p:cNvSpPr/>
          <p:nvPr/>
        </p:nvSpPr>
        <p:spPr>
          <a:xfrm>
            <a:off x="9867365" y="1403302"/>
            <a:ext cx="478465" cy="57477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hlinkClick r:id="rId3" action="ppaction://hlinksldjump"/>
            <a:extLst>
              <a:ext uri="{FF2B5EF4-FFF2-40B4-BE49-F238E27FC236}">
                <a16:creationId xmlns:a16="http://schemas.microsoft.com/office/drawing/2014/main" id="{BC1DF54D-D76E-434E-9DFF-CB529D7CC600}"/>
              </a:ext>
            </a:extLst>
          </p:cNvPr>
          <p:cNvSpPr/>
          <p:nvPr/>
        </p:nvSpPr>
        <p:spPr>
          <a:xfrm>
            <a:off x="3870251" y="4729695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✓ </a:t>
            </a:r>
          </a:p>
        </p:txBody>
      </p:sp>
      <p:sp>
        <p:nvSpPr>
          <p:cNvPr id="9" name="Rectangle 8">
            <a:hlinkClick r:id="rId2" action="ppaction://hlinksldjump"/>
            <a:extLst>
              <a:ext uri="{FF2B5EF4-FFF2-40B4-BE49-F238E27FC236}">
                <a16:creationId xmlns:a16="http://schemas.microsoft.com/office/drawing/2014/main" id="{227091A4-38E0-4E90-8C0C-6F70B83D58F0}"/>
              </a:ext>
            </a:extLst>
          </p:cNvPr>
          <p:cNvSpPr/>
          <p:nvPr/>
        </p:nvSpPr>
        <p:spPr>
          <a:xfrm>
            <a:off x="6569500" y="472052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12" name="Graphic 11" descr="Cursor">
            <a:extLst>
              <a:ext uri="{FF2B5EF4-FFF2-40B4-BE49-F238E27FC236}">
                <a16:creationId xmlns:a16="http://schemas.microsoft.com/office/drawing/2014/main" id="{AEB76DBC-8A6F-4CBE-8771-3D8541CC58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1220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A099B7C3-02DF-407E-82DE-31D5109D4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9" name="Content Placeholder 8" descr="Garbage">
            <a:extLst>
              <a:ext uri="{FF2B5EF4-FFF2-40B4-BE49-F238E27FC236}">
                <a16:creationId xmlns:a16="http://schemas.microsoft.com/office/drawing/2014/main" id="{735683AA-FF3B-4A98-87E5-4AED488747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789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19015"/>
            <a:ext cx="12192000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All apps</a:t>
            </a:r>
          </a:p>
        </p:txBody>
      </p:sp>
      <p:sp>
        <p:nvSpPr>
          <p:cNvPr id="7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F876B071-1FA6-4473-9FE7-0F4B0AA7BA72}"/>
              </a:ext>
            </a:extLst>
          </p:cNvPr>
          <p:cNvSpPr/>
          <p:nvPr/>
        </p:nvSpPr>
        <p:spPr>
          <a:xfrm>
            <a:off x="11482987" y="104818"/>
            <a:ext cx="579826" cy="72096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8" name="Picture 7" descr="A close up of a logo&#10;&#10;Description automatically generated">
            <a:hlinkClick r:id="rId5" action="ppaction://hlinksldjump"/>
            <a:extLst>
              <a:ext uri="{FF2B5EF4-FFF2-40B4-BE49-F238E27FC236}">
                <a16:creationId xmlns:a16="http://schemas.microsoft.com/office/drawing/2014/main" id="{68A45A89-56BE-4CC6-B700-EBE70E3917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7" y="1027906"/>
            <a:ext cx="933580" cy="9145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6C1D74-F070-49B0-B255-3D18069774BF}"/>
              </a:ext>
            </a:extLst>
          </p:cNvPr>
          <p:cNvSpPr txBox="1"/>
          <p:nvPr/>
        </p:nvSpPr>
        <p:spPr>
          <a:xfrm>
            <a:off x="221511" y="1942434"/>
            <a:ext cx="1233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IE 15</a:t>
            </a:r>
          </a:p>
        </p:txBody>
      </p:sp>
      <p:pic>
        <p:nvPicPr>
          <p:cNvPr id="12" name="Graphic 11">
            <a:hlinkClick r:id="rId7" action="ppaction://hlinksldjump"/>
            <a:extLst>
              <a:ext uri="{FF2B5EF4-FFF2-40B4-BE49-F238E27FC236}">
                <a16:creationId xmlns:a16="http://schemas.microsoft.com/office/drawing/2014/main" id="{8E2A4528-0908-463A-9795-7F826169FE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54888" y="902161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6FB1F6-F268-4850-9506-D275A6BDF36D}"/>
              </a:ext>
            </a:extLst>
          </p:cNvPr>
          <p:cNvSpPr txBox="1"/>
          <p:nvPr/>
        </p:nvSpPr>
        <p:spPr>
          <a:xfrm>
            <a:off x="1454888" y="1942434"/>
            <a:ext cx="1564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email</a:t>
            </a:r>
          </a:p>
        </p:txBody>
      </p:sp>
      <p:pic>
        <p:nvPicPr>
          <p:cNvPr id="3" name="Picture 2" descr="A circuit board&#10;&#10;Description automatically generated">
            <a:hlinkClick r:id="rId10" action="ppaction://hlinksldjump"/>
            <a:extLst>
              <a:ext uri="{FF2B5EF4-FFF2-40B4-BE49-F238E27FC236}">
                <a16:creationId xmlns:a16="http://schemas.microsoft.com/office/drawing/2014/main" id="{AE93B286-00B6-4A9F-8AD9-93B8E941489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383" y="990940"/>
            <a:ext cx="914528" cy="9145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49D960-D6C8-41DC-A6DC-9B52DB49E24B}"/>
              </a:ext>
            </a:extLst>
          </p:cNvPr>
          <p:cNvSpPr txBox="1"/>
          <p:nvPr/>
        </p:nvSpPr>
        <p:spPr>
          <a:xfrm>
            <a:off x="2369288" y="1942434"/>
            <a:ext cx="1809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Minecraft! </a:t>
            </a:r>
          </a:p>
        </p:txBody>
      </p:sp>
      <p:pic>
        <p:nvPicPr>
          <p:cNvPr id="17" name="Graphic 16">
            <a:hlinkClick r:id="rId12" action="ppaction://hlinksldjump"/>
            <a:extLst>
              <a:ext uri="{FF2B5EF4-FFF2-40B4-BE49-F238E27FC236}">
                <a16:creationId xmlns:a16="http://schemas.microsoft.com/office/drawing/2014/main" id="{B171DD79-8B3A-43EC-9C9B-293AB9F793E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721395" y="1037455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68D5BB0-084F-4A7F-B47C-52FAEB745E75}"/>
              </a:ext>
            </a:extLst>
          </p:cNvPr>
          <p:cNvSpPr txBox="1"/>
          <p:nvPr/>
        </p:nvSpPr>
        <p:spPr>
          <a:xfrm>
            <a:off x="3668232" y="1893062"/>
            <a:ext cx="1382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Antivirus++</a:t>
            </a:r>
          </a:p>
        </p:txBody>
      </p:sp>
      <p:pic>
        <p:nvPicPr>
          <p:cNvPr id="16" name="Graphic 15" descr="Cursor">
            <a:extLst>
              <a:ext uri="{FF2B5EF4-FFF2-40B4-BE49-F238E27FC236}">
                <a16:creationId xmlns:a16="http://schemas.microsoft.com/office/drawing/2014/main" id="{DF85ABA3-7199-43AB-8B61-FB6D1C45C63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3334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0FEA65F-EE83-4519-9A42-E9D7E8D87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8C1AE46-4852-47B3-A417-59080E7BA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Uninstalling Windos 3…</a:t>
            </a:r>
          </a:p>
          <a:p>
            <a:pPr algn="ctr"/>
            <a:r>
              <a:rPr lang="en-GB" dirty="0"/>
              <a:t>Please press the green bar to finish the process!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Uninstaller 1.00</a:t>
            </a:r>
          </a:p>
        </p:txBody>
      </p:sp>
      <p:pic>
        <p:nvPicPr>
          <p:cNvPr id="8" name="Picture 7">
            <a:hlinkClick r:id="rId2" action="ppaction://hlinksldjump"/>
            <a:extLst>
              <a:ext uri="{FF2B5EF4-FFF2-40B4-BE49-F238E27FC236}">
                <a16:creationId xmlns:a16="http://schemas.microsoft.com/office/drawing/2014/main" id="{1D058B49-48BE-477C-A87B-3E71EFA18B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017" y="4561039"/>
            <a:ext cx="3066347" cy="535394"/>
          </a:xfrm>
          <a:prstGeom prst="rect">
            <a:avLst/>
          </a:prstGeom>
        </p:spPr>
      </p:pic>
      <p:pic>
        <p:nvPicPr>
          <p:cNvPr id="11" name="Graphic 10" descr="Cursor">
            <a:extLst>
              <a:ext uri="{FF2B5EF4-FFF2-40B4-BE49-F238E27FC236}">
                <a16:creationId xmlns:a16="http://schemas.microsoft.com/office/drawing/2014/main" id="{95BF9493-EDBF-4967-A969-B8FFED4DB9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0277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8B3D90-1727-45A5-8866-C381CD8F5E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9B2C59-90F6-48C4-BE6C-9FA1E80EE7BE}"/>
              </a:ext>
            </a:extLst>
          </p:cNvPr>
          <p:cNvSpPr txBox="1"/>
          <p:nvPr/>
        </p:nvSpPr>
        <p:spPr>
          <a:xfrm>
            <a:off x="0" y="77118"/>
            <a:ext cx="535419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Booting from hard disk…</a:t>
            </a:r>
          </a:p>
          <a:p>
            <a:r>
              <a:rPr lang="en-GB" dirty="0">
                <a:solidFill>
                  <a:schemeClr val="bg1"/>
                </a:solidFill>
              </a:rPr>
              <a:t>No bootable media found!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Booting from CD/DVD…</a:t>
            </a:r>
          </a:p>
          <a:p>
            <a:r>
              <a:rPr lang="en-GB" dirty="0">
                <a:solidFill>
                  <a:schemeClr val="bg1"/>
                </a:solidFill>
              </a:rPr>
              <a:t>No bootable media found!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Booting from floppy…</a:t>
            </a:r>
          </a:p>
          <a:p>
            <a:r>
              <a:rPr lang="en-GB" dirty="0">
                <a:solidFill>
                  <a:schemeClr val="bg1"/>
                </a:solidFill>
              </a:rPr>
              <a:t>No bootable media found!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Press ESC to power off the PC then insert some installation media. 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ERROR NO MEDIA CODE 128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5FF180-8652-4EB4-BC7C-B38B2266B6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71E677-5456-4968-81BE-FB64042288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08400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0A3CC07-DD25-44BE-BD9B-E814B62BB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E498062-389A-423E-A7DC-71D2A72C8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IE 15 CONNECTED 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74094-D3F6-4568-B715-5AAC6DF09CFB}"/>
              </a:ext>
            </a:extLst>
          </p:cNvPr>
          <p:cNvSpPr txBox="1"/>
          <p:nvPr/>
        </p:nvSpPr>
        <p:spPr>
          <a:xfrm>
            <a:off x="0" y="967563"/>
            <a:ext cx="1199352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 to the Intranet! </a:t>
            </a:r>
          </a:p>
          <a:p>
            <a:r>
              <a:rPr lang="en-GB" dirty="0"/>
              <a:t>This is an offline Internet embedded into your Windos install.</a:t>
            </a:r>
          </a:p>
          <a:p>
            <a:r>
              <a:rPr lang="en-GB" dirty="0"/>
              <a:t>Click on a hyper link below to open a website that has been downloaded:</a:t>
            </a:r>
          </a:p>
          <a:p>
            <a:endParaRPr lang="en-GB" dirty="0"/>
          </a:p>
          <a:p>
            <a:r>
              <a:rPr lang="en-GB" dirty="0">
                <a:hlinkClick r:id="rId3" action="ppaction://hlinksldjump"/>
              </a:rPr>
              <a:t>Ask Jeeves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4" action="ppaction://hlinksldjump"/>
              </a:rPr>
              <a:t>Google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5" action="ppaction://hlinksldjump"/>
              </a:rPr>
              <a:t>Alexa!™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6" action="ppaction://hlinksldjump"/>
              </a:rPr>
              <a:t>Windos official website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7" action="ppaction://hlinksldjump"/>
              </a:rPr>
              <a:t>Wikipedia++</a:t>
            </a:r>
            <a:endParaRPr lang="en-GB" dirty="0"/>
          </a:p>
          <a:p>
            <a:endParaRPr lang="en-GB" dirty="0"/>
          </a:p>
        </p:txBody>
      </p:sp>
      <p:pic>
        <p:nvPicPr>
          <p:cNvPr id="10" name="Graphic 9" descr="Cursor">
            <a:extLst>
              <a:ext uri="{FF2B5EF4-FFF2-40B4-BE49-F238E27FC236}">
                <a16:creationId xmlns:a16="http://schemas.microsoft.com/office/drawing/2014/main" id="{6F5BF7A6-B5FF-4A7C-ADFA-F748145EB2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1762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1C229AE-AEED-4520-98C6-23DA05E10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C05D05F-9CE6-471F-9A22-0A89ACB2F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Email: windos3@zigzag.net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D79199-5F3C-43E3-A7E7-E879F401E30A}"/>
              </a:ext>
            </a:extLst>
          </p:cNvPr>
          <p:cNvSpPr/>
          <p:nvPr/>
        </p:nvSpPr>
        <p:spPr>
          <a:xfrm>
            <a:off x="159488" y="1063256"/>
            <a:ext cx="2328531" cy="57096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Inbox</a:t>
            </a:r>
          </a:p>
          <a:p>
            <a:pPr algn="ctr"/>
            <a:endParaRPr lang="en-GB" dirty="0">
              <a:solidFill>
                <a:schemeClr val="bg1"/>
              </a:solidFill>
            </a:endParaRPr>
          </a:p>
          <a:p>
            <a:pPr algn="ctr"/>
            <a:r>
              <a:rPr lang="en-GB" dirty="0">
                <a:solidFill>
                  <a:schemeClr val="bg1"/>
                </a:solidFill>
                <a:hlinkClick r:id="rId3" action="ppaction://hlinksldjump"/>
              </a:rPr>
              <a:t>Sent items</a:t>
            </a:r>
            <a:endParaRPr lang="en-GB" dirty="0">
              <a:solidFill>
                <a:schemeClr val="bg1"/>
              </a:solidFill>
            </a:endParaRPr>
          </a:p>
          <a:p>
            <a:pPr algn="ctr"/>
            <a:endParaRPr lang="en-GB" dirty="0">
              <a:solidFill>
                <a:schemeClr val="bg1"/>
              </a:solidFill>
            </a:endParaRPr>
          </a:p>
          <a:p>
            <a:pPr algn="ctr"/>
            <a:r>
              <a:rPr lang="en-GB" dirty="0">
                <a:solidFill>
                  <a:schemeClr val="bg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hlinkClick r:id="rId4" action="ppaction://hlinksldjump"/>
            <a:extLst>
              <a:ext uri="{FF2B5EF4-FFF2-40B4-BE49-F238E27FC236}">
                <a16:creationId xmlns:a16="http://schemas.microsoft.com/office/drawing/2014/main" id="{29732875-19D8-4558-A834-FD5AC85ADB34}"/>
              </a:ext>
            </a:extLst>
          </p:cNvPr>
          <p:cNvSpPr/>
          <p:nvPr/>
        </p:nvSpPr>
        <p:spPr>
          <a:xfrm>
            <a:off x="2796363" y="1201479"/>
            <a:ext cx="9197163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Fr: hello@Microsoft.com</a:t>
            </a:r>
          </a:p>
        </p:txBody>
      </p:sp>
      <p:sp>
        <p:nvSpPr>
          <p:cNvPr id="2" name="Rectangle 1">
            <a:hlinkClick r:id="rId5" action="ppaction://hlinksldjump"/>
            <a:extLst>
              <a:ext uri="{FF2B5EF4-FFF2-40B4-BE49-F238E27FC236}">
                <a16:creationId xmlns:a16="http://schemas.microsoft.com/office/drawing/2014/main" id="{49E17EED-B880-4758-BA86-14485DB1C384}"/>
              </a:ext>
            </a:extLst>
          </p:cNvPr>
          <p:cNvSpPr/>
          <p:nvPr/>
        </p:nvSpPr>
        <p:spPr>
          <a:xfrm>
            <a:off x="2796363" y="2254102"/>
            <a:ext cx="9197163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Fr: dev@windos3.org</a:t>
            </a:r>
          </a:p>
        </p:txBody>
      </p:sp>
      <p:pic>
        <p:nvPicPr>
          <p:cNvPr id="12" name="Graphic 11" descr="Cursor">
            <a:extLst>
              <a:ext uri="{FF2B5EF4-FFF2-40B4-BE49-F238E27FC236}">
                <a16:creationId xmlns:a16="http://schemas.microsoft.com/office/drawing/2014/main" id="{D5A74C1A-C331-430B-86E9-220558741A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4969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1C229AE-AEED-4520-98C6-23DA05E10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C05D05F-9CE6-471F-9A22-0A89ACB2F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Email: windos3@zigzag.net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D79199-5F3C-43E3-A7E7-E879F401E30A}"/>
              </a:ext>
            </a:extLst>
          </p:cNvPr>
          <p:cNvSpPr/>
          <p:nvPr/>
        </p:nvSpPr>
        <p:spPr>
          <a:xfrm>
            <a:off x="159488" y="1063256"/>
            <a:ext cx="2328531" cy="57096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  <a:hlinkClick r:id="rId3" action="ppaction://hlinksldjump"/>
              </a:rPr>
              <a:t>Inbox</a:t>
            </a:r>
            <a:endParaRPr lang="en-GB" dirty="0">
              <a:solidFill>
                <a:schemeClr val="bg1"/>
              </a:solidFill>
            </a:endParaRPr>
          </a:p>
          <a:p>
            <a:pPr algn="ctr"/>
            <a:endParaRPr lang="en-GB" dirty="0">
              <a:solidFill>
                <a:schemeClr val="bg1"/>
              </a:solidFill>
            </a:endParaRPr>
          </a:p>
          <a:p>
            <a:pPr algn="ctr"/>
            <a:r>
              <a:rPr lang="en-GB" dirty="0">
                <a:solidFill>
                  <a:schemeClr val="bg1"/>
                </a:solidFill>
              </a:rPr>
              <a:t>Sent items</a:t>
            </a:r>
          </a:p>
          <a:p>
            <a:pPr algn="ctr"/>
            <a:endParaRPr lang="en-GB" dirty="0">
              <a:solidFill>
                <a:schemeClr val="bg1"/>
              </a:solidFill>
            </a:endParaRPr>
          </a:p>
          <a:p>
            <a:pPr algn="ctr"/>
            <a:r>
              <a:rPr lang="en-GB" dirty="0">
                <a:solidFill>
                  <a:schemeClr val="bg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732875-19D8-4558-A834-FD5AC85ADB34}"/>
              </a:ext>
            </a:extLst>
          </p:cNvPr>
          <p:cNvSpPr/>
          <p:nvPr/>
        </p:nvSpPr>
        <p:spPr>
          <a:xfrm>
            <a:off x="2796363" y="1201479"/>
            <a:ext cx="9197163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to: hello@Microsoft.com</a:t>
            </a:r>
          </a:p>
        </p:txBody>
      </p:sp>
      <p:sp>
        <p:nvSpPr>
          <p:cNvPr id="2" name="Rectangle 1">
            <a:hlinkClick r:id="rId4" action="ppaction://hlinksldjump"/>
            <a:extLst>
              <a:ext uri="{FF2B5EF4-FFF2-40B4-BE49-F238E27FC236}">
                <a16:creationId xmlns:a16="http://schemas.microsoft.com/office/drawing/2014/main" id="{1CC62BCC-FC51-4725-AD84-B6BF3E0B6FAC}"/>
              </a:ext>
            </a:extLst>
          </p:cNvPr>
          <p:cNvSpPr/>
          <p:nvPr/>
        </p:nvSpPr>
        <p:spPr>
          <a:xfrm>
            <a:off x="2796362" y="2228983"/>
            <a:ext cx="919716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To: ajsnv@ufdbu.com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9BA152-840F-4737-8B7F-47729D904DE3}"/>
              </a:ext>
            </a:extLst>
          </p:cNvPr>
          <p:cNvSpPr/>
          <p:nvPr/>
        </p:nvSpPr>
        <p:spPr>
          <a:xfrm>
            <a:off x="2796362" y="3288573"/>
            <a:ext cx="9197162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To: windos3@zigzag.net</a:t>
            </a:r>
          </a:p>
        </p:txBody>
      </p:sp>
      <p:pic>
        <p:nvPicPr>
          <p:cNvPr id="12" name="Graphic 11" descr="Cursor">
            <a:extLst>
              <a:ext uri="{FF2B5EF4-FFF2-40B4-BE49-F238E27FC236}">
                <a16:creationId xmlns:a16="http://schemas.microsoft.com/office/drawing/2014/main" id="{20424D19-0A9C-4A4F-8010-3CA4C27602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1443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2E1F56D-77A1-471E-911B-0C439BE9B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8" name="Content Placeholder 7">
            <a:hlinkClick r:id="rId2" action="ppaction://hlinksldjump"/>
            <a:extLst>
              <a:ext uri="{FF2B5EF4-FFF2-40B4-BE49-F238E27FC236}">
                <a16:creationId xmlns:a16="http://schemas.microsoft.com/office/drawing/2014/main" id="{8AEEDECC-FB88-4673-BDEE-B34428DDC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900368"/>
            <a:ext cx="12192000" cy="595740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\\websites\ask-jeeves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Picture 4" descr="Ask Jeeves : 90s">
            <a:extLst>
              <a:ext uri="{FF2B5EF4-FFF2-40B4-BE49-F238E27FC236}">
                <a16:creationId xmlns:a16="http://schemas.microsoft.com/office/drawing/2014/main" id="{FBE06FCD-C2D8-4277-8989-E863656103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2" t="3368" r="1168" b="2241"/>
          <a:stretch/>
        </p:blipFill>
        <p:spPr bwMode="auto">
          <a:xfrm>
            <a:off x="616244" y="892791"/>
            <a:ext cx="10959512" cy="5957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phic 9">
            <a:hlinkClick r:id="rId2" action="ppaction://hlinksldjump"/>
            <a:extLst>
              <a:ext uri="{FF2B5EF4-FFF2-40B4-BE49-F238E27FC236}">
                <a16:creationId xmlns:a16="http://schemas.microsoft.com/office/drawing/2014/main" id="{1584B6D3-1EF0-4BD8-A5B6-BB906623F6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2063" y="-43785"/>
            <a:ext cx="914400" cy="914400"/>
          </a:xfrm>
          <a:prstGeom prst="rect">
            <a:avLst/>
          </a:prstGeom>
        </p:spPr>
      </p:pic>
      <p:pic>
        <p:nvPicPr>
          <p:cNvPr id="11" name="Graphic 10" descr="Cursor">
            <a:extLst>
              <a:ext uri="{FF2B5EF4-FFF2-40B4-BE49-F238E27FC236}">
                <a16:creationId xmlns:a16="http://schemas.microsoft.com/office/drawing/2014/main" id="{0CE51083-5A6B-4EEC-917C-09D0E4DFC6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8582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B9DA234-A2E5-40DA-8575-1B68C4408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8" name="Content Placeholder 7">
            <a:hlinkClick r:id="rId2" action="ppaction://hlinksldjump"/>
            <a:extLst>
              <a:ext uri="{FF2B5EF4-FFF2-40B4-BE49-F238E27FC236}">
                <a16:creationId xmlns:a16="http://schemas.microsoft.com/office/drawing/2014/main" id="{8AEEDECC-FB88-4673-BDEE-B34428DDC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900368"/>
            <a:ext cx="12192000" cy="59576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\\websites\google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A53373-5E30-4D65-AF48-B2CDDA14084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-247" t="-16720" r="247" b="16720"/>
          <a:stretch/>
        </p:blipFill>
        <p:spPr>
          <a:xfrm>
            <a:off x="0" y="-231073"/>
            <a:ext cx="6667499" cy="70518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1B3880-7C14-4547-A099-4F44B0583F94}"/>
              </a:ext>
            </a:extLst>
          </p:cNvPr>
          <p:cNvSpPr txBox="1"/>
          <p:nvPr/>
        </p:nvSpPr>
        <p:spPr>
          <a:xfrm>
            <a:off x="6934200" y="1066800"/>
            <a:ext cx="33678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Loaded in compatibility mode</a:t>
            </a:r>
          </a:p>
          <a:p>
            <a:r>
              <a:rPr lang="en-GB" dirty="0"/>
              <a:t>Some functions may not work</a:t>
            </a:r>
          </a:p>
          <a:p>
            <a:r>
              <a:rPr lang="en-GB" dirty="0"/>
              <a:t>Please do not attempt to use this page as scripts have been disabled.</a:t>
            </a:r>
          </a:p>
          <a:p>
            <a:r>
              <a:rPr lang="en-GB" dirty="0"/>
              <a:t>It is only an image and the scripts are off for security reasons.</a:t>
            </a:r>
          </a:p>
          <a:p>
            <a:endParaRPr lang="en-GB" dirty="0"/>
          </a:p>
          <a:p>
            <a:r>
              <a:rPr lang="en-GB" dirty="0"/>
              <a:t>BTW we disabled 128 scripts. </a:t>
            </a:r>
          </a:p>
        </p:txBody>
      </p:sp>
      <p:pic>
        <p:nvPicPr>
          <p:cNvPr id="9" name="Graphic 8">
            <a:hlinkClick r:id="rId2" action="ppaction://hlinksldjump"/>
            <a:extLst>
              <a:ext uri="{FF2B5EF4-FFF2-40B4-BE49-F238E27FC236}">
                <a16:creationId xmlns:a16="http://schemas.microsoft.com/office/drawing/2014/main" id="{67B4C6B4-2C8C-4904-AEF9-2D990CB7B7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2063" y="-43785"/>
            <a:ext cx="914400" cy="914400"/>
          </a:xfrm>
          <a:prstGeom prst="rect">
            <a:avLst/>
          </a:prstGeom>
        </p:spPr>
      </p:pic>
      <p:pic>
        <p:nvPicPr>
          <p:cNvPr id="10" name="Graphic 9" descr="Cursor">
            <a:extLst>
              <a:ext uri="{FF2B5EF4-FFF2-40B4-BE49-F238E27FC236}">
                <a16:creationId xmlns:a16="http://schemas.microsoft.com/office/drawing/2014/main" id="{84B6B489-8220-4C67-A416-7201367218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3551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EAB41BF7-DCDC-4726-9503-17D92138E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8" name="Content Placeholder 7">
            <a:hlinkClick r:id="rId2" action="ppaction://hlinksldjump"/>
            <a:extLst>
              <a:ext uri="{FF2B5EF4-FFF2-40B4-BE49-F238E27FC236}">
                <a16:creationId xmlns:a16="http://schemas.microsoft.com/office/drawing/2014/main" id="{8AEEDECC-FB88-4673-BDEE-B34428DDC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12700" y="892791"/>
            <a:ext cx="12192000" cy="59649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1270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\\websites\alexa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202382-7C94-486D-8F21-9FFBBC0402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200" y="1151999"/>
            <a:ext cx="2381686" cy="23816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27BA3E-66B2-41AE-B511-1D9D5C2156D9}"/>
              </a:ext>
            </a:extLst>
          </p:cNvPr>
          <p:cNvSpPr txBox="1"/>
          <p:nvPr/>
        </p:nvSpPr>
        <p:spPr>
          <a:xfrm>
            <a:off x="2895600" y="1257692"/>
            <a:ext cx="8978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latin typeface="Abadi MT Condensed Extra Bold" panose="020B0A06030101010103" pitchFamily="34" charset="0"/>
              </a:rPr>
              <a:t>Unleash the power of Alexa!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A703D4-B419-41DE-A6AA-B96BD24BF96C}"/>
              </a:ext>
            </a:extLst>
          </p:cNvPr>
          <p:cNvSpPr txBox="1"/>
          <p:nvPr/>
        </p:nvSpPr>
        <p:spPr>
          <a:xfrm>
            <a:off x="3009900" y="2260600"/>
            <a:ext cx="83439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Alexa is your amazing virtual assistant that can do literally </a:t>
            </a:r>
            <a:r>
              <a:rPr lang="en-GB" i="1" dirty="0"/>
              <a:t>anything</a:t>
            </a:r>
            <a:r>
              <a:rPr lang="en-GB" dirty="0"/>
              <a:t>!</a:t>
            </a:r>
          </a:p>
          <a:p>
            <a:r>
              <a:rPr lang="en-GB" dirty="0"/>
              <a:t>Just say “Alexa” to wake her up!  </a:t>
            </a:r>
          </a:p>
          <a:p>
            <a:r>
              <a:rPr lang="en-GB" dirty="0"/>
              <a:t>All it takes to get her is to buy an echo device from Amazon!</a:t>
            </a:r>
          </a:p>
          <a:p>
            <a:endParaRPr lang="en-GB" dirty="0"/>
          </a:p>
          <a:p>
            <a:r>
              <a:rPr lang="en-GB" dirty="0"/>
              <a:t>The device contains tens of thousands of skills including ones from: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1C9BE3-3B9B-4DD6-A874-1A0BA567D973}"/>
              </a:ext>
            </a:extLst>
          </p:cNvPr>
          <p:cNvSpPr txBox="1"/>
          <p:nvPr/>
        </p:nvSpPr>
        <p:spPr>
          <a:xfrm>
            <a:off x="152400" y="6492875"/>
            <a:ext cx="1315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Alexa is developed by Amazon and is not a sponsor of Windos. Please note this. </a:t>
            </a:r>
          </a:p>
          <a:p>
            <a:endParaRPr lang="en-GB" dirty="0"/>
          </a:p>
        </p:txBody>
      </p:sp>
      <p:pic>
        <p:nvPicPr>
          <p:cNvPr id="1028" name="Picture 4" descr="Image result for BBC logo">
            <a:extLst>
              <a:ext uri="{FF2B5EF4-FFF2-40B4-BE49-F238E27FC236}">
                <a16:creationId xmlns:a16="http://schemas.microsoft.com/office/drawing/2014/main" id="{343DE4A2-695A-4774-A0BE-56A8B019E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3985727"/>
            <a:ext cx="1295400" cy="4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mazon Prime Music Review | PCMag">
            <a:extLst>
              <a:ext uri="{FF2B5EF4-FFF2-40B4-BE49-F238E27FC236}">
                <a16:creationId xmlns:a16="http://schemas.microsoft.com/office/drawing/2014/main" id="{962F1236-C6FC-4ED2-AE93-1C4699696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1" y="3707704"/>
            <a:ext cx="1574800" cy="873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pple Music Launches $50M Advance Fund for Indie Labels During ...">
            <a:extLst>
              <a:ext uri="{FF2B5EF4-FFF2-40B4-BE49-F238E27FC236}">
                <a16:creationId xmlns:a16="http://schemas.microsoft.com/office/drawing/2014/main" id="{350EF589-6FE9-4D42-BF71-746922523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113" y="3739444"/>
            <a:ext cx="1228725" cy="810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These Animated Logos From Huge Brands Will Inspire You To Use ...">
            <a:extLst>
              <a:ext uri="{FF2B5EF4-FFF2-40B4-BE49-F238E27FC236}">
                <a16:creationId xmlns:a16="http://schemas.microsoft.com/office/drawing/2014/main" id="{AB70A68D-B4CA-4436-8B32-6C1D7D5B1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499" y="3773576"/>
            <a:ext cx="914401" cy="684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A9ABAABB-7721-49F8-8EFE-5C87D3163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7390" y="3875283"/>
            <a:ext cx="1574801" cy="692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Philips Hue Logo - LogoDix">
            <a:extLst>
              <a:ext uri="{FF2B5EF4-FFF2-40B4-BE49-F238E27FC236}">
                <a16:creationId xmlns:a16="http://schemas.microsoft.com/office/drawing/2014/main" id="{C5DE9620-EF20-445D-B11A-2B3D994E1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2865" y="3767990"/>
            <a:ext cx="1574800" cy="881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TP-Link gets a new logo as it aims for smart home - CNET">
            <a:extLst>
              <a:ext uri="{FF2B5EF4-FFF2-40B4-BE49-F238E27FC236}">
                <a16:creationId xmlns:a16="http://schemas.microsoft.com/office/drawing/2014/main" id="{3F43FD77-5B22-4FBA-A5AA-D75AB9CF0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758" y="4816996"/>
            <a:ext cx="1873686" cy="645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Brand New: New Logo and Identity for Hive by Wolff Olins">
            <a:extLst>
              <a:ext uri="{FF2B5EF4-FFF2-40B4-BE49-F238E27FC236}">
                <a16:creationId xmlns:a16="http://schemas.microsoft.com/office/drawing/2014/main" id="{0575F46F-F1C2-431F-B604-F22905D6C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800" y="4755449"/>
            <a:ext cx="978736" cy="115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86EF5F-9307-4816-8C92-FC4A163BD688}"/>
              </a:ext>
            </a:extLst>
          </p:cNvPr>
          <p:cNvSpPr txBox="1"/>
          <p:nvPr/>
        </p:nvSpPr>
        <p:spPr>
          <a:xfrm>
            <a:off x="3873499" y="5019675"/>
            <a:ext cx="6775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i="1" dirty="0">
                <a:latin typeface="Agency FB" panose="020B0503020202020204" pitchFamily="34" charset="0"/>
              </a:rPr>
              <a:t>And many more…</a:t>
            </a:r>
          </a:p>
        </p:txBody>
      </p:sp>
      <p:pic>
        <p:nvPicPr>
          <p:cNvPr id="24" name="Graphic 23">
            <a:hlinkClick r:id="rId2" action="ppaction://hlinksldjump"/>
            <a:extLst>
              <a:ext uri="{FF2B5EF4-FFF2-40B4-BE49-F238E27FC236}">
                <a16:creationId xmlns:a16="http://schemas.microsoft.com/office/drawing/2014/main" id="{DB604D5C-FDC2-426C-B56A-D9A90E5FC6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2063" y="-43785"/>
            <a:ext cx="914400" cy="914400"/>
          </a:xfrm>
          <a:prstGeom prst="rect">
            <a:avLst/>
          </a:prstGeom>
        </p:spPr>
      </p:pic>
      <p:pic>
        <p:nvPicPr>
          <p:cNvPr id="21" name="Graphic 20" descr="Cursor">
            <a:extLst>
              <a:ext uri="{FF2B5EF4-FFF2-40B4-BE49-F238E27FC236}">
                <a16:creationId xmlns:a16="http://schemas.microsoft.com/office/drawing/2014/main" id="{E8BD1C3D-6243-47BE-99A4-5A4386280C3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6529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received message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Content Placeholder 11">
            <a:hlinkClick r:id="rId3" action="ppaction://hlinksldjump"/>
            <a:extLst>
              <a:ext uri="{FF2B5EF4-FFF2-40B4-BE49-F238E27FC236}">
                <a16:creationId xmlns:a16="http://schemas.microsoft.com/office/drawing/2014/main" id="{D6C78EC4-77E9-492C-AD86-7A168B721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437" y="0"/>
            <a:ext cx="914400" cy="914400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EF4B2C-9E0F-4CF9-B0A4-5E15EF6EC981}"/>
              </a:ext>
            </a:extLst>
          </p:cNvPr>
          <p:cNvSpPr/>
          <p:nvPr/>
        </p:nvSpPr>
        <p:spPr>
          <a:xfrm>
            <a:off x="232144" y="1059971"/>
            <a:ext cx="11857075" cy="5596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Fr: hello@microsoft.com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53514E-6C5E-4806-9267-13E370C3D7D4}"/>
              </a:ext>
            </a:extLst>
          </p:cNvPr>
          <p:cNvSpPr/>
          <p:nvPr/>
        </p:nvSpPr>
        <p:spPr>
          <a:xfrm>
            <a:off x="192274" y="1836259"/>
            <a:ext cx="11896945" cy="559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Sj: secrets of MS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4F4679-CC11-4761-84B5-C16AE3E2B2C8}"/>
              </a:ext>
            </a:extLst>
          </p:cNvPr>
          <p:cNvCxnSpPr/>
          <p:nvPr/>
        </p:nvCxnSpPr>
        <p:spPr>
          <a:xfrm>
            <a:off x="0" y="2732567"/>
            <a:ext cx="120892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4AA0788-9315-4287-ACBC-BBC02B7DDA1A}"/>
              </a:ext>
            </a:extLst>
          </p:cNvPr>
          <p:cNvSpPr txBox="1"/>
          <p:nvPr/>
        </p:nvSpPr>
        <p:spPr>
          <a:xfrm>
            <a:off x="0" y="2838893"/>
            <a:ext cx="1208921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Hello there Windos 3 user,</a:t>
            </a:r>
          </a:p>
          <a:p>
            <a:r>
              <a:rPr lang="en-GB" dirty="0"/>
              <a:t>There is a thing I need to tell you.</a:t>
            </a:r>
          </a:p>
          <a:p>
            <a:r>
              <a:rPr lang="en-GB" dirty="0"/>
              <a:t>MS are killing computers worldwide</a:t>
            </a:r>
          </a:p>
          <a:p>
            <a:r>
              <a:rPr lang="en-GB" dirty="0"/>
              <a:t>Do not update Windows </a:t>
            </a:r>
          </a:p>
          <a:p>
            <a:r>
              <a:rPr lang="en-GB" dirty="0"/>
              <a:t>Stick to Windos </a:t>
            </a:r>
          </a:p>
          <a:p>
            <a:r>
              <a:rPr lang="en-GB" dirty="0"/>
              <a:t>Please do not use unsupported OSes and use Windows 10</a:t>
            </a:r>
          </a:p>
          <a:p>
            <a:r>
              <a:rPr lang="en-GB" dirty="0"/>
              <a:t>Do not use IE</a:t>
            </a:r>
          </a:p>
          <a:p>
            <a:r>
              <a:rPr lang="en-GB" dirty="0"/>
              <a:t>Use chrome</a:t>
            </a:r>
          </a:p>
          <a:p>
            <a:r>
              <a:rPr lang="en-GB" dirty="0"/>
              <a:t>Set diagnostic data to basic</a:t>
            </a:r>
          </a:p>
          <a:p>
            <a:r>
              <a:rPr lang="en-GB" dirty="0"/>
              <a:t>Pls follow my advice!</a:t>
            </a:r>
          </a:p>
          <a:p>
            <a:r>
              <a:rPr lang="en-GB" dirty="0"/>
              <a:t>Signed, </a:t>
            </a:r>
          </a:p>
          <a:p>
            <a:r>
              <a:rPr lang="en-GB" dirty="0"/>
              <a:t>A Microsoft employee</a:t>
            </a:r>
          </a:p>
          <a:p>
            <a:r>
              <a:rPr lang="en-GB" dirty="0"/>
              <a:t>PS do not reply to this email! </a:t>
            </a:r>
          </a:p>
          <a:p>
            <a:endParaRPr lang="en-GB" dirty="0"/>
          </a:p>
        </p:txBody>
      </p:sp>
      <p:pic>
        <p:nvPicPr>
          <p:cNvPr id="11" name="Graphic 10" descr="Cursor">
            <a:extLst>
              <a:ext uri="{FF2B5EF4-FFF2-40B4-BE49-F238E27FC236}">
                <a16:creationId xmlns:a16="http://schemas.microsoft.com/office/drawing/2014/main" id="{A3E09767-D452-42CB-B4DF-BD982B7113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9025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09FB78B-F5F9-4043-A2AA-D9A16E4FC9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Graphic 9">
            <a:hlinkClick r:id="rId5" action="ppaction://hlinksldjump"/>
            <a:extLst>
              <a:ext uri="{FF2B5EF4-FFF2-40B4-BE49-F238E27FC236}">
                <a16:creationId xmlns:a16="http://schemas.microsoft.com/office/drawing/2014/main" id="{697B555A-CBA3-4F8C-9D04-920966893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237" y="892791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4306718-3334-420C-BA9C-2E6BF37D836D}"/>
              </a:ext>
            </a:extLst>
          </p:cNvPr>
          <p:cNvSpPr txBox="1"/>
          <p:nvPr/>
        </p:nvSpPr>
        <p:spPr>
          <a:xfrm>
            <a:off x="276447" y="1807191"/>
            <a:ext cx="1158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C:\</a:t>
            </a:r>
          </a:p>
        </p:txBody>
      </p:sp>
      <p:pic>
        <p:nvPicPr>
          <p:cNvPr id="13" name="Picture 12">
            <a:hlinkClick r:id="rId6" action="ppaction://hlinksldjump"/>
            <a:extLst>
              <a:ext uri="{FF2B5EF4-FFF2-40B4-BE49-F238E27FC236}">
                <a16:creationId xmlns:a16="http://schemas.microsoft.com/office/drawing/2014/main" id="{4C3ABC9E-42B0-4928-8109-8033B37F44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117" y="1133773"/>
            <a:ext cx="540966" cy="5409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1760F2C-4514-4B6A-A7AD-0B451777A569}"/>
              </a:ext>
            </a:extLst>
          </p:cNvPr>
          <p:cNvSpPr txBox="1"/>
          <p:nvPr/>
        </p:nvSpPr>
        <p:spPr>
          <a:xfrm>
            <a:off x="1190847" y="1807191"/>
            <a:ext cx="1818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D:\</a:t>
            </a:r>
          </a:p>
        </p:txBody>
      </p:sp>
      <p:pic>
        <p:nvPicPr>
          <p:cNvPr id="16" name="Graphic 15">
            <a:hlinkClick r:id="rId8" action="ppaction://hlinksldjump"/>
            <a:extLst>
              <a:ext uri="{FF2B5EF4-FFF2-40B4-BE49-F238E27FC236}">
                <a16:creationId xmlns:a16="http://schemas.microsoft.com/office/drawing/2014/main" id="{6C37B9C4-A43B-4FBF-92E9-B5057FCBEC4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04846" y="947056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66C0982-0CBA-423C-9359-83456DAE2FF7}"/>
              </a:ext>
            </a:extLst>
          </p:cNvPr>
          <p:cNvSpPr txBox="1"/>
          <p:nvPr/>
        </p:nvSpPr>
        <p:spPr>
          <a:xfrm>
            <a:off x="2498256" y="1807191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docs</a:t>
            </a:r>
          </a:p>
        </p:txBody>
      </p:sp>
      <p:pic>
        <p:nvPicPr>
          <p:cNvPr id="19" name="Graphic 18">
            <a:hlinkClick r:id="rId8" action="ppaction://hlinksldjump"/>
            <a:extLst>
              <a:ext uri="{FF2B5EF4-FFF2-40B4-BE49-F238E27FC236}">
                <a16:creationId xmlns:a16="http://schemas.microsoft.com/office/drawing/2014/main" id="{70332041-1678-4371-871F-F53F519434E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65813" y="1077457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A06EB81-8EC7-40B3-B7D7-5312B3006EB9}"/>
              </a:ext>
            </a:extLst>
          </p:cNvPr>
          <p:cNvSpPr txBox="1"/>
          <p:nvPr/>
        </p:nvSpPr>
        <p:spPr>
          <a:xfrm>
            <a:off x="3665813" y="1861456"/>
            <a:ext cx="1586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pics</a:t>
            </a:r>
          </a:p>
        </p:txBody>
      </p:sp>
      <p:pic>
        <p:nvPicPr>
          <p:cNvPr id="22" name="Graphic 21">
            <a:hlinkClick r:id="rId8" action="ppaction://hlinksldjump"/>
            <a:extLst>
              <a:ext uri="{FF2B5EF4-FFF2-40B4-BE49-F238E27FC236}">
                <a16:creationId xmlns:a16="http://schemas.microsoft.com/office/drawing/2014/main" id="{21FF7EA3-4036-4A0F-B529-434C5593B0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35641" y="1040243"/>
            <a:ext cx="914400" cy="9144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2E0D43B-E47E-4526-9246-EC4FC8E63873}"/>
              </a:ext>
            </a:extLst>
          </p:cNvPr>
          <p:cNvSpPr txBox="1"/>
          <p:nvPr/>
        </p:nvSpPr>
        <p:spPr>
          <a:xfrm>
            <a:off x="5035641" y="1954643"/>
            <a:ext cx="1375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vids</a:t>
            </a:r>
          </a:p>
        </p:txBody>
      </p:sp>
      <p:pic>
        <p:nvPicPr>
          <p:cNvPr id="25" name="Graphic 24">
            <a:hlinkClick r:id="rId8" action="ppaction://hlinksldjump"/>
            <a:extLst>
              <a:ext uri="{FF2B5EF4-FFF2-40B4-BE49-F238E27FC236}">
                <a16:creationId xmlns:a16="http://schemas.microsoft.com/office/drawing/2014/main" id="{6C800536-7F87-4259-AE3F-9A75445D7F9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22743" y="1112122"/>
            <a:ext cx="914400" cy="9144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598D23A-9162-4AE0-A3F6-989B789F2445}"/>
              </a:ext>
            </a:extLst>
          </p:cNvPr>
          <p:cNvSpPr txBox="1"/>
          <p:nvPr/>
        </p:nvSpPr>
        <p:spPr>
          <a:xfrm>
            <a:off x="6246798" y="1991857"/>
            <a:ext cx="1895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downloads</a:t>
            </a:r>
          </a:p>
        </p:txBody>
      </p:sp>
      <p:pic>
        <p:nvPicPr>
          <p:cNvPr id="21" name="Graphic 20" descr="Cursor">
            <a:extLst>
              <a:ext uri="{FF2B5EF4-FFF2-40B4-BE49-F238E27FC236}">
                <a16:creationId xmlns:a16="http://schemas.microsoft.com/office/drawing/2014/main" id="{3CBD43A1-64C6-4AAB-B31D-12EEECB81D5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2129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C:\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Content Placeholder 2">
            <a:hlinkClick r:id="rId3" action="ppaction://hlinksldjump"/>
            <a:extLst>
              <a:ext uri="{FF2B5EF4-FFF2-40B4-BE49-F238E27FC236}">
                <a16:creationId xmlns:a16="http://schemas.microsoft.com/office/drawing/2014/main" id="{33328094-A8D8-4ACD-B0C5-3CAC85499F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327" y="74776"/>
            <a:ext cx="950667" cy="818016"/>
          </a:xfrm>
        </p:spPr>
      </p:pic>
      <p:pic>
        <p:nvPicPr>
          <p:cNvPr id="8" name="Graphic 7">
            <a:hlinkClick r:id="rId5" action="ppaction://hlinksldjump"/>
            <a:extLst>
              <a:ext uri="{FF2B5EF4-FFF2-40B4-BE49-F238E27FC236}">
                <a16:creationId xmlns:a16="http://schemas.microsoft.com/office/drawing/2014/main" id="{FC957240-49CC-470E-BDCF-5FB6055778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1000" y="995619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DB0273-8B4E-4A69-968E-1F3F7401C236}"/>
              </a:ext>
            </a:extLst>
          </p:cNvPr>
          <p:cNvSpPr txBox="1"/>
          <p:nvPr/>
        </p:nvSpPr>
        <p:spPr>
          <a:xfrm>
            <a:off x="148856" y="1910019"/>
            <a:ext cx="155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1BA3601-4C36-45E9-9129-53C1899D3D1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25009" y="1113361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80998A0-08EA-47C9-8299-37298E83DDCC}"/>
              </a:ext>
            </a:extLst>
          </p:cNvPr>
          <p:cNvSpPr txBox="1"/>
          <p:nvPr/>
        </p:nvSpPr>
        <p:spPr>
          <a:xfrm>
            <a:off x="1625009" y="2094685"/>
            <a:ext cx="1702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Shell32.dll</a:t>
            </a:r>
          </a:p>
        </p:txBody>
      </p:sp>
      <p:pic>
        <p:nvPicPr>
          <p:cNvPr id="13" name="Graphic 12" descr="Cursor">
            <a:extLst>
              <a:ext uri="{FF2B5EF4-FFF2-40B4-BE49-F238E27FC236}">
                <a16:creationId xmlns:a16="http://schemas.microsoft.com/office/drawing/2014/main" id="{1B5F3DA0-F95A-4C25-AD27-3A59B2DFE2D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000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C:\Windos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Content Placeholder 2">
            <a:hlinkClick r:id="rId3" action="ppaction://hlinksldjump"/>
            <a:extLst>
              <a:ext uri="{FF2B5EF4-FFF2-40B4-BE49-F238E27FC236}">
                <a16:creationId xmlns:a16="http://schemas.microsoft.com/office/drawing/2014/main" id="{33328094-A8D8-4ACD-B0C5-3CAC85499F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327" y="74776"/>
            <a:ext cx="950667" cy="818016"/>
          </a:xfrm>
        </p:spPr>
      </p:pic>
      <p:pic>
        <p:nvPicPr>
          <p:cNvPr id="8" name="Graphic 7">
            <a:hlinkClick r:id="rId5" action="ppaction://hlinksldjump"/>
            <a:extLst>
              <a:ext uri="{FF2B5EF4-FFF2-40B4-BE49-F238E27FC236}">
                <a16:creationId xmlns:a16="http://schemas.microsoft.com/office/drawing/2014/main" id="{E3D63846-C85C-4D8D-ACFF-BB6BE98359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1000" y="995619"/>
            <a:ext cx="914400" cy="91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773F3B-6A56-466F-B4FC-AA4F624F141B}"/>
              </a:ext>
            </a:extLst>
          </p:cNvPr>
          <p:cNvSpPr txBox="1"/>
          <p:nvPr/>
        </p:nvSpPr>
        <p:spPr>
          <a:xfrm>
            <a:off x="212651" y="1910019"/>
            <a:ext cx="1786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system32</a:t>
            </a:r>
          </a:p>
        </p:txBody>
      </p:sp>
      <p:pic>
        <p:nvPicPr>
          <p:cNvPr id="10" name="Graphic 9">
            <a:hlinkClick r:id="rId5" action="ppaction://hlinksldjump"/>
            <a:extLst>
              <a:ext uri="{FF2B5EF4-FFF2-40B4-BE49-F238E27FC236}">
                <a16:creationId xmlns:a16="http://schemas.microsoft.com/office/drawing/2014/main" id="{6A9C9C5D-679D-4694-9BA1-D68DE88FF0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04384" y="1027906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CCE9BB-76AA-4A93-9848-3BF3A2AEE34C}"/>
              </a:ext>
            </a:extLst>
          </p:cNvPr>
          <p:cNvSpPr txBox="1"/>
          <p:nvPr/>
        </p:nvSpPr>
        <p:spPr>
          <a:xfrm>
            <a:off x="1295400" y="1942306"/>
            <a:ext cx="1469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data</a:t>
            </a:r>
          </a:p>
        </p:txBody>
      </p:sp>
      <p:pic>
        <p:nvPicPr>
          <p:cNvPr id="12" name="Graphic 11" descr="Cursor">
            <a:extLst>
              <a:ext uri="{FF2B5EF4-FFF2-40B4-BE49-F238E27FC236}">
                <a16:creationId xmlns:a16="http://schemas.microsoft.com/office/drawing/2014/main" id="{D5BBCE50-C547-408B-AE6E-DE1A3D83A0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5725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You do not have sufficient privileges to open this file/folder</a:t>
            </a:r>
          </a:p>
          <a:p>
            <a:pPr algn="ctr"/>
            <a:r>
              <a:rPr lang="en-GB" dirty="0"/>
              <a:t>Contact your admin for more info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Access denied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Graphic 9" descr="Cursor">
            <a:extLst>
              <a:ext uri="{FF2B5EF4-FFF2-40B4-BE49-F238E27FC236}">
                <a16:creationId xmlns:a16="http://schemas.microsoft.com/office/drawing/2014/main" id="{BF7BEE20-1A6E-4518-B47E-B1A001742D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5407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Sorry but this feature is currently under construction</a:t>
            </a:r>
          </a:p>
          <a:p>
            <a:pPr algn="ctr"/>
            <a:r>
              <a:rPr lang="en-GB" dirty="0"/>
              <a:t>Please see if it is added in a future update!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Under construction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Graphic 9" descr="Cursor">
            <a:extLst>
              <a:ext uri="{FF2B5EF4-FFF2-40B4-BE49-F238E27FC236}">
                <a16:creationId xmlns:a16="http://schemas.microsoft.com/office/drawing/2014/main" id="{0139376C-CC50-4118-A186-EF54F1160B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5787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sent message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Content Placeholder 11">
            <a:hlinkClick r:id="rId3" action="ppaction://hlinksldjump"/>
            <a:extLst>
              <a:ext uri="{FF2B5EF4-FFF2-40B4-BE49-F238E27FC236}">
                <a16:creationId xmlns:a16="http://schemas.microsoft.com/office/drawing/2014/main" id="{D6C78EC4-77E9-492C-AD86-7A168B721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437" y="0"/>
            <a:ext cx="914400" cy="914400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EF4B2C-9E0F-4CF9-B0A4-5E15EF6EC981}"/>
              </a:ext>
            </a:extLst>
          </p:cNvPr>
          <p:cNvSpPr/>
          <p:nvPr/>
        </p:nvSpPr>
        <p:spPr>
          <a:xfrm>
            <a:off x="232144" y="1059971"/>
            <a:ext cx="11857075" cy="5596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To: hello@microsoft.com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53514E-6C5E-4806-9267-13E370C3D7D4}"/>
              </a:ext>
            </a:extLst>
          </p:cNvPr>
          <p:cNvSpPr/>
          <p:nvPr/>
        </p:nvSpPr>
        <p:spPr>
          <a:xfrm>
            <a:off x="192274" y="1836259"/>
            <a:ext cx="11896945" cy="559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Sj: RE secrets of MS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4F4679-CC11-4761-84B5-C16AE3E2B2C8}"/>
              </a:ext>
            </a:extLst>
          </p:cNvPr>
          <p:cNvCxnSpPr/>
          <p:nvPr/>
        </p:nvCxnSpPr>
        <p:spPr>
          <a:xfrm>
            <a:off x="0" y="2732567"/>
            <a:ext cx="120892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BCEF78B-E27B-4EF6-AF0E-03770D74E1EC}"/>
              </a:ext>
            </a:extLst>
          </p:cNvPr>
          <p:cNvSpPr txBox="1"/>
          <p:nvPr/>
        </p:nvSpPr>
        <p:spPr>
          <a:xfrm>
            <a:off x="102781" y="2806995"/>
            <a:ext cx="119864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Hello hello@Microsoft.com</a:t>
            </a:r>
          </a:p>
          <a:p>
            <a:r>
              <a:rPr lang="en-GB" dirty="0"/>
              <a:t>This is an automated message to say  that all conversations are made by the computer only</a:t>
            </a:r>
          </a:p>
          <a:p>
            <a:r>
              <a:rPr lang="en-GB" dirty="0"/>
              <a:t>The user cannot send mail. </a:t>
            </a:r>
          </a:p>
          <a:p>
            <a:r>
              <a:rPr lang="en-GB" dirty="0"/>
              <a:t>Thank you,</a:t>
            </a:r>
          </a:p>
          <a:p>
            <a:r>
              <a:rPr lang="en-GB" dirty="0"/>
              <a:t>The Windos 3 developer,</a:t>
            </a:r>
          </a:p>
          <a:p>
            <a:r>
              <a:rPr lang="en-GB" dirty="0"/>
              <a:t>Szymon Mochort</a:t>
            </a:r>
          </a:p>
          <a:p>
            <a:r>
              <a:rPr lang="en-GB" dirty="0"/>
              <a:t>PS do not reply to this email unless you want to be blocked. </a:t>
            </a:r>
          </a:p>
        </p:txBody>
      </p:sp>
      <p:pic>
        <p:nvPicPr>
          <p:cNvPr id="11" name="Graphic 10" descr="Cursor">
            <a:extLst>
              <a:ext uri="{FF2B5EF4-FFF2-40B4-BE49-F238E27FC236}">
                <a16:creationId xmlns:a16="http://schemas.microsoft.com/office/drawing/2014/main" id="{B188D463-1D98-4DF7-A99C-80BE377534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0952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received message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Content Placeholder 11">
            <a:hlinkClick r:id="rId3" action="ppaction://hlinksldjump"/>
            <a:extLst>
              <a:ext uri="{FF2B5EF4-FFF2-40B4-BE49-F238E27FC236}">
                <a16:creationId xmlns:a16="http://schemas.microsoft.com/office/drawing/2014/main" id="{D6C78EC4-77E9-492C-AD86-7A168B721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437" y="0"/>
            <a:ext cx="914400" cy="914400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EF4B2C-9E0F-4CF9-B0A4-5E15EF6EC981}"/>
              </a:ext>
            </a:extLst>
          </p:cNvPr>
          <p:cNvSpPr/>
          <p:nvPr/>
        </p:nvSpPr>
        <p:spPr>
          <a:xfrm>
            <a:off x="232144" y="1059971"/>
            <a:ext cx="11857075" cy="5596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Fr: dev@windos3.org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53514E-6C5E-4806-9267-13E370C3D7D4}"/>
              </a:ext>
            </a:extLst>
          </p:cNvPr>
          <p:cNvSpPr/>
          <p:nvPr/>
        </p:nvSpPr>
        <p:spPr>
          <a:xfrm>
            <a:off x="192274" y="1836259"/>
            <a:ext cx="11896945" cy="559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Sj: welcome to Windos 3!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4F4679-CC11-4761-84B5-C16AE3E2B2C8}"/>
              </a:ext>
            </a:extLst>
          </p:cNvPr>
          <p:cNvCxnSpPr/>
          <p:nvPr/>
        </p:nvCxnSpPr>
        <p:spPr>
          <a:xfrm>
            <a:off x="0" y="2732567"/>
            <a:ext cx="120892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4767F8C-A454-4A16-8EBC-6ACD797D55E5}"/>
              </a:ext>
            </a:extLst>
          </p:cNvPr>
          <p:cNvSpPr txBox="1"/>
          <p:nvPr/>
        </p:nvSpPr>
        <p:spPr>
          <a:xfrm>
            <a:off x="0" y="2732567"/>
            <a:ext cx="120892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 to Windos 3,a parody of Windows!</a:t>
            </a:r>
          </a:p>
          <a:p>
            <a:r>
              <a:rPr lang="en-GB" dirty="0"/>
              <a:t>It is based on several windows versions and we just murdered old start menu!</a:t>
            </a:r>
          </a:p>
          <a:p>
            <a:r>
              <a:rPr lang="en-GB" dirty="0"/>
              <a:t>Please note that this is an idea of mine and I mean no hate from it.</a:t>
            </a:r>
          </a:p>
          <a:p>
            <a:r>
              <a:rPr lang="en-GB" dirty="0"/>
              <a:t>Please be considerate of this when using my OS</a:t>
            </a:r>
          </a:p>
          <a:p>
            <a:r>
              <a:rPr lang="en-GB" dirty="0"/>
              <a:t>It is just a PowerPoint presentation so it has limited functionality.</a:t>
            </a:r>
          </a:p>
          <a:p>
            <a:r>
              <a:rPr lang="en-GB" dirty="0"/>
              <a:t>Thanks for using Windos</a:t>
            </a:r>
          </a:p>
          <a:p>
            <a:r>
              <a:rPr lang="en-GB" dirty="0"/>
              <a:t>Szymon Mochort.  </a:t>
            </a:r>
          </a:p>
          <a:p>
            <a:r>
              <a:rPr lang="en-GB" dirty="0"/>
              <a:t>PS you may mod and distribute it as long as you do not make $$$ from Windos or any mods of it. </a:t>
            </a:r>
          </a:p>
        </p:txBody>
      </p:sp>
    </p:spTree>
    <p:extLst>
      <p:ext uri="{BB962C8B-B14F-4D97-AF65-F5344CB8AC3E}">
        <p14:creationId xmlns:p14="http://schemas.microsoft.com/office/powerpoint/2010/main" val="26369142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Minecraft! 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2873FD-0D87-4A2E-A774-D3569A8D56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7288" y="2137472"/>
            <a:ext cx="3727641" cy="3727641"/>
          </a:xfrm>
          <a:prstGeom prst="rect">
            <a:avLst/>
          </a:prstGeom>
        </p:spPr>
      </p:pic>
      <p:pic>
        <p:nvPicPr>
          <p:cNvPr id="11" name="Graphic 10" descr="Cursor">
            <a:extLst>
              <a:ext uri="{FF2B5EF4-FFF2-40B4-BE49-F238E27FC236}">
                <a16:creationId xmlns:a16="http://schemas.microsoft.com/office/drawing/2014/main" id="{289576CC-21A3-4B13-B510-741D85200E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9636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052427C-2E9C-4AFC-8A4B-2032FE3A5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Antivirus++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E847B9-447D-4F9D-986F-7334C920CF6C}"/>
              </a:ext>
            </a:extLst>
          </p:cNvPr>
          <p:cNvSpPr/>
          <p:nvPr/>
        </p:nvSpPr>
        <p:spPr>
          <a:xfrm>
            <a:off x="276447" y="1158949"/>
            <a:ext cx="11717079" cy="12759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You have 304578694567 viruses! </a:t>
            </a:r>
          </a:p>
        </p:txBody>
      </p:sp>
      <p:sp>
        <p:nvSpPr>
          <p:cNvPr id="3" name="Rectangle 2">
            <a:hlinkClick r:id="rId3" action="ppaction://hlinksldjump"/>
            <a:extLst>
              <a:ext uri="{FF2B5EF4-FFF2-40B4-BE49-F238E27FC236}">
                <a16:creationId xmlns:a16="http://schemas.microsoft.com/office/drawing/2014/main" id="{70362C6F-EA2C-4862-917E-83BB3AB7DF1D}"/>
              </a:ext>
            </a:extLst>
          </p:cNvPr>
          <p:cNvSpPr/>
          <p:nvPr/>
        </p:nvSpPr>
        <p:spPr>
          <a:xfrm>
            <a:off x="1626780" y="3429000"/>
            <a:ext cx="503983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Del all</a:t>
            </a:r>
          </a:p>
        </p:txBody>
      </p:sp>
      <p:sp>
        <p:nvSpPr>
          <p:cNvPr id="9" name="Rectangle 8">
            <a:hlinkClick r:id="rId4" action="ppaction://hlinksldjump"/>
            <a:extLst>
              <a:ext uri="{FF2B5EF4-FFF2-40B4-BE49-F238E27FC236}">
                <a16:creationId xmlns:a16="http://schemas.microsoft.com/office/drawing/2014/main" id="{F002A860-7DEC-4203-84F7-0C79CAEEF001}"/>
              </a:ext>
            </a:extLst>
          </p:cNvPr>
          <p:cNvSpPr/>
          <p:nvPr/>
        </p:nvSpPr>
        <p:spPr>
          <a:xfrm>
            <a:off x="1626780" y="4478337"/>
            <a:ext cx="5039834" cy="12759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Quarantine all</a:t>
            </a:r>
          </a:p>
        </p:txBody>
      </p:sp>
      <p:sp>
        <p:nvSpPr>
          <p:cNvPr id="10" name="Rectangle 9">
            <a:hlinkClick r:id="rId5" action="ppaction://hlinksldjump"/>
            <a:extLst>
              <a:ext uri="{FF2B5EF4-FFF2-40B4-BE49-F238E27FC236}">
                <a16:creationId xmlns:a16="http://schemas.microsoft.com/office/drawing/2014/main" id="{5BBBDE83-7B23-4D81-A5D3-6099086C33C1}"/>
              </a:ext>
            </a:extLst>
          </p:cNvPr>
          <p:cNvSpPr/>
          <p:nvPr/>
        </p:nvSpPr>
        <p:spPr>
          <a:xfrm>
            <a:off x="6921795" y="3429000"/>
            <a:ext cx="5220585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Ignore all</a:t>
            </a:r>
          </a:p>
        </p:txBody>
      </p:sp>
      <p:sp>
        <p:nvSpPr>
          <p:cNvPr id="11" name="Rectangle 10">
            <a:hlinkClick r:id="rId6" action="ppaction://hlinksldjump"/>
            <a:extLst>
              <a:ext uri="{FF2B5EF4-FFF2-40B4-BE49-F238E27FC236}">
                <a16:creationId xmlns:a16="http://schemas.microsoft.com/office/drawing/2014/main" id="{0DBAA014-0C2B-419A-B309-41DEDA8C9A55}"/>
              </a:ext>
            </a:extLst>
          </p:cNvPr>
          <p:cNvSpPr/>
          <p:nvPr/>
        </p:nvSpPr>
        <p:spPr>
          <a:xfrm>
            <a:off x="6921795" y="4478337"/>
            <a:ext cx="5039834" cy="11143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Update antivirus++</a:t>
            </a:r>
          </a:p>
        </p:txBody>
      </p:sp>
      <p:pic>
        <p:nvPicPr>
          <p:cNvPr id="12" name="Graphic 11" descr="Cursor">
            <a:extLst>
              <a:ext uri="{FF2B5EF4-FFF2-40B4-BE49-F238E27FC236}">
                <a16:creationId xmlns:a16="http://schemas.microsoft.com/office/drawing/2014/main" id="{61A597CB-C827-4758-A105-538D372E9D1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5315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Cannot delete viruses</a:t>
            </a:r>
          </a:p>
          <a:p>
            <a:pPr algn="ctr"/>
            <a:r>
              <a:rPr lang="en-GB" dirty="0"/>
              <a:t>Run this app as an admin to do this!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Del all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hlinkClick r:id="rId3" action="ppaction://hlinksldjump"/>
            <a:extLst>
              <a:ext uri="{FF2B5EF4-FFF2-40B4-BE49-F238E27FC236}">
                <a16:creationId xmlns:a16="http://schemas.microsoft.com/office/drawing/2014/main" id="{095EB96D-4870-4B70-8F01-DC7ECC333B0C}"/>
              </a:ext>
            </a:extLst>
          </p:cNvPr>
          <p:cNvSpPr/>
          <p:nvPr/>
        </p:nvSpPr>
        <p:spPr>
          <a:xfrm>
            <a:off x="2498652" y="4834033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&lt;</a:t>
            </a:r>
          </a:p>
        </p:txBody>
      </p:sp>
      <p:pic>
        <p:nvPicPr>
          <p:cNvPr id="11" name="Graphic 10" descr="Cursor">
            <a:extLst>
              <a:ext uri="{FF2B5EF4-FFF2-40B4-BE49-F238E27FC236}">
                <a16:creationId xmlns:a16="http://schemas.microsoft.com/office/drawing/2014/main" id="{0F02A94E-EF24-44AA-8762-DB58072750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7826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Cannot quarantine viruses</a:t>
            </a:r>
          </a:p>
          <a:p>
            <a:pPr algn="ctr"/>
            <a:r>
              <a:rPr lang="en-GB" dirty="0"/>
              <a:t>Windos will not let antivirus++ ignore them.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quarantine all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Rectangle 1">
            <a:hlinkClick r:id="rId3" action="ppaction://hlinksldjump"/>
            <a:extLst>
              <a:ext uri="{FF2B5EF4-FFF2-40B4-BE49-F238E27FC236}">
                <a16:creationId xmlns:a16="http://schemas.microsoft.com/office/drawing/2014/main" id="{6BA0BFB3-3984-4ECA-ABF7-E6D15A224C30}"/>
              </a:ext>
            </a:extLst>
          </p:cNvPr>
          <p:cNvSpPr/>
          <p:nvPr/>
        </p:nvSpPr>
        <p:spPr>
          <a:xfrm>
            <a:off x="2498652" y="4834033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&lt;</a:t>
            </a:r>
          </a:p>
        </p:txBody>
      </p:sp>
      <p:pic>
        <p:nvPicPr>
          <p:cNvPr id="11" name="Graphic 10" descr="Cursor">
            <a:extLst>
              <a:ext uri="{FF2B5EF4-FFF2-40B4-BE49-F238E27FC236}">
                <a16:creationId xmlns:a16="http://schemas.microsoft.com/office/drawing/2014/main" id="{930DD786-1D8C-424B-B56B-3AFD593043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4479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antivirus++ has insufficient permission from Windos to actually ignore viruses!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Ignore all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hlinkClick r:id="rId3" action="ppaction://hlinksldjump"/>
            <a:extLst>
              <a:ext uri="{FF2B5EF4-FFF2-40B4-BE49-F238E27FC236}">
                <a16:creationId xmlns:a16="http://schemas.microsoft.com/office/drawing/2014/main" id="{6B3F0B15-BF62-483F-9899-D67439DF2CE2}"/>
              </a:ext>
            </a:extLst>
          </p:cNvPr>
          <p:cNvSpPr/>
          <p:nvPr/>
        </p:nvSpPr>
        <p:spPr>
          <a:xfrm>
            <a:off x="2498652" y="4834033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&lt;</a:t>
            </a:r>
          </a:p>
        </p:txBody>
      </p:sp>
      <p:pic>
        <p:nvPicPr>
          <p:cNvPr id="12" name="Graphic 11" descr="Cursor">
            <a:extLst>
              <a:ext uri="{FF2B5EF4-FFF2-40B4-BE49-F238E27FC236}">
                <a16:creationId xmlns:a16="http://schemas.microsoft.com/office/drawing/2014/main" id="{4DF00C67-B018-44BC-B634-0DDF2DC998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7929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Antivirus++ is up to date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Updater 1.01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hlinkClick r:id="rId3" action="ppaction://hlinksldjump"/>
            <a:extLst>
              <a:ext uri="{FF2B5EF4-FFF2-40B4-BE49-F238E27FC236}">
                <a16:creationId xmlns:a16="http://schemas.microsoft.com/office/drawing/2014/main" id="{A4F85D41-74AC-4DD6-A101-2ACC6EB4C9A8}"/>
              </a:ext>
            </a:extLst>
          </p:cNvPr>
          <p:cNvSpPr/>
          <p:nvPr/>
        </p:nvSpPr>
        <p:spPr>
          <a:xfrm>
            <a:off x="2498652" y="4834033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&lt;</a:t>
            </a:r>
          </a:p>
        </p:txBody>
      </p:sp>
      <p:pic>
        <p:nvPicPr>
          <p:cNvPr id="11" name="Graphic 10" descr="Cursor">
            <a:extLst>
              <a:ext uri="{FF2B5EF4-FFF2-40B4-BE49-F238E27FC236}">
                <a16:creationId xmlns:a16="http://schemas.microsoft.com/office/drawing/2014/main" id="{87AA3169-6D0A-4B0A-A5B8-8CFBB803B6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4982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sent message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Content Placeholder 11">
            <a:hlinkClick r:id="rId3" action="ppaction://hlinksldjump"/>
            <a:extLst>
              <a:ext uri="{FF2B5EF4-FFF2-40B4-BE49-F238E27FC236}">
                <a16:creationId xmlns:a16="http://schemas.microsoft.com/office/drawing/2014/main" id="{D6C78EC4-77E9-492C-AD86-7A168B721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437" y="0"/>
            <a:ext cx="914400" cy="914400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EF4B2C-9E0F-4CF9-B0A4-5E15EF6EC981}"/>
              </a:ext>
            </a:extLst>
          </p:cNvPr>
          <p:cNvSpPr/>
          <p:nvPr/>
        </p:nvSpPr>
        <p:spPr>
          <a:xfrm>
            <a:off x="232144" y="1059971"/>
            <a:ext cx="11857075" cy="5596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To: ajsnv@ufdbu.com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53514E-6C5E-4806-9267-13E370C3D7D4}"/>
              </a:ext>
            </a:extLst>
          </p:cNvPr>
          <p:cNvSpPr/>
          <p:nvPr/>
        </p:nvSpPr>
        <p:spPr>
          <a:xfrm>
            <a:off x="192274" y="1836259"/>
            <a:ext cx="11896945" cy="559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Sj:dfn;bjdfnbkjsdfnbjsndfbi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4F4679-CC11-4761-84B5-C16AE3E2B2C8}"/>
              </a:ext>
            </a:extLst>
          </p:cNvPr>
          <p:cNvCxnSpPr/>
          <p:nvPr/>
        </p:nvCxnSpPr>
        <p:spPr>
          <a:xfrm>
            <a:off x="0" y="2732567"/>
            <a:ext cx="120892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47EC334-875E-47A9-BB9B-8D91B0D113FC}"/>
              </a:ext>
            </a:extLst>
          </p:cNvPr>
          <p:cNvSpPr txBox="1"/>
          <p:nvPr/>
        </p:nvSpPr>
        <p:spPr>
          <a:xfrm>
            <a:off x="192274" y="2732567"/>
            <a:ext cx="118969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Rgn;jsfnbkjsndfbjdfijvbdfjibn</a:t>
            </a:r>
          </a:p>
          <a:p>
            <a:r>
              <a:rPr lang="en-GB" dirty="0"/>
              <a:t>Dfkbn;kdfnbosdbbjkngb</a:t>
            </a:r>
          </a:p>
          <a:p>
            <a:r>
              <a:rPr lang="en-GB" dirty="0"/>
              <a:t>Dgkbjnfgbfgklbnfg</a:t>
            </a:r>
          </a:p>
          <a:p>
            <a:r>
              <a:rPr lang="en-GB" dirty="0"/>
              <a:t>Fglnbkfglnmdflnmfn</a:t>
            </a:r>
          </a:p>
          <a:p>
            <a:r>
              <a:rPr lang="en-GB" dirty="0"/>
              <a:t>Flkgmnlfgnkfdhn</a:t>
            </a:r>
          </a:p>
          <a:p>
            <a:r>
              <a:rPr lang="en-GB" dirty="0"/>
              <a:t>Lfbjdsnbgnfg</a:t>
            </a:r>
          </a:p>
          <a:p>
            <a:endParaRPr lang="en-GB" dirty="0"/>
          </a:p>
        </p:txBody>
      </p:sp>
      <p:pic>
        <p:nvPicPr>
          <p:cNvPr id="11" name="Graphic 10" descr="Cursor">
            <a:extLst>
              <a:ext uri="{FF2B5EF4-FFF2-40B4-BE49-F238E27FC236}">
                <a16:creationId xmlns:a16="http://schemas.microsoft.com/office/drawing/2014/main" id="{56B885A6-C863-411F-A5E8-AA0F61D197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3865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sent message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Content Placeholder 11">
            <a:hlinkClick r:id="rId3" action="ppaction://hlinksldjump"/>
            <a:extLst>
              <a:ext uri="{FF2B5EF4-FFF2-40B4-BE49-F238E27FC236}">
                <a16:creationId xmlns:a16="http://schemas.microsoft.com/office/drawing/2014/main" id="{D6C78EC4-77E9-492C-AD86-7A168B721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437" y="0"/>
            <a:ext cx="914400" cy="914400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EF4B2C-9E0F-4CF9-B0A4-5E15EF6EC981}"/>
              </a:ext>
            </a:extLst>
          </p:cNvPr>
          <p:cNvSpPr/>
          <p:nvPr/>
        </p:nvSpPr>
        <p:spPr>
          <a:xfrm>
            <a:off x="232144" y="1059971"/>
            <a:ext cx="11857075" cy="5596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To: windos3@zigzag.net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53514E-6C5E-4806-9267-13E370C3D7D4}"/>
              </a:ext>
            </a:extLst>
          </p:cNvPr>
          <p:cNvSpPr/>
          <p:nvPr/>
        </p:nvSpPr>
        <p:spPr>
          <a:xfrm>
            <a:off x="192274" y="1836259"/>
            <a:ext cx="11896945" cy="559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Sj: note to self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4F4679-CC11-4761-84B5-C16AE3E2B2C8}"/>
              </a:ext>
            </a:extLst>
          </p:cNvPr>
          <p:cNvCxnSpPr/>
          <p:nvPr/>
        </p:nvCxnSpPr>
        <p:spPr>
          <a:xfrm>
            <a:off x="0" y="2732567"/>
            <a:ext cx="120892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 descr="Cursor">
            <a:extLst>
              <a:ext uri="{FF2B5EF4-FFF2-40B4-BE49-F238E27FC236}">
                <a16:creationId xmlns:a16="http://schemas.microsoft.com/office/drawing/2014/main" id="{D8E2EB35-094D-4491-8116-37CF02AE9F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2382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C828EF0-92D5-4357-BDE7-02758D3D5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8" name="Content Placeholder 7">
            <a:hlinkClick r:id="rId2" action="ppaction://hlinksldjump"/>
            <a:extLst>
              <a:ext uri="{FF2B5EF4-FFF2-40B4-BE49-F238E27FC236}">
                <a16:creationId xmlns:a16="http://schemas.microsoft.com/office/drawing/2014/main" id="{8AEEDECC-FB88-4673-BDEE-B34428DDC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900368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\\websites\windos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Graphic 11">
            <a:hlinkClick r:id="rId2" action="ppaction://hlinksldjump"/>
            <a:extLst>
              <a:ext uri="{FF2B5EF4-FFF2-40B4-BE49-F238E27FC236}">
                <a16:creationId xmlns:a16="http://schemas.microsoft.com/office/drawing/2014/main" id="{FA3CEC08-8C3C-483D-9489-36E3A23C26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2063" y="-43785"/>
            <a:ext cx="914400" cy="914400"/>
          </a:xfrm>
          <a:prstGeom prst="rect">
            <a:avLst/>
          </a:prstGeom>
        </p:spPr>
      </p:pic>
      <p:pic>
        <p:nvPicPr>
          <p:cNvPr id="9" name="Graphic 8" descr="Cursor">
            <a:extLst>
              <a:ext uri="{FF2B5EF4-FFF2-40B4-BE49-F238E27FC236}">
                <a16:creationId xmlns:a16="http://schemas.microsoft.com/office/drawing/2014/main" id="{40D2C5D2-CCA6-4C01-AE59-4AE3DA3F68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E98C082-0734-4BA9-B4C0-40D52BB66E3E}"/>
              </a:ext>
            </a:extLst>
          </p:cNvPr>
          <p:cNvSpPr/>
          <p:nvPr/>
        </p:nvSpPr>
        <p:spPr>
          <a:xfrm>
            <a:off x="838200" y="1109075"/>
            <a:ext cx="3327991" cy="9817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Windos!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C60DC1-4146-436C-A6E8-410E46A387C9}"/>
              </a:ext>
            </a:extLst>
          </p:cNvPr>
          <p:cNvSpPr txBox="1"/>
          <p:nvPr/>
        </p:nvSpPr>
        <p:spPr>
          <a:xfrm>
            <a:off x="393405" y="2090776"/>
            <a:ext cx="408290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unofficial Windows knock-off, which contains all the apps you want!</a:t>
            </a:r>
          </a:p>
          <a:p>
            <a:r>
              <a:rPr lang="en-GB" dirty="0"/>
              <a:t>Enjoy instant loading as the knock-off OS is actually just a PowerPoint!</a:t>
            </a:r>
          </a:p>
          <a:p>
            <a:endParaRPr lang="en-GB" dirty="0"/>
          </a:p>
          <a:p>
            <a:r>
              <a:rPr lang="en-GB" dirty="0"/>
              <a:t>The latest version is Windos 2 V1.00 but Windos 3 is in beta already having come off alpha on 19/5/2020</a:t>
            </a:r>
          </a:p>
          <a:p>
            <a:endParaRPr lang="en-GB" dirty="0"/>
          </a:p>
          <a:p>
            <a:r>
              <a:rPr lang="en-GB" dirty="0"/>
              <a:t>If you want to download it, press the button below: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Rectangle 4">
            <a:hlinkClick r:id="rId8" action="ppaction://hlinksldjump"/>
            <a:extLst>
              <a:ext uri="{FF2B5EF4-FFF2-40B4-BE49-F238E27FC236}">
                <a16:creationId xmlns:a16="http://schemas.microsoft.com/office/drawing/2014/main" id="{9F691AAE-CD03-4FAF-8386-E8BA3AC347DB}"/>
              </a:ext>
            </a:extLst>
          </p:cNvPr>
          <p:cNvSpPr/>
          <p:nvPr/>
        </p:nvSpPr>
        <p:spPr>
          <a:xfrm>
            <a:off x="127591" y="5263116"/>
            <a:ext cx="4859079" cy="6945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downloads</a:t>
            </a:r>
          </a:p>
        </p:txBody>
      </p:sp>
      <p:sp>
        <p:nvSpPr>
          <p:cNvPr id="11" name="Rectangle 10">
            <a:hlinkClick r:id="rId9"/>
            <a:extLst>
              <a:ext uri="{FF2B5EF4-FFF2-40B4-BE49-F238E27FC236}">
                <a16:creationId xmlns:a16="http://schemas.microsoft.com/office/drawing/2014/main" id="{CF5A3FE1-6DED-4074-ACCE-574E55658795}"/>
              </a:ext>
            </a:extLst>
          </p:cNvPr>
          <p:cNvSpPr/>
          <p:nvPr/>
        </p:nvSpPr>
        <p:spPr>
          <a:xfrm>
            <a:off x="8793126" y="1201479"/>
            <a:ext cx="3200400" cy="8892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Contact developer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19B540-3376-47BF-9F00-5BADB0D03BFF}"/>
              </a:ext>
            </a:extLst>
          </p:cNvPr>
          <p:cNvSpPr/>
          <p:nvPr/>
        </p:nvSpPr>
        <p:spPr>
          <a:xfrm>
            <a:off x="7522535" y="4104167"/>
            <a:ext cx="4082902" cy="25090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Advert: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pic>
        <p:nvPicPr>
          <p:cNvPr id="15" name="Picture 14">
            <a:hlinkClick r:id="rId10" action="ppaction://hlinksldjump"/>
            <a:extLst>
              <a:ext uri="{FF2B5EF4-FFF2-40B4-BE49-F238E27FC236}">
                <a16:creationId xmlns:a16="http://schemas.microsoft.com/office/drawing/2014/main" id="{4A89E3B0-7DD1-4719-AC45-F55934C306C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687" y="4876540"/>
            <a:ext cx="914528" cy="91452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F4616C5-9064-4938-B71D-1D7E37FF9FE4}"/>
              </a:ext>
            </a:extLst>
          </p:cNvPr>
          <p:cNvSpPr txBox="1"/>
          <p:nvPr/>
        </p:nvSpPr>
        <p:spPr>
          <a:xfrm>
            <a:off x="8789215" y="4625163"/>
            <a:ext cx="22686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Download Minecraft for free today!</a:t>
            </a:r>
          </a:p>
          <a:p>
            <a:endParaRPr lang="en-GB" dirty="0"/>
          </a:p>
          <a:p>
            <a:r>
              <a:rPr lang="en-GB" dirty="0"/>
              <a:t>Price:$0.00</a:t>
            </a:r>
          </a:p>
          <a:p>
            <a:endParaRPr lang="en-GB" dirty="0"/>
          </a:p>
          <a:p>
            <a:r>
              <a:rPr lang="en-GB" dirty="0">
                <a:hlinkClick r:id="rId10" action="ppaction://hlinksldjump"/>
              </a:rPr>
              <a:t>Press me to download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20377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C828EF0-92D5-4357-BDE7-02758D3D5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8" name="Content Placeholder 7">
            <a:hlinkClick r:id="rId2" action="ppaction://hlinksldjump"/>
            <a:extLst>
              <a:ext uri="{FF2B5EF4-FFF2-40B4-BE49-F238E27FC236}">
                <a16:creationId xmlns:a16="http://schemas.microsoft.com/office/drawing/2014/main" id="{8AEEDECC-FB88-4673-BDEE-B34428DDC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900368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\\websites\windos\downloads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Graphic 11">
            <a:hlinkClick r:id="rId2" action="ppaction://hlinksldjump"/>
            <a:extLst>
              <a:ext uri="{FF2B5EF4-FFF2-40B4-BE49-F238E27FC236}">
                <a16:creationId xmlns:a16="http://schemas.microsoft.com/office/drawing/2014/main" id="{FA3CEC08-8C3C-483D-9489-36E3A23C26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2063" y="-43785"/>
            <a:ext cx="914400" cy="914400"/>
          </a:xfrm>
          <a:prstGeom prst="rect">
            <a:avLst/>
          </a:prstGeom>
        </p:spPr>
      </p:pic>
      <p:pic>
        <p:nvPicPr>
          <p:cNvPr id="9" name="Graphic 8" descr="Cursor">
            <a:extLst>
              <a:ext uri="{FF2B5EF4-FFF2-40B4-BE49-F238E27FC236}">
                <a16:creationId xmlns:a16="http://schemas.microsoft.com/office/drawing/2014/main" id="{40D2C5D2-CCA6-4C01-AE59-4AE3DA3F68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E98C082-0734-4BA9-B4C0-40D52BB66E3E}"/>
              </a:ext>
            </a:extLst>
          </p:cNvPr>
          <p:cNvSpPr/>
          <p:nvPr/>
        </p:nvSpPr>
        <p:spPr>
          <a:xfrm>
            <a:off x="838200" y="1109075"/>
            <a:ext cx="3327991" cy="9817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Windos!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C60DC1-4146-436C-A6E8-410E46A387C9}"/>
              </a:ext>
            </a:extLst>
          </p:cNvPr>
          <p:cNvSpPr txBox="1"/>
          <p:nvPr/>
        </p:nvSpPr>
        <p:spPr>
          <a:xfrm>
            <a:off x="393405" y="2090776"/>
            <a:ext cx="40829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Here are the downloads for every version of Windos: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Rectangle 4">
            <a:hlinkClick r:id="rId8" action="ppaction://hlinksldjump"/>
            <a:extLst>
              <a:ext uri="{FF2B5EF4-FFF2-40B4-BE49-F238E27FC236}">
                <a16:creationId xmlns:a16="http://schemas.microsoft.com/office/drawing/2014/main" id="{9F691AAE-CD03-4FAF-8386-E8BA3AC347DB}"/>
              </a:ext>
            </a:extLst>
          </p:cNvPr>
          <p:cNvSpPr/>
          <p:nvPr/>
        </p:nvSpPr>
        <p:spPr>
          <a:xfrm>
            <a:off x="127591" y="5263116"/>
            <a:ext cx="4859079" cy="6945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Home page</a:t>
            </a:r>
          </a:p>
        </p:txBody>
      </p:sp>
      <p:sp>
        <p:nvSpPr>
          <p:cNvPr id="11" name="Rectangle 10">
            <a:hlinkClick r:id="rId9"/>
            <a:extLst>
              <a:ext uri="{FF2B5EF4-FFF2-40B4-BE49-F238E27FC236}">
                <a16:creationId xmlns:a16="http://schemas.microsoft.com/office/drawing/2014/main" id="{CF5A3FE1-6DED-4074-ACCE-574E55658795}"/>
              </a:ext>
            </a:extLst>
          </p:cNvPr>
          <p:cNvSpPr/>
          <p:nvPr/>
        </p:nvSpPr>
        <p:spPr>
          <a:xfrm>
            <a:off x="8793126" y="1201479"/>
            <a:ext cx="3200400" cy="8892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Contact developer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19B540-3376-47BF-9F00-5BADB0D03BFF}"/>
              </a:ext>
            </a:extLst>
          </p:cNvPr>
          <p:cNvSpPr/>
          <p:nvPr/>
        </p:nvSpPr>
        <p:spPr>
          <a:xfrm>
            <a:off x="7522535" y="4104167"/>
            <a:ext cx="4082902" cy="25090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Advert: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pic>
        <p:nvPicPr>
          <p:cNvPr id="15" name="Picture 14">
            <a:hlinkClick r:id="rId10" action="ppaction://hlinksldjump"/>
            <a:extLst>
              <a:ext uri="{FF2B5EF4-FFF2-40B4-BE49-F238E27FC236}">
                <a16:creationId xmlns:a16="http://schemas.microsoft.com/office/drawing/2014/main" id="{4A89E3B0-7DD1-4719-AC45-F55934C306C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687" y="4876540"/>
            <a:ext cx="914528" cy="91452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F4616C5-9064-4938-B71D-1D7E37FF9FE4}"/>
              </a:ext>
            </a:extLst>
          </p:cNvPr>
          <p:cNvSpPr txBox="1"/>
          <p:nvPr/>
        </p:nvSpPr>
        <p:spPr>
          <a:xfrm>
            <a:off x="8789215" y="4625163"/>
            <a:ext cx="22686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Download Minecraft for free today!</a:t>
            </a:r>
          </a:p>
          <a:p>
            <a:endParaRPr lang="en-GB" dirty="0"/>
          </a:p>
          <a:p>
            <a:r>
              <a:rPr lang="en-GB" dirty="0"/>
              <a:t>Price:$0.00</a:t>
            </a:r>
          </a:p>
          <a:p>
            <a:endParaRPr lang="en-GB" dirty="0"/>
          </a:p>
          <a:p>
            <a:r>
              <a:rPr lang="en-GB" dirty="0">
                <a:hlinkClick r:id="rId10" action="ppaction://hlinksldjump"/>
              </a:rPr>
              <a:t>Press me to download</a:t>
            </a:r>
            <a:endParaRPr lang="en-GB" dirty="0"/>
          </a:p>
        </p:txBody>
      </p:sp>
      <p:sp>
        <p:nvSpPr>
          <p:cNvPr id="14" name="Rectangle 13">
            <a:hlinkClick r:id="rId12" action="ppaction://hlinksldjump"/>
            <a:extLst>
              <a:ext uri="{FF2B5EF4-FFF2-40B4-BE49-F238E27FC236}">
                <a16:creationId xmlns:a16="http://schemas.microsoft.com/office/drawing/2014/main" id="{D03AB850-CACC-4D43-A7A2-5B4469A29B0F}"/>
              </a:ext>
            </a:extLst>
          </p:cNvPr>
          <p:cNvSpPr/>
          <p:nvPr/>
        </p:nvSpPr>
        <p:spPr>
          <a:xfrm>
            <a:off x="393405" y="2881423"/>
            <a:ext cx="4082902" cy="547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 1</a:t>
            </a:r>
          </a:p>
        </p:txBody>
      </p:sp>
      <p:sp>
        <p:nvSpPr>
          <p:cNvPr id="17" name="Rectangle 16">
            <a:hlinkClick r:id="rId12" action="ppaction://hlinksldjump"/>
            <a:extLst>
              <a:ext uri="{FF2B5EF4-FFF2-40B4-BE49-F238E27FC236}">
                <a16:creationId xmlns:a16="http://schemas.microsoft.com/office/drawing/2014/main" id="{94D25D7E-6C5C-4985-A039-B3C3B3FC1184}"/>
              </a:ext>
            </a:extLst>
          </p:cNvPr>
          <p:cNvSpPr/>
          <p:nvPr/>
        </p:nvSpPr>
        <p:spPr>
          <a:xfrm>
            <a:off x="393405" y="3593064"/>
            <a:ext cx="4082902" cy="547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 2</a:t>
            </a:r>
          </a:p>
        </p:txBody>
      </p:sp>
      <p:sp>
        <p:nvSpPr>
          <p:cNvPr id="18" name="Rectangle 17">
            <a:hlinkClick r:id="rId13" action="ppaction://hlinksldjump"/>
            <a:extLst>
              <a:ext uri="{FF2B5EF4-FFF2-40B4-BE49-F238E27FC236}">
                <a16:creationId xmlns:a16="http://schemas.microsoft.com/office/drawing/2014/main" id="{F2DF155C-0A5E-4720-B6D9-59FA50BBD1FD}"/>
              </a:ext>
            </a:extLst>
          </p:cNvPr>
          <p:cNvSpPr/>
          <p:nvPr/>
        </p:nvSpPr>
        <p:spPr>
          <a:xfrm>
            <a:off x="393405" y="4268530"/>
            <a:ext cx="4082902" cy="5475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 3 beta</a:t>
            </a:r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4C088BBA-4375-4CC5-B850-3D253961DF67}"/>
              </a:ext>
            </a:extLst>
          </p:cNvPr>
          <p:cNvSpPr/>
          <p:nvPr/>
        </p:nvSpPr>
        <p:spPr>
          <a:xfrm>
            <a:off x="5143500" y="4140641"/>
            <a:ext cx="2222205" cy="1816991"/>
          </a:xfrm>
          <a:prstGeom prst="wedgeRectCallout">
            <a:avLst>
              <a:gd name="adj1" fmla="val -107915"/>
              <a:gd name="adj2" fmla="val -3069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 says:</a:t>
            </a:r>
          </a:p>
          <a:p>
            <a:pPr algn="ctr"/>
            <a:r>
              <a:rPr lang="en-GB" dirty="0"/>
              <a:t>Do not press as it reinstalls Windos! </a:t>
            </a:r>
          </a:p>
        </p:txBody>
      </p:sp>
    </p:spTree>
    <p:extLst>
      <p:ext uri="{BB962C8B-B14F-4D97-AF65-F5344CB8AC3E}">
        <p14:creationId xmlns:p14="http://schemas.microsoft.com/office/powerpoint/2010/main" val="41532856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rgbClr val="40789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 Intranet Explorer is not allowed to download files yet!</a:t>
            </a:r>
          </a:p>
          <a:p>
            <a:pPr algn="ctr"/>
            <a:r>
              <a:rPr lang="en-GB" dirty="0"/>
              <a:t>Please update it!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Download error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Graphic 9" descr="Cursor">
            <a:extLst>
              <a:ext uri="{FF2B5EF4-FFF2-40B4-BE49-F238E27FC236}">
                <a16:creationId xmlns:a16="http://schemas.microsoft.com/office/drawing/2014/main" id="{E9CB9155-99A6-4C13-9743-01D8117C92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9315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C828EF0-92D5-4357-BDE7-02758D3D5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8" name="Content Placeholder 7">
            <a:hlinkClick r:id="rId2" action="ppaction://hlinksldjump"/>
            <a:extLst>
              <a:ext uri="{FF2B5EF4-FFF2-40B4-BE49-F238E27FC236}">
                <a16:creationId xmlns:a16="http://schemas.microsoft.com/office/drawing/2014/main" id="{8AEEDECC-FB88-4673-BDEE-B34428DDC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-8976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\\websites\errors\404.htm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Graphic 11">
            <a:hlinkClick r:id="rId2" action="ppaction://hlinksldjump"/>
            <a:extLst>
              <a:ext uri="{FF2B5EF4-FFF2-40B4-BE49-F238E27FC236}">
                <a16:creationId xmlns:a16="http://schemas.microsoft.com/office/drawing/2014/main" id="{FA3CEC08-8C3C-483D-9489-36E3A23C26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2063" y="-43785"/>
            <a:ext cx="914400" cy="914400"/>
          </a:xfrm>
          <a:prstGeom prst="rect">
            <a:avLst/>
          </a:prstGeom>
        </p:spPr>
      </p:pic>
      <p:pic>
        <p:nvPicPr>
          <p:cNvPr id="9" name="Graphic 8" descr="Cursor">
            <a:extLst>
              <a:ext uri="{FF2B5EF4-FFF2-40B4-BE49-F238E27FC236}">
                <a16:creationId xmlns:a16="http://schemas.microsoft.com/office/drawing/2014/main" id="{40D2C5D2-CCA6-4C01-AE59-4AE3DA3F68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868F368-7C99-4FFA-9113-F94AFAC22FAF}"/>
              </a:ext>
            </a:extLst>
          </p:cNvPr>
          <p:cNvSpPr/>
          <p:nvPr/>
        </p:nvSpPr>
        <p:spPr>
          <a:xfrm>
            <a:off x="2531062" y="961399"/>
            <a:ext cx="62154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Error 404 not found!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8C801D-C3AA-42C9-94CE-1625FD3966BB}"/>
              </a:ext>
            </a:extLst>
          </p:cNvPr>
          <p:cNvSpPr txBox="1"/>
          <p:nvPr/>
        </p:nvSpPr>
        <p:spPr>
          <a:xfrm>
            <a:off x="2371060" y="2158409"/>
            <a:ext cx="6375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755803-567A-43BD-B60D-FBAEF6F586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8526" y="5249660"/>
            <a:ext cx="1905000" cy="1257300"/>
          </a:xfrm>
          <a:prstGeom prst="rect">
            <a:avLst/>
          </a:prstGeom>
        </p:spPr>
      </p:pic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DFB03931-81BD-4118-810D-AF7260E2434A}"/>
              </a:ext>
            </a:extLst>
          </p:cNvPr>
          <p:cNvSpPr/>
          <p:nvPr/>
        </p:nvSpPr>
        <p:spPr>
          <a:xfrm>
            <a:off x="8746546" y="2496388"/>
            <a:ext cx="3355613" cy="2042444"/>
          </a:xfrm>
          <a:prstGeom prst="wedgeRectCallout">
            <a:avLst>
              <a:gd name="adj1" fmla="val 32329"/>
              <a:gd name="adj2" fmla="val 95862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chemeClr val="tx1"/>
                </a:solidFill>
              </a:rPr>
              <a:t>The website URL was not found.</a:t>
            </a:r>
          </a:p>
          <a:p>
            <a:r>
              <a:rPr lang="en-GB" dirty="0">
                <a:solidFill>
                  <a:schemeClr val="tx1"/>
                </a:solidFill>
              </a:rPr>
              <a:t>Please update Windos and try again.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69B827E-C83A-4074-8B02-70420B9D0874}"/>
              </a:ext>
            </a:extLst>
          </p:cNvPr>
          <p:cNvSpPr/>
          <p:nvPr/>
        </p:nvSpPr>
        <p:spPr>
          <a:xfrm>
            <a:off x="340242" y="2785730"/>
            <a:ext cx="4125432" cy="311087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6C99132-31B6-46A5-8305-A1BF6F1D70D5}"/>
              </a:ext>
            </a:extLst>
          </p:cNvPr>
          <p:cNvSpPr/>
          <p:nvPr/>
        </p:nvSpPr>
        <p:spPr>
          <a:xfrm>
            <a:off x="1477926" y="3420024"/>
            <a:ext cx="705292" cy="63098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91ED31F-A6F2-4CFB-BBFB-E67A478B9F6A}"/>
              </a:ext>
            </a:extLst>
          </p:cNvPr>
          <p:cNvSpPr/>
          <p:nvPr/>
        </p:nvSpPr>
        <p:spPr>
          <a:xfrm>
            <a:off x="2531062" y="3428965"/>
            <a:ext cx="616175" cy="63098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6651796E-FE43-46BF-AF87-68EEF1ACA871}"/>
              </a:ext>
            </a:extLst>
          </p:cNvPr>
          <p:cNvSpPr/>
          <p:nvPr/>
        </p:nvSpPr>
        <p:spPr>
          <a:xfrm>
            <a:off x="1477926" y="4651633"/>
            <a:ext cx="1669311" cy="988828"/>
          </a:xfrm>
          <a:prstGeom prst="arc">
            <a:avLst>
              <a:gd name="adj1" fmla="val 10909679"/>
              <a:gd name="adj2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127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indos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2D05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1269</Words>
  <Application>Microsoft Office PowerPoint</Application>
  <PresentationFormat>Widescreen</PresentationFormat>
  <Paragraphs>317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5" baseType="lpstr">
      <vt:lpstr>Abadi MT Condensed Extra Bold</vt:lpstr>
      <vt:lpstr>Agency FB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223</cp:revision>
  <dcterms:created xsi:type="dcterms:W3CDTF">2020-05-14T13:40:48Z</dcterms:created>
  <dcterms:modified xsi:type="dcterms:W3CDTF">2020-05-20T12:04:49Z</dcterms:modified>
</cp:coreProperties>
</file>