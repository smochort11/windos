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4" r:id="rId5"/>
    <p:sldId id="259" r:id="rId6"/>
    <p:sldId id="268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9" r:id="rId16"/>
    <p:sldId id="270" r:id="rId17"/>
    <p:sldId id="271" r:id="rId18"/>
    <p:sldId id="272" r:id="rId19"/>
    <p:sldId id="273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6BABB-138A-4450-A086-E39C430711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332774-94BA-498D-8D08-242E0F7D8C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70E56-20A7-4A81-A6F6-3BBF0E7F5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02/06/2020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46FAA-E377-4364-802E-08FBF2DFF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DB250-25AF-47A4-8C9B-169CBB40C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7283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C50FD-A443-40AA-8018-29D195828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0EF68-4BAA-48DB-B173-437EB9F0B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794B3-23D3-4C48-A96C-6978DAFD3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02/06/2020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79A7B-6BDC-4F97-B6AB-5D5687E6D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C7AFE-7D2E-4BB4-8C79-09D4223EE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5840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42A2B-8BDE-4B13-9393-E701C4CD0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D1D8CC-B067-49BE-B485-5C45536CE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D1AF3-331A-4D75-ABEC-F307BF125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02/06/2020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BDD15-C4B6-406C-97A1-E8C394DA7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59BC5-4191-4FEB-9840-6FC36C52D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314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8F2AD-6FF6-4B87-AE07-0BB271095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4C384-670A-4F7A-98FD-159A8DD704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D043BE-5982-4C3A-9BA7-63CCDA9689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D41887-E8CE-4C1D-9BC4-87B723651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02/06/2020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32ED7-2841-46E6-9430-B6B3231BC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B23A87-AAD6-499B-85FC-D2725C066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02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2F782-025E-4271-8383-A4D98AB0A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324ED3-29A0-4FEE-9A18-A6619BEF4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59D3BD-175C-4BA0-96DC-F93120CD13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4C5F69-CF71-4339-88CC-C07160F01E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BD940C-14C2-493C-B370-B21360629E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929798-1373-4673-920C-0681E03F5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02/06/2020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4D62F6-B6EA-4E59-9479-82AEB6F27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4D6012-CE5F-4F9A-A0FC-912A16596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9186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D3F0B-1431-434D-BFC8-214533463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32E962-101F-44CC-ACF9-813F6D952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02/06/2020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B6FFC8-B9A7-4C0A-AB2E-54947C041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293BA4-6919-43C5-8BDB-0700C44E5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8452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69C0A7-54F3-45A3-A7AF-21D1992AF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02/06/2020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878153-02C9-4EB4-BC79-962A042A4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901C0B-F191-44AF-8508-C1F9942D0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2231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4FE45-B7FE-4B40-8DEE-BF37F9A31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07AF0-D8C7-416D-8811-1A131E2F5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51B3FE-7283-476E-9622-72D76BCC53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5DADFC-02D8-4D84-BCB0-D12E167F3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02/06/2020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EA817D-F2BB-48B3-B3CA-E10A085FC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C1F36B-6095-4C7A-A210-311500F8D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1736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650E3-1B4A-4AA3-A71E-B7DD83393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BB0A8B-BB2D-4129-BE55-1C4B116D5F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52049B-FEB2-440C-9E8F-390D9E5AF8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A797F5-E163-4057-8D0A-A731205B6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02/06/2020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609DBC-DCAB-46E9-BE02-1C8C6E02F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C8BFA8-447B-4E64-8DD5-1AF763C15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4357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B51D6-6ACD-4AFC-A4C1-3458CB112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94D362-00D2-45DA-81AC-B765A7CB78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11725-5E19-4637-92F6-72CEEA96A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02/06/2020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7655F-4322-468E-9A27-1BA0BD7EB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D2C63-E715-4C60-AA8C-B02685DBC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6636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FB9631-1617-40BF-95FD-4377CBADA8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384A38-442C-4B39-8E8D-52395FAD0E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1D301-400C-4441-8812-6168CAE2E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02/06/2020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76A066-FBC7-4AE7-942D-D2E418591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0C2E0-84AF-4642-8AC3-4C08D7E5A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7593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1140E5-639E-45CD-BF01-CB6362D2B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55E456-116E-4875-9EDF-5C59643E8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BF8B2-F001-42F4-936E-A1870288A8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608FBC-010C-4284-A72B-EF414DA39E8E}" type="datetimeFigureOut">
              <a:rPr lang="en-GB" smtClean="0"/>
              <a:t>02/06/2020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24F1C-6094-4A0B-9DDC-36A25BB7DA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23178-8B71-4B73-871A-92870A8E81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4631EA-4999-44F7-A73C-F8D037BC79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1448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8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8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8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slide" Target="slide15.xml"/><Relationship Id="rId4" Type="http://schemas.openxmlformats.org/officeDocument/2006/relationships/slide" Target="slide8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8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slide" Target="slide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18.xml"/><Relationship Id="rId3" Type="http://schemas.microsoft.com/office/2007/relationships/hdphoto" Target="../media/hdphoto1.wdp"/><Relationship Id="rId7" Type="http://schemas.openxmlformats.org/officeDocument/2006/relationships/slide" Target="slide1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5.xml"/><Relationship Id="rId11" Type="http://schemas.openxmlformats.org/officeDocument/2006/relationships/slide" Target="slide10.xml"/><Relationship Id="rId5" Type="http://schemas.openxmlformats.org/officeDocument/2006/relationships/slide" Target="slide13.xml"/><Relationship Id="rId10" Type="http://schemas.openxmlformats.org/officeDocument/2006/relationships/slide" Target="slide7.xml"/><Relationship Id="rId4" Type="http://schemas.openxmlformats.org/officeDocument/2006/relationships/slide" Target="slide8.xml"/><Relationship Id="rId9" Type="http://schemas.openxmlformats.org/officeDocument/2006/relationships/slide" Target="slide1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" Target="slide12.xml"/><Relationship Id="rId3" Type="http://schemas.microsoft.com/office/2007/relationships/hdphoto" Target="../media/hdphoto1.wdp"/><Relationship Id="rId7" Type="http://schemas.openxmlformats.org/officeDocument/2006/relationships/slide" Target="slide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slide" Target="slide11.xml"/><Relationship Id="rId4" Type="http://schemas.openxmlformats.org/officeDocument/2006/relationships/slide" Target="slide8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openxmlformats.org/officeDocument/2006/relationships/slide" Target="slide1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slide" Target="slide14.xml"/><Relationship Id="rId4" Type="http://schemas.openxmlformats.org/officeDocument/2006/relationships/slide" Target="slide8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8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" Target="slide19.xml"/><Relationship Id="rId3" Type="http://schemas.microsoft.com/office/2007/relationships/hdphoto" Target="../media/hdphoto1.wdp"/><Relationship Id="rId7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slide" Target="slide15.xml"/><Relationship Id="rId4" Type="http://schemas.openxmlformats.org/officeDocument/2006/relationships/slide" Target="slide8.xml"/><Relationship Id="rId9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7.xml"/><Relationship Id="rId5" Type="http://schemas.openxmlformats.org/officeDocument/2006/relationships/slide" Target="slide16.xml"/><Relationship Id="rId4" Type="http://schemas.openxmlformats.org/officeDocument/2006/relationships/slide" Target="slide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9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slide" Target="slide17.xml"/><Relationship Id="rId4" Type="http://schemas.openxmlformats.org/officeDocument/2006/relationships/slide" Target="slide8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" Target="slide20.xml"/><Relationship Id="rId13" Type="http://schemas.openxmlformats.org/officeDocument/2006/relationships/image" Target="../media/image13.svg"/><Relationship Id="rId3" Type="http://schemas.microsoft.com/office/2007/relationships/hdphoto" Target="../media/hdphoto1.wdp"/><Relationship Id="rId7" Type="http://schemas.microsoft.com/office/2007/relationships/hdphoto" Target="../media/hdphoto2.wdp"/><Relationship Id="rId12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slide" Target="slide17.xml"/><Relationship Id="rId5" Type="http://schemas.openxmlformats.org/officeDocument/2006/relationships/slide" Target="slide15.xml"/><Relationship Id="rId10" Type="http://schemas.openxmlformats.org/officeDocument/2006/relationships/image" Target="../media/image11.svg"/><Relationship Id="rId4" Type="http://schemas.openxmlformats.org/officeDocument/2006/relationships/slide" Target="slide8.xml"/><Relationship Id="rId9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A7049-D945-4DD9-8AB8-91F6AA6C4A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A1B219-150A-4684-A253-2F6BD1EF74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9794A0-1D90-408E-97C2-C091A50EB0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CA5C5E-F421-412A-9A99-4710BCDBE0AA}"/>
              </a:ext>
            </a:extLst>
          </p:cNvPr>
          <p:cNvSpPr txBox="1"/>
          <p:nvPr/>
        </p:nvSpPr>
        <p:spPr>
          <a:xfrm>
            <a:off x="0" y="191386"/>
            <a:ext cx="5029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Booting from hard disk…</a:t>
            </a:r>
          </a:p>
          <a:p>
            <a:r>
              <a:rPr lang="en-GB" dirty="0">
                <a:solidFill>
                  <a:schemeClr val="bg1"/>
                </a:solidFill>
              </a:rPr>
              <a:t>Starting Windos 95...</a:t>
            </a:r>
          </a:p>
          <a:p>
            <a:r>
              <a:rPr lang="en-GB" dirty="0">
                <a:solidFill>
                  <a:schemeClr val="bg1"/>
                </a:solidFill>
                <a:hlinkClick r:id="rId2" action="ppaction://hlinksldjump"/>
              </a:rPr>
              <a:t>Press me</a:t>
            </a:r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0604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1826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1369828" y="2339163"/>
            <a:ext cx="7283302" cy="3710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1369828" y="1690688"/>
            <a:ext cx="7283302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hlinkClick r:id="rId4" action="ppaction://hlinksldjump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7936319" y="183943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4103428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1369828" y="2339163"/>
            <a:ext cx="7283302" cy="3710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1369828" y="1690688"/>
            <a:ext cx="7283302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angle 7">
            <a:hlinkClick r:id="rId4" action="ppaction://hlinksldjump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7936319" y="183943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4190058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hlinkClick r:id="rId4" action="ppaction://hlinksldjump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551161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File Explorer</a:t>
            </a:r>
          </a:p>
        </p:txBody>
      </p:sp>
      <p:sp>
        <p:nvSpPr>
          <p:cNvPr id="8" name="Rectangle 7">
            <a:hlinkClick r:id="rId4" action="ppaction://hlinksldjump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B02529-FC87-4105-B76C-6E31F5B32B1F}"/>
              </a:ext>
            </a:extLst>
          </p:cNvPr>
          <p:cNvSpPr/>
          <p:nvPr/>
        </p:nvSpPr>
        <p:spPr>
          <a:xfrm>
            <a:off x="22150" y="648473"/>
            <a:ext cx="12169849" cy="9144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 descr="A picture containing computer&#10;&#10;Description automatically generated">
            <a:hlinkClick r:id="rId5" action="ppaction://hlinksldjump"/>
            <a:extLst>
              <a:ext uri="{FF2B5EF4-FFF2-40B4-BE49-F238E27FC236}">
                <a16:creationId xmlns:a16="http://schemas.microsoft.com/office/drawing/2014/main" id="{381A847F-A060-462B-B1B6-4FABB73B10B3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2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3561" y="66541"/>
            <a:ext cx="598967" cy="515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512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1369828" y="2339163"/>
            <a:ext cx="7283302" cy="3710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1369828" y="1690688"/>
            <a:ext cx="7283302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login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3AD2DB-B08C-4433-9DBD-37367C20D9C2}"/>
              </a:ext>
            </a:extLst>
          </p:cNvPr>
          <p:cNvSpPr txBox="1"/>
          <p:nvPr/>
        </p:nvSpPr>
        <p:spPr>
          <a:xfrm>
            <a:off x="1541721" y="2509284"/>
            <a:ext cx="49441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Username: username</a:t>
            </a:r>
          </a:p>
          <a:p>
            <a:r>
              <a:rPr lang="en-GB" dirty="0"/>
              <a:t>Password: ********</a:t>
            </a:r>
          </a:p>
        </p:txBody>
      </p:sp>
      <p:sp>
        <p:nvSpPr>
          <p:cNvPr id="10" name="Rectangle 9">
            <a:hlinkClick r:id="rId4" action="ppaction://hlinksldjump"/>
            <a:extLst>
              <a:ext uri="{FF2B5EF4-FFF2-40B4-BE49-F238E27FC236}">
                <a16:creationId xmlns:a16="http://schemas.microsoft.com/office/drawing/2014/main" id="{D1A0153E-AA91-42B4-97EE-92E1C09D642D}"/>
              </a:ext>
            </a:extLst>
          </p:cNvPr>
          <p:cNvSpPr/>
          <p:nvPr/>
        </p:nvSpPr>
        <p:spPr>
          <a:xfrm>
            <a:off x="2828260" y="4019107"/>
            <a:ext cx="4944139" cy="978195"/>
          </a:xfrm>
          <a:prstGeom prst="rect">
            <a:avLst/>
          </a:prstGeom>
          <a:solidFill>
            <a:schemeClr val="tx2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Log in</a:t>
            </a:r>
          </a:p>
        </p:txBody>
      </p:sp>
    </p:spTree>
    <p:extLst>
      <p:ext uri="{BB962C8B-B14F-4D97-AF65-F5344CB8AC3E}">
        <p14:creationId xmlns:p14="http://schemas.microsoft.com/office/powerpoint/2010/main" val="3083252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CE5862-808C-44AE-98A4-646DB430CE2B}"/>
              </a:ext>
            </a:extLst>
          </p:cNvPr>
          <p:cNvSpPr/>
          <p:nvPr/>
        </p:nvSpPr>
        <p:spPr>
          <a:xfrm>
            <a:off x="-2" y="5943600"/>
            <a:ext cx="12192001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hlinkClick r:id="rId4" action="ppaction://hlinksldjump"/>
            <a:extLst>
              <a:ext uri="{FF2B5EF4-FFF2-40B4-BE49-F238E27FC236}">
                <a16:creationId xmlns:a16="http://schemas.microsoft.com/office/drawing/2014/main" id="{823B75CA-DE81-4146-852F-7AE7008C95E3}"/>
              </a:ext>
            </a:extLst>
          </p:cNvPr>
          <p:cNvSpPr/>
          <p:nvPr/>
        </p:nvSpPr>
        <p:spPr>
          <a:xfrm>
            <a:off x="22151" y="5956891"/>
            <a:ext cx="914400" cy="914400"/>
          </a:xfrm>
          <a:prstGeom prst="ellipse">
            <a:avLst/>
          </a:prstGeom>
          <a:solidFill>
            <a:schemeClr val="accent1">
              <a:lumMod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98799A-779A-4A20-B3E2-0C9F7905F562}"/>
              </a:ext>
            </a:extLst>
          </p:cNvPr>
          <p:cNvSpPr txBox="1"/>
          <p:nvPr/>
        </p:nvSpPr>
        <p:spPr>
          <a:xfrm>
            <a:off x="10972800" y="5339799"/>
            <a:ext cx="19944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Windos 95</a:t>
            </a:r>
          </a:p>
          <a:p>
            <a:r>
              <a:rPr lang="en-GB" dirty="0"/>
              <a:t>Alpha 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16E89F-0194-41C5-9927-A93A8A4FA084}"/>
              </a:ext>
            </a:extLst>
          </p:cNvPr>
          <p:cNvSpPr/>
          <p:nvPr/>
        </p:nvSpPr>
        <p:spPr>
          <a:xfrm>
            <a:off x="3795823" y="365125"/>
            <a:ext cx="3200400" cy="53870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E4F4B0-0B09-40C2-ADA1-EEB87B7311C7}"/>
              </a:ext>
            </a:extLst>
          </p:cNvPr>
          <p:cNvSpPr txBox="1"/>
          <p:nvPr/>
        </p:nvSpPr>
        <p:spPr>
          <a:xfrm>
            <a:off x="3880884" y="467833"/>
            <a:ext cx="297711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What’s new: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all apps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the Intranet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explorer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run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find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C: drive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access denied screen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Clippit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explorer app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F25C4D-E8C9-4DCF-AE30-D69D695F3047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5916" y="4405664"/>
            <a:ext cx="1905000" cy="1257300"/>
          </a:xfrm>
          <a:prstGeom prst="rect">
            <a:avLst/>
          </a:prstGeom>
        </p:spPr>
      </p:pic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BB8D192B-B72F-4DB5-AC72-81F1CBFF3BF6}"/>
              </a:ext>
            </a:extLst>
          </p:cNvPr>
          <p:cNvSpPr/>
          <p:nvPr/>
        </p:nvSpPr>
        <p:spPr>
          <a:xfrm>
            <a:off x="8068339" y="1882074"/>
            <a:ext cx="2749403" cy="2126400"/>
          </a:xfrm>
          <a:prstGeom prst="wedgeRectCallout">
            <a:avLst>
              <a:gd name="adj1" fmla="val 10613"/>
              <a:gd name="adj2" fmla="val 9927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BC17D9-AE82-4A17-8033-9E076E11B4A5}"/>
              </a:ext>
            </a:extLst>
          </p:cNvPr>
          <p:cNvSpPr txBox="1"/>
          <p:nvPr/>
        </p:nvSpPr>
        <p:spPr>
          <a:xfrm>
            <a:off x="8068339" y="1938146"/>
            <a:ext cx="26599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Hint of version:</a:t>
            </a:r>
          </a:p>
          <a:p>
            <a:r>
              <a:rPr lang="en-GB" dirty="0"/>
              <a:t>NaN</a:t>
            </a:r>
          </a:p>
        </p:txBody>
      </p:sp>
    </p:spTree>
    <p:extLst>
      <p:ext uri="{BB962C8B-B14F-4D97-AF65-F5344CB8AC3E}">
        <p14:creationId xmlns:p14="http://schemas.microsoft.com/office/powerpoint/2010/main" val="1482686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CE5862-808C-44AE-98A4-646DB430CE2B}"/>
              </a:ext>
            </a:extLst>
          </p:cNvPr>
          <p:cNvSpPr/>
          <p:nvPr/>
        </p:nvSpPr>
        <p:spPr>
          <a:xfrm>
            <a:off x="-2" y="5943600"/>
            <a:ext cx="12192001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hlinkClick r:id="rId4" action="ppaction://hlinksldjump"/>
            <a:extLst>
              <a:ext uri="{FF2B5EF4-FFF2-40B4-BE49-F238E27FC236}">
                <a16:creationId xmlns:a16="http://schemas.microsoft.com/office/drawing/2014/main" id="{823B75CA-DE81-4146-852F-7AE7008C95E3}"/>
              </a:ext>
            </a:extLst>
          </p:cNvPr>
          <p:cNvSpPr/>
          <p:nvPr/>
        </p:nvSpPr>
        <p:spPr>
          <a:xfrm>
            <a:off x="22151" y="5956891"/>
            <a:ext cx="914400" cy="914400"/>
          </a:xfrm>
          <a:prstGeom prst="ellipse">
            <a:avLst/>
          </a:prstGeom>
          <a:solidFill>
            <a:schemeClr val="accent1">
              <a:lumMod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98799A-779A-4A20-B3E2-0C9F7905F562}"/>
              </a:ext>
            </a:extLst>
          </p:cNvPr>
          <p:cNvSpPr txBox="1"/>
          <p:nvPr/>
        </p:nvSpPr>
        <p:spPr>
          <a:xfrm>
            <a:off x="10972800" y="5339799"/>
            <a:ext cx="19944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Windos 95</a:t>
            </a:r>
          </a:p>
          <a:p>
            <a:r>
              <a:rPr lang="en-GB" dirty="0"/>
              <a:t>Alpha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D95B89-8276-4556-BACC-1AC709900134}"/>
              </a:ext>
            </a:extLst>
          </p:cNvPr>
          <p:cNvSpPr/>
          <p:nvPr/>
        </p:nvSpPr>
        <p:spPr>
          <a:xfrm>
            <a:off x="-2" y="2294488"/>
            <a:ext cx="2658142" cy="36491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7E7BCE-DF60-4E8F-A737-B10B3FAAB67E}"/>
              </a:ext>
            </a:extLst>
          </p:cNvPr>
          <p:cNvSpPr txBox="1"/>
          <p:nvPr/>
        </p:nvSpPr>
        <p:spPr>
          <a:xfrm>
            <a:off x="22150" y="2294489"/>
            <a:ext cx="23923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5" action="ppaction://hlinksldjump"/>
              </a:rPr>
              <a:t>All apps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6" action="ppaction://hlinksldjump"/>
              </a:rPr>
              <a:t>Explorer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7" action="ppaction://hlinksldjump"/>
              </a:rPr>
              <a:t>Run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8" action="ppaction://hlinksldjump"/>
              </a:rPr>
              <a:t>Find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9" action="ppaction://hlinksldjump"/>
              </a:rPr>
              <a:t>Intranet explorer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10" action="ppaction://hlinksldjump"/>
              </a:rPr>
              <a:t>Log off Username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11" action="ppaction://hlinksldjump"/>
              </a:rPr>
              <a:t>Power off…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68527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1369828" y="2339163"/>
            <a:ext cx="7283302" cy="3710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1369828" y="1690688"/>
            <a:ext cx="7283302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Power menu</a:t>
            </a:r>
          </a:p>
        </p:txBody>
      </p:sp>
      <p:sp>
        <p:nvSpPr>
          <p:cNvPr id="8" name="Rectangle 7">
            <a:hlinkClick r:id="rId4" action="ppaction://hlinksldjump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7936319" y="183943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90337A-167F-42E7-B55F-736E479AA9BC}"/>
              </a:ext>
            </a:extLst>
          </p:cNvPr>
          <p:cNvSpPr txBox="1"/>
          <p:nvPr/>
        </p:nvSpPr>
        <p:spPr>
          <a:xfrm>
            <a:off x="1584251" y="2466753"/>
            <a:ext cx="692622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5" action="ppaction://hlinksldjump"/>
              </a:rPr>
              <a:t>Power off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6" action="ppaction://hlinksldjump"/>
              </a:rPr>
              <a:t>Reboot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7" action="ppaction://hlinksldjump"/>
              </a:rPr>
              <a:t>Log off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8" action="ppaction://hlinksldjump"/>
              </a:rPr>
              <a:t>sleep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335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1369828" y="2339163"/>
            <a:ext cx="7283302" cy="3710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1369828" y="1690688"/>
            <a:ext cx="7283302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DBDA06-81C0-46A7-8D2B-07826246289B}"/>
              </a:ext>
            </a:extLst>
          </p:cNvPr>
          <p:cNvSpPr txBox="1"/>
          <p:nvPr/>
        </p:nvSpPr>
        <p:spPr>
          <a:xfrm>
            <a:off x="1616149" y="2604977"/>
            <a:ext cx="65496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It is now safe to turn off your computer.</a:t>
            </a:r>
          </a:p>
          <a:p>
            <a:endParaRPr lang="en-GB" dirty="0"/>
          </a:p>
          <a:p>
            <a:r>
              <a:rPr lang="en-GB" dirty="0">
                <a:hlinkClick r:id="rId4" action="ppaction://hlinksldjump"/>
              </a:rPr>
              <a:t>Restart</a:t>
            </a:r>
            <a:endParaRPr lang="en-GB" dirty="0"/>
          </a:p>
          <a:p>
            <a:endParaRPr lang="en-GB" dirty="0"/>
          </a:p>
          <a:p>
            <a:r>
              <a:rPr lang="en-GB" dirty="0"/>
              <a:t>Press ESC to exit Windos now</a:t>
            </a:r>
          </a:p>
        </p:txBody>
      </p:sp>
    </p:spTree>
    <p:extLst>
      <p:ext uri="{BB962C8B-B14F-4D97-AF65-F5344CB8AC3E}">
        <p14:creationId xmlns:p14="http://schemas.microsoft.com/office/powerpoint/2010/main" val="2194484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hlinkClick r:id="rId2" action="ppaction://hlinksldjump"/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hlinkClick r:id="rId2" action="ppaction://hlinksldjump"/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7257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All apps</a:t>
            </a:r>
          </a:p>
        </p:txBody>
      </p:sp>
      <p:sp>
        <p:nvSpPr>
          <p:cNvPr id="8" name="Rectangle 7">
            <a:hlinkClick r:id="rId4" action="ppaction://hlinksldjump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pic>
        <p:nvPicPr>
          <p:cNvPr id="10" name="Picture 9" descr="A close up of a logo&#10;&#10;Description automatically generated">
            <a:hlinkClick r:id="rId5" action="ppaction://hlinksldjump"/>
            <a:extLst>
              <a:ext uri="{FF2B5EF4-FFF2-40B4-BE49-F238E27FC236}">
                <a16:creationId xmlns:a16="http://schemas.microsoft.com/office/drawing/2014/main" id="{623A3AEA-D6B9-4F0D-9815-7414C5977427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26" y="789450"/>
            <a:ext cx="933580" cy="9145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57959A8-B156-4992-B865-B8E746E27EA0}"/>
              </a:ext>
            </a:extLst>
          </p:cNvPr>
          <p:cNvSpPr txBox="1"/>
          <p:nvPr/>
        </p:nvSpPr>
        <p:spPr>
          <a:xfrm>
            <a:off x="212652" y="1786270"/>
            <a:ext cx="16799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Intranet explorer</a:t>
            </a:r>
          </a:p>
        </p:txBody>
      </p:sp>
      <p:pic>
        <p:nvPicPr>
          <p:cNvPr id="12" name="Picture 11" descr="A picture containing drawing&#10;&#10;Description automatically generated">
            <a:hlinkClick r:id="rId7" action="ppaction://hlinksldjump"/>
            <a:extLst>
              <a:ext uri="{FF2B5EF4-FFF2-40B4-BE49-F238E27FC236}">
                <a16:creationId xmlns:a16="http://schemas.microsoft.com/office/drawing/2014/main" id="{5AD7589E-39A3-45FE-BAD0-7387A761678B}"/>
              </a:ext>
            </a:extLst>
          </p:cNvPr>
          <p:cNvPicPr>
            <a:picLocks noChangeAspect="1"/>
          </p:cNvPicPr>
          <p:nvPr/>
        </p:nvPicPr>
        <p:blipFill>
          <a:blip r:embed="rId8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4473" y="865097"/>
            <a:ext cx="933580" cy="9335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43A245D-EB05-4728-A39A-7415E2713658}"/>
              </a:ext>
            </a:extLst>
          </p:cNvPr>
          <p:cNvSpPr txBox="1"/>
          <p:nvPr/>
        </p:nvSpPr>
        <p:spPr>
          <a:xfrm>
            <a:off x="1446028" y="1956391"/>
            <a:ext cx="2573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explorer</a:t>
            </a:r>
          </a:p>
        </p:txBody>
      </p:sp>
    </p:spTree>
    <p:extLst>
      <p:ext uri="{BB962C8B-B14F-4D97-AF65-F5344CB8AC3E}">
        <p14:creationId xmlns:p14="http://schemas.microsoft.com/office/powerpoint/2010/main" val="27254404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Intranet explorer 16- CONNECTED</a:t>
            </a:r>
          </a:p>
        </p:txBody>
      </p:sp>
      <p:sp>
        <p:nvSpPr>
          <p:cNvPr id="8" name="Rectangle 7">
            <a:hlinkClick r:id="rId4" action="ppaction://hlinksldjump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EDD33B-F1D6-4A1A-BB9F-C21420F91E75}"/>
              </a:ext>
            </a:extLst>
          </p:cNvPr>
          <p:cNvSpPr txBox="1"/>
          <p:nvPr/>
        </p:nvSpPr>
        <p:spPr>
          <a:xfrm>
            <a:off x="138223" y="733647"/>
            <a:ext cx="75278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Welcome to the Intranet!</a:t>
            </a:r>
          </a:p>
          <a:p>
            <a:r>
              <a:rPr lang="en-GB" dirty="0"/>
              <a:t>Tap on any of the underlined text to open that website!</a:t>
            </a:r>
          </a:p>
          <a:p>
            <a:r>
              <a:rPr lang="en-GB" dirty="0"/>
              <a:t> </a:t>
            </a:r>
          </a:p>
          <a:p>
            <a:r>
              <a:rPr lang="en-GB" dirty="0"/>
              <a:t>No websites added</a:t>
            </a:r>
          </a:p>
        </p:txBody>
      </p:sp>
    </p:spTree>
    <p:extLst>
      <p:ext uri="{BB962C8B-B14F-4D97-AF65-F5344CB8AC3E}">
        <p14:creationId xmlns:p14="http://schemas.microsoft.com/office/powerpoint/2010/main" val="27245150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File Explorer</a:t>
            </a:r>
          </a:p>
        </p:txBody>
      </p:sp>
      <p:sp>
        <p:nvSpPr>
          <p:cNvPr id="8" name="Rectangle 7">
            <a:hlinkClick r:id="rId4" action="ppaction://hlinksldjump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B02529-FC87-4105-B76C-6E31F5B32B1F}"/>
              </a:ext>
            </a:extLst>
          </p:cNvPr>
          <p:cNvSpPr/>
          <p:nvPr/>
        </p:nvSpPr>
        <p:spPr>
          <a:xfrm>
            <a:off x="22150" y="648473"/>
            <a:ext cx="12169849" cy="9144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My computer</a:t>
            </a:r>
          </a:p>
        </p:txBody>
      </p:sp>
      <p:pic>
        <p:nvPicPr>
          <p:cNvPr id="12" name="Picture 11" descr="A picture containing computer&#10;&#10;Description automatically generated">
            <a:hlinkClick r:id="rId5" action="ppaction://hlinksldjump"/>
            <a:extLst>
              <a:ext uri="{FF2B5EF4-FFF2-40B4-BE49-F238E27FC236}">
                <a16:creationId xmlns:a16="http://schemas.microsoft.com/office/drawing/2014/main" id="{381A847F-A060-462B-B1B6-4FABB73B10B3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2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3561" y="66541"/>
            <a:ext cx="598967" cy="515391"/>
          </a:xfrm>
          <a:prstGeom prst="rect">
            <a:avLst/>
          </a:prstGeom>
        </p:spPr>
      </p:pic>
      <p:pic>
        <p:nvPicPr>
          <p:cNvPr id="11" name="Picture 10">
            <a:hlinkClick r:id="rId8" action="ppaction://hlinksldjump"/>
            <a:extLst>
              <a:ext uri="{FF2B5EF4-FFF2-40B4-BE49-F238E27FC236}">
                <a16:creationId xmlns:a16="http://schemas.microsoft.com/office/drawing/2014/main" id="{1736EF3D-A9D1-4E62-AFF2-4E72DFD28A18}"/>
              </a:ext>
            </a:extLst>
          </p:cNvPr>
          <p:cNvPicPr>
            <a:picLocks noChangeAspect="1"/>
          </p:cNvPicPr>
          <p:nvPr/>
        </p:nvPicPr>
        <p:blipFill>
          <a:blip r:embed="rId9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347" y="1593100"/>
            <a:ext cx="618247" cy="61824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8D2C366-D7F5-447C-BF4C-3B9240E684A6}"/>
              </a:ext>
            </a:extLst>
          </p:cNvPr>
          <p:cNvSpPr txBox="1"/>
          <p:nvPr/>
        </p:nvSpPr>
        <p:spPr>
          <a:xfrm>
            <a:off x="180753" y="2211347"/>
            <a:ext cx="1414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C:\</a:t>
            </a:r>
          </a:p>
        </p:txBody>
      </p:sp>
    </p:spTree>
    <p:extLst>
      <p:ext uri="{BB962C8B-B14F-4D97-AF65-F5344CB8AC3E}">
        <p14:creationId xmlns:p14="http://schemas.microsoft.com/office/powerpoint/2010/main" val="33752447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1369828" y="2339163"/>
            <a:ext cx="7283302" cy="3710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1369828" y="1690688"/>
            <a:ext cx="7283302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run</a:t>
            </a:r>
          </a:p>
        </p:txBody>
      </p:sp>
      <p:sp>
        <p:nvSpPr>
          <p:cNvPr id="8" name="Rectangle 7">
            <a:hlinkClick r:id="rId4" action="ppaction://hlinksldjump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7936319" y="183943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sp>
        <p:nvSpPr>
          <p:cNvPr id="9" name="Rectangle 8">
            <a:hlinkClick r:id="rId5" action="ppaction://hlinksldjump" tooltip="this opens up the OSOD"/>
            <a:extLst>
              <a:ext uri="{FF2B5EF4-FFF2-40B4-BE49-F238E27FC236}">
                <a16:creationId xmlns:a16="http://schemas.microsoft.com/office/drawing/2014/main" id="{B4AE64ED-63EC-4B23-8F44-74CDD6ECB4CD}"/>
              </a:ext>
            </a:extLst>
          </p:cNvPr>
          <p:cNvSpPr/>
          <p:nvPr/>
        </p:nvSpPr>
        <p:spPr>
          <a:xfrm>
            <a:off x="1754372" y="2987638"/>
            <a:ext cx="6475228" cy="9144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osod.exe</a:t>
            </a:r>
          </a:p>
        </p:txBody>
      </p:sp>
      <p:sp>
        <p:nvSpPr>
          <p:cNvPr id="10" name="Rectangle 9">
            <a:hlinkClick r:id="rId6" action="ppaction://hlinksldjump"/>
            <a:extLst>
              <a:ext uri="{FF2B5EF4-FFF2-40B4-BE49-F238E27FC236}">
                <a16:creationId xmlns:a16="http://schemas.microsoft.com/office/drawing/2014/main" id="{A6FE60BE-ADBD-4B1D-8122-FA5A2C814DA4}"/>
              </a:ext>
            </a:extLst>
          </p:cNvPr>
          <p:cNvSpPr/>
          <p:nvPr/>
        </p:nvSpPr>
        <p:spPr>
          <a:xfrm>
            <a:off x="1828801" y="4710112"/>
            <a:ext cx="2296632" cy="9144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✓ </a:t>
            </a:r>
          </a:p>
        </p:txBody>
      </p:sp>
      <p:sp>
        <p:nvSpPr>
          <p:cNvPr id="11" name="Rectangle 10">
            <a:hlinkClick r:id="rId4" action="ppaction://hlinksldjump"/>
            <a:extLst>
              <a:ext uri="{FF2B5EF4-FFF2-40B4-BE49-F238E27FC236}">
                <a16:creationId xmlns:a16="http://schemas.microsoft.com/office/drawing/2014/main" id="{B426F685-9E9B-41F3-BDE5-02FECF1C1DE1}"/>
              </a:ext>
            </a:extLst>
          </p:cNvPr>
          <p:cNvSpPr/>
          <p:nvPr/>
        </p:nvSpPr>
        <p:spPr>
          <a:xfrm>
            <a:off x="5240965" y="4710112"/>
            <a:ext cx="2296632" cy="9144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 </a:t>
            </a:r>
          </a:p>
        </p:txBody>
      </p:sp>
    </p:spTree>
    <p:extLst>
      <p:ext uri="{BB962C8B-B14F-4D97-AF65-F5344CB8AC3E}">
        <p14:creationId xmlns:p14="http://schemas.microsoft.com/office/powerpoint/2010/main" val="15885860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lose up of a logo&#10;&#10;Description automatically generated">
            <a:hlinkClick r:id="rId2" action="ppaction://hlinksldjump"/>
            <a:extLst>
              <a:ext uri="{FF2B5EF4-FFF2-40B4-BE49-F238E27FC236}">
                <a16:creationId xmlns:a16="http://schemas.microsoft.com/office/drawing/2014/main" id="{BF3A0D8E-8B9C-4C50-962B-9266AE78EB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5358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1369828" y="2339163"/>
            <a:ext cx="7283302" cy="3710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1369828" y="1690688"/>
            <a:ext cx="7283302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find</a:t>
            </a:r>
          </a:p>
        </p:txBody>
      </p:sp>
      <p:sp>
        <p:nvSpPr>
          <p:cNvPr id="8" name="Rectangle 7">
            <a:hlinkClick r:id="rId4" action="ppaction://hlinksldjump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7936319" y="183943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C2C0E7-9F4F-4FE8-A031-569937BE9893}"/>
              </a:ext>
            </a:extLst>
          </p:cNvPr>
          <p:cNvSpPr/>
          <p:nvPr/>
        </p:nvSpPr>
        <p:spPr>
          <a:xfrm>
            <a:off x="1499191" y="2498651"/>
            <a:ext cx="6071190" cy="930349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osod.exe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8B5FE2-6D63-4847-BAE5-87F99518F318}"/>
              </a:ext>
            </a:extLst>
          </p:cNvPr>
          <p:cNvSpPr/>
          <p:nvPr/>
        </p:nvSpPr>
        <p:spPr>
          <a:xfrm>
            <a:off x="7620000" y="2487908"/>
            <a:ext cx="914400" cy="9144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Graphic 12" descr="Magnifying glass">
            <a:hlinkClick r:id="rId5" action="ppaction://hlinksldjump" tooltip="do not press"/>
            <a:extLst>
              <a:ext uri="{FF2B5EF4-FFF2-40B4-BE49-F238E27FC236}">
                <a16:creationId xmlns:a16="http://schemas.microsoft.com/office/drawing/2014/main" id="{A21CC105-0AC4-440D-8D6F-DD0A38EF23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70381" y="2489237"/>
            <a:ext cx="914400" cy="9144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4A38AB3-C7AD-46B4-8657-530D9BA3E19E}"/>
              </a:ext>
            </a:extLst>
          </p:cNvPr>
          <p:cNvSpPr txBox="1"/>
          <p:nvPr/>
        </p:nvSpPr>
        <p:spPr>
          <a:xfrm>
            <a:off x="1499191" y="3827721"/>
            <a:ext cx="65283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Found 1 file:</a:t>
            </a:r>
          </a:p>
          <a:p>
            <a:r>
              <a:rPr lang="en-GB" dirty="0"/>
              <a:t>osod.exe</a:t>
            </a:r>
          </a:p>
          <a:p>
            <a:r>
              <a:rPr lang="en-GB" dirty="0"/>
              <a:t>Press the        button to open file </a:t>
            </a:r>
          </a:p>
        </p:txBody>
      </p:sp>
      <p:pic>
        <p:nvPicPr>
          <p:cNvPr id="15" name="Graphic 14" descr="Magnifying glass">
            <a:extLst>
              <a:ext uri="{FF2B5EF4-FFF2-40B4-BE49-F238E27FC236}">
                <a16:creationId xmlns:a16="http://schemas.microsoft.com/office/drawing/2014/main" id="{B20558C8-DA28-45BE-A25F-7DF2C28DB9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49031" y="4377209"/>
            <a:ext cx="373842" cy="373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9680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File Explorer</a:t>
            </a:r>
          </a:p>
        </p:txBody>
      </p:sp>
      <p:sp>
        <p:nvSpPr>
          <p:cNvPr id="8" name="Rectangle 7">
            <a:hlinkClick r:id="rId4" action="ppaction://hlinksldjump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B02529-FC87-4105-B76C-6E31F5B32B1F}"/>
              </a:ext>
            </a:extLst>
          </p:cNvPr>
          <p:cNvSpPr/>
          <p:nvPr/>
        </p:nvSpPr>
        <p:spPr>
          <a:xfrm>
            <a:off x="22150" y="648473"/>
            <a:ext cx="12169849" cy="9144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C:\</a:t>
            </a:r>
          </a:p>
        </p:txBody>
      </p:sp>
      <p:pic>
        <p:nvPicPr>
          <p:cNvPr id="12" name="Picture 11" descr="A picture containing computer&#10;&#10;Description automatically generated">
            <a:hlinkClick r:id="rId5" action="ppaction://hlinksldjump"/>
            <a:extLst>
              <a:ext uri="{FF2B5EF4-FFF2-40B4-BE49-F238E27FC236}">
                <a16:creationId xmlns:a16="http://schemas.microsoft.com/office/drawing/2014/main" id="{381A847F-A060-462B-B1B6-4FABB73B10B3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2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3561" y="66541"/>
            <a:ext cx="598967" cy="515391"/>
          </a:xfrm>
          <a:prstGeom prst="rect">
            <a:avLst/>
          </a:prstGeom>
        </p:spPr>
      </p:pic>
      <p:pic>
        <p:nvPicPr>
          <p:cNvPr id="11" name="Graphic 10">
            <a:hlinkClick r:id="rId8" action="ppaction://hlinksldjump"/>
            <a:extLst>
              <a:ext uri="{FF2B5EF4-FFF2-40B4-BE49-F238E27FC236}">
                <a16:creationId xmlns:a16="http://schemas.microsoft.com/office/drawing/2014/main" id="{84546C45-65E6-4605-B08A-0AD69D7C7EF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0999" y="1774019"/>
            <a:ext cx="914400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4129B4F-3E6A-4992-8D73-6281C60680A2}"/>
              </a:ext>
            </a:extLst>
          </p:cNvPr>
          <p:cNvSpPr txBox="1"/>
          <p:nvPr/>
        </p:nvSpPr>
        <p:spPr>
          <a:xfrm>
            <a:off x="299483" y="2583712"/>
            <a:ext cx="898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Windos</a:t>
            </a:r>
          </a:p>
        </p:txBody>
      </p:sp>
      <p:pic>
        <p:nvPicPr>
          <p:cNvPr id="14" name="Graphic 13">
            <a:hlinkClick r:id="rId8" action="ppaction://hlinksldjump"/>
            <a:extLst>
              <a:ext uri="{FF2B5EF4-FFF2-40B4-BE49-F238E27FC236}">
                <a16:creationId xmlns:a16="http://schemas.microsoft.com/office/drawing/2014/main" id="{0ED225C4-570E-40D0-A33E-215AE8D756C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707122" y="1732824"/>
            <a:ext cx="914400" cy="914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B101669-0B01-4CF2-953C-A9F190188B43}"/>
              </a:ext>
            </a:extLst>
          </p:cNvPr>
          <p:cNvSpPr txBox="1"/>
          <p:nvPr/>
        </p:nvSpPr>
        <p:spPr>
          <a:xfrm>
            <a:off x="1456660" y="2668547"/>
            <a:ext cx="1415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Program files</a:t>
            </a:r>
          </a:p>
        </p:txBody>
      </p:sp>
      <p:pic>
        <p:nvPicPr>
          <p:cNvPr id="17" name="Graphic 16">
            <a:hlinkClick r:id="rId11" action="ppaction://hlinksldjump"/>
            <a:extLst>
              <a:ext uri="{FF2B5EF4-FFF2-40B4-BE49-F238E27FC236}">
                <a16:creationId xmlns:a16="http://schemas.microsoft.com/office/drawing/2014/main" id="{9CB65B65-2E9B-4287-AC88-9D6E685E4EC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459515" y="1778121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2C9A5CE-2E63-42EA-89D0-2F0A39E4AA3B}"/>
              </a:ext>
            </a:extLst>
          </p:cNvPr>
          <p:cNvSpPr txBox="1"/>
          <p:nvPr/>
        </p:nvSpPr>
        <p:spPr>
          <a:xfrm flipH="1">
            <a:off x="3318196" y="2688767"/>
            <a:ext cx="2409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Windos.dll</a:t>
            </a:r>
          </a:p>
        </p:txBody>
      </p:sp>
    </p:spTree>
    <p:extLst>
      <p:ext uri="{BB962C8B-B14F-4D97-AF65-F5344CB8AC3E}">
        <p14:creationId xmlns:p14="http://schemas.microsoft.com/office/powerpoint/2010/main" val="23663465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1369828" y="2339163"/>
            <a:ext cx="7283302" cy="3710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1369828" y="1690688"/>
            <a:ext cx="7283302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Access denied</a:t>
            </a:r>
          </a:p>
        </p:txBody>
      </p:sp>
      <p:sp>
        <p:nvSpPr>
          <p:cNvPr id="8" name="Rectangle 7">
            <a:hlinkClick r:id="rId4" action="ppaction://hlinksldjump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7936319" y="183943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D74FCE-0A24-4CC2-82CD-27592A256D2B}"/>
              </a:ext>
            </a:extLst>
          </p:cNvPr>
          <p:cNvSpPr/>
          <p:nvPr/>
        </p:nvSpPr>
        <p:spPr>
          <a:xfrm>
            <a:off x="1369828" y="236992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/>
              <a:t>This PC has denied access to this file or folder.</a:t>
            </a:r>
          </a:p>
          <a:p>
            <a:r>
              <a:rPr lang="en-GB" dirty="0"/>
              <a:t>Please contact the developer of Windos for ,more info.</a:t>
            </a:r>
          </a:p>
        </p:txBody>
      </p:sp>
    </p:spTree>
    <p:extLst>
      <p:ext uri="{BB962C8B-B14F-4D97-AF65-F5344CB8AC3E}">
        <p14:creationId xmlns:p14="http://schemas.microsoft.com/office/powerpoint/2010/main" val="2236863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206</Words>
  <Application>Microsoft Office PowerPoint</Application>
  <PresentationFormat>Widescreen</PresentationFormat>
  <Paragraphs>91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Szymon Mochort</dc:creator>
  <cp:lastModifiedBy>Szymon Mochort</cp:lastModifiedBy>
  <cp:revision>28</cp:revision>
  <dcterms:created xsi:type="dcterms:W3CDTF">2020-06-01T13:59:04Z</dcterms:created>
  <dcterms:modified xsi:type="dcterms:W3CDTF">2020-06-02T13:35:03Z</dcterms:modified>
</cp:coreProperties>
</file>