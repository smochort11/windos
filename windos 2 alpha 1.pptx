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48D9-4084-4138-9FF7-89EEE910B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EB735-18BE-4A34-9520-7620E10B5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153A-15FB-4191-B351-15CB5296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4DAF0-A638-4B2F-9ED5-C809EF69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8D82-A197-4134-83F6-E540F321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85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DC95-5C05-4D05-AB53-2EC1C6CA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37BB-5766-4B5D-ADDF-04B1F89C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D0A7D-255F-41CC-894E-3F8602EB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E9975-1B8C-4E3B-B9D5-5CC1B58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DD56-E9F8-4EEC-9F15-72E0E0A4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01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6B2B-D7CF-4635-A40F-2F6D5999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1A4B-5C4E-4EA7-8CE6-8839C114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98726-68BC-4B15-8253-91770A2B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B7AC-9315-4BA0-9D77-97023519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5203-2ED1-4644-8EBA-72F8A3AF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2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56B7-4A27-4B2F-B1C5-B2B63E10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59B8-DE07-4078-89B1-0950147C2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316AB-CF90-4575-9FCE-E2F6F700A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15039-0B13-4596-84B0-DB2A8F69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80A9-56B3-4B7D-BCF4-9D6ACDDA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E7AE3-E190-4314-9146-3828140F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58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E628-05EA-462C-95F4-13D45ED9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BBFB9-E8EA-4D0A-8578-5E985CDB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0F3E1-EBAC-4A6C-BEC6-8E72687C5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3467-6A62-44FC-9702-C649D5455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6A095-2DB2-485A-A27C-0AE542B55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818F0-4AF7-4989-A7C8-5860E17C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42236-6140-4CB1-A493-3B8AE638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96AB5-6454-4AEE-9BA8-78A8F605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00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399E-9CD9-4D5A-934B-7BD67DFB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1B4AF-EC47-4B7E-9F25-2233226E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2EFB-FD55-4254-9842-C04E9B76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EA200-B1A6-4715-8886-89E81C56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59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3D4DD-5B7C-4177-A711-A6A965DE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56EC5-CB12-4D99-8D6B-9187059B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AB8E5-B24A-48CF-8904-3ED27340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45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37D5-1426-452A-B95B-886BB2D6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7B32-F1C2-4145-B442-3F5A51F8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92EC5-3DAA-4E76-9482-C0C4B7DB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E5F8-5746-4F2E-A48B-37DD2C62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5CE0F-9C57-4612-823F-2B3E0E58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1883-E8CD-4FDA-9B4D-FDD9C349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23F1-A2E7-4CFB-82F1-28D539E8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89705-65EF-41DE-B955-94E64F020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6B67C-B1E1-45E4-9B4F-388A083C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E0BC6-53DE-44F2-9EAF-AFAF4AB0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B234B-DFD9-4098-82FC-FEEC9CA8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D79F4-248B-41A0-81A9-67662B74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65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A64-BAD1-4DE4-A544-F67E2635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80262-553C-45FA-9391-64BBC14B7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01925-77A0-49F8-A5B7-E6A802A8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BFC1-EF4E-4B76-B374-083FDF9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FEEB2-2975-455F-B21F-4CD8CE5C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87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39DD0-0BC2-4E7F-9125-0792DCBBE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C8C72-D50F-4744-BD1E-9F91E1DBF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79FB-1124-4B5A-A0D7-6C2F80A5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C72F-CFB5-4413-913B-CDB95136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4072-C007-4CA9-9557-D2A13906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56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7ABAD-6AE1-443B-88A4-9C92B7F2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FE6D-6852-4756-8F34-3678E115C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A0835-19B2-4BCD-9F1A-49EE54D71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BC52C-4070-49FE-A228-8B82CF639959}" type="datetimeFigureOut">
              <a:rPr lang="en-GB" smtClean="0"/>
              <a:t>21/04/2020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2FEC-8FEB-4464-82AF-D7123C0C4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4147-B4A7-4F8D-99DD-763CEACBE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69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B891-F20C-4BF4-B96A-1E8658D1A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4E41D-EE99-468A-86F3-A9A871088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AE57D-75D8-47CA-B567-83E1C470951C}"/>
              </a:ext>
            </a:extLst>
          </p:cNvPr>
          <p:cNvSpPr/>
          <p:nvPr/>
        </p:nvSpPr>
        <p:spPr>
          <a:xfrm>
            <a:off x="-74428" y="0"/>
            <a:ext cx="12266428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hard disk…</a:t>
            </a:r>
          </a:p>
          <a:p>
            <a:r>
              <a:rPr lang="en-GB" dirty="0"/>
              <a:t>Starting Windos 2…</a:t>
            </a:r>
          </a:p>
          <a:p>
            <a:endParaRPr lang="en-GB" dirty="0"/>
          </a:p>
          <a:p>
            <a:r>
              <a:rPr lang="en-GB" dirty="0"/>
              <a:t>Press here to boot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72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</p:spTree>
    <p:extLst>
      <p:ext uri="{BB962C8B-B14F-4D97-AF65-F5344CB8AC3E}">
        <p14:creationId xmlns:p14="http://schemas.microsoft.com/office/powerpoint/2010/main" val="3289486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667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34633" y="3108696"/>
            <a:ext cx="5039832" cy="92093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5686646" y="3239553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4029629"/>
            <a:ext cx="5039832" cy="213725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99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B7879-90D8-4B76-9F6B-578DFE503AFB}"/>
              </a:ext>
            </a:extLst>
          </p:cNvPr>
          <p:cNvSpPr/>
          <p:nvPr/>
        </p:nvSpPr>
        <p:spPr>
          <a:xfrm>
            <a:off x="2488019" y="2934586"/>
            <a:ext cx="6847367" cy="1339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64DFFD-2BA5-4992-BCFA-B2F4EA894186}"/>
              </a:ext>
            </a:extLst>
          </p:cNvPr>
          <p:cNvSpPr/>
          <p:nvPr/>
        </p:nvSpPr>
        <p:spPr>
          <a:xfrm>
            <a:off x="8346558" y="4742121"/>
            <a:ext cx="988828" cy="818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3DAEB-8FD9-49D5-A1A6-B7F6D2609011}"/>
              </a:ext>
            </a:extLst>
          </p:cNvPr>
          <p:cNvSpPr/>
          <p:nvPr/>
        </p:nvSpPr>
        <p:spPr>
          <a:xfrm>
            <a:off x="2488019" y="4742121"/>
            <a:ext cx="5656521" cy="818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2894463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BE0A4D-F577-47CF-A738-1BA27F5D8468}"/>
              </a:ext>
            </a:extLst>
          </p:cNvPr>
          <p:cNvSpPr/>
          <p:nvPr/>
        </p:nvSpPr>
        <p:spPr>
          <a:xfrm>
            <a:off x="-50193" y="6209414"/>
            <a:ext cx="12242193" cy="6485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F51F9-9B33-42C9-BB13-328E26DA3BD0}"/>
              </a:ext>
            </a:extLst>
          </p:cNvPr>
          <p:cNvSpPr/>
          <p:nvPr/>
        </p:nvSpPr>
        <p:spPr>
          <a:xfrm>
            <a:off x="0" y="6358270"/>
            <a:ext cx="1520456" cy="3827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1B5BB-BF19-44D5-B166-BB073A8D7FA2}"/>
              </a:ext>
            </a:extLst>
          </p:cNvPr>
          <p:cNvSpPr txBox="1"/>
          <p:nvPr/>
        </p:nvSpPr>
        <p:spPr>
          <a:xfrm>
            <a:off x="74428" y="116958"/>
            <a:ext cx="2732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1</a:t>
            </a:r>
          </a:p>
          <a:p>
            <a:r>
              <a:rPr lang="en-GB" dirty="0"/>
              <a:t>Alpha 2</a:t>
            </a:r>
          </a:p>
          <a:p>
            <a:r>
              <a:rPr lang="en-GB" dirty="0"/>
              <a:t>For testing purposes ONLY</a:t>
            </a:r>
          </a:p>
        </p:txBody>
      </p:sp>
    </p:spTree>
    <p:extLst>
      <p:ext uri="{BB962C8B-B14F-4D97-AF65-F5344CB8AC3E}">
        <p14:creationId xmlns:p14="http://schemas.microsoft.com/office/powerpoint/2010/main" val="346590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 - 8YB.</dc:creator>
  <cp:lastModifiedBy>Szymon Mochort - 8YB.</cp:lastModifiedBy>
  <cp:revision>8</cp:revision>
  <dcterms:created xsi:type="dcterms:W3CDTF">2020-04-21T13:45:39Z</dcterms:created>
  <dcterms:modified xsi:type="dcterms:W3CDTF">2020-04-21T13:53:02Z</dcterms:modified>
</cp:coreProperties>
</file>