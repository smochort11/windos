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83" r:id="rId5"/>
    <p:sldId id="275" r:id="rId6"/>
    <p:sldId id="278" r:id="rId7"/>
    <p:sldId id="257" r:id="rId8"/>
    <p:sldId id="272" r:id="rId9"/>
    <p:sldId id="269" r:id="rId10"/>
    <p:sldId id="259" r:id="rId11"/>
    <p:sldId id="265" r:id="rId12"/>
    <p:sldId id="258" r:id="rId13"/>
    <p:sldId id="276" r:id="rId14"/>
    <p:sldId id="279" r:id="rId15"/>
    <p:sldId id="280" r:id="rId16"/>
    <p:sldId id="261" r:id="rId17"/>
    <p:sldId id="262" r:id="rId18"/>
    <p:sldId id="263" r:id="rId19"/>
    <p:sldId id="264" r:id="rId20"/>
    <p:sldId id="267" r:id="rId21"/>
    <p:sldId id="268" r:id="rId22"/>
    <p:sldId id="270" r:id="rId23"/>
    <p:sldId id="271" r:id="rId24"/>
    <p:sldId id="273" r:id="rId25"/>
    <p:sldId id="274" r:id="rId26"/>
    <p:sldId id="277" r:id="rId27"/>
    <p:sldId id="281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6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21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17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17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Relationship Id="rId9" Type="http://schemas.openxmlformats.org/officeDocument/2006/relationships/image" Target="../media/image1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slide" Target="slide18.xml"/><Relationship Id="rId7" Type="http://schemas.openxmlformats.org/officeDocument/2006/relationships/image" Target="../media/image15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slide" Target="slide3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59.png"/><Relationship Id="rId3" Type="http://schemas.openxmlformats.org/officeDocument/2006/relationships/image" Target="../media/image3.jpeg"/><Relationship Id="rId7" Type="http://schemas.openxmlformats.org/officeDocument/2006/relationships/slide" Target="slide19.xml"/><Relationship Id="rId12" Type="http://schemas.openxmlformats.org/officeDocument/2006/relationships/slide" Target="slide18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11" Type="http://schemas.openxmlformats.org/officeDocument/2006/relationships/image" Target="../media/image158.svg"/><Relationship Id="rId5" Type="http://schemas.openxmlformats.org/officeDocument/2006/relationships/slide" Target="slide5.xml"/><Relationship Id="rId10" Type="http://schemas.openxmlformats.org/officeDocument/2006/relationships/image" Target="../media/image157.png"/><Relationship Id="rId4" Type="http://schemas.openxmlformats.org/officeDocument/2006/relationships/slide" Target="slide20.xml"/><Relationship Id="rId9" Type="http://schemas.microsoft.com/office/2007/relationships/hdphoto" Target="../media/hdphoto5.wdp"/><Relationship Id="rId14" Type="http://schemas.openxmlformats.org/officeDocument/2006/relationships/image" Target="../media/image16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4.png"/><Relationship Id="rId7" Type="http://schemas.openxmlformats.org/officeDocument/2006/relationships/image" Target="../media/image157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20.xml"/><Relationship Id="rId10" Type="http://schemas.openxmlformats.org/officeDocument/2006/relationships/image" Target="../media/image18.png"/><Relationship Id="rId4" Type="http://schemas.openxmlformats.org/officeDocument/2006/relationships/image" Target="../media/image5.svg"/><Relationship Id="rId9" Type="http://schemas.openxmlformats.org/officeDocument/2006/relationships/slide" Target="slide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4.png"/><Relationship Id="rId7" Type="http://schemas.openxmlformats.org/officeDocument/2006/relationships/slide" Target="slide29.xml"/><Relationship Id="rId12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11" Type="http://schemas.openxmlformats.org/officeDocument/2006/relationships/slide" Target="slide20.xml"/><Relationship Id="rId5" Type="http://schemas.openxmlformats.org/officeDocument/2006/relationships/slide" Target="slide4.xml"/><Relationship Id="rId10" Type="http://schemas.openxmlformats.org/officeDocument/2006/relationships/slide" Target="slide21.xml"/><Relationship Id="rId4" Type="http://schemas.openxmlformats.org/officeDocument/2006/relationships/image" Target="../media/image5.svg"/><Relationship Id="rId9" Type="http://schemas.microsoft.com/office/2007/relationships/hdphoto" Target="../media/hdphoto5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12" Type="http://schemas.openxmlformats.org/officeDocument/2006/relationships/image" Target="../media/image136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5.png"/><Relationship Id="rId5" Type="http://schemas.openxmlformats.org/officeDocument/2006/relationships/slide" Target="slide26.xml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slide" Target="slide27.xml"/><Relationship Id="rId5" Type="http://schemas.openxmlformats.org/officeDocument/2006/relationships/slide" Target="slide5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.png"/><Relationship Id="rId7" Type="http://schemas.openxmlformats.org/officeDocument/2006/relationships/image" Target="../media/image48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slide" Target="slide15.xml"/><Relationship Id="rId5" Type="http://schemas.openxmlformats.org/officeDocument/2006/relationships/slide" Target="slide11.xml"/><Relationship Id="rId10" Type="http://schemas.openxmlformats.org/officeDocument/2006/relationships/slide" Target="slide14.xml"/><Relationship Id="rId4" Type="http://schemas.openxmlformats.org/officeDocument/2006/relationships/image" Target="../media/image5.svg"/><Relationship Id="rId9" Type="http://schemas.openxmlformats.org/officeDocument/2006/relationships/slide" Target="slide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12" Type="http://schemas.microsoft.com/office/2007/relationships/hdphoto" Target="../media/hdphoto5.wdp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image" Target="../media/image134.png"/><Relationship Id="rId5" Type="http://schemas.openxmlformats.org/officeDocument/2006/relationships/slide" Target="slide21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21.xml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4.png"/><Relationship Id="rId7" Type="http://schemas.openxmlformats.org/officeDocument/2006/relationships/image" Target="../media/image59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3.xml"/><Relationship Id="rId5" Type="http://schemas.openxmlformats.org/officeDocument/2006/relationships/slide" Target="slide31.xml"/><Relationship Id="rId4" Type="http://schemas.openxmlformats.org/officeDocument/2006/relationships/image" Target="../media/image5.svg"/><Relationship Id="rId9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cannot display this webpage.</a:t>
            </a:r>
          </a:p>
          <a:p>
            <a:pPr algn="ctr"/>
            <a:r>
              <a:rPr lang="en-GB" dirty="0"/>
              <a:t>This is because the OS is in the alpha preview.</a:t>
            </a:r>
          </a:p>
          <a:p>
            <a:pPr algn="ctr"/>
            <a:r>
              <a:rPr lang="en-GB" dirty="0"/>
              <a:t>This means you cannot view this page.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3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have no permission to access this!</a:t>
            </a:r>
          </a:p>
          <a:p>
            <a:pPr algn="ctr"/>
            <a:r>
              <a:rPr lang="en-GB" dirty="0"/>
              <a:t>Windos XP is doing this for the sake of Windos XP.</a:t>
            </a:r>
          </a:p>
          <a:p>
            <a:pPr algn="ctr"/>
            <a:r>
              <a:rPr lang="en-GB" dirty="0"/>
              <a:t>Do you want to destroy this OS?</a:t>
            </a:r>
          </a:p>
          <a:p>
            <a:pPr algn="ctr"/>
            <a:r>
              <a:rPr lang="en-GB" dirty="0"/>
              <a:t>Wait, what?</a:t>
            </a:r>
          </a:p>
          <a:p>
            <a:pPr algn="ctr"/>
            <a:r>
              <a:rPr lang="en-GB" dirty="0"/>
              <a:t>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EXE file error</a:t>
            </a:r>
          </a:p>
          <a:p>
            <a:pPr algn="ctr"/>
            <a:endParaRPr lang="en-GB" u="sng" dirty="0"/>
          </a:p>
          <a:p>
            <a:pPr algn="ctr"/>
            <a:r>
              <a:rPr lang="en-GB" dirty="0"/>
              <a:t>This EXE file cannot be opened. </a:t>
            </a:r>
          </a:p>
          <a:p>
            <a:pPr algn="ctr"/>
            <a:r>
              <a:rPr lang="en-GB" dirty="0"/>
              <a:t>It does not have a valid GUI.</a:t>
            </a:r>
          </a:p>
          <a:p>
            <a:pPr algn="ctr"/>
            <a:r>
              <a:rPr lang="en-GB" dirty="0"/>
              <a:t>Please close the widow to return to the desktop.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C06A-A70A-4399-81FA-E08A78B29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86" y="240277"/>
            <a:ext cx="609604" cy="609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B59D3-79A4-47C1-9932-D5AEDADB1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50" y="346214"/>
            <a:ext cx="528319" cy="5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interface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2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adobe logos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Security Essentials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action centre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 removed </a:t>
            </a:r>
            <a:r>
              <a:rPr lang="en-GB" sz="1600">
                <a:latin typeface="Segoe UI" panose="020B0502040204020203" pitchFamily="34" charset="0"/>
              </a:rPr>
              <a:t>345 bugs</a:t>
            </a:r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7740503" y="5568150"/>
            <a:ext cx="4451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Segoe UI" panose="020B0502040204020203" pitchFamily="34" charset="0"/>
              </a:rPr>
              <a:t>Windos XP alpha 5/5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This version of Windos is not genuine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Unstable OS build</a:t>
            </a:r>
          </a:p>
        </p:txBody>
      </p:sp>
      <p:pic>
        <p:nvPicPr>
          <p:cNvPr id="8" name="Graphic 7" descr="Flag">
            <a:hlinkClick r:id="rId4" action="ppaction://hlinksldjump"/>
            <a:extLst>
              <a:ext uri="{FF2B5EF4-FFF2-40B4-BE49-F238E27FC236}">
                <a16:creationId xmlns:a16="http://schemas.microsoft.com/office/drawing/2014/main" id="{E46F95A0-2044-4B59-BCF6-540D1D47F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4541" y="6483576"/>
            <a:ext cx="330032" cy="330032"/>
          </a:xfrm>
          <a:prstGeom prst="rect">
            <a:avLst/>
          </a:prstGeom>
        </p:spPr>
      </p:pic>
      <p:pic>
        <p:nvPicPr>
          <p:cNvPr id="7" name="Graphic 6">
            <a:hlinkClick r:id="rId3" action="ppaction://hlinksldjump"/>
            <a:extLst>
              <a:ext uri="{FF2B5EF4-FFF2-40B4-BE49-F238E27FC236}">
                <a16:creationId xmlns:a16="http://schemas.microsoft.com/office/drawing/2014/main" id="{2D2CF065-7C33-4120-AC9E-71C4325136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388244" y="5236082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6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6348" y="2903273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  <p:sp>
        <p:nvSpPr>
          <p:cNvPr id="6" name="Rectangle 5">
            <a:hlinkClick r:id="rId12" action="ppaction://hlinksldjump"/>
            <a:extLst>
              <a:ext uri="{FF2B5EF4-FFF2-40B4-BE49-F238E27FC236}">
                <a16:creationId xmlns:a16="http://schemas.microsoft.com/office/drawing/2014/main" id="{63766C3C-F1BA-4DF5-8E42-B8343705CAA8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7" name="Graphic 6">
            <a:hlinkClick r:id="rId12" action="ppaction://hlinksldjump"/>
            <a:extLst>
              <a:ext uri="{FF2B5EF4-FFF2-40B4-BE49-F238E27FC236}">
                <a16:creationId xmlns:a16="http://schemas.microsoft.com/office/drawing/2014/main" id="{EF4B2564-1461-4D1F-85A3-00DDC02E96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  <p:pic>
        <p:nvPicPr>
          <p:cNvPr id="5" name="Picture 4">
            <a:hlinkClick r:id="rId9" action="ppaction://hlinksldjump"/>
            <a:extLst>
              <a:ext uri="{FF2B5EF4-FFF2-40B4-BE49-F238E27FC236}">
                <a16:creationId xmlns:a16="http://schemas.microsoft.com/office/drawing/2014/main" id="{5AC4F393-A781-49EB-9C48-A2A65A55D8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80" y="396373"/>
            <a:ext cx="425303" cy="425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76E8D8-7BA2-45F7-A3BD-8D06F214B9AA}"/>
              </a:ext>
            </a:extLst>
          </p:cNvPr>
          <p:cNvSpPr txBox="1"/>
          <p:nvPr/>
        </p:nvSpPr>
        <p:spPr>
          <a:xfrm>
            <a:off x="2137144" y="862056"/>
            <a:ext cx="266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Security Essentials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EDGE 1</a:t>
            </a:r>
          </a:p>
          <a:p>
            <a:pPr algn="ctr"/>
            <a:r>
              <a:rPr lang="en-GB" dirty="0"/>
              <a:t>Registered to:</a:t>
            </a:r>
          </a:p>
          <a:p>
            <a:pPr algn="ctr"/>
            <a:r>
              <a:rPr lang="en-GB" dirty="0"/>
              <a:t>Username</a:t>
            </a:r>
          </a:p>
          <a:p>
            <a:pPr algn="ctr"/>
            <a:r>
              <a:rPr lang="en-GB" dirty="0"/>
              <a:t>Company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624994" y="3141723"/>
            <a:ext cx="582778" cy="572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E7B19-EEE1-4B57-995D-2EEC780BA894}"/>
              </a:ext>
            </a:extLst>
          </p:cNvPr>
          <p:cNvSpPr txBox="1"/>
          <p:nvPr/>
        </p:nvSpPr>
        <p:spPr>
          <a:xfrm>
            <a:off x="3338623" y="4582633"/>
            <a:ext cx="178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V1. 01</a:t>
            </a:r>
          </a:p>
        </p:txBody>
      </p:sp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v1.01***stable browser***unstable OS build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Bing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EDGE insider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 Krom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147237"/>
            <a:ext cx="2290138" cy="1754371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10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11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12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help utility</a:t>
            </a:r>
          </a:p>
          <a:p>
            <a:pPr algn="ctr"/>
            <a:r>
              <a:rPr lang="en-GB" dirty="0"/>
              <a:t>V1.01</a:t>
            </a:r>
          </a:p>
          <a:p>
            <a:pPr algn="ctr"/>
            <a:r>
              <a:rPr lang="en-GB" dirty="0"/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FC1CC71A-434C-4526-9948-253BF9B8F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70" y="415553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F91B8-AD03-428D-BD6C-422F2E937AAD}"/>
              </a:ext>
            </a:extLst>
          </p:cNvPr>
          <p:cNvSpPr txBox="1"/>
          <p:nvPr/>
        </p:nvSpPr>
        <p:spPr>
          <a:xfrm>
            <a:off x="0" y="786809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system32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1BD8933-115F-4970-9DA9-47F77D1AE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791" y="516556"/>
            <a:ext cx="334700" cy="33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F6979A-BF7E-486E-942E-22D9DEC04FBF}"/>
              </a:ext>
            </a:extLst>
          </p:cNvPr>
          <p:cNvSpPr txBox="1"/>
          <p:nvPr/>
        </p:nvSpPr>
        <p:spPr>
          <a:xfrm>
            <a:off x="1137684" y="786809"/>
            <a:ext cx="2519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Windos.exe</a:t>
            </a:r>
          </a:p>
        </p:txBody>
      </p:sp>
      <p:pic>
        <p:nvPicPr>
          <p:cNvPr id="10" name="Graphic 9">
            <a:hlinkClick r:id="rId11" action="ppaction://hlinksldjump"/>
            <a:extLst>
              <a:ext uri="{FF2B5EF4-FFF2-40B4-BE49-F238E27FC236}">
                <a16:creationId xmlns:a16="http://schemas.microsoft.com/office/drawing/2014/main" id="{8A8BA0AA-F1F9-4A75-8EC3-7662CC890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505" y="448984"/>
            <a:ext cx="536707" cy="53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56C6E-7275-4803-A23D-56A68701B1A4}"/>
              </a:ext>
            </a:extLst>
          </p:cNvPr>
          <p:cNvSpPr txBox="1"/>
          <p:nvPr/>
        </p:nvSpPr>
        <p:spPr>
          <a:xfrm>
            <a:off x="2228505" y="952260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352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\Windos\icons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B902438E-BC56-4932-82A4-D460777D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9" y="617889"/>
            <a:ext cx="476692" cy="47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153B5-68C1-49CB-BAA1-9C06952E7EAC}"/>
              </a:ext>
            </a:extLst>
          </p:cNvPr>
          <p:cNvSpPr txBox="1"/>
          <p:nvPr/>
        </p:nvSpPr>
        <p:spPr>
          <a:xfrm>
            <a:off x="212651" y="1094581"/>
            <a:ext cx="269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Legacy.dll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70C48C62-4658-4957-97E4-C253E989F2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3432" y="515831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7269D8-1DFE-415B-91DC-D76E82AF0084}"/>
              </a:ext>
            </a:extLst>
          </p:cNvPr>
          <p:cNvSpPr txBox="1"/>
          <p:nvPr/>
        </p:nvSpPr>
        <p:spPr>
          <a:xfrm>
            <a:off x="1483432" y="992523"/>
            <a:ext cx="117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current.dll</a:t>
            </a:r>
          </a:p>
        </p:txBody>
      </p:sp>
      <p:pic>
        <p:nvPicPr>
          <p:cNvPr id="10" name="Graphic 9">
            <a:hlinkClick r:id="rId9" action="ppaction://hlinksldjump"/>
            <a:extLst>
              <a:ext uri="{FF2B5EF4-FFF2-40B4-BE49-F238E27FC236}">
                <a16:creationId xmlns:a16="http://schemas.microsoft.com/office/drawing/2014/main" id="{7FEEAB6A-7350-454F-B7A8-620A5F57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864" y="515831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78FC1-FF52-4517-A6E9-F201A99D6633}"/>
              </a:ext>
            </a:extLst>
          </p:cNvPr>
          <p:cNvSpPr txBox="1"/>
          <p:nvPr/>
        </p:nvSpPr>
        <p:spPr>
          <a:xfrm>
            <a:off x="2902688" y="992523"/>
            <a:ext cx="156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ess1.dll</a:t>
            </a:r>
          </a:p>
        </p:txBody>
      </p:sp>
      <p:pic>
        <p:nvPicPr>
          <p:cNvPr id="12" name="Graphic 11">
            <a:hlinkClick r:id="rId10" action="ppaction://hlinksldjump"/>
            <a:extLst>
              <a:ext uri="{FF2B5EF4-FFF2-40B4-BE49-F238E27FC236}">
                <a16:creationId xmlns:a16="http://schemas.microsoft.com/office/drawing/2014/main" id="{65CCD608-A066-4FEA-A1E6-C8455CDE5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0296" y="598576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ED14F2-D46E-4892-B6AC-97108FED3E60}"/>
              </a:ext>
            </a:extLst>
          </p:cNvPr>
          <p:cNvSpPr txBox="1"/>
          <p:nvPr/>
        </p:nvSpPr>
        <p:spPr>
          <a:xfrm>
            <a:off x="4276251" y="1135270"/>
            <a:ext cx="1881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interface.dll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592B1445-7455-4B17-A7F0-2DB70900E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414" y="561726"/>
            <a:ext cx="476692" cy="476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022BEF-529F-4F1E-947F-B07575BBE1BB}"/>
              </a:ext>
            </a:extLst>
          </p:cNvPr>
          <p:cNvSpPr txBox="1"/>
          <p:nvPr/>
        </p:nvSpPr>
        <p:spPr>
          <a:xfrm>
            <a:off x="5217233" y="1202836"/>
            <a:ext cx="2253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adobe.dll</a:t>
            </a:r>
          </a:p>
        </p:txBody>
      </p:sp>
    </p:spTree>
    <p:extLst>
      <p:ext uri="{BB962C8B-B14F-4D97-AF65-F5344CB8AC3E}">
        <p14:creationId xmlns:p14="http://schemas.microsoft.com/office/powerpoint/2010/main" val="1728291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site***Windos XP Official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750A0-7DAB-4658-A7ED-DADC8733A3F1}"/>
              </a:ext>
            </a:extLst>
          </p:cNvPr>
          <p:cNvSpPr/>
          <p:nvPr/>
        </p:nvSpPr>
        <p:spPr>
          <a:xfrm>
            <a:off x="0" y="6071190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9" name="Graphic 8">
            <a:hlinkClick r:id="rId8" action="ppaction://hlinksldjump"/>
            <a:extLst>
              <a:ext uri="{FF2B5EF4-FFF2-40B4-BE49-F238E27FC236}">
                <a16:creationId xmlns:a16="http://schemas.microsoft.com/office/drawing/2014/main" id="{4D0C1722-5373-484D-92C4-25BE65F9B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69" y="6129197"/>
            <a:ext cx="334700" cy="33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337603-1C17-4313-9F87-B6C48F6057A5}"/>
              </a:ext>
            </a:extLst>
          </p:cNvPr>
          <p:cNvSpPr/>
          <p:nvPr/>
        </p:nvSpPr>
        <p:spPr>
          <a:xfrm>
            <a:off x="1201480" y="6071190"/>
            <a:ext cx="10990520" cy="414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XP alpha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D8D60D06-BD2D-4424-97BE-EB303720291B}"/>
              </a:ext>
            </a:extLst>
          </p:cNvPr>
          <p:cNvSpPr/>
          <p:nvPr/>
        </p:nvSpPr>
        <p:spPr>
          <a:xfrm>
            <a:off x="202019" y="2941641"/>
            <a:ext cx="3519376" cy="1414130"/>
          </a:xfrm>
          <a:prstGeom prst="wedgeRoundRectCallout">
            <a:avLst>
              <a:gd name="adj1" fmla="val -38350"/>
              <a:gd name="adj2" fmla="val 1203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Discover Windos XP, the next version of Windos!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A39A2F-3FA7-4CD6-866F-48291C604C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9" y="5270171"/>
            <a:ext cx="1169721" cy="7720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A8F91D-F2E5-465A-85A5-393804939EE9}"/>
              </a:ext>
            </a:extLst>
          </p:cNvPr>
          <p:cNvSpPr txBox="1"/>
          <p:nvPr/>
        </p:nvSpPr>
        <p:spPr>
          <a:xfrm>
            <a:off x="5380075" y="988828"/>
            <a:ext cx="5816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&gt;get Windos XP alpha &lt;blocked by site&gt;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&gt;discover Windos XP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&gt;features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&gt;security standards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&gt;become an Insider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2000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Vista &lt;invalid URL&gt;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E4BD0-4B16-4F6C-9CC6-C7FA6708A183}"/>
              </a:ext>
            </a:extLst>
          </p:cNvPr>
          <p:cNvSpPr/>
          <p:nvPr/>
        </p:nvSpPr>
        <p:spPr>
          <a:xfrm>
            <a:off x="0" y="202017"/>
            <a:ext cx="12192000" cy="7123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Become an insider and get a free copy when it comes out!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A681875E-48A6-48F7-8E88-E70B73FC49D2}"/>
              </a:ext>
            </a:extLst>
          </p:cNvPr>
          <p:cNvSpPr/>
          <p:nvPr/>
        </p:nvSpPr>
        <p:spPr>
          <a:xfrm>
            <a:off x="8973879" y="3859619"/>
            <a:ext cx="2307265" cy="988828"/>
          </a:xfrm>
          <a:prstGeom prst="wedgeRectCallout">
            <a:avLst>
              <a:gd name="adj1" fmla="val 86540"/>
              <a:gd name="adj2" fmla="val -95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tells you if a link is invalid so you can save time! </a:t>
            </a:r>
          </a:p>
        </p:txBody>
      </p:sp>
    </p:spTree>
    <p:extLst>
      <p:ext uri="{BB962C8B-B14F-4D97-AF65-F5344CB8AC3E}">
        <p14:creationId xmlns:p14="http://schemas.microsoft.com/office/powerpoint/2010/main" val="3950671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site***XP version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Version plan: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1 is the Internet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2  App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3 Security update 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4- help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5- final beta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 launch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01 new tech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02 new tech +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03 new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SP2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SP3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V1.04 final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05 discontinuation update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195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SE v0.99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DE88A8D5-C573-4431-AE26-301E3BA8CBE2}"/>
              </a:ext>
            </a:extLst>
          </p:cNvPr>
          <p:cNvSpPr/>
          <p:nvPr/>
        </p:nvSpPr>
        <p:spPr>
          <a:xfrm>
            <a:off x="669851" y="132907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 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D802F0D5-3D04-4E00-85CB-BF0E9A06A4C5}"/>
              </a:ext>
            </a:extLst>
          </p:cNvPr>
          <p:cNvSpPr/>
          <p:nvPr/>
        </p:nvSpPr>
        <p:spPr>
          <a:xfrm>
            <a:off x="669851" y="2456121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Ransom Protect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A2031EC1-0A03-4884-88BE-4D81DD11ACC3}"/>
              </a:ext>
            </a:extLst>
          </p:cNvPr>
          <p:cNvSpPr/>
          <p:nvPr/>
        </p:nvSpPr>
        <p:spPr>
          <a:xfrm>
            <a:off x="669850" y="3492796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Firewall</a:t>
            </a:r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6F91FF19-66EC-4B3D-97D4-DB2BF13E2E0E}"/>
              </a:ext>
            </a:extLst>
          </p:cNvPr>
          <p:cNvSpPr/>
          <p:nvPr/>
        </p:nvSpPr>
        <p:spPr>
          <a:xfrm>
            <a:off x="669849" y="4354032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VPN</a:t>
            </a:r>
          </a:p>
        </p:txBody>
      </p:sp>
      <p:sp>
        <p:nvSpPr>
          <p:cNvPr id="13" name="Rectangle 12">
            <a:hlinkClick r:id="rId6" action="ppaction://hlinksldjump"/>
            <a:extLst>
              <a:ext uri="{FF2B5EF4-FFF2-40B4-BE49-F238E27FC236}">
                <a16:creationId xmlns:a16="http://schemas.microsoft.com/office/drawing/2014/main" id="{D75FC2A5-5CFC-4A19-B670-72D65D567222}"/>
              </a:ext>
            </a:extLst>
          </p:cNvPr>
          <p:cNvSpPr/>
          <p:nvPr/>
        </p:nvSpPr>
        <p:spPr>
          <a:xfrm>
            <a:off x="669849" y="552893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Blocker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683C8-CD35-4E38-96F4-662B4A756D99}"/>
              </a:ext>
            </a:extLst>
          </p:cNvPr>
          <p:cNvSpPr/>
          <p:nvPr/>
        </p:nvSpPr>
        <p:spPr>
          <a:xfrm>
            <a:off x="6430925" y="1671968"/>
            <a:ext cx="4518837" cy="28256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essentials for Windos 2000 SP2 and XP</a:t>
            </a:r>
          </a:p>
          <a:p>
            <a:pPr algn="ctr"/>
            <a:r>
              <a:rPr lang="en-GB" dirty="0"/>
              <a:t>V0. 99</a:t>
            </a:r>
          </a:p>
          <a:p>
            <a:pPr algn="ctr"/>
            <a:r>
              <a:rPr lang="en-GB" dirty="0"/>
              <a:t>For test purposes only! </a:t>
            </a:r>
          </a:p>
          <a:p>
            <a:pPr algn="ctr"/>
            <a:r>
              <a:rPr lang="en-GB" dirty="0"/>
              <a:t>Opening a locked feature crashes SE0.99!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984BB82-966A-408B-A983-AF91B74744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1994" y="4429348"/>
            <a:ext cx="476692" cy="47669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0563798-1070-4EA2-A6CE-4EC22C6409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1994" y="3511404"/>
            <a:ext cx="476692" cy="47669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3913B98-0A5B-446A-8603-516B52054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1994" y="2493337"/>
            <a:ext cx="476692" cy="4766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9B405B-60C8-4F57-8821-291FE6CBDA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5619306"/>
            <a:ext cx="425303" cy="4253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F60B67-891E-4C38-9A91-986EE9B54C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1384890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90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Scanning for malware…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3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Results: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NaN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44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1.0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is the replacement for the age old Web Protection standard.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blocker uses advanced tech to detect if a suite is a scam, virus, or PUP and does  NOT let you through.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It is enabled by default and even blocks fake ads!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95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F9E14DA-B94A-4B38-82F2-18F986D88AB8}"/>
              </a:ext>
            </a:extLst>
          </p:cNvPr>
          <p:cNvSpPr/>
          <p:nvPr/>
        </p:nvSpPr>
        <p:spPr>
          <a:xfrm>
            <a:off x="8782493" y="329609"/>
            <a:ext cx="3317358" cy="5720317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B5DA0-5D72-40D2-8C5C-4F583C74E8AA}"/>
              </a:ext>
            </a:extLst>
          </p:cNvPr>
          <p:cNvSpPr txBox="1"/>
          <p:nvPr/>
        </p:nvSpPr>
        <p:spPr>
          <a:xfrm>
            <a:off x="8782493" y="329609"/>
            <a:ext cx="33173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System summary: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Alpha OS installed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Internet Blocker 1.09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Antivirus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Firewall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VPN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Ransom Protect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Legacy BIOS 2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WP3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br>
              <a:rPr lang="en-GB" dirty="0">
                <a:latin typeface="Segoe UI" panose="020B0502040204020203" pitchFamily="34" charset="0"/>
              </a:rPr>
            </a:b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F9B9A-A86C-4B42-9138-0234030B3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90" y="1049432"/>
            <a:ext cx="457201" cy="45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D2D3D-0055-4C77-AEA3-E3AEC7391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571" y="2965562"/>
            <a:ext cx="457201" cy="457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0EFD7-834A-4000-AAAE-36F842FB9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350" y="3523771"/>
            <a:ext cx="457201" cy="457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03300B-4921-4890-A906-8478E441B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445" y="4111609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1E76B-26CC-4833-A17C-A36347EEF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844" y="4669818"/>
            <a:ext cx="457201" cy="4572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0E185-A307-4EC6-B61D-E7CF377B6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370" y="5217395"/>
            <a:ext cx="457201" cy="4572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6F9AAF-33D0-4DC0-9AB1-C4F308CD7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519" y="2489755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7F5B3B-96DB-40A5-9FCC-70FBA32D0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646" y="1919529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9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</TotalTime>
  <Words>657</Words>
  <Application>Microsoft Office PowerPoint</Application>
  <PresentationFormat>Widescreen</PresentationFormat>
  <Paragraphs>163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313</cp:revision>
  <dcterms:created xsi:type="dcterms:W3CDTF">2020-07-23T17:46:41Z</dcterms:created>
  <dcterms:modified xsi:type="dcterms:W3CDTF">2020-08-05T13:46:32Z</dcterms:modified>
</cp:coreProperties>
</file>