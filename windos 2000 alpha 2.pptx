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6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831C"/>
    <a:srgbClr val="B7F2FD"/>
    <a:srgbClr val="85D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8" autoAdjust="0"/>
    <p:restoredTop sz="94660"/>
  </p:normalViewPr>
  <p:slideViewPr>
    <p:cSldViewPr snapToGrid="0">
      <p:cViewPr varScale="1">
        <p:scale>
          <a:sx n="90" d="100"/>
          <a:sy n="90" d="100"/>
        </p:scale>
        <p:origin x="5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FCB8-5360-4014-B4B3-0256CC4BA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B2D86-7AFD-4540-B0EB-11CBCAAE8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4CD4-B033-4C6C-90A0-5EB3E7ED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BEA20-336D-4CED-811B-677CB45B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7A119-75E6-40F2-8B2B-89CA4D98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330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9FB9-061A-41B2-A8CA-1302B0B3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9D81-51A9-403C-92E7-F9E6221F3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FB3A0-F0BA-4195-B206-5EED4B1C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FEB77-787C-49CC-B316-E0A4BFB0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EDCE-5D40-4053-898F-B8A520D2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298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7134-9810-44DA-9192-036315E62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D49BF-1656-4A27-A92A-488A1223C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DF845-0C78-423E-9ACD-3B329DB7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560E5-FE06-46FE-80A4-0F65BDF2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E9012-18B9-41C6-B55E-15E00CB2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026D-023A-4641-9734-F56868B2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9F442-9DD7-4A8B-9451-B39A7F75A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ACDA9-449B-48C9-AFDC-A0272368E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E55D5-5DF6-42F0-9EEA-CBD60FCD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674FD-E8E0-402E-8B1B-8720D4D03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5D9BE-DE68-4853-9788-51FCC94D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17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F5166-6725-4534-B790-EE21584AC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05952-1696-46D1-B0E5-140808B93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13DBE-2FD6-49FA-8808-83807706B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44A16A-65FC-4E14-9DB7-72EFF1AF5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45DA67-883A-471A-A3FD-F46FA34BD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71FAC-6D7D-44D8-92ED-E9F3A4E6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4364B-AD77-4936-AD1D-CBBA5D09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3E6CA-AA4D-4BAA-9F9D-63EA7804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672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EBBDB-3D50-4804-83E7-E78B21F5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26E11-09A6-4286-93BE-D63D02AB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1455E-324F-4D00-A0F3-BA0B3FEE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A04F9-08F7-480E-8814-7DDFC7DF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65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9DE427-E53E-4228-B0A5-E215794D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2265D-ED35-4266-BD52-5CCEDABA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71594-D2A5-485B-BF87-1574C398C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66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4442-E196-487C-9535-70F68F208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3C26-2E4A-4FF1-9D19-22D219B59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AB850-A041-4088-A575-DA38F16BF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FF52B-4974-45D0-9B15-F0109EAF1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46B6A-7F9E-46EC-B2C0-F1274117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FC6E5-4696-4FD6-B8C0-F988AD197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37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12DA-09B1-4EA9-8482-996EB888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666061-50B0-42C9-A3C5-801C16957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9D463-82F6-474B-82DA-8033B4180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1685F-6D58-45B2-8D2F-F2EFF7D62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B1B51-8BDF-4E14-9F7A-4272F1357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B6157-812D-47CE-9DB3-ED83B7DD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87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8DE3-74A6-49A9-BE76-5ED4F319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86E87-8765-4BFC-BCF4-9AE32D3E8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0BEFC-2CAA-400D-8B4A-9885A0C7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3B97E-EFD0-4628-B8BF-7F7718D9A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45CC-4B55-426C-9160-868F084B8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600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909D8-460D-471F-847F-595341EDF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E3BB8-2DD3-452B-B24B-C16EFF433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1BD9D-D162-4307-A1D3-E0B654BE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2A55C-8144-4C0F-B8B4-FAE5D904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CE19F-6B9C-417A-A146-306E68A3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25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91C115-6D9C-4967-969F-1B32F4E85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28660-4DF2-4588-A61E-2645F478B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10ECF-A9FF-468E-9EA5-87784B841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DE6AA-7293-4262-8A3F-A959634A6E3B}" type="datetimeFigureOut">
              <a:rPr lang="en-GB" smtClean="0"/>
              <a:t>22/07/2020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16880-D12C-4997-82D3-B0F7E1005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E32DB-7DB1-4F3D-8402-4FD4E9F1B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05354-6D4C-4FC0-AF9C-5137677A48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8.svg"/><Relationship Id="rId21" Type="http://schemas.openxmlformats.org/officeDocument/2006/relationships/image" Target="../media/image21.png"/><Relationship Id="rId34" Type="http://schemas.openxmlformats.org/officeDocument/2006/relationships/image" Target="../media/image33.png"/><Relationship Id="rId42" Type="http://schemas.openxmlformats.org/officeDocument/2006/relationships/image" Target="../media/image41.svg"/><Relationship Id="rId47" Type="http://schemas.openxmlformats.org/officeDocument/2006/relationships/image" Target="../media/image46.png"/><Relationship Id="rId50" Type="http://schemas.openxmlformats.org/officeDocument/2006/relationships/image" Target="../media/image49.svg"/><Relationship Id="rId55" Type="http://schemas.openxmlformats.org/officeDocument/2006/relationships/image" Target="../media/image53.sv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svg"/><Relationship Id="rId59" Type="http://schemas.openxmlformats.org/officeDocument/2006/relationships/image" Target="../media/image5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gif"/><Relationship Id="rId29" Type="http://schemas.openxmlformats.org/officeDocument/2006/relationships/image" Target="../media/image29.png"/><Relationship Id="rId41" Type="http://schemas.openxmlformats.org/officeDocument/2006/relationships/image" Target="../media/image40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1.svg"/><Relationship Id="rId58" Type="http://schemas.openxmlformats.org/officeDocument/2006/relationships/image" Target="../media/image56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5.sv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microsoft.com/office/2007/relationships/hdphoto" Target="../media/hdphoto1.wdp"/><Relationship Id="rId44" Type="http://schemas.openxmlformats.org/officeDocument/2006/relationships/image" Target="../media/image43.svg"/><Relationship Id="rId52" Type="http://schemas.openxmlformats.org/officeDocument/2006/relationships/image" Target="../media/image50.png"/><Relationship Id="rId60" Type="http://schemas.microsoft.com/office/2007/relationships/hdphoto" Target="../media/hdphoto2.wdp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4.svg"/><Relationship Id="rId43" Type="http://schemas.openxmlformats.org/officeDocument/2006/relationships/image" Target="../media/image42.png"/><Relationship Id="rId48" Type="http://schemas.openxmlformats.org/officeDocument/2006/relationships/image" Target="../media/image47.svg"/><Relationship Id="rId56" Type="http://schemas.openxmlformats.org/officeDocument/2006/relationships/image" Target="../media/image54.png"/><Relationship Id="rId8" Type="http://schemas.openxmlformats.org/officeDocument/2006/relationships/image" Target="../media/image8.png"/><Relationship Id="rId51" Type="http://schemas.openxmlformats.org/officeDocument/2006/relationships/slide" Target="slide23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0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slide" Target="slide25.xml"/><Relationship Id="rId4" Type="http://schemas.openxmlformats.org/officeDocument/2006/relationships/slide" Target="slide3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12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2.xml"/><Relationship Id="rId11" Type="http://schemas.openxmlformats.org/officeDocument/2006/relationships/image" Target="../media/image55.svg"/><Relationship Id="rId5" Type="http://schemas.openxmlformats.org/officeDocument/2006/relationships/image" Target="../media/image39.png"/><Relationship Id="rId10" Type="http://schemas.openxmlformats.org/officeDocument/2006/relationships/image" Target="../media/image54.png"/><Relationship Id="rId4" Type="http://schemas.openxmlformats.org/officeDocument/2006/relationships/image" Target="../media/image53.svg"/><Relationship Id="rId9" Type="http://schemas.openxmlformats.org/officeDocument/2006/relationships/slide" Target="slide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gif"/><Relationship Id="rId4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slide" Target="slide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E3B5-5FE3-403D-B6EE-2645F4C87C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91066-3CB0-4239-A983-0456DE2D9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95C25-6532-46FC-95EB-143A2D022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CD/DVD…</a:t>
            </a:r>
          </a:p>
          <a:p>
            <a:r>
              <a:rPr lang="en-GB" dirty="0"/>
              <a:t>Starting Windos 2000…</a:t>
            </a:r>
          </a:p>
          <a:p>
            <a:r>
              <a:rPr lang="en-GB" dirty="0">
                <a:hlinkClick r:id="rId2" action="ppaction://hlinksldjump"/>
              </a:rPr>
              <a:t>Click me to boot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281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9093A-EC0A-44D1-9723-EF5A5A95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52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404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3875B9-391F-41D1-A9DE-C0D80F37C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7" y="435667"/>
            <a:ext cx="523654" cy="5236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12A6BC-9084-4F13-B3CD-27D7FC664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25" y="514082"/>
            <a:ext cx="523654" cy="5236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925D0E-A858-4254-A577-7416AC655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741" y="560158"/>
            <a:ext cx="425302" cy="425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12FA64-119A-4647-B93D-9FC28ACC24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197" y="686860"/>
            <a:ext cx="425303" cy="425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E649EB-C228-42F2-B0EA-72DFD39C34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621" y="502695"/>
            <a:ext cx="425303" cy="425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C9D5D7-C18A-43EA-B82F-6D3C2EF53D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802" y="1229047"/>
            <a:ext cx="4572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7BEE37-853A-45F3-B0EE-C1B8EA925C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25" y="435667"/>
            <a:ext cx="609600" cy="609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77D32E-2AD6-4F36-9E7A-A96F841844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373" y="588067"/>
            <a:ext cx="457200" cy="457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8B89CE-6996-4783-9E8C-E844FBD772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49" y="1411650"/>
            <a:ext cx="304800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BB7639-2FD6-4294-87FC-1311C6253F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4" y="1524763"/>
            <a:ext cx="228600" cy="22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7208F9-2C36-4252-877D-1E27E8B8E7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61" y="1229047"/>
            <a:ext cx="457200" cy="457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07AB4B-48DF-419A-841F-A9F5DF22E2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980" y="560158"/>
            <a:ext cx="457201" cy="4572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A70A8E-8FE3-4B76-981B-D42A8F52F38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687" y="563434"/>
            <a:ext cx="425303" cy="4253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6593BF-7C54-4E5D-92C3-BEF4DC1E28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352" y="1596391"/>
            <a:ext cx="457200" cy="457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564EF8-CD4E-4CAC-93E8-2D89685B6A5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079" y="1587229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0C23906-36BD-4B12-85EC-AECC6C34F55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789" y="468009"/>
            <a:ext cx="609600" cy="609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19F5087-CB35-49D0-AC66-85E891D13A7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100" y="1411650"/>
            <a:ext cx="457200" cy="4572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77E032B-3C43-416B-9780-46C6BE750BA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94" y="551475"/>
            <a:ext cx="457200" cy="4572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DF11F8-FCD6-44B1-9AE8-57B5F2036F5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371" y="3556736"/>
            <a:ext cx="2730145" cy="4766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1882D01-DE98-4FCB-B8FE-D37C176044D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14" y="1290194"/>
            <a:ext cx="365051" cy="365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D8F2491-B500-4F55-BBF3-B6D572CECA3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4" y="551475"/>
            <a:ext cx="457200" cy="457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A9FDFDC-E1A0-43B0-9ECF-E2ACD2E93CE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30" y="1524763"/>
            <a:ext cx="457200" cy="457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ED73FD9-D4DF-4247-9560-C244419CE14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377" y="1577120"/>
            <a:ext cx="495742" cy="4957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731F449-A180-489C-B4F9-E983950BB96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937" y="570525"/>
            <a:ext cx="419100" cy="4191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7FBA9E9-AB3E-46D2-AC93-210E28E80B9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912" y="443568"/>
            <a:ext cx="735862" cy="73586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CE1FC5-98F8-49B3-9554-439E73C1701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00" y="1233698"/>
            <a:ext cx="582131" cy="58213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B175BF2-69F0-47E4-906F-E27525B4685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441" y="1412535"/>
            <a:ext cx="360178" cy="36017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2116F2-1246-49E3-ABA5-BF995798894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94" y="1413800"/>
            <a:ext cx="358913" cy="35891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0723235-8921-4872-A74D-5E75D1045FE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10000" b="90000" l="10000" r="90000">
                        <a14:backgroundMark x1="47500" y1="19697" x2="47500" y2="19697"/>
                        <a14:backgroundMark x1="47500" y1="17424" x2="41500" y2="3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379" y="3244295"/>
            <a:ext cx="1905000" cy="12573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8284C00-E668-4FE3-96A1-E57711A96762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icons: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330EDE7E-02C2-4AE3-90F9-7EA45043363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116529" y="1385069"/>
            <a:ext cx="914400" cy="9144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42EA7325-84C6-432A-8873-1C6C287301F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049471" y="1324373"/>
            <a:ext cx="914400" cy="9144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8359766-D754-4A5D-B83F-8B46740ABC7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183986" y="1355406"/>
            <a:ext cx="914400" cy="9144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16312F6A-993D-4116-BB47-05CDC4856B3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6461" y="2018524"/>
            <a:ext cx="914400" cy="9144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0AB41FF-9A27-480B-9E51-630F1184EADA}"/>
              </a:ext>
            </a:extLst>
          </p:cNvPr>
          <p:cNvPicPr>
            <a:picLocks noChangeAspect="1"/>
          </p:cNvPicPr>
          <p:nvPr/>
        </p:nvPicPr>
        <p:blipFill>
          <a:blip r:embed="rId40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125" y="1927329"/>
            <a:ext cx="914400" cy="9144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16391670-89B1-4907-9506-2AC0F6F8F91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503082" y="1962028"/>
            <a:ext cx="914400" cy="9144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1D5B809A-DA27-4F23-B91C-8B3A9BF380B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921316" y="1981963"/>
            <a:ext cx="914400" cy="9144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6E034800-BA18-4F69-9814-9DD9532BC80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4966563" y="1981963"/>
            <a:ext cx="914400" cy="914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0C201397-8DCA-4180-86AA-B48FA3A21414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6096000" y="2072862"/>
            <a:ext cx="914400" cy="9144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E2060CE-5D7B-4DA3-8874-348DECAD5590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7181322" y="2238773"/>
            <a:ext cx="914400" cy="914400"/>
          </a:xfrm>
          <a:prstGeom prst="rect">
            <a:avLst/>
          </a:prstGeom>
        </p:spPr>
      </p:pic>
      <p:sp>
        <p:nvSpPr>
          <p:cNvPr id="55" name="Rectangle 54">
            <a:hlinkClick r:id="rId51" action="ppaction://hlinksldjump"/>
            <a:extLst>
              <a:ext uri="{FF2B5EF4-FFF2-40B4-BE49-F238E27FC236}">
                <a16:creationId xmlns:a16="http://schemas.microsoft.com/office/drawing/2014/main" id="{72A6EAE4-10FD-4536-B88B-2136DD981BEC}"/>
              </a:ext>
            </a:extLst>
          </p:cNvPr>
          <p:cNvSpPr/>
          <p:nvPr/>
        </p:nvSpPr>
        <p:spPr>
          <a:xfrm>
            <a:off x="11280698" y="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2BC072DB-71D2-4AED-BDFF-447EAEE4886E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8334379" y="2247190"/>
            <a:ext cx="914400" cy="9144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49E77B2A-2609-4A4E-9B8A-8FDF8E0B620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9487436" y="2368401"/>
            <a:ext cx="914400" cy="9144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1265B5FE-4B28-4781-A24F-2865850841D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10726786" y="2375333"/>
            <a:ext cx="914400" cy="9144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38F8D46-8387-4775-A835-0446E9F9EE3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264" y="3051725"/>
            <a:ext cx="722755" cy="72275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CEACA52A-1225-4E70-9E29-E04F461CAFF6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BEBA8EAE-BF5A-486C-A8C5-ECC9F3942E4B}">
                <a14:imgProps xmlns:a14="http://schemas.microsoft.com/office/drawing/2010/main">
                  <a14:imgLayer r:embed="rId60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032" y="3083763"/>
            <a:ext cx="936289" cy="189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42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58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3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2000, a new, sleek, secure OS!</a:t>
            </a:r>
          </a:p>
          <a:p>
            <a:pPr algn="ctr"/>
            <a:r>
              <a:rPr lang="en-GB" dirty="0"/>
              <a:t>It features better security than ever, more features, and runs on MTFS! </a:t>
            </a:r>
          </a:p>
          <a:p>
            <a:pPr algn="ctr"/>
            <a:r>
              <a:rPr lang="en-GB" dirty="0"/>
              <a:t>Close to continue.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983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What is new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Welcome! </a:t>
            </a:r>
          </a:p>
          <a:p>
            <a:pPr algn="ctr"/>
            <a:r>
              <a:rPr lang="en-GB" dirty="0"/>
              <a:t>Here are the new features compared to Windos 98: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resolution to fit MORE items on screen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security to prevent malware, scams, worms, trojans and more!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More multimedia to enhance the experience!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colour scheme to increase readability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The new Internet Explorer 25!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More games!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antivirus built in to protect you!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An ad blocker!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Clippy has been replaced!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Many bug fixes and stability enhancements!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Get XDirect 1.0 without installing it!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Better help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GB" dirty="0"/>
              <a:t>And much, much more!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334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 Windos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Setup is ready to install Windos 2000.</a:t>
            </a:r>
          </a:p>
          <a:p>
            <a:pPr algn="ctr"/>
            <a:r>
              <a:rPr lang="en-GB" dirty="0"/>
              <a:t>First, we need some info.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52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activation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enter the product labelled on the DVD casing: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EDA66C-DDCF-4FE0-B846-A65B0784FD99}"/>
              </a:ext>
            </a:extLst>
          </p:cNvPr>
          <p:cNvSpPr/>
          <p:nvPr/>
        </p:nvSpPr>
        <p:spPr>
          <a:xfrm>
            <a:off x="361507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867782-793C-42A1-B831-8502B2EC9E9F}"/>
              </a:ext>
            </a:extLst>
          </p:cNvPr>
          <p:cNvSpPr/>
          <p:nvPr/>
        </p:nvSpPr>
        <p:spPr>
          <a:xfrm>
            <a:off x="2764465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AF55C-F833-4D0E-8698-10308BD8D512}"/>
              </a:ext>
            </a:extLst>
          </p:cNvPr>
          <p:cNvSpPr/>
          <p:nvPr/>
        </p:nvSpPr>
        <p:spPr>
          <a:xfrm>
            <a:off x="5075274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7E3454-34B7-4326-883A-43B0E02E13A7}"/>
              </a:ext>
            </a:extLst>
          </p:cNvPr>
          <p:cNvSpPr/>
          <p:nvPr/>
        </p:nvSpPr>
        <p:spPr>
          <a:xfrm>
            <a:off x="7478232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A2B6EF-768F-4648-AE40-3E07D49D793C}"/>
              </a:ext>
            </a:extLst>
          </p:cNvPr>
          <p:cNvSpPr/>
          <p:nvPr/>
        </p:nvSpPr>
        <p:spPr>
          <a:xfrm>
            <a:off x="9881190" y="3763926"/>
            <a:ext cx="2041451" cy="425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hlinkClick r:id="rId2" action="ppaction://hlinksldjump"/>
            <a:extLst>
              <a:ext uri="{FF2B5EF4-FFF2-40B4-BE49-F238E27FC236}">
                <a16:creationId xmlns:a16="http://schemas.microsoft.com/office/drawing/2014/main" id="{E817DAA5-A720-44C8-85BF-D67E5B1C5648}"/>
              </a:ext>
            </a:extLst>
          </p:cNvPr>
          <p:cNvSpPr/>
          <p:nvPr/>
        </p:nvSpPr>
        <p:spPr>
          <a:xfrm>
            <a:off x="3306726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next&gt;</a:t>
            </a:r>
          </a:p>
        </p:txBody>
      </p:sp>
      <p:sp>
        <p:nvSpPr>
          <p:cNvPr id="12" name="Rectangle 11">
            <a:hlinkClick r:id="rId3" action="ppaction://hlinksldjump"/>
            <a:extLst>
              <a:ext uri="{FF2B5EF4-FFF2-40B4-BE49-F238E27FC236}">
                <a16:creationId xmlns:a16="http://schemas.microsoft.com/office/drawing/2014/main" id="{6106DAF3-EC99-491C-A1B6-93E41D08C5CC}"/>
              </a:ext>
            </a:extLst>
          </p:cNvPr>
          <p:cNvSpPr/>
          <p:nvPr/>
        </p:nvSpPr>
        <p:spPr>
          <a:xfrm>
            <a:off x="6834963" y="50292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Skip&gt;</a:t>
            </a:r>
          </a:p>
        </p:txBody>
      </p:sp>
    </p:spTree>
    <p:extLst>
      <p:ext uri="{BB962C8B-B14F-4D97-AF65-F5344CB8AC3E}">
        <p14:creationId xmlns:p14="http://schemas.microsoft.com/office/powerpoint/2010/main" val="4191530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Wrong key!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Please close to go back!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Try:</a:t>
            </a:r>
          </a:p>
          <a:p>
            <a:pPr marL="342900" indent="-342900" algn="ctr">
              <a:buAutoNum type="arabicPeriod"/>
            </a:pPr>
            <a:r>
              <a:rPr lang="en-GB" dirty="0"/>
              <a:t>Ensuring you actually have a key</a:t>
            </a:r>
          </a:p>
          <a:p>
            <a:pPr marL="342900" indent="-342900" algn="ctr">
              <a:buAutoNum type="arabicPeriod"/>
            </a:pPr>
            <a:r>
              <a:rPr lang="en-GB" dirty="0"/>
              <a:t>Re typing it</a:t>
            </a:r>
          </a:p>
          <a:p>
            <a:pPr marL="342900" indent="-342900" algn="ctr">
              <a:buAutoNum type="arabicPeriod"/>
            </a:pPr>
            <a:r>
              <a:rPr lang="en-GB" dirty="0"/>
              <a:t>Skipping the process if you pirated this OS</a:t>
            </a:r>
          </a:p>
          <a:p>
            <a:pPr marL="342900" indent="-342900" algn="ctr">
              <a:buAutoNum type="arabicPeriod"/>
            </a:pPr>
            <a:r>
              <a:rPr lang="en-GB" dirty="0"/>
              <a:t>Report a pirated/cracked version of Windos 2000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138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Skip?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can enter it later.</a:t>
            </a:r>
          </a:p>
          <a:p>
            <a:pPr algn="ctr"/>
            <a:r>
              <a:rPr lang="en-GB" dirty="0"/>
              <a:t>You will:</a:t>
            </a:r>
          </a:p>
          <a:p>
            <a:pPr marL="342900" indent="-342900" algn="ctr">
              <a:buAutoNum type="arabicPeriod"/>
            </a:pPr>
            <a:r>
              <a:rPr lang="en-GB" dirty="0"/>
              <a:t>Be unable to change settings</a:t>
            </a:r>
          </a:p>
          <a:p>
            <a:pPr marL="342900" indent="-342900" algn="ctr">
              <a:buAutoNum type="arabicPeriod"/>
            </a:pPr>
            <a:r>
              <a:rPr lang="en-GB" dirty="0"/>
              <a:t>Be reported to Micr0$oft</a:t>
            </a:r>
          </a:p>
          <a:p>
            <a:pPr marL="342900" indent="-342900" algn="ctr">
              <a:buAutoNum type="arabicPeriod"/>
            </a:pPr>
            <a:r>
              <a:rPr lang="en-GB" dirty="0"/>
              <a:t>Will be unable to use certain things</a:t>
            </a:r>
          </a:p>
          <a:p>
            <a:pPr marL="342900" indent="-342900" algn="ctr">
              <a:buAutoNum type="arabicPeriod"/>
            </a:pPr>
            <a:r>
              <a:rPr lang="en-GB" dirty="0"/>
              <a:t>See annoying pop ups from time to time</a:t>
            </a:r>
          </a:p>
          <a:p>
            <a:pPr marL="342900" indent="-342900" algn="ctr">
              <a:buAutoNum type="arabicPeriod"/>
            </a:pPr>
            <a:r>
              <a:rPr lang="en-GB" dirty="0"/>
              <a:t>Be banned from the Windos Store</a:t>
            </a:r>
          </a:p>
          <a:p>
            <a:pPr marL="342900" indent="-342900" algn="ctr">
              <a:buAutoNum type="arabicPeriod"/>
            </a:pPr>
            <a:r>
              <a:rPr lang="en-GB" dirty="0"/>
              <a:t>Be unable to play games!</a:t>
            </a:r>
          </a:p>
          <a:p>
            <a:pPr marL="342900" indent="-342900" algn="ctr">
              <a:buAutoNum type="arabicPeriod"/>
            </a:pPr>
            <a:r>
              <a:rPr lang="en-GB" dirty="0"/>
              <a:t>Be unable to disable UAC</a:t>
            </a:r>
          </a:p>
          <a:p>
            <a:pPr marL="342900" indent="-342900" algn="ctr">
              <a:buAutoNum type="arabicPeriod"/>
            </a:pPr>
            <a:r>
              <a:rPr lang="en-GB" dirty="0"/>
              <a:t>Have a 172593871345 day grace period. </a:t>
            </a:r>
          </a:p>
          <a:p>
            <a:pPr marL="342900" indent="-342900" algn="ctr">
              <a:buAutoNum type="arabicPeriod"/>
            </a:pPr>
            <a:r>
              <a:rPr lang="en-GB" dirty="0"/>
              <a:t>Not have DirectX 1.0 installed</a:t>
            </a:r>
          </a:p>
          <a:p>
            <a:pPr marL="342900" indent="-342900" algn="ctr">
              <a:buAutoNum type="arabicPeriod"/>
            </a:pPr>
            <a:r>
              <a:rPr lang="en-GB" dirty="0"/>
              <a:t>Will not have Tech Support</a:t>
            </a:r>
          </a:p>
          <a:p>
            <a:pPr algn="ctr"/>
            <a:r>
              <a:rPr lang="en-GB" dirty="0"/>
              <a:t>Click here to cancel or close to proceed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6048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Enter a password to use with this PC and close: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0C87F-F1EF-4458-92C7-36E571342954}"/>
              </a:ext>
            </a:extLst>
          </p:cNvPr>
          <p:cNvSpPr/>
          <p:nvPr/>
        </p:nvSpPr>
        <p:spPr>
          <a:xfrm>
            <a:off x="1010092" y="5603358"/>
            <a:ext cx="435934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3522251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password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Retype that password and close: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A0C87F-F1EF-4458-92C7-36E571342954}"/>
              </a:ext>
            </a:extLst>
          </p:cNvPr>
          <p:cNvSpPr/>
          <p:nvPr/>
        </p:nvSpPr>
        <p:spPr>
          <a:xfrm>
            <a:off x="1010092" y="5603358"/>
            <a:ext cx="435934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3399054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Installation ready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Close to begin installing Windos 2000 now!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182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Installing Windos 2000….</a:t>
            </a:r>
          </a:p>
          <a:p>
            <a:pPr algn="ctr"/>
            <a:r>
              <a:rPr lang="en-GB" dirty="0"/>
              <a:t>Please wait…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321EB166-B40F-4295-8B43-BE1F4E535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6" y="4031512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35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Installed!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 now need to connect to the Internet.</a:t>
            </a:r>
          </a:p>
          <a:p>
            <a:pPr algn="ctr"/>
            <a:r>
              <a:rPr lang="en-GB" dirty="0"/>
              <a:t>Please close to connect to the Internet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331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Internet…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id="{80529CE1-887B-4BB3-8520-B9A5AEC942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926" y="4127206"/>
            <a:ext cx="2730145" cy="476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5F567-9581-49B1-BAC4-A2059251FF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352" y="3216347"/>
            <a:ext cx="425303" cy="42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182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 action="ppaction://hlinksldjump"/>
            <a:extLst>
              <a:ext uri="{FF2B5EF4-FFF2-40B4-BE49-F238E27FC236}">
                <a16:creationId xmlns:a16="http://schemas.microsoft.com/office/drawing/2014/main" id="{232D6C85-B293-4FB7-9B75-DFC6558EC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220"/>
            <a:ext cx="12192000" cy="686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66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Reboot needed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Close to reboot! 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732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E3B5-5FE3-403D-B6EE-2645F4C87C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91066-3CB0-4239-A983-0456DE2D9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695C25-6532-46FC-95EB-143A2D022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SSD…</a:t>
            </a:r>
          </a:p>
          <a:p>
            <a:r>
              <a:rPr lang="en-GB" dirty="0"/>
              <a:t>Starting Windos 2000…</a:t>
            </a:r>
          </a:p>
          <a:p>
            <a:r>
              <a:rPr lang="en-GB" dirty="0">
                <a:hlinkClick r:id="rId2" action="ppaction://hlinksldjump"/>
              </a:rPr>
              <a:t>Click me to boot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010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Username: Username </a:t>
            </a:r>
          </a:p>
          <a:p>
            <a:pPr algn="ctr"/>
            <a:r>
              <a:rPr lang="en-GB" dirty="0"/>
              <a:t>Password: ********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Log in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515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9093A-EC0A-44D1-9723-EF5A5A95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49AC43-8854-419B-9F12-E4D521D3987D}"/>
              </a:ext>
            </a:extLst>
          </p:cNvPr>
          <p:cNvSpPr/>
          <p:nvPr/>
        </p:nvSpPr>
        <p:spPr>
          <a:xfrm>
            <a:off x="0" y="657765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F800D350-D470-4DB1-9DC9-7AA3A11E7AAF}"/>
              </a:ext>
            </a:extLst>
          </p:cNvPr>
          <p:cNvSpPr/>
          <p:nvPr/>
        </p:nvSpPr>
        <p:spPr>
          <a:xfrm>
            <a:off x="0" y="6577655"/>
            <a:ext cx="914400" cy="2711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AA885-17BF-4CA4-939F-2ED48777F4B5}"/>
              </a:ext>
            </a:extLst>
          </p:cNvPr>
          <p:cNvSpPr txBox="1"/>
          <p:nvPr/>
        </p:nvSpPr>
        <p:spPr>
          <a:xfrm>
            <a:off x="10207255" y="5654325"/>
            <a:ext cx="25695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2000</a:t>
            </a:r>
          </a:p>
          <a:p>
            <a:r>
              <a:rPr lang="en-GB" dirty="0"/>
              <a:t>Alpha 2</a:t>
            </a:r>
          </a:p>
          <a:p>
            <a:r>
              <a:rPr lang="en-GB" dirty="0"/>
              <a:t>Inactivated version!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319108-539A-4E5C-B99E-D222C046761E}"/>
              </a:ext>
            </a:extLst>
          </p:cNvPr>
          <p:cNvSpPr/>
          <p:nvPr/>
        </p:nvSpPr>
        <p:spPr>
          <a:xfrm>
            <a:off x="212651" y="393405"/>
            <a:ext cx="4593265" cy="60486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79A11-6830-490A-9103-E6AA5C21802E}"/>
              </a:ext>
            </a:extLst>
          </p:cNvPr>
          <p:cNvSpPr txBox="1"/>
          <p:nvPr/>
        </p:nvSpPr>
        <p:spPr>
          <a:xfrm>
            <a:off x="212651" y="467833"/>
            <a:ext cx="459326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What’s new:</a:t>
            </a:r>
          </a:p>
          <a:p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Added power menu this time!</a:t>
            </a:r>
          </a:p>
          <a:p>
            <a:pPr marL="342900" indent="-342900">
              <a:buAutoNum type="arabicPeriod"/>
            </a:pPr>
            <a:r>
              <a:rPr lang="en-GB" dirty="0"/>
              <a:t>Improved start menu by letting you close it properly </a:t>
            </a:r>
          </a:p>
          <a:p>
            <a:pPr marL="342900" indent="-342900">
              <a:buAutoNum type="arabicPeriod"/>
            </a:pPr>
            <a:r>
              <a:rPr lang="en-GB" dirty="0"/>
              <a:t>Made Jeeves here a lot less rude about Clippy! </a:t>
            </a:r>
          </a:p>
          <a:p>
            <a:pPr marL="342900" indent="-342900">
              <a:buAutoNum type="arabicPeriod"/>
            </a:pPr>
            <a:r>
              <a:rPr lang="en-GB" dirty="0"/>
              <a:t>Added all apps. It has an all new interface that is better! </a:t>
            </a:r>
          </a:p>
          <a:p>
            <a:pPr marL="342900" indent="-342900">
              <a:buAutoNum type="arabicPeriod"/>
            </a:pPr>
            <a:r>
              <a:rPr lang="en-GB" dirty="0"/>
              <a:t>Added 2 apps</a:t>
            </a:r>
          </a:p>
          <a:p>
            <a:pPr marL="342900" indent="-342900">
              <a:buAutoNum type="arabicPeriod"/>
            </a:pPr>
            <a:r>
              <a:rPr lang="en-GB" dirty="0"/>
              <a:t>Added </a:t>
            </a:r>
            <a:r>
              <a:rPr lang="en-GB"/>
              <a:t>UAC request</a:t>
            </a: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9617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6BD9093A-EC0A-44D1-9723-EF5A5A95D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49AC43-8854-419B-9F12-E4D521D3987D}"/>
              </a:ext>
            </a:extLst>
          </p:cNvPr>
          <p:cNvSpPr/>
          <p:nvPr/>
        </p:nvSpPr>
        <p:spPr>
          <a:xfrm>
            <a:off x="0" y="657765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F800D350-D470-4DB1-9DC9-7AA3A11E7AAF}"/>
              </a:ext>
            </a:extLst>
          </p:cNvPr>
          <p:cNvSpPr/>
          <p:nvPr/>
        </p:nvSpPr>
        <p:spPr>
          <a:xfrm>
            <a:off x="0" y="6577655"/>
            <a:ext cx="914400" cy="2711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DCAB51-B101-4221-BC7A-169A4BA5B0E4}"/>
              </a:ext>
            </a:extLst>
          </p:cNvPr>
          <p:cNvSpPr/>
          <p:nvPr/>
        </p:nvSpPr>
        <p:spPr>
          <a:xfrm>
            <a:off x="0" y="1499191"/>
            <a:ext cx="2817628" cy="5078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CDCC8-3D52-49ED-8370-C00827C3F57E}"/>
              </a:ext>
            </a:extLst>
          </p:cNvPr>
          <p:cNvSpPr/>
          <p:nvPr/>
        </p:nvSpPr>
        <p:spPr>
          <a:xfrm>
            <a:off x="2817628" y="1499191"/>
            <a:ext cx="2817628" cy="507846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5EA800-D0F4-4B5C-849A-E26D0C623C59}"/>
              </a:ext>
            </a:extLst>
          </p:cNvPr>
          <p:cNvSpPr/>
          <p:nvPr/>
        </p:nvSpPr>
        <p:spPr>
          <a:xfrm>
            <a:off x="5635256" y="1499191"/>
            <a:ext cx="2817628" cy="50784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066D2-0941-4AA0-BB9C-7C54D47B91EF}"/>
              </a:ext>
            </a:extLst>
          </p:cNvPr>
          <p:cNvSpPr txBox="1"/>
          <p:nvPr/>
        </p:nvSpPr>
        <p:spPr>
          <a:xfrm>
            <a:off x="2923954" y="1626781"/>
            <a:ext cx="28176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Shortcuts:</a:t>
            </a:r>
          </a:p>
          <a:p>
            <a:endParaRPr lang="en-GB" u="sng" dirty="0"/>
          </a:p>
          <a:p>
            <a:r>
              <a:rPr lang="en-GB" dirty="0">
                <a:hlinkClick r:id="rId4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2" name="Rectangle 11">
            <a:hlinkClick r:id="rId5" action="ppaction://hlinksldjump"/>
            <a:extLst>
              <a:ext uri="{FF2B5EF4-FFF2-40B4-BE49-F238E27FC236}">
                <a16:creationId xmlns:a16="http://schemas.microsoft.com/office/drawing/2014/main" id="{CF471C40-C9F3-4278-8652-5025A0F58D82}"/>
              </a:ext>
            </a:extLst>
          </p:cNvPr>
          <p:cNvSpPr/>
          <p:nvPr/>
        </p:nvSpPr>
        <p:spPr>
          <a:xfrm>
            <a:off x="2817627" y="6208323"/>
            <a:ext cx="2817627" cy="36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 off…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EBD4E2-D460-4659-9CF8-8F3A9C2117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930" b="89789" l="10000" r="90000">
                        <a14:foregroundMark x1="32857" y1="15845" x2="54286" y2="20775"/>
                        <a14:foregroundMark x1="29286" y1="10563" x2="40714" y2="11620"/>
                        <a14:foregroundMark x1="42143" y1="20775" x2="41429" y2="21479"/>
                        <a14:foregroundMark x1="30000" y1="9507" x2="31429" y2="49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35254" y="4678325"/>
            <a:ext cx="936289" cy="1899329"/>
          </a:xfrm>
          <a:prstGeom prst="rect">
            <a:avLst/>
          </a:prstGeom>
        </p:spPr>
      </p:pic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1605A3B2-5304-4D39-BC29-784CECDD3DC7}"/>
              </a:ext>
            </a:extLst>
          </p:cNvPr>
          <p:cNvSpPr/>
          <p:nvPr/>
        </p:nvSpPr>
        <p:spPr>
          <a:xfrm>
            <a:off x="5996763" y="1807535"/>
            <a:ext cx="2200940" cy="2413590"/>
          </a:xfrm>
          <a:prstGeom prst="wedgeRectCallout">
            <a:avLst>
              <a:gd name="adj1" fmla="val -45954"/>
              <a:gd name="adj2" fmla="val 79681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to Windos 2000, Sir or Madam!</a:t>
            </a:r>
          </a:p>
          <a:p>
            <a:pPr algn="ctr"/>
            <a:r>
              <a:rPr lang="en-GB" dirty="0"/>
              <a:t>How may I be of assistance?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07BC39-67D5-48E0-B2D3-87D015B1E7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405" y="2136845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48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97FFA60-5D1E-420C-A44F-83FA0D2CA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3715" y="2793703"/>
            <a:ext cx="914400" cy="91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9EBBC0-C3F9-49E3-A2C2-62FAA346581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947" y="2793703"/>
            <a:ext cx="914400" cy="914400"/>
          </a:xfrm>
          <a:prstGeom prst="rect">
            <a:avLst/>
          </a:prstGeom>
        </p:spPr>
      </p:pic>
      <p:pic>
        <p:nvPicPr>
          <p:cNvPr id="7" name="Graphic 6">
            <a:hlinkClick r:id="rId6" action="ppaction://hlinksldjump"/>
            <a:extLst>
              <a:ext uri="{FF2B5EF4-FFF2-40B4-BE49-F238E27FC236}">
                <a16:creationId xmlns:a16="http://schemas.microsoft.com/office/drawing/2014/main" id="{2B5BD35C-ECE2-4E4B-8B71-2244B61431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2179" y="2801676"/>
            <a:ext cx="914400" cy="914400"/>
          </a:xfrm>
          <a:prstGeom prst="rect">
            <a:avLst/>
          </a:prstGeom>
        </p:spPr>
      </p:pic>
      <p:pic>
        <p:nvPicPr>
          <p:cNvPr id="8" name="Graphic 7">
            <a:hlinkClick r:id="rId9" action="ppaction://hlinksldjump"/>
            <a:extLst>
              <a:ext uri="{FF2B5EF4-FFF2-40B4-BE49-F238E27FC236}">
                <a16:creationId xmlns:a16="http://schemas.microsoft.com/office/drawing/2014/main" id="{7B05B1EE-76F1-41B2-BBE9-EA3796756D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08031" y="2801676"/>
            <a:ext cx="914400" cy="914400"/>
          </a:xfrm>
          <a:prstGeom prst="rect">
            <a:avLst/>
          </a:prstGeom>
        </p:spPr>
      </p:pic>
      <p:sp>
        <p:nvSpPr>
          <p:cNvPr id="9" name="Rectangle 8">
            <a:hlinkClick r:id="rId12" action="ppaction://hlinksldjump"/>
            <a:extLst>
              <a:ext uri="{FF2B5EF4-FFF2-40B4-BE49-F238E27FC236}">
                <a16:creationId xmlns:a16="http://schemas.microsoft.com/office/drawing/2014/main" id="{EE26B59D-9C9E-4A22-84D4-FD461743EFD8}"/>
              </a:ext>
            </a:extLst>
          </p:cNvPr>
          <p:cNvSpPr/>
          <p:nvPr/>
        </p:nvSpPr>
        <p:spPr>
          <a:xfrm>
            <a:off x="8158716" y="1620756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3322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6BD9093A-EC0A-44D1-9723-EF5A5A95D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33DFD6-585E-4C36-95BF-7AE3F2476B3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40831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237" y="336682"/>
            <a:ext cx="92405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30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Powering off…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Deleting Windos 2000…</a:t>
            </a:r>
          </a:p>
          <a:p>
            <a:pPr algn="ctr"/>
            <a:r>
              <a:rPr lang="en-GB" dirty="0"/>
              <a:t>[this is due to not being activated]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350F18-5761-4C45-A501-F648876236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882" y="5651350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19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rebooting…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Deleting Windos 2000…</a:t>
            </a:r>
          </a:p>
          <a:p>
            <a:pPr algn="ctr"/>
            <a:r>
              <a:rPr lang="en-GB" dirty="0"/>
              <a:t>[this is due to not being activated]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AD350F18-5761-4C45-A501-F648876236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882" y="5651350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0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9093A-EC0A-44D1-9723-EF5A5A95D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946450-2D73-4ADF-B60F-3CFD8337A767}"/>
              </a:ext>
            </a:extLst>
          </p:cNvPr>
          <p:cNvSpPr txBox="1"/>
          <p:nvPr/>
        </p:nvSpPr>
        <p:spPr>
          <a:xfrm>
            <a:off x="0" y="144780"/>
            <a:ext cx="39858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It is now safe to turn off your computer.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reboot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774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6B7049-731A-47F7-AF34-0F57EBF9C829}"/>
              </a:ext>
            </a:extLst>
          </p:cNvPr>
          <p:cNvSpPr/>
          <p:nvPr/>
        </p:nvSpPr>
        <p:spPr>
          <a:xfrm>
            <a:off x="95693" y="489098"/>
            <a:ext cx="3838354" cy="6188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A5ABB8-DFBF-4936-BCD7-FEACDDDE9F8B}"/>
              </a:ext>
            </a:extLst>
          </p:cNvPr>
          <p:cNvSpPr/>
          <p:nvPr/>
        </p:nvSpPr>
        <p:spPr>
          <a:xfrm>
            <a:off x="4238847" y="470490"/>
            <a:ext cx="3838354" cy="6188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A3205-3C53-4266-9139-21864FC1EC35}"/>
              </a:ext>
            </a:extLst>
          </p:cNvPr>
          <p:cNvSpPr/>
          <p:nvPr/>
        </p:nvSpPr>
        <p:spPr>
          <a:xfrm>
            <a:off x="8257955" y="489098"/>
            <a:ext cx="3838354" cy="61881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47C65-066C-40DE-A1D4-2C858E195875}"/>
              </a:ext>
            </a:extLst>
          </p:cNvPr>
          <p:cNvSpPr txBox="1"/>
          <p:nvPr/>
        </p:nvSpPr>
        <p:spPr>
          <a:xfrm>
            <a:off x="212651" y="669851"/>
            <a:ext cx="36363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2" action="ppaction://hlinksldjump"/>
              </a:rPr>
              <a:t>Desktop</a:t>
            </a:r>
            <a:endParaRPr lang="en-GB" dirty="0"/>
          </a:p>
          <a:p>
            <a:endParaRPr lang="en-GB" dirty="0"/>
          </a:p>
          <a:p>
            <a:r>
              <a:rPr lang="en-GB" dirty="0"/>
              <a:t>Antivirus</a:t>
            </a:r>
          </a:p>
          <a:p>
            <a:endParaRPr lang="en-GB" dirty="0"/>
          </a:p>
          <a:p>
            <a:r>
              <a:rPr lang="en-GB" dirty="0"/>
              <a:t>Internet Explorer 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A3A6BF-9A16-4414-B91E-C3CBA4AFE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15" y="461098"/>
            <a:ext cx="722755" cy="72275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3F479B1-D62A-45B4-B11C-0D7C38738B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2115" y="1175686"/>
            <a:ext cx="558594" cy="5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3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Antivirus v1.00. database v1024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09E746F1-3BD3-4CAA-9F05-D2D3CE362271}"/>
              </a:ext>
            </a:extLst>
          </p:cNvPr>
          <p:cNvSpPr/>
          <p:nvPr/>
        </p:nvSpPr>
        <p:spPr>
          <a:xfrm>
            <a:off x="191386" y="1767663"/>
            <a:ext cx="5316279" cy="1998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scan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A8F0B63E-3BE7-412B-80F8-5EBF3D0F5B8F}"/>
              </a:ext>
            </a:extLst>
          </p:cNvPr>
          <p:cNvSpPr/>
          <p:nvPr/>
        </p:nvSpPr>
        <p:spPr>
          <a:xfrm>
            <a:off x="5862084" y="1767663"/>
            <a:ext cx="5316279" cy="1998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Delete all viruses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E3B947A2-B171-4F53-B177-D402C700625A}"/>
              </a:ext>
            </a:extLst>
          </p:cNvPr>
          <p:cNvSpPr/>
          <p:nvPr/>
        </p:nvSpPr>
        <p:spPr>
          <a:xfrm>
            <a:off x="191386" y="4163532"/>
            <a:ext cx="5316279" cy="1998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 antivirus	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F44DB404-2DE0-4323-9DED-D7A035FCFE57}"/>
              </a:ext>
            </a:extLst>
          </p:cNvPr>
          <p:cNvSpPr/>
          <p:nvPr/>
        </p:nvSpPr>
        <p:spPr>
          <a:xfrm>
            <a:off x="5862084" y="4163532"/>
            <a:ext cx="5316279" cy="1998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Update database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5177D-2789-4514-99AD-112CCA46D6A2}"/>
              </a:ext>
            </a:extLst>
          </p:cNvPr>
          <p:cNvSpPr txBox="1"/>
          <p:nvPr/>
        </p:nvSpPr>
        <p:spPr>
          <a:xfrm>
            <a:off x="2445488" y="691116"/>
            <a:ext cx="8633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00000 viruses found!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40DBA9-2D79-4F1F-BC87-447EC30CF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4746" y="2515868"/>
            <a:ext cx="609600" cy="60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BE314E-E49D-4931-9EEA-BFA1C57266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8847" y="4858192"/>
            <a:ext cx="609600" cy="609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E99390-6F0C-4B2E-A6E1-23720E0342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9546" y="483584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581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Scanning system…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6BE78B-D99F-40BE-BDFB-436CD0D72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222" y="4024569"/>
            <a:ext cx="2730145" cy="47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28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9215"/>
            <a:ext cx="12192000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Results: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280345"/>
            <a:ext cx="12192000" cy="656844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following programs were found to be viruses: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11277600" y="-24101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D8804-A8A3-487B-8845-F6582A2BE189}"/>
              </a:ext>
            </a:extLst>
          </p:cNvPr>
          <p:cNvSpPr/>
          <p:nvPr/>
        </p:nvSpPr>
        <p:spPr>
          <a:xfrm>
            <a:off x="0" y="5934385"/>
            <a:ext cx="407227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Scan for dangerous websites</a:t>
            </a:r>
          </a:p>
        </p:txBody>
      </p:sp>
    </p:spTree>
    <p:extLst>
      <p:ext uri="{BB962C8B-B14F-4D97-AF65-F5344CB8AC3E}">
        <p14:creationId xmlns:p14="http://schemas.microsoft.com/office/powerpoint/2010/main" val="3323336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3243A6-036A-4A89-941C-D5CEE45B99CB}"/>
              </a:ext>
            </a:extLst>
          </p:cNvPr>
          <p:cNvSpPr/>
          <p:nvPr/>
        </p:nvSpPr>
        <p:spPr>
          <a:xfrm>
            <a:off x="0" y="2961167"/>
            <a:ext cx="5954233" cy="271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UAC request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0" y="3232297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 you want this app to have admin access to the system?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0A32DB0C-27E2-4761-BACD-EDE58409AF75}"/>
              </a:ext>
            </a:extLst>
          </p:cNvPr>
          <p:cNvSpPr/>
          <p:nvPr/>
        </p:nvSpPr>
        <p:spPr>
          <a:xfrm>
            <a:off x="5039833" y="2932460"/>
            <a:ext cx="914400" cy="3044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7A20D2AC-36BC-46CD-87AE-03284A8DDC1C}"/>
              </a:ext>
            </a:extLst>
          </p:cNvPr>
          <p:cNvSpPr/>
          <p:nvPr/>
        </p:nvSpPr>
        <p:spPr>
          <a:xfrm>
            <a:off x="1286540" y="5497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yes</a:t>
            </a:r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5C67AF21-DC43-43E6-B0DD-2006B1640A31}"/>
              </a:ext>
            </a:extLst>
          </p:cNvPr>
          <p:cNvSpPr/>
          <p:nvPr/>
        </p:nvSpPr>
        <p:spPr>
          <a:xfrm>
            <a:off x="2977116" y="5497033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037880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CB11B9-AF96-4F1A-8456-07F5B700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"/>
            <a:ext cx="12192000" cy="65684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17BF77-8B7B-4C19-9552-E6714CC0013A}"/>
              </a:ext>
            </a:extLst>
          </p:cNvPr>
          <p:cNvSpPr/>
          <p:nvPr/>
        </p:nvSpPr>
        <p:spPr>
          <a:xfrm>
            <a:off x="3118883" y="1620756"/>
            <a:ext cx="5954233" cy="3616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Access denied!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You are not an admin. You therefore cannot proceed. </a:t>
            </a:r>
          </a:p>
        </p:txBody>
      </p:sp>
    </p:spTree>
    <p:extLst>
      <p:ext uri="{BB962C8B-B14F-4D97-AF65-F5344CB8AC3E}">
        <p14:creationId xmlns:p14="http://schemas.microsoft.com/office/powerpoint/2010/main" val="3662805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o more purp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579</Words>
  <Application>Microsoft Office PowerPoint</Application>
  <PresentationFormat>Widescreen</PresentationFormat>
  <Paragraphs>188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213</cp:revision>
  <dcterms:created xsi:type="dcterms:W3CDTF">2020-07-21T11:59:55Z</dcterms:created>
  <dcterms:modified xsi:type="dcterms:W3CDTF">2020-07-22T13:46:01Z</dcterms:modified>
</cp:coreProperties>
</file>