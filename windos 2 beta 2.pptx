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62" r:id="rId5"/>
    <p:sldId id="263" r:id="rId6"/>
    <p:sldId id="281" r:id="rId7"/>
    <p:sldId id="280" r:id="rId8"/>
    <p:sldId id="279" r:id="rId9"/>
    <p:sldId id="278" r:id="rId10"/>
    <p:sldId id="276" r:id="rId11"/>
    <p:sldId id="274" r:id="rId12"/>
    <p:sldId id="273" r:id="rId13"/>
    <p:sldId id="271" r:id="rId14"/>
    <p:sldId id="268" r:id="rId15"/>
    <p:sldId id="267" r:id="rId16"/>
    <p:sldId id="264" r:id="rId17"/>
    <p:sldId id="258" r:id="rId18"/>
    <p:sldId id="277" r:id="rId19"/>
    <p:sldId id="272" r:id="rId20"/>
    <p:sldId id="270" r:id="rId21"/>
    <p:sldId id="269" r:id="rId22"/>
    <p:sldId id="265" r:id="rId23"/>
    <p:sldId id="260" r:id="rId24"/>
    <p:sldId id="275" r:id="rId25"/>
    <p:sldId id="26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48D9-4084-4138-9FF7-89EEE910B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EB735-18BE-4A34-9520-7620E10B5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8153A-15FB-4191-B351-15CB5296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4DAF0-A638-4B2F-9ED5-C809EF69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C8D82-A197-4134-83F6-E540F321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85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DC95-5C05-4D05-AB53-2EC1C6CA0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37BB-5766-4B5D-ADDF-04B1F89CB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D0A7D-255F-41CC-894E-3F8602EB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E9975-1B8C-4E3B-B9D5-5CC1B58E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0DD56-E9F8-4EEC-9F15-72E0E0A4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01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6B2B-D7CF-4635-A40F-2F6D5999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E1A4B-5C4E-4EA7-8CE6-8839C114D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98726-68BC-4B15-8253-91770A2B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B7AC-9315-4BA0-9D77-97023519A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75203-2ED1-4644-8EBA-72F8A3AF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24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56B7-4A27-4B2F-B1C5-B2B63E10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F59B8-DE07-4078-89B1-0950147C2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316AB-CF90-4575-9FCE-E2F6F700A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15039-0B13-4596-84B0-DB2A8F69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780A9-56B3-4B7D-BCF4-9D6ACDDA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E7AE3-E190-4314-9146-3828140F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58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E628-05EA-462C-95F4-13D45ED9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BBFB9-E8EA-4D0A-8578-5E985CDBD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0F3E1-EBAC-4A6C-BEC6-8E72687C5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63467-6A62-44FC-9702-C649D5455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6A095-2DB2-485A-A27C-0AE542B55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818F0-4AF7-4989-A7C8-5860E17C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42236-6140-4CB1-A493-3B8AE638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296AB5-6454-4AEE-9BA8-78A8F605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004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399E-9CD9-4D5A-934B-7BD67DFB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1B4AF-EC47-4B7E-9F25-2233226E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2EFB-FD55-4254-9842-C04E9B76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EA200-B1A6-4715-8886-89E81C56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59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B3D4DD-5B7C-4177-A711-A6A965DE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156EC5-CB12-4D99-8D6B-9187059B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AB8E5-B24A-48CF-8904-3ED27340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45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37D5-1426-452A-B95B-886BB2D6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E7B32-F1C2-4145-B442-3F5A51F88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92EC5-3DAA-4E76-9482-C0C4B7DB2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9E5F8-5746-4F2E-A48B-37DD2C62C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5CE0F-9C57-4612-823F-2B3E0E58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81883-E8CD-4FDA-9B4D-FDD9C349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3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23F1-A2E7-4CFB-82F1-28D539E8C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89705-65EF-41DE-B955-94E64F020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6B67C-B1E1-45E4-9B4F-388A083C3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E0BC6-53DE-44F2-9EAF-AFAF4AB0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B234B-DFD9-4098-82FC-FEEC9CA8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D79F4-248B-41A0-81A9-67662B74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65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DA64-BAD1-4DE4-A544-F67E2635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80262-553C-45FA-9391-64BBC14B7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01925-77A0-49F8-A5B7-E6A802A8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BFC1-EF4E-4B76-B374-083FDF9F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FEEB2-2975-455F-B21F-4CD8CE5C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87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39DD0-0BC2-4E7F-9125-0792DCBBE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C8C72-D50F-4744-BD1E-9F91E1DBF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179FB-1124-4B5A-A0D7-6C2F80A5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BC72F-CFB5-4413-913B-CDB95136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94072-C007-4CA9-9557-D2A13906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56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7ABAD-6AE1-443B-88A4-9C92B7F2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FE6D-6852-4756-8F34-3678E115C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A0835-19B2-4BCD-9F1A-49EE54D71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2FEC-8FEB-4464-82AF-D7123C0C4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4147-B4A7-4F8D-99DD-763CEACBE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69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slide" Target="slide2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5" Type="http://schemas.openxmlformats.org/officeDocument/2006/relationships/slide" Target="slide16.xml"/><Relationship Id="rId10" Type="http://schemas.openxmlformats.org/officeDocument/2006/relationships/slide" Target="slide22.xml"/><Relationship Id="rId4" Type="http://schemas.openxmlformats.org/officeDocument/2006/relationships/slide" Target="slide25.xml"/><Relationship Id="rId9" Type="http://schemas.openxmlformats.org/officeDocument/2006/relationships/slide" Target="slide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ebp"/><Relationship Id="rId4" Type="http://schemas.openxmlformats.org/officeDocument/2006/relationships/slide" Target="slide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slide" Target="slide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slide" Target="slide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hyperlink" Target="https://szymonmochort11.wix.com/ask-jeeves" TargetMode="External"/><Relationship Id="rId4" Type="http://schemas.openxmlformats.org/officeDocument/2006/relationships/slide" Target="slide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slide" Target="slide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slide" Target="slide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9.xml"/><Relationship Id="rId4" Type="http://schemas.openxmlformats.org/officeDocument/2006/relationships/slide" Target="slide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slide" Target="slide14.xml"/><Relationship Id="rId4" Type="http://schemas.openxmlformats.org/officeDocument/2006/relationships/slide" Target="slide2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13" Type="http://schemas.openxmlformats.org/officeDocument/2006/relationships/image" Target="../media/image11.svg"/><Relationship Id="rId18" Type="http://schemas.openxmlformats.org/officeDocument/2006/relationships/hyperlink" Target="https://es.wikipedia.org/wiki/Internet_Explorer" TargetMode="External"/><Relationship Id="rId3" Type="http://schemas.openxmlformats.org/officeDocument/2006/relationships/hyperlink" Target="https://www.techjunkie.com/classic-windows-2000-blue-background-windows-10/" TargetMode="External"/><Relationship Id="rId21" Type="http://schemas.openxmlformats.org/officeDocument/2006/relationships/hyperlink" Target="https://minecraft.gamepedia.com/Grass_Block" TargetMode="External"/><Relationship Id="rId7" Type="http://schemas.openxmlformats.org/officeDocument/2006/relationships/image" Target="../media/image7.svg"/><Relationship Id="rId12" Type="http://schemas.openxmlformats.org/officeDocument/2006/relationships/image" Target="../media/image10.png"/><Relationship Id="rId17" Type="http://schemas.openxmlformats.org/officeDocument/2006/relationships/image" Target="../media/image14.png"/><Relationship Id="rId2" Type="http://schemas.openxmlformats.org/officeDocument/2006/relationships/image" Target="../media/image1.jpeg"/><Relationship Id="rId16" Type="http://schemas.openxmlformats.org/officeDocument/2006/relationships/slide" Target="slide10.xml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slide" Target="slide11.xml"/><Relationship Id="rId5" Type="http://schemas.openxmlformats.org/officeDocument/2006/relationships/slide" Target="slide22.xml"/><Relationship Id="rId15" Type="http://schemas.openxmlformats.org/officeDocument/2006/relationships/image" Target="../media/image13.svg"/><Relationship Id="rId10" Type="http://schemas.openxmlformats.org/officeDocument/2006/relationships/image" Target="../media/image9.svg"/><Relationship Id="rId19" Type="http://schemas.openxmlformats.org/officeDocument/2006/relationships/slide" Target="slide6.xml"/><Relationship Id="rId4" Type="http://schemas.openxmlformats.org/officeDocument/2006/relationships/slide" Target="slide25.xml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gif"/><Relationship Id="rId4" Type="http://schemas.openxmlformats.org/officeDocument/2006/relationships/slide" Target="slide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0.xml"/><Relationship Id="rId4" Type="http://schemas.openxmlformats.org/officeDocument/2006/relationships/slide" Target="slide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openxmlformats.org/officeDocument/2006/relationships/slide" Target="slide2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fehack.org/articles/technology/3-windows-shortcuts-anyone-can-use.html" TargetMode="Externa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slide" Target="slide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25.xml"/><Relationship Id="rId4" Type="http://schemas.openxmlformats.org/officeDocument/2006/relationships/hyperlink" Target="https://www.techjunkie.com/classic-windows-2000-blue-background-windows-10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Blue_Screen_of_Death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newgrounds.com/" TargetMode="External"/><Relationship Id="rId13" Type="http://schemas.openxmlformats.org/officeDocument/2006/relationships/slide" Target="slide11.xm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20.svg"/><Relationship Id="rId12" Type="http://schemas.openxmlformats.org/officeDocument/2006/relationships/slide" Target="slide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slide" Target="slide15.xml"/><Relationship Id="rId5" Type="http://schemas.openxmlformats.org/officeDocument/2006/relationships/slide" Target="slide24.xml"/><Relationship Id="rId10" Type="http://schemas.openxmlformats.org/officeDocument/2006/relationships/slide" Target="slide16.xml"/><Relationship Id="rId4" Type="http://schemas.openxmlformats.org/officeDocument/2006/relationships/slide" Target="slide4.xml"/><Relationship Id="rId9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B891-F20C-4BF4-B96A-1E8658D1A4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4E41D-EE99-468A-86F3-A9A8710882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AE57D-75D8-47CA-B567-83E1C470951C}"/>
              </a:ext>
            </a:extLst>
          </p:cNvPr>
          <p:cNvSpPr/>
          <p:nvPr/>
        </p:nvSpPr>
        <p:spPr>
          <a:xfrm>
            <a:off x="-74428" y="0"/>
            <a:ext cx="12266428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from hard disk…</a:t>
            </a:r>
          </a:p>
          <a:p>
            <a:r>
              <a:rPr lang="en-GB" dirty="0"/>
              <a:t>Starting Windos 2…</a:t>
            </a:r>
          </a:p>
          <a:p>
            <a:endParaRPr lang="en-GB" dirty="0"/>
          </a:p>
          <a:p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 here to boot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0728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B455E8-14E7-44AD-A93F-46C60E2CA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671" y="0"/>
            <a:ext cx="9194193" cy="689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2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</p:spTree>
    <p:extLst>
      <p:ext uri="{BB962C8B-B14F-4D97-AF65-F5344CB8AC3E}">
        <p14:creationId xmlns:p14="http://schemas.microsoft.com/office/powerpoint/2010/main" val="328948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A26E5A42-D79E-4B71-A35D-2CFFDCA0BEAD}"/>
              </a:ext>
            </a:extLst>
          </p:cNvPr>
          <p:cNvSpPr/>
          <p:nvPr/>
        </p:nvSpPr>
        <p:spPr>
          <a:xfrm>
            <a:off x="-50193" y="6188149"/>
            <a:ext cx="12242193" cy="6698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me to exit start menu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BABD63-0E83-46F6-9E4A-62DE259603F7}"/>
              </a:ext>
            </a:extLst>
          </p:cNvPr>
          <p:cNvSpPr/>
          <p:nvPr/>
        </p:nvSpPr>
        <p:spPr>
          <a:xfrm rot="16200000">
            <a:off x="-1992979" y="3325020"/>
            <a:ext cx="4803705" cy="9181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2.0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C9C6D-E092-4FDE-913F-1E14A1812F81}"/>
              </a:ext>
            </a:extLst>
          </p:cNvPr>
          <p:cNvSpPr/>
          <p:nvPr/>
        </p:nvSpPr>
        <p:spPr>
          <a:xfrm>
            <a:off x="838200" y="2945219"/>
            <a:ext cx="2915093" cy="32407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EF663-1802-4F58-8978-0D2FBC0EB6DF}"/>
              </a:ext>
            </a:extLst>
          </p:cNvPr>
          <p:cNvSpPr txBox="1"/>
          <p:nvPr/>
        </p:nvSpPr>
        <p:spPr>
          <a:xfrm>
            <a:off x="838199" y="3040912"/>
            <a:ext cx="26687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Computer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Run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Find ALPHA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 action="ppaction://hlinksldjump"/>
              </a:rPr>
              <a:t>Sign out 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Power off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13F6B-54CB-4927-A6A0-784F4A3DD42E}"/>
              </a:ext>
            </a:extLst>
          </p:cNvPr>
          <p:cNvSpPr/>
          <p:nvPr/>
        </p:nvSpPr>
        <p:spPr>
          <a:xfrm>
            <a:off x="867938" y="1382232"/>
            <a:ext cx="2885355" cy="15572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Memphis the virtual assistant is coming soon! </a:t>
            </a:r>
          </a:p>
        </p:txBody>
      </p:sp>
    </p:spTree>
    <p:extLst>
      <p:ext uri="{BB962C8B-B14F-4D97-AF65-F5344CB8AC3E}">
        <p14:creationId xmlns:p14="http://schemas.microsoft.com/office/powerpoint/2010/main" val="204433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55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Minecraft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C20A32-B7FD-4B54-A5ED-FFDF14A70A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193" y="1135473"/>
            <a:ext cx="5738612" cy="57386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1F6867-652F-44E9-90FA-955ABB8FAB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897" y="1135473"/>
            <a:ext cx="5738612" cy="573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8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Googlee. Comm/search? </a:t>
            </a:r>
            <a:r>
              <a:rPr lang="en-GB" dirty="0" err="1"/>
              <a:t>Microsoft%Windows%ME</a:t>
            </a:r>
            <a:r>
              <a:rPr lang="en-GB" dirty="0"/>
              <a:t>=page1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2A895-63A0-48C3-BCDF-506E60BE0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04" y="1089660"/>
            <a:ext cx="10731796" cy="576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74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Googlee. Comm. </a:t>
            </a:r>
            <a:r>
              <a:rPr lang="en-GB" dirty="0" err="1"/>
              <a:t>ukay</a:t>
            </a:r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 to Googlee!</a:t>
            </a:r>
          </a:p>
          <a:p>
            <a:pPr algn="ctr"/>
            <a:r>
              <a:rPr lang="en-GB" dirty="0"/>
              <a:t>Search the intranet:</a:t>
            </a:r>
          </a:p>
          <a:p>
            <a:pPr algn="ctr"/>
            <a:r>
              <a:rPr lang="en-GB" dirty="0"/>
              <a:t>Click on the search bar for result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9789A7A0-C8E5-4598-8A0F-27F2C5E93FBA}"/>
              </a:ext>
            </a:extLst>
          </p:cNvPr>
          <p:cNvSpPr/>
          <p:nvPr/>
        </p:nvSpPr>
        <p:spPr>
          <a:xfrm>
            <a:off x="1967023" y="4518836"/>
            <a:ext cx="9154633" cy="1201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Microsoft Windows ME</a:t>
            </a:r>
          </a:p>
        </p:txBody>
      </p:sp>
    </p:spTree>
    <p:extLst>
      <p:ext uri="{BB962C8B-B14F-4D97-AF65-F5344CB8AC3E}">
        <p14:creationId xmlns:p14="http://schemas.microsoft.com/office/powerpoint/2010/main" val="3366503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Intranet Explorer CONNECTED TO NETWORK 1.128.256.666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Welcome to the Intranet!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Select a website to browse: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5"/>
              </a:rPr>
              <a:t>Ask Jeeves*</a:t>
            </a:r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6" action="ppaction://hlinksldjump"/>
              </a:rPr>
              <a:t>Googlee</a:t>
            </a:r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MIME 1.01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*connects to internet site, outside of this VM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712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Intranet explorer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NO INTERNET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5" action="ppaction://hlinksldjump"/>
              </a:rPr>
              <a:t>TAP HERE TO CONNECT TO THE INTRANET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609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Email 1.01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77E02E-FC8E-435B-8A73-4B92911A4E64}"/>
              </a:ext>
            </a:extLst>
          </p:cNvPr>
          <p:cNvSpPr/>
          <p:nvPr/>
        </p:nvSpPr>
        <p:spPr>
          <a:xfrm>
            <a:off x="-50192" y="1137685"/>
            <a:ext cx="4069300" cy="5720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Inbox</a:t>
            </a:r>
          </a:p>
          <a:p>
            <a:pPr algn="ctr"/>
            <a:r>
              <a:rPr lang="en-GB" dirty="0"/>
              <a:t>Outbox</a:t>
            </a:r>
          </a:p>
          <a:p>
            <a:pPr algn="ctr"/>
            <a:r>
              <a:rPr lang="en-GB" dirty="0"/>
              <a:t>Sent items</a:t>
            </a:r>
          </a:p>
          <a:p>
            <a:pPr algn="ctr"/>
            <a:r>
              <a:rPr lang="en-GB" dirty="0"/>
              <a:t>Bin</a:t>
            </a:r>
          </a:p>
          <a:p>
            <a:pPr algn="ctr"/>
            <a:r>
              <a:rPr lang="en-GB" dirty="0">
                <a:hlinkClick r:id="rId4" action="ppaction://hlinksldjump"/>
              </a:rPr>
              <a:t>Exit email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01FF70-FF00-4934-9808-AAF366D88598}"/>
              </a:ext>
            </a:extLst>
          </p:cNvPr>
          <p:cNvSpPr/>
          <p:nvPr/>
        </p:nvSpPr>
        <p:spPr>
          <a:xfrm>
            <a:off x="6570921" y="2991366"/>
            <a:ext cx="2860158" cy="1102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 emails in this folder</a:t>
            </a:r>
          </a:p>
        </p:txBody>
      </p:sp>
    </p:spTree>
    <p:extLst>
      <p:ext uri="{BB962C8B-B14F-4D97-AF65-F5344CB8AC3E}">
        <p14:creationId xmlns:p14="http://schemas.microsoft.com/office/powerpoint/2010/main" val="693498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Browser 0.10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This browser has been discontinued in mid-development!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Open intranet explorer here:</a:t>
            </a:r>
          </a:p>
          <a:p>
            <a:pPr algn="ctr"/>
            <a:r>
              <a:rPr lang="en-GB" dirty="0">
                <a:solidFill>
                  <a:schemeClr val="tx1"/>
                </a:solidFill>
                <a:hlinkClick r:id="rId5" action="ppaction://hlinksldjump"/>
              </a:rPr>
              <a:t>link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6CA71-F940-44B4-90A3-AA5566714660}"/>
              </a:ext>
            </a:extLst>
          </p:cNvPr>
          <p:cNvSpPr/>
          <p:nvPr/>
        </p:nvSpPr>
        <p:spPr>
          <a:xfrm>
            <a:off x="0" y="1137684"/>
            <a:ext cx="12163647" cy="1190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About: hmm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33123-C84B-4050-BF3C-33F46F19A51C}"/>
              </a:ext>
            </a:extLst>
          </p:cNvPr>
          <p:cNvSpPr txBox="1"/>
          <p:nvPr/>
        </p:nvSpPr>
        <p:spPr>
          <a:xfrm>
            <a:off x="28353" y="6368902"/>
            <a:ext cx="3086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Intranet</a:t>
            </a:r>
          </a:p>
        </p:txBody>
      </p:sp>
    </p:spTree>
    <p:extLst>
      <p:ext uri="{BB962C8B-B14F-4D97-AF65-F5344CB8AC3E}">
        <p14:creationId xmlns:p14="http://schemas.microsoft.com/office/powerpoint/2010/main" val="2724575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Find ALPHA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to find: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C5B02-E72B-4AB0-82EA-CAFAFD90A2B1}"/>
              </a:ext>
            </a:extLst>
          </p:cNvPr>
          <p:cNvSpPr/>
          <p:nvPr/>
        </p:nvSpPr>
        <p:spPr>
          <a:xfrm>
            <a:off x="138223" y="1690688"/>
            <a:ext cx="12053777" cy="1403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 exe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58C03A-5CD9-4CCF-8800-7AC5B11A900E}"/>
              </a:ext>
            </a:extLst>
          </p:cNvPr>
          <p:cNvSpPr/>
          <p:nvPr/>
        </p:nvSpPr>
        <p:spPr>
          <a:xfrm>
            <a:off x="138223" y="3429000"/>
            <a:ext cx="3168503" cy="332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Look in:</a:t>
            </a:r>
          </a:p>
          <a:p>
            <a:pPr algn="ctr"/>
            <a:r>
              <a:rPr lang="en-GB" dirty="0"/>
              <a:t>All drives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96FE9-DD5F-47FD-B8D3-80DF4B694565}"/>
              </a:ext>
            </a:extLst>
          </p:cNvPr>
          <p:cNvSpPr/>
          <p:nvPr/>
        </p:nvSpPr>
        <p:spPr>
          <a:xfrm>
            <a:off x="3391786" y="3429000"/>
            <a:ext cx="3423684" cy="332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an alpha program.</a:t>
            </a:r>
          </a:p>
          <a:p>
            <a:pPr algn="ctr"/>
            <a:r>
              <a:rPr lang="en-GB" dirty="0"/>
              <a:t>You might not get anything! </a:t>
            </a:r>
          </a:p>
        </p:txBody>
      </p:sp>
      <p:sp>
        <p:nvSpPr>
          <p:cNvPr id="10" name="Rectangle 9">
            <a:hlinkClick r:id="rId5" action="ppaction://hlinksldjump"/>
            <a:extLst>
              <a:ext uri="{FF2B5EF4-FFF2-40B4-BE49-F238E27FC236}">
                <a16:creationId xmlns:a16="http://schemas.microsoft.com/office/drawing/2014/main" id="{D219A373-96C4-479A-907B-B3602E0F7FE4}"/>
              </a:ext>
            </a:extLst>
          </p:cNvPr>
          <p:cNvSpPr/>
          <p:nvPr/>
        </p:nvSpPr>
        <p:spPr>
          <a:xfrm>
            <a:off x="7060019" y="3426789"/>
            <a:ext cx="5029199" cy="8900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 now</a:t>
            </a:r>
          </a:p>
        </p:txBody>
      </p:sp>
    </p:spTree>
    <p:extLst>
      <p:ext uri="{BB962C8B-B14F-4D97-AF65-F5344CB8AC3E}">
        <p14:creationId xmlns:p14="http://schemas.microsoft.com/office/powerpoint/2010/main" val="3852002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C:\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Cannot view folder for some unknown reason.</a:t>
            </a:r>
          </a:p>
          <a:p>
            <a:pPr algn="ctr"/>
            <a:r>
              <a:rPr lang="en-GB" dirty="0"/>
              <a:t>Please check in the next update</a:t>
            </a:r>
          </a:p>
        </p:txBody>
      </p:sp>
    </p:spTree>
    <p:extLst>
      <p:ext uri="{BB962C8B-B14F-4D97-AF65-F5344CB8AC3E}">
        <p14:creationId xmlns:p14="http://schemas.microsoft.com/office/powerpoint/2010/main" val="934255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Computer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4BA21DD4-66AB-4956-95CF-95E6732368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82" y="1173192"/>
            <a:ext cx="914479" cy="9144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7BEB70-57E6-4F41-BC7F-DE27B109621C}"/>
              </a:ext>
            </a:extLst>
          </p:cNvPr>
          <p:cNvSpPr txBox="1"/>
          <p:nvPr/>
        </p:nvSpPr>
        <p:spPr>
          <a:xfrm>
            <a:off x="102782" y="2190307"/>
            <a:ext cx="1630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</p:spTree>
    <p:extLst>
      <p:ext uri="{BB962C8B-B14F-4D97-AF65-F5344CB8AC3E}">
        <p14:creationId xmlns:p14="http://schemas.microsoft.com/office/powerpoint/2010/main" val="3449586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All apps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 descr="Power">
            <a:hlinkClick r:id="rId5" action="ppaction://hlinksldjump"/>
            <a:extLst>
              <a:ext uri="{FF2B5EF4-FFF2-40B4-BE49-F238E27FC236}">
                <a16:creationId xmlns:a16="http://schemas.microsoft.com/office/drawing/2014/main" id="{661AFC88-F6FD-48F2-94B6-E6DC1E20D1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539" y="1313121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E91434-1079-4AB4-9576-0D3E8B8E85DE}"/>
              </a:ext>
            </a:extLst>
          </p:cNvPr>
          <p:cNvSpPr txBox="1"/>
          <p:nvPr/>
        </p:nvSpPr>
        <p:spPr>
          <a:xfrm>
            <a:off x="361507" y="2227521"/>
            <a:ext cx="164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Power menu</a:t>
            </a:r>
          </a:p>
        </p:txBody>
      </p:sp>
      <p:pic>
        <p:nvPicPr>
          <p:cNvPr id="10" name="Graphic 9" descr="World">
            <a:hlinkClick r:id="rId8" action="ppaction://hlinksldjump"/>
            <a:extLst>
              <a:ext uri="{FF2B5EF4-FFF2-40B4-BE49-F238E27FC236}">
                <a16:creationId xmlns:a16="http://schemas.microsoft.com/office/drawing/2014/main" id="{4A23B773-ECE1-4460-9DF4-6EF05A9914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20062" y="1384042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DF152C-5BD9-4EB0-B16D-E5955F8D7CAA}"/>
              </a:ext>
            </a:extLst>
          </p:cNvPr>
          <p:cNvSpPr txBox="1"/>
          <p:nvPr/>
        </p:nvSpPr>
        <p:spPr>
          <a:xfrm>
            <a:off x="1920062" y="2298442"/>
            <a:ext cx="153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browser</a:t>
            </a:r>
          </a:p>
        </p:txBody>
      </p:sp>
      <p:pic>
        <p:nvPicPr>
          <p:cNvPr id="12" name="Graphic 11" descr="Email">
            <a:hlinkClick r:id="rId11" action="ppaction://hlinksldjump"/>
            <a:extLst>
              <a:ext uri="{FF2B5EF4-FFF2-40B4-BE49-F238E27FC236}">
                <a16:creationId xmlns:a16="http://schemas.microsoft.com/office/drawing/2014/main" id="{CBD33420-1E30-4B1E-8389-2A331439C46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35324" y="1384042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60C5BF-FC32-4E01-90DC-F83B6BDDA805}"/>
              </a:ext>
            </a:extLst>
          </p:cNvPr>
          <p:cNvSpPr txBox="1"/>
          <p:nvPr/>
        </p:nvSpPr>
        <p:spPr>
          <a:xfrm>
            <a:off x="3455581" y="2298442"/>
            <a:ext cx="1818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  <p:pic>
        <p:nvPicPr>
          <p:cNvPr id="15" name="Graphic 14" descr="Shield Tick">
            <a:extLst>
              <a:ext uri="{FF2B5EF4-FFF2-40B4-BE49-F238E27FC236}">
                <a16:creationId xmlns:a16="http://schemas.microsoft.com/office/drawing/2014/main" id="{B56992E3-1F67-4E28-919B-DCD06BDAB62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27058" y="1384042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D83C6D-7BF1-400B-8972-D32DE4FFC058}"/>
              </a:ext>
            </a:extLst>
          </p:cNvPr>
          <p:cNvSpPr/>
          <p:nvPr/>
        </p:nvSpPr>
        <p:spPr>
          <a:xfrm>
            <a:off x="4844843" y="2298442"/>
            <a:ext cx="1161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antivirus+ </a:t>
            </a:r>
          </a:p>
        </p:txBody>
      </p:sp>
      <p:pic>
        <p:nvPicPr>
          <p:cNvPr id="16" name="Picture 15">
            <a:hlinkClick r:id="rId16" action="ppaction://hlinksldjump"/>
            <a:extLst>
              <a:ext uri="{FF2B5EF4-FFF2-40B4-BE49-F238E27FC236}">
                <a16:creationId xmlns:a16="http://schemas.microsoft.com/office/drawing/2014/main" id="{86EBCA94-4DFF-4BC7-9816-A2303ED7E961}"/>
              </a:ext>
            </a:extLst>
          </p:cNvPr>
          <p:cNvPicPr>
            <a:picLocks noChangeAspect="1"/>
          </p:cNvPicPr>
          <p:nvPr/>
        </p:nvPicPr>
        <p:blipFill>
          <a:blip r:embed="rId17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6096000" y="1303488"/>
            <a:ext cx="931477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E9588F-8F39-41A6-BC3B-D57B02C12C3E}"/>
              </a:ext>
            </a:extLst>
          </p:cNvPr>
          <p:cNvSpPr txBox="1"/>
          <p:nvPr/>
        </p:nvSpPr>
        <p:spPr>
          <a:xfrm>
            <a:off x="6123220" y="2217888"/>
            <a:ext cx="1041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Intranet explorer</a:t>
            </a:r>
          </a:p>
        </p:txBody>
      </p:sp>
      <p:pic>
        <p:nvPicPr>
          <p:cNvPr id="18" name="Picture 17">
            <a:hlinkClick r:id="rId19" action="ppaction://hlinksldjump"/>
            <a:extLst>
              <a:ext uri="{FF2B5EF4-FFF2-40B4-BE49-F238E27FC236}">
                <a16:creationId xmlns:a16="http://schemas.microsoft.com/office/drawing/2014/main" id="{47685C37-89FB-43A1-AD99-8AB0B97F4DE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7612352" y="1239024"/>
            <a:ext cx="1224223" cy="12242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0A67084-0CE6-4737-86B0-C7C568A739C9}"/>
              </a:ext>
            </a:extLst>
          </p:cNvPr>
          <p:cNvSpPr txBox="1"/>
          <p:nvPr/>
        </p:nvSpPr>
        <p:spPr>
          <a:xfrm>
            <a:off x="7357730" y="2463247"/>
            <a:ext cx="23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Minecraft</a:t>
            </a:r>
          </a:p>
        </p:txBody>
      </p:sp>
    </p:spTree>
    <p:extLst>
      <p:ext uri="{BB962C8B-B14F-4D97-AF65-F5344CB8AC3E}">
        <p14:creationId xmlns:p14="http://schemas.microsoft.com/office/powerpoint/2010/main" val="195010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667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inetwiz.exe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intranet</a:t>
            </a:r>
          </a:p>
          <a:p>
            <a:pPr algn="ctr"/>
            <a:r>
              <a:rPr lang="en-GB" dirty="0"/>
              <a:t>Please wait…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5DFA5E-6AA7-47FD-BC3C-430BD16C59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826" y="4657061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89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Find ALPHA result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Found:</a:t>
            </a:r>
          </a:p>
          <a:p>
            <a:pPr algn="ctr"/>
            <a:r>
              <a:rPr lang="en-GB" dirty="0"/>
              <a:t>C:\windos\system32\windos.exe</a:t>
            </a:r>
          </a:p>
          <a:p>
            <a:pPr algn="ctr"/>
            <a:r>
              <a:rPr lang="en-GB" dirty="0"/>
              <a:t>The file is 0.0001Mb in size and was created on : 23/04/2020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94E0775F-7EA9-4458-B877-5BFB0B6C1E4D}"/>
              </a:ext>
            </a:extLst>
          </p:cNvPr>
          <p:cNvSpPr/>
          <p:nvPr/>
        </p:nvSpPr>
        <p:spPr>
          <a:xfrm>
            <a:off x="1520456" y="5348177"/>
            <a:ext cx="4338084" cy="637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Open the file</a:t>
            </a:r>
          </a:p>
        </p:txBody>
      </p:sp>
      <p:sp>
        <p:nvSpPr>
          <p:cNvPr id="8" name="Rectangle 7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16E3D8AD-EC41-49C2-8F55-867FA31DDCF1}"/>
              </a:ext>
            </a:extLst>
          </p:cNvPr>
          <p:cNvSpPr/>
          <p:nvPr/>
        </p:nvSpPr>
        <p:spPr>
          <a:xfrm>
            <a:off x="5954233" y="5348177"/>
            <a:ext cx="4072269" cy="637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4248970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windos.exe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cannot tun 2 instances of Windos at once, silly! 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2B6294DB-A0E0-4E77-9888-03656ECADE09}"/>
              </a:ext>
            </a:extLst>
          </p:cNvPr>
          <p:cNvSpPr/>
          <p:nvPr/>
        </p:nvSpPr>
        <p:spPr>
          <a:xfrm>
            <a:off x="1520456" y="4816549"/>
            <a:ext cx="8814391" cy="1350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062550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Run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Enter the name of the program you wish to run, and Windos will run it for you: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 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1F19DED0-C2B3-4AA3-BD19-D36CAD4F946C}"/>
              </a:ext>
            </a:extLst>
          </p:cNvPr>
          <p:cNvSpPr/>
          <p:nvPr/>
        </p:nvSpPr>
        <p:spPr>
          <a:xfrm>
            <a:off x="1860698" y="3429000"/>
            <a:ext cx="8293395" cy="1137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Windos.exe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1520E6-9D6D-4C6F-B2F6-3EF63D199772}"/>
              </a:ext>
            </a:extLst>
          </p:cNvPr>
          <p:cNvSpPr/>
          <p:nvPr/>
        </p:nvSpPr>
        <p:spPr>
          <a:xfrm>
            <a:off x="1860698" y="4965405"/>
            <a:ext cx="4235302" cy="978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BDD7B5CF-6BA9-4C63-85E1-A45977325392}"/>
              </a:ext>
            </a:extLst>
          </p:cNvPr>
          <p:cNvSpPr/>
          <p:nvPr/>
        </p:nvSpPr>
        <p:spPr>
          <a:xfrm>
            <a:off x="6358270" y="4965405"/>
            <a:ext cx="3795823" cy="978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4047614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menu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Power">
            <a:extLst>
              <a:ext uri="{FF2B5EF4-FFF2-40B4-BE49-F238E27FC236}">
                <a16:creationId xmlns:a16="http://schemas.microsoft.com/office/drawing/2014/main" id="{669B1A37-4870-40C4-8E30-D2579D63A7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4995" y="2971800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0CA82F-AB93-453D-8689-6EFB547E9C3F}"/>
              </a:ext>
            </a:extLst>
          </p:cNvPr>
          <p:cNvSpPr txBox="1"/>
          <p:nvPr/>
        </p:nvSpPr>
        <p:spPr>
          <a:xfrm>
            <a:off x="1857153" y="4178595"/>
            <a:ext cx="18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Power off</a:t>
            </a:r>
          </a:p>
        </p:txBody>
      </p:sp>
      <p:pic>
        <p:nvPicPr>
          <p:cNvPr id="10" name="Picture 9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112FEB96-9317-44DF-BFA2-5E16C406CA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187995" y="2959395"/>
            <a:ext cx="1219200" cy="1219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3B3DCE-EB15-4BE8-8A4F-EDF6CEBE6309}"/>
              </a:ext>
            </a:extLst>
          </p:cNvPr>
          <p:cNvSpPr txBox="1"/>
          <p:nvPr/>
        </p:nvSpPr>
        <p:spPr>
          <a:xfrm>
            <a:off x="3187995" y="4178595"/>
            <a:ext cx="1330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3055349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login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B7879-90D8-4B76-9F6B-578DFE503AFB}"/>
              </a:ext>
            </a:extLst>
          </p:cNvPr>
          <p:cNvSpPr/>
          <p:nvPr/>
        </p:nvSpPr>
        <p:spPr>
          <a:xfrm>
            <a:off x="2488019" y="2934586"/>
            <a:ext cx="6847367" cy="133970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</a:t>
            </a:r>
          </a:p>
        </p:txBody>
      </p:sp>
      <p:sp>
        <p:nvSpPr>
          <p:cNvPr id="8" name="Rectangle 7">
            <a:hlinkClick r:id="rId5" action="ppaction://hlinksldjump"/>
            <a:extLst>
              <a:ext uri="{FF2B5EF4-FFF2-40B4-BE49-F238E27FC236}">
                <a16:creationId xmlns:a16="http://schemas.microsoft.com/office/drawing/2014/main" id="{4764DFFD-2BA5-4992-BCFA-B2F4EA894186}"/>
              </a:ext>
            </a:extLst>
          </p:cNvPr>
          <p:cNvSpPr/>
          <p:nvPr/>
        </p:nvSpPr>
        <p:spPr>
          <a:xfrm>
            <a:off x="8346558" y="4742121"/>
            <a:ext cx="988828" cy="818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D3DAEB-8FD9-49D5-A1A6-B7F6D2609011}"/>
              </a:ext>
            </a:extLst>
          </p:cNvPr>
          <p:cNvSpPr/>
          <p:nvPr/>
        </p:nvSpPr>
        <p:spPr>
          <a:xfrm>
            <a:off x="2488019" y="4742121"/>
            <a:ext cx="5656521" cy="81870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</p:spTree>
    <p:extLst>
      <p:ext uri="{BB962C8B-B14F-4D97-AF65-F5344CB8AC3E}">
        <p14:creationId xmlns:p14="http://schemas.microsoft.com/office/powerpoint/2010/main" val="2894463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ndAc>
          <p:stSnd>
            <p:snd r:embed="rId2" name="Microsoft Windows 95 Startup Sound.wav"/>
          </p:stSnd>
        </p:sndAc>
      </p:transition>
    </mc:Choice>
    <mc:Fallback>
      <p:transition spd="slow">
        <p:sndAc>
          <p:stSnd>
            <p:snd r:embed="rId2" name="Microsoft Windows 95 Startup Sound.wav"/>
          </p:stSnd>
        </p:sndAc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bird, flower&#10;&#10;Description automatically generated">
            <a:hlinkClick r:id="rId2" action="ppaction://hlinksldjump"/>
            <a:extLst>
              <a:ext uri="{FF2B5EF4-FFF2-40B4-BE49-F238E27FC236}">
                <a16:creationId xmlns:a16="http://schemas.microsoft.com/office/drawing/2014/main" id="{4B54CFC0-C66F-4253-BE47-F7CC6266B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094" r="-3" b="-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59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BE0A4D-F577-47CF-A738-1BA27F5D8468}"/>
              </a:ext>
            </a:extLst>
          </p:cNvPr>
          <p:cNvSpPr/>
          <p:nvPr/>
        </p:nvSpPr>
        <p:spPr>
          <a:xfrm>
            <a:off x="-50193" y="6209414"/>
            <a:ext cx="12242193" cy="6485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7F6F51F9-9B33-42C9-BB13-328E26DA3BD0}"/>
              </a:ext>
            </a:extLst>
          </p:cNvPr>
          <p:cNvSpPr/>
          <p:nvPr/>
        </p:nvSpPr>
        <p:spPr>
          <a:xfrm>
            <a:off x="0" y="6358270"/>
            <a:ext cx="1520456" cy="3827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1B5BB-BF19-44D5-B166-BB073A8D7FA2}"/>
              </a:ext>
            </a:extLst>
          </p:cNvPr>
          <p:cNvSpPr txBox="1"/>
          <p:nvPr/>
        </p:nvSpPr>
        <p:spPr>
          <a:xfrm>
            <a:off x="74428" y="116958"/>
            <a:ext cx="2636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2</a:t>
            </a:r>
          </a:p>
          <a:p>
            <a:r>
              <a:rPr lang="en-GB" dirty="0"/>
              <a:t>beta 2</a:t>
            </a:r>
          </a:p>
          <a:p>
            <a:r>
              <a:rPr lang="en-GB" dirty="0"/>
              <a:t>For testing purposes ONLY</a:t>
            </a:r>
          </a:p>
        </p:txBody>
      </p:sp>
      <p:pic>
        <p:nvPicPr>
          <p:cNvPr id="8" name="Graphic 7" descr="Garbage">
            <a:hlinkClick r:id="rId5" action="ppaction://hlinksldjump"/>
            <a:extLst>
              <a:ext uri="{FF2B5EF4-FFF2-40B4-BE49-F238E27FC236}">
                <a16:creationId xmlns:a16="http://schemas.microsoft.com/office/drawing/2014/main" id="{69A6E7C7-E205-441F-8A75-CC10C284D3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35833" y="4715539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47DB83-49DF-4DE7-9B79-7C11E08FF805}"/>
              </a:ext>
            </a:extLst>
          </p:cNvPr>
          <p:cNvSpPr txBox="1"/>
          <p:nvPr/>
        </p:nvSpPr>
        <p:spPr>
          <a:xfrm>
            <a:off x="10866474" y="5794744"/>
            <a:ext cx="132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Trash-can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A9DAA5-E3AE-4A02-9FE9-DFC162E0F446}"/>
              </a:ext>
            </a:extLst>
          </p:cNvPr>
          <p:cNvSpPr/>
          <p:nvPr/>
        </p:nvSpPr>
        <p:spPr>
          <a:xfrm>
            <a:off x="7272670" y="365125"/>
            <a:ext cx="3306725" cy="562100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BC910F-EC2E-4057-A63F-002815770866}"/>
              </a:ext>
            </a:extLst>
          </p:cNvPr>
          <p:cNvSpPr txBox="1"/>
          <p:nvPr/>
        </p:nvSpPr>
        <p:spPr>
          <a:xfrm>
            <a:off x="7272670" y="499730"/>
            <a:ext cx="32322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start-up sound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intranet 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new Clippy link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Updated browser from 0.09 to 0.10!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shortcuts widget!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Upgraded email program 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1.01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Announcement: this OS will exit beta soon!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Aligned watermark on desktop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Minecraft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2" name="Picture 2" descr="Image result for clippy">
            <a:hlinkClick r:id="rId8"/>
            <a:extLst>
              <a:ext uri="{FF2B5EF4-FFF2-40B4-BE49-F238E27FC236}">
                <a16:creationId xmlns:a16="http://schemas.microsoft.com/office/drawing/2014/main" id="{80DCA775-1A2C-4CF6-BFDE-1EC393788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56" y="4744779"/>
            <a:ext cx="19050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15128EA9-60A0-4B69-A802-18D58D36372A}"/>
              </a:ext>
            </a:extLst>
          </p:cNvPr>
          <p:cNvSpPr/>
          <p:nvPr/>
        </p:nvSpPr>
        <p:spPr>
          <a:xfrm>
            <a:off x="1048190" y="2916830"/>
            <a:ext cx="2817628" cy="1657828"/>
          </a:xfrm>
          <a:prstGeom prst="wedgeRectCallout">
            <a:avLst>
              <a:gd name="adj1" fmla="val -46116"/>
              <a:gd name="adj2" fmla="val 100982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Hint of the version: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Don’t forget to check out the sites in Intranet Explorer!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They are added with </a:t>
            </a:r>
            <a:r>
              <a:rPr lang="en-GB" i="1" dirty="0">
                <a:solidFill>
                  <a:schemeClr val="tx1"/>
                </a:solidFill>
              </a:rPr>
              <a:t>almost </a:t>
            </a:r>
            <a:r>
              <a:rPr lang="en-GB" dirty="0">
                <a:solidFill>
                  <a:schemeClr val="tx1"/>
                </a:solidFill>
              </a:rPr>
              <a:t>every version!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563BFA-AA85-4512-9927-7EBAF8712606}"/>
              </a:ext>
            </a:extLst>
          </p:cNvPr>
          <p:cNvSpPr/>
          <p:nvPr/>
        </p:nvSpPr>
        <p:spPr>
          <a:xfrm>
            <a:off x="3202173" y="376798"/>
            <a:ext cx="3579627" cy="2246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Shortcuts:</a:t>
            </a:r>
          </a:p>
          <a:p>
            <a:pPr algn="ctr"/>
            <a:r>
              <a:rPr lang="en-GB" dirty="0">
                <a:hlinkClick r:id="rId10" action="ppaction://hlinksldjump"/>
              </a:rPr>
              <a:t>All apps</a:t>
            </a:r>
            <a:endParaRPr lang="en-GB" dirty="0"/>
          </a:p>
          <a:p>
            <a:pPr algn="ctr"/>
            <a:r>
              <a:rPr lang="en-GB" dirty="0">
                <a:hlinkClick r:id="rId11" action="ppaction://hlinksldjump"/>
              </a:rPr>
              <a:t>Computer</a:t>
            </a:r>
            <a:endParaRPr lang="en-GB" dirty="0"/>
          </a:p>
          <a:p>
            <a:pPr algn="ctr"/>
            <a:r>
              <a:rPr lang="en-GB" dirty="0">
                <a:hlinkClick r:id="rId12" action="ppaction://hlinksldjump"/>
              </a:rPr>
              <a:t>Browser</a:t>
            </a:r>
            <a:endParaRPr lang="en-GB" dirty="0"/>
          </a:p>
          <a:p>
            <a:pPr algn="ctr"/>
            <a:r>
              <a:rPr lang="en-GB" dirty="0">
                <a:hlinkClick r:id="rId13" action="ppaction://hlinksldjump"/>
              </a:rPr>
              <a:t>Email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5909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2">
      <a:dk1>
        <a:srgbClr val="000000"/>
      </a:dk1>
      <a:lt1>
        <a:srgbClr val="E7E6E6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FFFF00"/>
      </a:accent3>
      <a:accent4>
        <a:srgbClr val="00B050"/>
      </a:accent4>
      <a:accent5>
        <a:srgbClr val="5B9BD5"/>
      </a:accent5>
      <a:accent6>
        <a:srgbClr val="7030A0"/>
      </a:accent6>
      <a:hlink>
        <a:srgbClr val="70AD47"/>
      </a:hlink>
      <a:folHlink>
        <a:srgbClr val="70AD4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390</Words>
  <Application>Microsoft Office PowerPoint</Application>
  <PresentationFormat>Widescreen</PresentationFormat>
  <Paragraphs>163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 - 8YB.</dc:creator>
  <cp:lastModifiedBy>Szymon Mochort - 8YB.</cp:lastModifiedBy>
  <cp:revision>142</cp:revision>
  <dcterms:created xsi:type="dcterms:W3CDTF">2020-04-21T13:45:39Z</dcterms:created>
  <dcterms:modified xsi:type="dcterms:W3CDTF">2020-04-24T14:54:32Z</dcterms:modified>
</cp:coreProperties>
</file>