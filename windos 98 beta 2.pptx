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89" r:id="rId6"/>
    <p:sldId id="287" r:id="rId7"/>
    <p:sldId id="259" r:id="rId8"/>
    <p:sldId id="323" r:id="rId9"/>
    <p:sldId id="260" r:id="rId10"/>
    <p:sldId id="262" r:id="rId11"/>
    <p:sldId id="297" r:id="rId12"/>
    <p:sldId id="307" r:id="rId13"/>
    <p:sldId id="298" r:id="rId14"/>
    <p:sldId id="264" r:id="rId15"/>
    <p:sldId id="265" r:id="rId16"/>
    <p:sldId id="299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  <p:sldId id="286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20" r:id="rId60"/>
    <p:sldId id="319" r:id="rId61"/>
    <p:sldId id="321" r:id="rId62"/>
    <p:sldId id="322" r:id="rId63"/>
    <p:sldId id="324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2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19/07/2020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7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slide" Target="slide20.xm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gif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13" Type="http://schemas.openxmlformats.org/officeDocument/2006/relationships/image" Target="../media/image16.png"/><Relationship Id="rId18" Type="http://schemas.openxmlformats.org/officeDocument/2006/relationships/image" Target="../media/image17.png"/><Relationship Id="rId3" Type="http://schemas.openxmlformats.org/officeDocument/2006/relationships/slide" Target="slide22.xml"/><Relationship Id="rId7" Type="http://schemas.openxmlformats.org/officeDocument/2006/relationships/image" Target="../media/image11.png"/><Relationship Id="rId12" Type="http://schemas.openxmlformats.org/officeDocument/2006/relationships/slide" Target="slide25.xml"/><Relationship Id="rId17" Type="http://schemas.openxmlformats.org/officeDocument/2006/relationships/slide" Target="slide59.xml"/><Relationship Id="rId2" Type="http://schemas.openxmlformats.org/officeDocument/2006/relationships/image" Target="../media/image1.jp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2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3.png"/><Relationship Id="rId10" Type="http://schemas.openxmlformats.org/officeDocument/2006/relationships/slide" Target="slide21.xml"/><Relationship Id="rId4" Type="http://schemas.openxmlformats.org/officeDocument/2006/relationships/slide" Target="slide23.xml"/><Relationship Id="rId9" Type="http://schemas.openxmlformats.org/officeDocument/2006/relationships/image" Target="../media/image4.png"/><Relationship Id="rId14" Type="http://schemas.openxmlformats.org/officeDocument/2006/relationships/slide" Target="slide2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13" Type="http://schemas.openxmlformats.org/officeDocument/2006/relationships/slide" Target="slide20.xml"/><Relationship Id="rId3" Type="http://schemas.openxmlformats.org/officeDocument/2006/relationships/image" Target="../media/image1.jpg"/><Relationship Id="rId7" Type="http://schemas.openxmlformats.org/officeDocument/2006/relationships/slide" Target="slide23.xml"/><Relationship Id="rId12" Type="http://schemas.openxmlformats.org/officeDocument/2006/relationships/image" Target="../media/image5.png"/><Relationship Id="rId17" Type="http://schemas.openxmlformats.org/officeDocument/2006/relationships/image" Target="../media/image18.jpg"/><Relationship Id="rId2" Type="http://schemas.openxmlformats.org/officeDocument/2006/relationships/slide" Target="slide2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11" Type="http://schemas.openxmlformats.org/officeDocument/2006/relationships/image" Target="../media/image16.png"/><Relationship Id="rId5" Type="http://schemas.openxmlformats.org/officeDocument/2006/relationships/slide" Target="slide25.xml"/><Relationship Id="rId15" Type="http://schemas.openxmlformats.org/officeDocument/2006/relationships/image" Target="../media/image9.png"/><Relationship Id="rId10" Type="http://schemas.openxmlformats.org/officeDocument/2006/relationships/image" Target="../media/image3.png"/><Relationship Id="rId4" Type="http://schemas.openxmlformats.org/officeDocument/2006/relationships/slide" Target="slide24.xml"/><Relationship Id="rId9" Type="http://schemas.openxmlformats.org/officeDocument/2006/relationships/slide" Target="slide59.xml"/><Relationship Id="rId1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7.xml"/><Relationship Id="rId5" Type="http://schemas.openxmlformats.org/officeDocument/2006/relationships/slide" Target="slide41.xml"/><Relationship Id="rId4" Type="http://schemas.openxmlformats.org/officeDocument/2006/relationships/slide" Target="slide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slide" Target="slide48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image" Target="../media/image21.png"/><Relationship Id="rId18" Type="http://schemas.openxmlformats.org/officeDocument/2006/relationships/slide" Target="slide58.xml"/><Relationship Id="rId3" Type="http://schemas.openxmlformats.org/officeDocument/2006/relationships/slide" Target="slide22.xml"/><Relationship Id="rId21" Type="http://schemas.openxmlformats.org/officeDocument/2006/relationships/image" Target="../media/image17.png"/><Relationship Id="rId7" Type="http://schemas.openxmlformats.org/officeDocument/2006/relationships/image" Target="../media/image8.svg"/><Relationship Id="rId12" Type="http://schemas.openxmlformats.org/officeDocument/2006/relationships/slide" Target="slide42.xml"/><Relationship Id="rId17" Type="http://schemas.openxmlformats.org/officeDocument/2006/relationships/image" Target="../media/image22.png"/><Relationship Id="rId2" Type="http://schemas.openxmlformats.org/officeDocument/2006/relationships/slide" Target="slide21.xml"/><Relationship Id="rId16" Type="http://schemas.openxmlformats.org/officeDocument/2006/relationships/slide" Target="slide30.xml"/><Relationship Id="rId20" Type="http://schemas.openxmlformats.org/officeDocument/2006/relationships/slide" Target="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slide" Target="slide26.xml"/><Relationship Id="rId15" Type="http://schemas.openxmlformats.org/officeDocument/2006/relationships/image" Target="../media/image4.png"/><Relationship Id="rId10" Type="http://schemas.openxmlformats.org/officeDocument/2006/relationships/slide" Target="slide25.xml"/><Relationship Id="rId19" Type="http://schemas.openxmlformats.org/officeDocument/2006/relationships/image" Target="../media/image23.jp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14" Type="http://schemas.openxmlformats.org/officeDocument/2006/relationships/slide" Target="slide5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2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2.xml"/><Relationship Id="rId5" Type="http://schemas.openxmlformats.org/officeDocument/2006/relationships/slide" Target="slide1.xml"/><Relationship Id="rId4" Type="http://schemas.openxmlformats.org/officeDocument/2006/relationships/slide" Target="slide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18" Type="http://schemas.openxmlformats.org/officeDocument/2006/relationships/image" Target="../media/image30.png"/><Relationship Id="rId26" Type="http://schemas.openxmlformats.org/officeDocument/2006/relationships/image" Target="../media/image20.png"/><Relationship Id="rId3" Type="http://schemas.openxmlformats.org/officeDocument/2006/relationships/slide" Target="slide24.xml"/><Relationship Id="rId21" Type="http://schemas.openxmlformats.org/officeDocument/2006/relationships/image" Target="../media/image16.png"/><Relationship Id="rId34" Type="http://schemas.openxmlformats.org/officeDocument/2006/relationships/image" Target="../media/image18.jp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9.png"/><Relationship Id="rId25" Type="http://schemas.openxmlformats.org/officeDocument/2006/relationships/image" Target="../media/image21.png"/><Relationship Id="rId33" Type="http://schemas.openxmlformats.org/officeDocument/2006/relationships/image" Target="../media/image37.png"/><Relationship Id="rId2" Type="http://schemas.openxmlformats.org/officeDocument/2006/relationships/slide" Target="slide21.xml"/><Relationship Id="rId16" Type="http://schemas.openxmlformats.org/officeDocument/2006/relationships/image" Target="../media/image10.png"/><Relationship Id="rId20" Type="http://schemas.openxmlformats.org/officeDocument/2006/relationships/image" Target="../media/image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6.png"/><Relationship Id="rId24" Type="http://schemas.openxmlformats.org/officeDocument/2006/relationships/image" Target="../media/image2.gif"/><Relationship Id="rId32" Type="http://schemas.openxmlformats.org/officeDocument/2006/relationships/image" Target="../media/image36.png"/><Relationship Id="rId5" Type="http://schemas.openxmlformats.org/officeDocument/2006/relationships/image" Target="../media/image25.png"/><Relationship Id="rId15" Type="http://schemas.openxmlformats.org/officeDocument/2006/relationships/image" Target="../media/image11.png"/><Relationship Id="rId23" Type="http://schemas.openxmlformats.org/officeDocument/2006/relationships/image" Target="../media/image6.png"/><Relationship Id="rId28" Type="http://schemas.openxmlformats.org/officeDocument/2006/relationships/image" Target="../media/image32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31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8.png"/><Relationship Id="rId22" Type="http://schemas.openxmlformats.org/officeDocument/2006/relationships/slide" Target="slide20.xml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.png"/><Relationship Id="rId3" Type="http://schemas.openxmlformats.org/officeDocument/2006/relationships/slide" Target="slide24.xml"/><Relationship Id="rId7" Type="http://schemas.openxmlformats.org/officeDocument/2006/relationships/slide" Target="slide48.xml"/><Relationship Id="rId12" Type="http://schemas.openxmlformats.org/officeDocument/2006/relationships/slide" Target="slide9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9.png"/><Relationship Id="rId5" Type="http://schemas.openxmlformats.org/officeDocument/2006/relationships/slide" Target="slide36.xml"/><Relationship Id="rId15" Type="http://schemas.openxmlformats.org/officeDocument/2006/relationships/image" Target="../media/image37.png"/><Relationship Id="rId10" Type="http://schemas.openxmlformats.org/officeDocument/2006/relationships/slide" Target="slide30.xml"/><Relationship Id="rId4" Type="http://schemas.openxmlformats.org/officeDocument/2006/relationships/image" Target="../media/image3.png"/><Relationship Id="rId9" Type="http://schemas.openxmlformats.org/officeDocument/2006/relationships/slide" Target="slide38.xml"/><Relationship Id="rId1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24.xml"/><Relationship Id="rId7" Type="http://schemas.openxmlformats.org/officeDocument/2006/relationships/slide" Target="slide3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slide" Target="slide3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43.xml"/><Relationship Id="rId10" Type="http://schemas.openxmlformats.org/officeDocument/2006/relationships/slide" Target="slide46.xml"/><Relationship Id="rId4" Type="http://schemas.openxmlformats.org/officeDocument/2006/relationships/image" Target="../media/image11.png"/><Relationship Id="rId9" Type="http://schemas.openxmlformats.org/officeDocument/2006/relationships/slide" Target="slide4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slide" Target="slide21.xml"/><Relationship Id="rId4" Type="http://schemas.openxmlformats.org/officeDocument/2006/relationships/slide" Target="slide5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52.xml"/><Relationship Id="rId3" Type="http://schemas.openxmlformats.org/officeDocument/2006/relationships/slide" Target="slide24.xml"/><Relationship Id="rId7" Type="http://schemas.openxmlformats.org/officeDocument/2006/relationships/slide" Target="slide39.xml"/><Relationship Id="rId12" Type="http://schemas.openxmlformats.org/officeDocument/2006/relationships/image" Target="../media/image32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slide" Target="slide51.xml"/><Relationship Id="rId5" Type="http://schemas.openxmlformats.org/officeDocument/2006/relationships/slide" Target="slide49.xml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slide" Target="slide50.xml"/><Relationship Id="rId1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slide" Target="slide30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5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61.xml"/><Relationship Id="rId7" Type="http://schemas.openxmlformats.org/officeDocument/2006/relationships/image" Target="../media/image9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2.xml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slide" Target="slide6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slide" Target="slide5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slide" Target="slide5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54.xml"/><Relationship Id="rId5" Type="http://schemas.openxmlformats.org/officeDocument/2006/relationships/slide" Target="slide25.xml"/><Relationship Id="rId4" Type="http://schemas.openxmlformats.org/officeDocument/2006/relationships/slide" Target="slide5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4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27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202004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Welcome to setup</a:t>
            </a:r>
          </a:p>
          <a:p>
            <a:r>
              <a:rPr lang="en-GB" dirty="0"/>
              <a:t>Close the window to start the welcome tour!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E4982-4394-439F-9641-28849C81E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70" y="4667692"/>
            <a:ext cx="1437167" cy="14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Welcome to Windos 98!</a:t>
            </a:r>
          </a:p>
          <a:p>
            <a:pPr algn="ctr"/>
            <a:r>
              <a:rPr lang="en-GB" sz="2000" dirty="0"/>
              <a:t>This OS features:</a:t>
            </a:r>
          </a:p>
          <a:p>
            <a:pPr algn="ctr"/>
            <a:endParaRPr lang="en-GB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New, tighter security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Internet Explorer 22.5 to provide the best browsing experience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email client to help you manage emails better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software to get things done!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rock- solid filesystem makes Windos a lot less prone to crashing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Alerts tell you when your security is not optimal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Many pre installed programs that are your to keep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Sleek icons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Great internet connectivity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Easy Internet Setup®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beautiful interface which is optimised for readability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Close window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2A550-8597-4F2E-8D2C-CF98003BA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88" y="1925375"/>
            <a:ext cx="609600" cy="60960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E024831-1B2C-4897-A323-817D93D26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569" y="2488016"/>
            <a:ext cx="615950" cy="609600"/>
          </a:xfrm>
          <a:prstGeom prst="rect">
            <a:avLst/>
          </a:prstGeom>
        </p:spPr>
      </p:pic>
      <p:pic>
        <p:nvPicPr>
          <p:cNvPr id="8" name="Graphic 7">
            <a:hlinkClick r:id="rId6" action="ppaction://hlinksldjump"/>
            <a:extLst>
              <a:ext uri="{FF2B5EF4-FFF2-40B4-BE49-F238E27FC236}">
                <a16:creationId xmlns:a16="http://schemas.microsoft.com/office/drawing/2014/main" id="{1DB7EEA3-618D-4C4C-A979-DBFDB1E12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612" y="2963826"/>
            <a:ext cx="451883" cy="4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620B1-886C-4CE0-84C3-7E6608F13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84" y="3272168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FEA5B-937C-499D-98DC-330061B651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41" y="3533995"/>
            <a:ext cx="425303" cy="425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7F91F5-33D8-455C-AB89-65CDE70E1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2" y="3841011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301B9-8A47-4857-ABF2-CCD006A5B6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841" y="4171949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B0AF9-C9D5-4AC6-9850-0F6FB54D9E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93" y="4467003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4A98D-F0FE-42CD-B47B-82BD9A4E1F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13" y="4901607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22F765-436D-4438-9BB7-F9FC53BAA3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969" y="53313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OS is under construction.</a:t>
            </a:r>
          </a:p>
          <a:p>
            <a:pPr algn="ctr"/>
            <a:r>
              <a:rPr lang="en-GB" dirty="0"/>
              <a:t>Please only use it for testing purposes. </a:t>
            </a:r>
          </a:p>
          <a:p>
            <a:pPr algn="ctr"/>
            <a:r>
              <a:rPr lang="en-GB" dirty="0"/>
              <a:t>Please click me to continue</a:t>
            </a:r>
          </a:p>
        </p:txBody>
      </p:sp>
    </p:spTree>
    <p:extLst>
      <p:ext uri="{BB962C8B-B14F-4D97-AF65-F5344CB8AC3E}">
        <p14:creationId xmlns:p14="http://schemas.microsoft.com/office/powerpoint/2010/main" val="317831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98…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7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Complete!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has finished installing Windos 98.</a:t>
            </a:r>
          </a:p>
          <a:p>
            <a:pPr algn="ctr"/>
            <a:r>
              <a:rPr lang="en-GB" dirty="0"/>
              <a:t>Please close the window to proceed with setting up Windos.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190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with this computer: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Setting a blank password is dangerous and this allows anyone to access the system without your contest! </a:t>
            </a:r>
          </a:p>
          <a:p>
            <a:r>
              <a:rPr lang="en-GB" dirty="0"/>
              <a:t>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F0B89CC5-706F-4AE2-9B1F-7524282257F3}"/>
              </a:ext>
            </a:extLst>
          </p:cNvPr>
          <p:cNvSpPr/>
          <p:nvPr/>
        </p:nvSpPr>
        <p:spPr>
          <a:xfrm>
            <a:off x="609600" y="5858540"/>
            <a:ext cx="5270204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back and set a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3D798E-6857-4963-994D-2166C7B13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36" y="5188688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A29D5-F691-43D3-ACD3-D8EDE6F12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84" y="2647505"/>
            <a:ext cx="1031360" cy="1031360"/>
          </a:xfrm>
          <a:prstGeom prst="rect">
            <a:avLst/>
          </a:prstGeom>
        </p:spPr>
      </p:pic>
      <p:pic>
        <p:nvPicPr>
          <p:cNvPr id="5" name="Picture 4">
            <a:hlinkClick r:id="rId4" action="ppaction://hlinksldjump"/>
            <a:extLst>
              <a:ext uri="{FF2B5EF4-FFF2-40B4-BE49-F238E27FC236}">
                <a16:creationId xmlns:a16="http://schemas.microsoft.com/office/drawing/2014/main" id="{80F66593-9BB2-41CB-80CE-124FC171D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352" y="3563680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82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updates to Windos 98.</a:t>
            </a:r>
          </a:p>
          <a:p>
            <a:pPr algn="ctr"/>
            <a:r>
              <a:rPr lang="en-GB" dirty="0"/>
              <a:t>Please close the Window to proceed.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This cannot be skipped!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 have been installed and Windos 98 has been installed.</a:t>
            </a:r>
          </a:p>
          <a:p>
            <a:pPr algn="ctr"/>
            <a:r>
              <a:rPr lang="en-GB" dirty="0"/>
              <a:t>Please close the window and log on.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the button to sign in: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4F9F190-775F-4ACA-B970-C03DCE380607}"/>
              </a:ext>
            </a:extLst>
          </p:cNvPr>
          <p:cNvSpPr/>
          <p:nvPr/>
        </p:nvSpPr>
        <p:spPr>
          <a:xfrm>
            <a:off x="6358270" y="2998381"/>
            <a:ext cx="3487479" cy="1541721"/>
          </a:xfrm>
          <a:prstGeom prst="wedgeRectCallout">
            <a:avLst>
              <a:gd name="adj1" fmla="val -72053"/>
              <a:gd name="adj2" fmla="val 928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You need a password!</a:t>
            </a:r>
          </a:p>
          <a:p>
            <a:r>
              <a:rPr lang="en-GB" dirty="0"/>
              <a:t>Please add one by reinstalling Windos 98!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26D1-5F8E-497F-9F8C-E5C3BE572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485" y="3540640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7 Startup Sound.wav"/>
          </p:stSnd>
        </p:sndAc>
      </p:transition>
    </mc:Choice>
    <mc:Fallback xmlns="">
      <p:transition spd="slow">
        <p:sndAc>
          <p:stSnd>
            <p:snd r:embed="rId6" name="Microsoft Windows 7 Startup Sound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11045678" y="5311814"/>
            <a:ext cx="123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 dirty="0"/>
              <a:t>Beta 2</a:t>
            </a:r>
          </a:p>
          <a:p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1587239" y="417754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1587239" y="340241"/>
            <a:ext cx="39234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control panel update!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control panel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personal 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more shortcuts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items in your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1" name="Picture 10">
            <a:hlinkClick r:id="rId4" action="ppaction://hlinksldjump"/>
            <a:extLst>
              <a:ext uri="{FF2B5EF4-FFF2-40B4-BE49-F238E27FC236}">
                <a16:creationId xmlns:a16="http://schemas.microsoft.com/office/drawing/2014/main" id="{02DE51AE-E47E-4EE8-9D65-250CA8AC3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2" name="Picture 11">
            <a:hlinkClick r:id="rId6" action="ppaction://hlinksldjump"/>
            <a:extLst>
              <a:ext uri="{FF2B5EF4-FFF2-40B4-BE49-F238E27FC236}">
                <a16:creationId xmlns:a16="http://schemas.microsoft.com/office/drawing/2014/main" id="{287B5EE6-E564-4E01-9C9D-B6448B59A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3" name="Picture 12">
            <a:hlinkClick r:id="rId8" action="ppaction://hlinksldjump"/>
            <a:extLst>
              <a:ext uri="{FF2B5EF4-FFF2-40B4-BE49-F238E27FC236}">
                <a16:creationId xmlns:a16="http://schemas.microsoft.com/office/drawing/2014/main" id="{4A102331-50E7-4798-A5EF-6AAC50E4F8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4" name="Picture 13">
            <a:hlinkClick r:id="rId10" action="ppaction://hlinksldjump"/>
            <a:extLst>
              <a:ext uri="{FF2B5EF4-FFF2-40B4-BE49-F238E27FC236}">
                <a16:creationId xmlns:a16="http://schemas.microsoft.com/office/drawing/2014/main" id="{B579F1A7-CD63-4562-948F-B2054F6C01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5" name="Picture 14">
            <a:hlinkClick r:id="rId12" action="ppaction://hlinksldjump"/>
            <a:extLst>
              <a:ext uri="{FF2B5EF4-FFF2-40B4-BE49-F238E27FC236}">
                <a16:creationId xmlns:a16="http://schemas.microsoft.com/office/drawing/2014/main" id="{DEBF65E0-6EC8-4600-A35F-6953070C52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hlinkClick r:id="rId14" action="ppaction://hlinksldjump"/>
            <a:extLst>
              <a:ext uri="{FF2B5EF4-FFF2-40B4-BE49-F238E27FC236}">
                <a16:creationId xmlns:a16="http://schemas.microsoft.com/office/drawing/2014/main" id="{BEACF0EE-C442-4D30-AE93-CEA18F1130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127590"/>
            <a:ext cx="425302" cy="425302"/>
          </a:xfrm>
          <a:prstGeom prst="rect">
            <a:avLst/>
          </a:prstGeom>
        </p:spPr>
      </p:pic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71E7874C-57F4-4596-A83F-1FC82507EC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765541"/>
            <a:ext cx="457200" cy="457200"/>
          </a:xfrm>
          <a:prstGeom prst="rect">
            <a:avLst/>
          </a:prstGeom>
        </p:spPr>
      </p:pic>
      <p:pic>
        <p:nvPicPr>
          <p:cNvPr id="18" name="Picture 17">
            <a:hlinkClick r:id="rId4" action="ppaction://hlinksldjump"/>
            <a:extLst>
              <a:ext uri="{FF2B5EF4-FFF2-40B4-BE49-F238E27FC236}">
                <a16:creationId xmlns:a16="http://schemas.microsoft.com/office/drawing/2014/main" id="{0554A61B-61C3-43D7-BB62-A134E89534B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924" y="1538634"/>
            <a:ext cx="614077" cy="607747"/>
          </a:xfrm>
          <a:prstGeom prst="rect">
            <a:avLst/>
          </a:prstGeom>
        </p:spPr>
      </p:pic>
      <p:pic>
        <p:nvPicPr>
          <p:cNvPr id="19" name="Picture 18">
            <a:hlinkClick r:id="rId17" action="ppaction://hlinksldjump"/>
            <a:extLst>
              <a:ext uri="{FF2B5EF4-FFF2-40B4-BE49-F238E27FC236}">
                <a16:creationId xmlns:a16="http://schemas.microsoft.com/office/drawing/2014/main" id="{8142D793-CC2D-439A-970D-6484A125B2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239624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 Menu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Icon pack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Control panel 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9E5D6-6967-4801-94DB-0224640975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76" y="2200939"/>
            <a:ext cx="425302" cy="425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F6A85-E5DA-4357-A385-5D5538758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7" y="2750010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EC9FB-B05B-4368-90D4-319C33EEB9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130" y="3330979"/>
            <a:ext cx="495768" cy="495768"/>
          </a:xfrm>
          <a:prstGeom prst="rect">
            <a:avLst/>
          </a:prstGeom>
        </p:spPr>
      </p:pic>
      <p:pic>
        <p:nvPicPr>
          <p:cNvPr id="11" name="Picture 10">
            <a:hlinkClick r:id="rId13" action="ppaction://hlinksldjump"/>
            <a:extLst>
              <a:ext uri="{FF2B5EF4-FFF2-40B4-BE49-F238E27FC236}">
                <a16:creationId xmlns:a16="http://schemas.microsoft.com/office/drawing/2014/main" id="{AD7FB233-ACA6-48CF-8541-3A3C667A14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988" y="3799969"/>
            <a:ext cx="614077" cy="607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2A246F-1EB6-4659-8C90-F77F659299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11" y="4397891"/>
            <a:ext cx="523654" cy="5236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2C499-CD20-4939-96B4-689CC469B1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878" y="4948516"/>
            <a:ext cx="457200" cy="457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AC5043-FB20-424D-AEEE-84B2A8B892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54" y="4520167"/>
            <a:ext cx="1905000" cy="1257300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F63CFA23-A4E5-4680-AD54-0D3F048A5C15}"/>
              </a:ext>
            </a:extLst>
          </p:cNvPr>
          <p:cNvSpPr/>
          <p:nvPr/>
        </p:nvSpPr>
        <p:spPr>
          <a:xfrm>
            <a:off x="180754" y="1669312"/>
            <a:ext cx="2270986" cy="2509283"/>
          </a:xfrm>
          <a:prstGeom prst="wedgeRectCallout">
            <a:avLst>
              <a:gd name="adj1" fmla="val 2545"/>
              <a:gd name="adj2" fmla="val 93908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Hint of the version:</a:t>
            </a:r>
          </a:p>
          <a:p>
            <a:pPr algn="ctr"/>
            <a:r>
              <a:rPr lang="en-GB" dirty="0"/>
              <a:t>Check out all the new changes stated in the what’s new widget!  </a:t>
            </a:r>
          </a:p>
        </p:txBody>
      </p:sp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22.5; connected; DNS 1.1.1.2; IP address 112.12.12.345; connection speed is 10mbps; up to date browser;</a:t>
            </a:r>
          </a:p>
          <a:p>
            <a:pPr algn="ctr"/>
            <a:r>
              <a:rPr lang="en-GB" dirty="0"/>
              <a:t>DNS protocol is HTTPS; internet is secured by TSL encryption; cookies enabled; 1000 cookies stored in browser; this site uses 10 cookies; Internet Explorer was made by M1cr0$0ft in 2020. the successor of 3dg3.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Get aCCe55</a:t>
            </a:r>
            <a:endParaRPr lang="en-GB" dirty="0"/>
          </a:p>
          <a:p>
            <a:r>
              <a:rPr lang="en-GB" dirty="0">
                <a:hlinkClick r:id="rId4" action="ppaction://hlinksldjump"/>
              </a:rPr>
              <a:t>Return of the Documents</a:t>
            </a:r>
            <a:endParaRPr lang="en-GB" dirty="0"/>
          </a:p>
          <a:p>
            <a:r>
              <a:rPr lang="en-GB" dirty="0">
                <a:hlinkClick r:id="rId5" action="ppaction://hlinksldjump"/>
              </a:rPr>
              <a:t>News</a:t>
            </a:r>
            <a:endParaRPr lang="en-GB" dirty="0"/>
          </a:p>
          <a:p>
            <a:r>
              <a:rPr lang="en-GB" dirty="0">
                <a:hlinkClick r:id="rId6" action="ppaction://hlinksldjump"/>
              </a:rPr>
              <a:t>Version plan from developer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DFE9E913-ADA2-4CCE-BE7D-76768C13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1" y="425302"/>
            <a:ext cx="425303" cy="425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0364C-5664-4EDC-8F0E-559239AFBA65}"/>
              </a:ext>
            </a:extLst>
          </p:cNvPr>
          <p:cNvSpPr txBox="1"/>
          <p:nvPr/>
        </p:nvSpPr>
        <p:spPr>
          <a:xfrm>
            <a:off x="0" y="946298"/>
            <a:ext cx="173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Disk[C]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0EE8489-51FD-4F17-8885-773F29B8F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07" y="520995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44D59-2F29-4232-81E5-7AAC42713CD6}"/>
              </a:ext>
            </a:extLst>
          </p:cNvPr>
          <p:cNvSpPr txBox="1"/>
          <p:nvPr/>
        </p:nvSpPr>
        <p:spPr>
          <a:xfrm>
            <a:off x="1573619" y="978195"/>
            <a:ext cx="224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4E120AB7-4535-4128-86B0-1F7A4676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62" y="664471"/>
            <a:ext cx="924054" cy="91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5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95AB141D-1113-42CF-9B27-8FC86FE309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58" y="834720"/>
            <a:ext cx="990111" cy="990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00A34-0DD3-49C7-9C3F-23E57415B665}"/>
              </a:ext>
            </a:extLst>
          </p:cNvPr>
          <p:cNvSpPr txBox="1"/>
          <p:nvPr/>
        </p:nvSpPr>
        <p:spPr>
          <a:xfrm>
            <a:off x="3082158" y="1913860"/>
            <a:ext cx="2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</a:t>
            </a:r>
          </a:p>
        </p:txBody>
      </p:sp>
      <p:pic>
        <p:nvPicPr>
          <p:cNvPr id="12" name="Picture 11">
            <a:hlinkClick r:id="rId10" action="ppaction://hlinksldjump"/>
            <a:extLst>
              <a:ext uri="{FF2B5EF4-FFF2-40B4-BE49-F238E27FC236}">
                <a16:creationId xmlns:a16="http://schemas.microsoft.com/office/drawing/2014/main" id="{00F31BA8-5953-47D9-AA09-0986F817C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00" y="1202807"/>
            <a:ext cx="523654" cy="523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0EFAA6-B15C-4ACD-9968-C501F7826175}"/>
              </a:ext>
            </a:extLst>
          </p:cNvPr>
          <p:cNvSpPr txBox="1"/>
          <p:nvPr/>
        </p:nvSpPr>
        <p:spPr>
          <a:xfrm>
            <a:off x="4342758" y="1690577"/>
            <a:ext cx="1580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Runtime Broker</a:t>
            </a:r>
          </a:p>
        </p:txBody>
      </p:sp>
      <p:pic>
        <p:nvPicPr>
          <p:cNvPr id="13" name="Picture 12">
            <a:hlinkClick r:id="rId12" action="ppaction://hlinksldjump"/>
            <a:extLst>
              <a:ext uri="{FF2B5EF4-FFF2-40B4-BE49-F238E27FC236}">
                <a16:creationId xmlns:a16="http://schemas.microsoft.com/office/drawing/2014/main" id="{E4C48AED-34E3-4985-8866-F9772E4A3F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014" y="1271810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B6B52F-4414-4E1F-B8F4-EF6E281B14F3}"/>
              </a:ext>
            </a:extLst>
          </p:cNvPr>
          <p:cNvSpPr txBox="1"/>
          <p:nvPr/>
        </p:nvSpPr>
        <p:spPr>
          <a:xfrm>
            <a:off x="5517014" y="1726461"/>
            <a:ext cx="220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Action centre</a:t>
            </a:r>
          </a:p>
        </p:txBody>
      </p:sp>
      <p:pic>
        <p:nvPicPr>
          <p:cNvPr id="15" name="Picture 14">
            <a:hlinkClick r:id="rId14" action="ppaction://hlinksldjump"/>
            <a:extLst>
              <a:ext uri="{FF2B5EF4-FFF2-40B4-BE49-F238E27FC236}">
                <a16:creationId xmlns:a16="http://schemas.microsoft.com/office/drawing/2014/main" id="{62B175BE-F852-4226-9535-D458D18B76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91" y="940980"/>
            <a:ext cx="854483" cy="854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B7C024-6EC4-4A40-980C-F5B0523383E8}"/>
              </a:ext>
            </a:extLst>
          </p:cNvPr>
          <p:cNvSpPr txBox="1"/>
          <p:nvPr/>
        </p:nvSpPr>
        <p:spPr>
          <a:xfrm>
            <a:off x="7196491" y="1824831"/>
            <a:ext cx="1862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network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59D2B-FEB3-4A72-A096-2F6BD6E1E7B9}"/>
              </a:ext>
            </a:extLst>
          </p:cNvPr>
          <p:cNvSpPr txBox="1"/>
          <p:nvPr/>
        </p:nvSpPr>
        <p:spPr>
          <a:xfrm>
            <a:off x="8686800" y="1578999"/>
            <a:ext cx="248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 not open</a:t>
            </a:r>
          </a:p>
        </p:txBody>
      </p:sp>
      <p:pic>
        <p:nvPicPr>
          <p:cNvPr id="19" name="Picture 18">
            <a:hlinkClick r:id="rId16" action="ppaction://hlinksldjump"/>
            <a:extLst>
              <a:ext uri="{FF2B5EF4-FFF2-40B4-BE49-F238E27FC236}">
                <a16:creationId xmlns:a16="http://schemas.microsoft.com/office/drawing/2014/main" id="{9D6D08F8-F1D3-423E-BEFD-76161EF8AC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397" y="1024975"/>
            <a:ext cx="554024" cy="554024"/>
          </a:xfrm>
          <a:prstGeom prst="rect">
            <a:avLst/>
          </a:prstGeom>
        </p:spPr>
      </p:pic>
      <p:pic>
        <p:nvPicPr>
          <p:cNvPr id="21" name="Picture 20">
            <a:hlinkClick r:id="rId18" action="ppaction://hlinksldjump"/>
            <a:extLst>
              <a:ext uri="{FF2B5EF4-FFF2-40B4-BE49-F238E27FC236}">
                <a16:creationId xmlns:a16="http://schemas.microsoft.com/office/drawing/2014/main" id="{B9C19D62-5DAA-4157-B4AA-C3D7BC7AF69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146" y="834720"/>
            <a:ext cx="733425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ECEF51-1428-4B9A-95C1-5492B46DAAA0}"/>
              </a:ext>
            </a:extLst>
          </p:cNvPr>
          <p:cNvSpPr txBox="1"/>
          <p:nvPr/>
        </p:nvSpPr>
        <p:spPr>
          <a:xfrm>
            <a:off x="10111563" y="1948331"/>
            <a:ext cx="196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MEMZ</a:t>
            </a:r>
          </a:p>
        </p:txBody>
      </p:sp>
      <p:pic>
        <p:nvPicPr>
          <p:cNvPr id="23" name="Picture 22">
            <a:hlinkClick r:id="rId20" action="ppaction://hlinksldjump"/>
            <a:extLst>
              <a:ext uri="{FF2B5EF4-FFF2-40B4-BE49-F238E27FC236}">
                <a16:creationId xmlns:a16="http://schemas.microsoft.com/office/drawing/2014/main" id="{52EA79E8-8AD7-4BFB-B8DF-E5B95DAA399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18" y="2451796"/>
            <a:ext cx="457200" cy="457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EA9C46C-B8C9-438C-9148-C36BCAB5CC96}"/>
              </a:ext>
            </a:extLst>
          </p:cNvPr>
          <p:cNvSpPr txBox="1"/>
          <p:nvPr/>
        </p:nvSpPr>
        <p:spPr>
          <a:xfrm>
            <a:off x="116958" y="2954943"/>
            <a:ext cx="195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Control panel</a:t>
            </a:r>
          </a:p>
        </p:txBody>
      </p:sp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69CFC9FF-0189-4100-B3DC-A5EC296FE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9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has been uninstalled and you may shut down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4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22.5:get aCCe55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46568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C58D1-AE55-4DB8-AC13-492F84ADE25F}"/>
              </a:ext>
            </a:extLst>
          </p:cNvPr>
          <p:cNvSpPr txBox="1"/>
          <p:nvPr/>
        </p:nvSpPr>
        <p:spPr>
          <a:xfrm>
            <a:off x="180753" y="627321"/>
            <a:ext cx="11791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Hey! </a:t>
            </a:r>
          </a:p>
          <a:p>
            <a:r>
              <a:rPr lang="en-GB" dirty="0"/>
              <a:t>Click on da link 2 aCCe55 drive C if it is hidden in your version!</a:t>
            </a:r>
          </a:p>
          <a:p>
            <a:r>
              <a:rPr lang="en-GB" dirty="0"/>
              <a:t>BTW the drive may not be 1nd3x3d s0 u m4y h4v3 2 w41t Unt1l 1t 1s Unh1dden 2 C da full d1sk! </a:t>
            </a:r>
          </a:p>
          <a:p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1381D64-DCD0-43B9-9A28-4F1C8AE4AB89}"/>
              </a:ext>
            </a:extLst>
          </p:cNvPr>
          <p:cNvSpPr/>
          <p:nvPr/>
        </p:nvSpPr>
        <p:spPr>
          <a:xfrm>
            <a:off x="2254102" y="3157870"/>
            <a:ext cx="262624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aCCe55</a:t>
            </a:r>
          </a:p>
        </p:txBody>
      </p:sp>
    </p:spTree>
    <p:extLst>
      <p:ext uri="{BB962C8B-B14F-4D97-AF65-F5344CB8AC3E}">
        <p14:creationId xmlns:p14="http://schemas.microsoft.com/office/powerpoint/2010/main" val="6528236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GB" dirty="0">
                <a:sym typeface="Wingdings" panose="05000000000000000000" pitchFamily="2" charset="2"/>
              </a:rPr>
              <a:t>:\Windos\shell32.dll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BC3AA-0580-4917-A509-BAB3B6A05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78AAD-0FC9-40A7-8417-192586921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240" y="1326410"/>
            <a:ext cx="523654" cy="52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48B7A-FD73-420E-997F-4F9FF12A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60" y="1424762"/>
            <a:ext cx="425302" cy="425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B8A4A9-6836-4B54-89B4-8BEB0B63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5" y="2583710"/>
            <a:ext cx="425303" cy="425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C541A8-F9C5-4D8A-B890-47EA12D3D1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04" y="2466751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37D94-6628-4F31-B1D8-66AD074E3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22942-0F45-4D45-A460-954D544C2A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9" y="2161951"/>
            <a:ext cx="609600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668D47-CC64-499A-B281-BB89E30B36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79" y="275914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E388C2-CC13-468E-9862-1BD8BEEDC5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3993413"/>
            <a:ext cx="304800" cy="30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1280DA-8210-4AB8-8D22-74B5CBA44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7" y="4214480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82FB-1307-47A2-8B95-8286C22021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0" y="3168502"/>
            <a:ext cx="457200" cy="457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7E8ED6-E46F-4EC6-9278-168D6507A4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657" y="1795127"/>
            <a:ext cx="457201" cy="4572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A127A-88E8-42D3-99BD-7F9DA11C1E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66" y="1690575"/>
            <a:ext cx="425303" cy="425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D4155-9127-4ACB-881C-22CD3F2DAD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673" y="5037175"/>
            <a:ext cx="45720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092F1-744E-43D0-908A-5EC550FADD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4633137"/>
            <a:ext cx="228600" cy="2286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297EC6-EAB5-41B9-963A-78AE514681E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973" y="3549502"/>
            <a:ext cx="609600" cy="609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75D466-80DC-4E0E-8C03-B7B4469897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14" y="4921990"/>
            <a:ext cx="457200" cy="457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3795278-6F7D-466E-8E98-786299D08A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2263405"/>
            <a:ext cx="457200" cy="457200"/>
          </a:xfrm>
          <a:prstGeom prst="rect">
            <a:avLst/>
          </a:prstGeom>
        </p:spPr>
      </p:pic>
      <p:pic>
        <p:nvPicPr>
          <p:cNvPr id="55" name="Picture 54">
            <a:hlinkClick r:id="rId22" action="ppaction://hlinksldjump"/>
            <a:extLst>
              <a:ext uri="{FF2B5EF4-FFF2-40B4-BE49-F238E27FC236}">
                <a16:creationId xmlns:a16="http://schemas.microsoft.com/office/drawing/2014/main" id="{FE4163AF-B01A-4813-B2EB-8ECE3EAFBC5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" y="2759085"/>
            <a:ext cx="924054" cy="91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1E1AAD-6A3A-431F-8C59-6560B6E2020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09" y="5558171"/>
            <a:ext cx="2730145" cy="47669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A9E1A0B-659E-429E-BF3C-DA7D8776691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76" y="3184450"/>
            <a:ext cx="365051" cy="36505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C304CF6-250F-444C-A08E-31BF978706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90C0575-D872-4AF1-9BB6-FA915A58FF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4747437"/>
            <a:ext cx="457200" cy="457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072ED46-9EC2-47FE-9917-FE33A380131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162" y="4921990"/>
            <a:ext cx="495742" cy="49574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6CF968F-8215-4735-B706-506AA6460F4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79" y="2164610"/>
            <a:ext cx="419100" cy="4191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A1EF82B-9E24-4646-8FD7-F6E5A7E6270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914" y="3707218"/>
            <a:ext cx="735862" cy="7358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8E19A63-ED59-4F3E-8719-F1C335B411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59" y="3716081"/>
            <a:ext cx="582131" cy="582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77EAB-D575-437C-ADDE-81DC434F680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3854302"/>
            <a:ext cx="360178" cy="360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E5C0A3-F3A2-4FF2-AC6C-4276DB59311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281" y="3895692"/>
            <a:ext cx="358913" cy="3589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3793C8-966B-4875-B38D-F389570CC55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063" y="5588294"/>
            <a:ext cx="1905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6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912FA9F-D97A-4E95-8213-B09E366A9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16F1EB47-C093-4E47-8C5F-E9CF6F6BD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7D74C-74F2-4440-BA49-91DFA090B4A9}"/>
              </a:ext>
            </a:extLst>
          </p:cNvPr>
          <p:cNvSpPr txBox="1"/>
          <p:nvPr/>
        </p:nvSpPr>
        <p:spPr>
          <a:xfrm>
            <a:off x="0" y="1427421"/>
            <a:ext cx="92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5E05-222A-4345-BA2A-AAEEC68C7AB5}"/>
              </a:ext>
            </a:extLst>
          </p:cNvPr>
          <p:cNvSpPr txBox="1"/>
          <p:nvPr/>
        </p:nvSpPr>
        <p:spPr>
          <a:xfrm>
            <a:off x="1095153" y="1423434"/>
            <a:ext cx="188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</a:t>
            </a:r>
          </a:p>
        </p:txBody>
      </p:sp>
      <p:pic>
        <p:nvPicPr>
          <p:cNvPr id="11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C76F10ED-6EBD-4B31-AC53-2DB63E1F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28" y="966234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4FCE1-224E-43F2-BCE6-D3D06D33E348}"/>
              </a:ext>
            </a:extLst>
          </p:cNvPr>
          <p:cNvSpPr txBox="1"/>
          <p:nvPr/>
        </p:nvSpPr>
        <p:spPr>
          <a:xfrm>
            <a:off x="2416695" y="1423434"/>
            <a:ext cx="150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14736E9E-4729-459C-8E27-D5E88A4238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984" y="982922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E77D1-0E0E-4ED5-B0B8-EB9A58C87146}"/>
              </a:ext>
            </a:extLst>
          </p:cNvPr>
          <p:cNvSpPr txBox="1"/>
          <p:nvPr/>
        </p:nvSpPr>
        <p:spPr>
          <a:xfrm>
            <a:off x="3558143" y="1453338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F107188A-F27D-48C6-88CC-6F5BF9D6D3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40" y="1028036"/>
            <a:ext cx="523654" cy="523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AAF3BC-393B-45B4-91F6-68581DC658E7}"/>
              </a:ext>
            </a:extLst>
          </p:cNvPr>
          <p:cNvSpPr txBox="1"/>
          <p:nvPr/>
        </p:nvSpPr>
        <p:spPr>
          <a:xfrm>
            <a:off x="4924640" y="1453338"/>
            <a:ext cx="172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windos.exe</a:t>
            </a:r>
          </a:p>
        </p:txBody>
      </p:sp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BCA47D79-BA3E-45EB-A55F-E7D751C953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24" y="931012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0A0C82-E09F-4D88-90DE-7FEFA8160594}"/>
              </a:ext>
            </a:extLst>
          </p:cNvPr>
          <p:cNvSpPr txBox="1"/>
          <p:nvPr/>
        </p:nvSpPr>
        <p:spPr>
          <a:xfrm>
            <a:off x="6182393" y="1420775"/>
            <a:ext cx="200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Welcome.exe</a:t>
            </a:r>
          </a:p>
        </p:txBody>
      </p:sp>
      <p:pic>
        <p:nvPicPr>
          <p:cNvPr id="19" name="Picture 18">
            <a:hlinkClick r:id="rId2" action="ppaction://hlinksldjump"/>
            <a:extLst>
              <a:ext uri="{FF2B5EF4-FFF2-40B4-BE49-F238E27FC236}">
                <a16:creationId xmlns:a16="http://schemas.microsoft.com/office/drawing/2014/main" id="{BE446616-A9A1-408D-835B-40638777DB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52" y="98513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1585D-8D89-4EEC-8E78-DA2B7CCEA1DD}"/>
              </a:ext>
            </a:extLst>
          </p:cNvPr>
          <p:cNvSpPr txBox="1"/>
          <p:nvPr/>
        </p:nvSpPr>
        <p:spPr>
          <a:xfrm>
            <a:off x="7783033" y="1605441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Explorer. exe</a:t>
            </a:r>
          </a:p>
        </p:txBody>
      </p:sp>
      <p:pic>
        <p:nvPicPr>
          <p:cNvPr id="21" name="Picture 20">
            <a:hlinkClick r:id="rId2" action="ppaction://hlinksldjump"/>
            <a:extLst>
              <a:ext uri="{FF2B5EF4-FFF2-40B4-BE49-F238E27FC236}">
                <a16:creationId xmlns:a16="http://schemas.microsoft.com/office/drawing/2014/main" id="{C0ED8756-D8FF-4768-9971-BD7C884A8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53" y="997391"/>
            <a:ext cx="640613" cy="640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1759905-2BE5-4246-80D9-B009F3FB6F62}"/>
              </a:ext>
            </a:extLst>
          </p:cNvPr>
          <p:cNvSpPr txBox="1"/>
          <p:nvPr/>
        </p:nvSpPr>
        <p:spPr>
          <a:xfrm>
            <a:off x="9380581" y="1628037"/>
            <a:ext cx="139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4210862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C1C8066-D6D9-425B-B2A5-E4AE2031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5" y="956930"/>
            <a:ext cx="523654" cy="523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2EAA5-2865-42F1-89F3-30B50CD095EF}"/>
              </a:ext>
            </a:extLst>
          </p:cNvPr>
          <p:cNvSpPr txBox="1"/>
          <p:nvPr/>
        </p:nvSpPr>
        <p:spPr>
          <a:xfrm>
            <a:off x="202018" y="1427421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9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2C137519-EE38-4C4C-BBD1-7B5BBEF65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70" y="1014079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FC5AB-1824-43A2-B41E-749FDF085C21}"/>
              </a:ext>
            </a:extLst>
          </p:cNvPr>
          <p:cNvSpPr txBox="1"/>
          <p:nvPr/>
        </p:nvSpPr>
        <p:spPr>
          <a:xfrm>
            <a:off x="1428749" y="1537733"/>
            <a:ext cx="256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winSxS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5D6000EA-9AC9-401C-A3A9-0818719AD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39" y="1063255"/>
            <a:ext cx="523654" cy="523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170121-ABD6-460F-A0C8-DD997BF1EB5C}"/>
              </a:ext>
            </a:extLst>
          </p:cNvPr>
          <p:cNvSpPr txBox="1"/>
          <p:nvPr/>
        </p:nvSpPr>
        <p:spPr>
          <a:xfrm>
            <a:off x="2543839" y="1586909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war</a:t>
            </a:r>
          </a:p>
        </p:txBody>
      </p:sp>
      <p:pic>
        <p:nvPicPr>
          <p:cNvPr id="13" name="Picture 12">
            <a:hlinkClick r:id="rId7" action="ppaction://hlinksldjump"/>
            <a:extLst>
              <a:ext uri="{FF2B5EF4-FFF2-40B4-BE49-F238E27FC236}">
                <a16:creationId xmlns:a16="http://schemas.microsoft.com/office/drawing/2014/main" id="{64D694DB-E024-4411-AFB9-E938DD872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55" y="1088433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33CDD0-616A-482F-8653-2FCD5E10A356}"/>
              </a:ext>
            </a:extLst>
          </p:cNvPr>
          <p:cNvSpPr txBox="1"/>
          <p:nvPr/>
        </p:nvSpPr>
        <p:spPr>
          <a:xfrm>
            <a:off x="3067493" y="1612087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62519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that!</a:t>
            </a:r>
          </a:p>
          <a:p>
            <a:pPr algn="ctr"/>
            <a:r>
              <a:rPr lang="en-GB" dirty="0"/>
              <a:t>This is to protect the system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2471572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other user folders!</a:t>
            </a:r>
          </a:p>
          <a:p>
            <a:pPr algn="ctr"/>
            <a:r>
              <a:rPr lang="en-GB" dirty="0"/>
              <a:t>This is to protect their privacy! </a:t>
            </a:r>
          </a:p>
          <a:p>
            <a:pPr algn="ctr"/>
            <a:r>
              <a:rPr lang="en-GB" dirty="0"/>
              <a:t>Would you like it if someone looked at your documents?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491687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your user’s system folder!</a:t>
            </a:r>
          </a:p>
          <a:p>
            <a:pPr algn="ctr"/>
            <a:r>
              <a:rPr lang="en-GB" dirty="0"/>
              <a:t>This is to protect the system files associated with this user profile</a:t>
            </a:r>
          </a:p>
          <a:p>
            <a:pPr algn="ctr"/>
            <a:r>
              <a:rPr lang="en-GB" dirty="0"/>
              <a:t>Thank us later for the security! 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1165634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959F-27CC-4A91-8A0C-4483CE26AD11}"/>
              </a:ext>
            </a:extLst>
          </p:cNvPr>
          <p:cNvSpPr txBox="1"/>
          <p:nvPr/>
        </p:nvSpPr>
        <p:spPr>
          <a:xfrm>
            <a:off x="116958" y="574158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Hello! </a:t>
            </a:r>
          </a:p>
          <a:p>
            <a:r>
              <a:rPr lang="en-GB" dirty="0"/>
              <a:t>As you probably know Windos 98 has blocked you from accessing your documents located at C:\username</a:t>
            </a:r>
          </a:p>
          <a:p>
            <a:r>
              <a:rPr lang="en-GB" dirty="0"/>
              <a:t> Click on the link to be redirected to the folder now!</a:t>
            </a:r>
          </a:p>
          <a:p>
            <a:r>
              <a:rPr lang="en-GB" dirty="0"/>
              <a:t>Note: in a future update this bug may be patched</a:t>
            </a:r>
          </a:p>
          <a:p>
            <a:r>
              <a:rPr lang="en-GB" dirty="0"/>
              <a:t>Note 2: Only Windos can add in documents, as the folder is read only. </a:t>
            </a:r>
          </a:p>
          <a:p>
            <a:r>
              <a:rPr lang="en-GB" dirty="0"/>
              <a:t>Note 3: please do not delete this folder as the system needs it</a:t>
            </a:r>
          </a:p>
          <a:p>
            <a:r>
              <a:rPr lang="en-GB" dirty="0"/>
              <a:t>Note 4: do not try and open the system sub folder.</a:t>
            </a:r>
          </a:p>
          <a:p>
            <a:r>
              <a:rPr lang="en-GB" dirty="0"/>
              <a:t>Note 5: you may not be allowed to access sub folders. </a:t>
            </a:r>
          </a:p>
          <a:p>
            <a:r>
              <a:rPr lang="en-GB" dirty="0"/>
              <a:t>Note 6: I refuse to update this site if the glitch is patched</a:t>
            </a:r>
          </a:p>
          <a:p>
            <a:r>
              <a:rPr lang="en-GB" dirty="0"/>
              <a:t>Note 7: this site may be taken down, so I will hack beta 1 so that it has the shortcut in the C:\ folder. </a:t>
            </a: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3431E15-282C-48F2-B7FF-CE7C3C003204}"/>
              </a:ext>
            </a:extLst>
          </p:cNvPr>
          <p:cNvSpPr/>
          <p:nvPr/>
        </p:nvSpPr>
        <p:spPr>
          <a:xfrm>
            <a:off x="4231758" y="4541184"/>
            <a:ext cx="2806996" cy="121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C:\Username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D2B4A97-3220-40A0-A65C-FFCDDBC9FFA0}"/>
              </a:ext>
            </a:extLst>
          </p:cNvPr>
          <p:cNvSpPr/>
          <p:nvPr/>
        </p:nvSpPr>
        <p:spPr>
          <a:xfrm>
            <a:off x="8261498" y="3585336"/>
            <a:ext cx="3327990" cy="1741576"/>
          </a:xfrm>
          <a:prstGeom prst="wedgeRectCallout">
            <a:avLst>
              <a:gd name="adj1" fmla="val -102303"/>
              <a:gd name="adj2" fmla="val 5883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Windos has patched the bug before it reached consumers! </a:t>
            </a:r>
          </a:p>
        </p:txBody>
      </p:sp>
    </p:spTree>
    <p:extLst>
      <p:ext uri="{BB962C8B-B14F-4D97-AF65-F5344CB8AC3E}">
        <p14:creationId xmlns:p14="http://schemas.microsoft.com/office/powerpoint/2010/main" val="3285861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news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F1E47-EADD-435B-9D6F-AC39397E935C}"/>
              </a:ext>
            </a:extLst>
          </p:cNvPr>
          <p:cNvSpPr/>
          <p:nvPr/>
        </p:nvSpPr>
        <p:spPr>
          <a:xfrm>
            <a:off x="3742660" y="2094614"/>
            <a:ext cx="6613452" cy="307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site is under construction in a hidden part of the system!</a:t>
            </a:r>
          </a:p>
          <a:p>
            <a:pPr algn="ctr"/>
            <a:r>
              <a:rPr lang="en-GB" dirty="0"/>
              <a:t>Please update to see if it is released to you </a:t>
            </a:r>
          </a:p>
        </p:txBody>
      </p:sp>
    </p:spTree>
    <p:extLst>
      <p:ext uri="{BB962C8B-B14F-4D97-AF65-F5344CB8AC3E}">
        <p14:creationId xmlns:p14="http://schemas.microsoft.com/office/powerpoint/2010/main" val="2344538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4AD550F-0B42-4F95-A2F7-674B1C465921}"/>
              </a:ext>
            </a:extLst>
          </p:cNvPr>
          <p:cNvSpPr/>
          <p:nvPr/>
        </p:nvSpPr>
        <p:spPr>
          <a:xfrm>
            <a:off x="8729330" y="1382233"/>
            <a:ext cx="3040912" cy="5252483"/>
          </a:xfrm>
          <a:prstGeom prst="wedgeRect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7717F-6C63-4F15-8528-BA5A9A6A718C}"/>
              </a:ext>
            </a:extLst>
          </p:cNvPr>
          <p:cNvSpPr txBox="1"/>
          <p:nvPr/>
        </p:nvSpPr>
        <p:spPr>
          <a:xfrm>
            <a:off x="8835656" y="1520456"/>
            <a:ext cx="2828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Action centre:</a:t>
            </a:r>
          </a:p>
          <a:p>
            <a:r>
              <a:rPr lang="en-GB" dirty="0"/>
              <a:t>Here is a summary of your system settings in a nutshell: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AF3E0-9C84-47AC-8203-FDD4E4E63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2794588"/>
            <a:ext cx="457201" cy="457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1F311-1B80-42FA-86EE-88198E743AA6}"/>
              </a:ext>
            </a:extLst>
          </p:cNvPr>
          <p:cNvSpPr txBox="1"/>
          <p:nvPr/>
        </p:nvSpPr>
        <p:spPr>
          <a:xfrm>
            <a:off x="9292857" y="2794588"/>
            <a:ext cx="24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Set a password for this PC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257C4-0F82-42E8-A6E5-B3DC0DFECF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3583171"/>
            <a:ext cx="425303" cy="42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620BF-4292-46B3-9AD8-05DFF446375F}"/>
              </a:ext>
            </a:extLst>
          </p:cNvPr>
          <p:cNvSpPr txBox="1"/>
          <p:nvPr/>
        </p:nvSpPr>
        <p:spPr>
          <a:xfrm>
            <a:off x="9260959" y="3583171"/>
            <a:ext cx="25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Firewall is 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BE1B8-4236-4D7C-8207-90D4F407E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9" y="4185615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1FF16-4CA0-46BB-947F-3F2091893F72}"/>
              </a:ext>
            </a:extLst>
          </p:cNvPr>
          <p:cNvSpPr txBox="1"/>
          <p:nvPr/>
        </p:nvSpPr>
        <p:spPr>
          <a:xfrm>
            <a:off x="9292857" y="4185615"/>
            <a:ext cx="2477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 action="ppaction://hlinksldjump"/>
              </a:rPr>
              <a:t>Home network detected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540A3-4A8C-4E45-B73F-E20A15A8B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8" y="4836408"/>
            <a:ext cx="457201" cy="457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9B5F6D-6636-4F8E-8DC3-8EB640C66A57}"/>
              </a:ext>
            </a:extLst>
          </p:cNvPr>
          <p:cNvSpPr txBox="1"/>
          <p:nvPr/>
        </p:nvSpPr>
        <p:spPr>
          <a:xfrm>
            <a:off x="9292857" y="4944140"/>
            <a:ext cx="237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9" action="ppaction://hlinksldjump"/>
              </a:rPr>
              <a:t>OS version is unstable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60EC5A-47C2-417F-BDE3-42045EAA2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5725630"/>
            <a:ext cx="457201" cy="4572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DDF66F-AC4F-4D95-88DD-59FB45CD056A}"/>
              </a:ext>
            </a:extLst>
          </p:cNvPr>
          <p:cNvSpPr txBox="1"/>
          <p:nvPr/>
        </p:nvSpPr>
        <p:spPr>
          <a:xfrm>
            <a:off x="9388549" y="5725630"/>
            <a:ext cx="230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0" action="ppaction://hlinksldjump"/>
              </a:rPr>
              <a:t>Web protection OFF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206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Hey. </a:t>
            </a:r>
          </a:p>
          <a:p>
            <a:pPr algn="ctr"/>
            <a:r>
              <a:rPr lang="en-GB" dirty="0"/>
              <a:t>You need to set a password to your system!</a:t>
            </a:r>
          </a:p>
          <a:p>
            <a:pPr algn="ctr"/>
            <a:r>
              <a:rPr lang="en-GB" dirty="0"/>
              <a:t>Please reinstall the system and set one.</a:t>
            </a:r>
          </a:p>
          <a:p>
            <a:pPr algn="ctr"/>
            <a:r>
              <a:rPr lang="en-GB" dirty="0"/>
              <a:t>How to reinstall Windos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79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Your PC is visible to devices on the network as Windos detected it as a home network.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It is a work network</a:t>
            </a:r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It I a public network</a:t>
            </a:r>
            <a:endParaRPr lang="en-GB" dirty="0"/>
          </a:p>
        </p:txBody>
      </p:sp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987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Unstable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Hello.</a:t>
            </a:r>
          </a:p>
          <a:p>
            <a:pPr algn="ctr"/>
            <a:r>
              <a:rPr lang="en-GB" dirty="0"/>
              <a:t>This OS is not an official build.</a:t>
            </a:r>
          </a:p>
          <a:p>
            <a:pPr algn="ctr"/>
            <a:r>
              <a:rPr lang="en-GB" dirty="0"/>
              <a:t>Please install an official build if you can.</a:t>
            </a:r>
          </a:p>
          <a:p>
            <a:pPr algn="ctr"/>
            <a:r>
              <a:rPr lang="en-GB" dirty="0"/>
              <a:t>That way there will be fewer bugs and you will always be up to date. </a:t>
            </a:r>
          </a:p>
          <a:p>
            <a:pPr algn="ctr"/>
            <a:r>
              <a:rPr lang="en-GB" dirty="0"/>
              <a:t>This is Windos 98 alpha.</a:t>
            </a:r>
          </a:p>
          <a:p>
            <a:pPr algn="ctr"/>
            <a:r>
              <a:rPr lang="en-GB" dirty="0"/>
              <a:t>Please get Windos 98 v1.00 when it comes or get Windos 95.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836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enable Web Protection in Internet Explorer by asking your admin to disable Trusted Network Mode in the control panel. </a:t>
            </a:r>
          </a:p>
          <a:p>
            <a:pPr algn="ctr"/>
            <a:r>
              <a:rPr lang="en-GB" dirty="0"/>
              <a:t>This will be disable by default in beta 3.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049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version plan from dev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8F3A-D83B-446F-8458-88A48D608C79}"/>
              </a:ext>
            </a:extLst>
          </p:cNvPr>
          <p:cNvSpPr txBox="1"/>
          <p:nvPr/>
        </p:nvSpPr>
        <p:spPr>
          <a:xfrm>
            <a:off x="102782" y="627321"/>
            <a:ext cx="11986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Beta 1:</a:t>
            </a:r>
          </a:p>
          <a:p>
            <a:r>
              <a:rPr lang="en-GB" dirty="0"/>
              <a:t>An app update</a:t>
            </a:r>
          </a:p>
          <a:p>
            <a:r>
              <a:rPr lang="en-GB" dirty="0"/>
              <a:t>Beta 2:</a:t>
            </a:r>
          </a:p>
          <a:p>
            <a:r>
              <a:rPr lang="en-GB" dirty="0"/>
              <a:t>Control Panel update</a:t>
            </a:r>
          </a:p>
          <a:p>
            <a:r>
              <a:rPr lang="en-GB" dirty="0"/>
              <a:t>Beta 3:</a:t>
            </a:r>
          </a:p>
          <a:p>
            <a:r>
              <a:rPr lang="en-GB" dirty="0"/>
              <a:t>Background stuff update</a:t>
            </a:r>
          </a:p>
          <a:p>
            <a:r>
              <a:rPr lang="en-GB" dirty="0"/>
              <a:t>Beta 4:</a:t>
            </a:r>
          </a:p>
          <a:p>
            <a:r>
              <a:rPr lang="en-GB" dirty="0"/>
              <a:t>Help update</a:t>
            </a:r>
          </a:p>
          <a:p>
            <a:r>
              <a:rPr lang="en-GB" dirty="0"/>
              <a:t>Beta 5:</a:t>
            </a:r>
          </a:p>
          <a:p>
            <a:r>
              <a:rPr lang="en-GB" dirty="0"/>
              <a:t>Final touches</a:t>
            </a:r>
          </a:p>
          <a:p>
            <a:r>
              <a:rPr lang="en-GB" dirty="0"/>
              <a:t>V1. 00:</a:t>
            </a:r>
          </a:p>
          <a:p>
            <a:r>
              <a:rPr lang="en-GB" dirty="0"/>
              <a:t>Launch update, will add more apps. </a:t>
            </a:r>
          </a:p>
        </p:txBody>
      </p:sp>
    </p:spTree>
    <p:extLst>
      <p:ext uri="{BB962C8B-B14F-4D97-AF65-F5344CB8AC3E}">
        <p14:creationId xmlns:p14="http://schemas.microsoft.com/office/powerpoint/2010/main" val="3777734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\username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B83DB702-1A27-4FFD-ADB8-4259C978B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68" y="1275906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7FEB8-0B92-4AF0-8E34-8EEDC3AB9D2F}"/>
              </a:ext>
            </a:extLst>
          </p:cNvPr>
          <p:cNvSpPr txBox="1"/>
          <p:nvPr/>
        </p:nvSpPr>
        <p:spPr>
          <a:xfrm>
            <a:off x="170121" y="1733106"/>
            <a:ext cx="21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documents</a:t>
            </a:r>
          </a:p>
        </p:txBody>
      </p:sp>
      <p:pic>
        <p:nvPicPr>
          <p:cNvPr id="11" name="Picture 10">
            <a:hlinkClick r:id="rId7" action="ppaction://hlinksldjump"/>
            <a:extLst>
              <a:ext uri="{FF2B5EF4-FFF2-40B4-BE49-F238E27FC236}">
                <a16:creationId xmlns:a16="http://schemas.microsoft.com/office/drawing/2014/main" id="{FAD9E0FA-7776-412A-BC2B-F1095C4DF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21" y="1275906"/>
            <a:ext cx="6096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3AC4D2-B233-44F9-A484-B0BF63164C3D}"/>
              </a:ext>
            </a:extLst>
          </p:cNvPr>
          <p:cNvSpPr txBox="1"/>
          <p:nvPr/>
        </p:nvSpPr>
        <p:spPr>
          <a:xfrm>
            <a:off x="1846521" y="1917772"/>
            <a:ext cx="192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F36023D4-0B7C-4EF6-9D49-178A91157D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374" y="1275906"/>
            <a:ext cx="641866" cy="641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7EADE4-612D-41DB-9844-32E2B1D84F5E}"/>
              </a:ext>
            </a:extLst>
          </p:cNvPr>
          <p:cNvSpPr txBox="1"/>
          <p:nvPr/>
        </p:nvSpPr>
        <p:spPr>
          <a:xfrm>
            <a:off x="2939682" y="1950038"/>
            <a:ext cx="204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 Playlist</a:t>
            </a:r>
          </a:p>
        </p:txBody>
      </p:sp>
      <p:pic>
        <p:nvPicPr>
          <p:cNvPr id="15" name="Picture 14">
            <a:hlinkClick r:id="rId11" action="ppaction://hlinksldjump"/>
            <a:extLst>
              <a:ext uri="{FF2B5EF4-FFF2-40B4-BE49-F238E27FC236}">
                <a16:creationId xmlns:a16="http://schemas.microsoft.com/office/drawing/2014/main" id="{E2F33BDB-0DF7-4CD8-8B2A-AE11D3A27E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177" y="1332835"/>
            <a:ext cx="495742" cy="4957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A02162-19E9-44C4-8F45-7C69932B0753}"/>
              </a:ext>
            </a:extLst>
          </p:cNvPr>
          <p:cNvSpPr txBox="1"/>
          <p:nvPr/>
        </p:nvSpPr>
        <p:spPr>
          <a:xfrm>
            <a:off x="4631177" y="1885506"/>
            <a:ext cx="171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IE225 files</a:t>
            </a:r>
          </a:p>
        </p:txBody>
      </p:sp>
      <p:pic>
        <p:nvPicPr>
          <p:cNvPr id="17" name="Picture 16">
            <a:hlinkClick r:id="rId13" action="ppaction://hlinksldjump"/>
            <a:extLst>
              <a:ext uri="{FF2B5EF4-FFF2-40B4-BE49-F238E27FC236}">
                <a16:creationId xmlns:a16="http://schemas.microsoft.com/office/drawing/2014/main" id="{15D22271-B508-497A-B5C0-F9A50718B4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087" y="1294956"/>
            <a:ext cx="641866" cy="6418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740200-A8F1-4ACB-B096-C1A8D582C4BA}"/>
              </a:ext>
            </a:extLst>
          </p:cNvPr>
          <p:cNvSpPr txBox="1"/>
          <p:nvPr/>
        </p:nvSpPr>
        <p:spPr>
          <a:xfrm>
            <a:off x="6138087" y="2102438"/>
            <a:ext cx="115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people</a:t>
            </a:r>
          </a:p>
        </p:txBody>
      </p:sp>
    </p:spTree>
    <p:extLst>
      <p:ext uri="{BB962C8B-B14F-4D97-AF65-F5344CB8AC3E}">
        <p14:creationId xmlns:p14="http://schemas.microsoft.com/office/powerpoint/2010/main" val="19484986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\\\documents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06BF4D8-D1CC-40AA-8AF4-D1CA14539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96" y="1063256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EFDBE-894A-4987-820B-8A65D38429C9}"/>
              </a:ext>
            </a:extLst>
          </p:cNvPr>
          <p:cNvSpPr txBox="1"/>
          <p:nvPr/>
        </p:nvSpPr>
        <p:spPr>
          <a:xfrm>
            <a:off x="138223" y="1488558"/>
            <a:ext cx="278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Test.txt</a:t>
            </a:r>
          </a:p>
        </p:txBody>
      </p:sp>
    </p:spTree>
    <p:extLst>
      <p:ext uri="{BB962C8B-B14F-4D97-AF65-F5344CB8AC3E}">
        <p14:creationId xmlns:p14="http://schemas.microsoft.com/office/powerpoint/2010/main" val="27545563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\\\elvis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0027E-7CF7-49FD-B9B4-491E011BE944}"/>
              </a:ext>
            </a:extLst>
          </p:cNvPr>
          <p:cNvSpPr txBox="1"/>
          <p:nvPr/>
        </p:nvSpPr>
        <p:spPr>
          <a:xfrm>
            <a:off x="202019" y="1041991"/>
            <a:ext cx="118871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,Paradise Hawaiian Style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See,  See rider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Burning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Something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You gave me a mountain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Steamroller blues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My way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Love me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Johnny B Goode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Blue Suede Shoes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I’m so lonesome I could cry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 can’t stop loving you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Hound dog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now my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Fever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Welcome to my world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Suspicious minds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I’ll remember you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long tall sally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 American trilogy 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A69D0-4F27-477B-9A3A-FB5575F3FA24}"/>
              </a:ext>
            </a:extLst>
          </p:cNvPr>
          <p:cNvSpPr txBox="1"/>
          <p:nvPr/>
        </p:nvSpPr>
        <p:spPr>
          <a:xfrm>
            <a:off x="4527698" y="1392865"/>
            <a:ext cx="35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 big hunk of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 can’t help falling in love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21DE0-6638-4D2D-B625-1E71DF35E264}"/>
              </a:ext>
            </a:extLst>
          </p:cNvPr>
          <p:cNvSpPr txBox="1"/>
          <p:nvPr/>
        </p:nvSpPr>
        <p:spPr>
          <a:xfrm>
            <a:off x="4316819" y="1392865"/>
            <a:ext cx="21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73410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\\\ie225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28F51-CDBB-4C81-B953-52B7FFC29CB9}"/>
              </a:ext>
            </a:extLst>
          </p:cNvPr>
          <p:cNvSpPr txBox="1"/>
          <p:nvPr/>
        </p:nvSpPr>
        <p:spPr>
          <a:xfrm>
            <a:off x="318977" y="1653806"/>
            <a:ext cx="230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Open me.mp3.exe</a:t>
            </a:r>
          </a:p>
        </p:txBody>
      </p:sp>
      <p:pic>
        <p:nvPicPr>
          <p:cNvPr id="10" name="Picture 9">
            <a:hlinkClick r:id="rId5" action="ppaction://hlinksldjump"/>
            <a:extLst>
              <a:ext uri="{FF2B5EF4-FFF2-40B4-BE49-F238E27FC236}">
                <a16:creationId xmlns:a16="http://schemas.microsoft.com/office/drawing/2014/main" id="{463B22FF-466E-4E87-8518-B87179F232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55" y="1130152"/>
            <a:ext cx="523654" cy="52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287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\\\people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D57B62-88A0-4A0D-B69F-69DA285882D0}"/>
              </a:ext>
            </a:extLst>
          </p:cNvPr>
          <p:cNvSpPr/>
          <p:nvPr/>
        </p:nvSpPr>
        <p:spPr>
          <a:xfrm>
            <a:off x="5638800" y="31844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1332628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to work network?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013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UAC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program requested admin access.</a:t>
            </a:r>
          </a:p>
          <a:p>
            <a:pPr algn="ctr"/>
            <a:r>
              <a:rPr lang="en-GB" dirty="0"/>
              <a:t>Enter the admin password: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C380A-3CE7-4E03-BB80-7A1FE6C74ACE}"/>
              </a:ext>
            </a:extLst>
          </p:cNvPr>
          <p:cNvSpPr/>
          <p:nvPr/>
        </p:nvSpPr>
        <p:spPr>
          <a:xfrm>
            <a:off x="0" y="5693735"/>
            <a:ext cx="5975498" cy="584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99E77A7F-AEBE-4F76-B69A-3D0F9BECE0B6}"/>
              </a:ext>
            </a:extLst>
          </p:cNvPr>
          <p:cNvSpPr/>
          <p:nvPr/>
        </p:nvSpPr>
        <p:spPr>
          <a:xfrm>
            <a:off x="0" y="6275867"/>
            <a:ext cx="2679405" cy="5847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FD94C9DB-68FD-4EFD-A839-533439B1CDAD}"/>
              </a:ext>
            </a:extLst>
          </p:cNvPr>
          <p:cNvSpPr/>
          <p:nvPr/>
        </p:nvSpPr>
        <p:spPr>
          <a:xfrm>
            <a:off x="2679405" y="6270551"/>
            <a:ext cx="3296093" cy="5847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6805648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admin password was incorrect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1066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Disconnect from the Internet?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541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 manager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A74246-4EFB-4224-8666-ACCFE1D32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88" y="1307804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25EE-9FE9-4032-A438-2303DFC8F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88" y="2731684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4ECDF-BF31-42C0-BE16-ACA69466D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97" y="1233375"/>
            <a:ext cx="425303" cy="42530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9ACF6F-9362-49E5-95F4-879BAEE3974C}"/>
              </a:ext>
            </a:extLst>
          </p:cNvPr>
          <p:cNvCxnSpPr/>
          <p:nvPr/>
        </p:nvCxnSpPr>
        <p:spPr>
          <a:xfrm>
            <a:off x="2169042" y="1733106"/>
            <a:ext cx="2222205" cy="1116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E9EA8C-A8EF-48F9-95D0-5630170B4C5A}"/>
              </a:ext>
            </a:extLst>
          </p:cNvPr>
          <p:cNvCxnSpPr/>
          <p:nvPr/>
        </p:nvCxnSpPr>
        <p:spPr>
          <a:xfrm flipV="1">
            <a:off x="5167423" y="1733106"/>
            <a:ext cx="715925" cy="99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BBF302-5C2A-4275-BA8B-530027FF15AA}"/>
              </a:ext>
            </a:extLst>
          </p:cNvPr>
          <p:cNvCxnSpPr/>
          <p:nvPr/>
        </p:nvCxnSpPr>
        <p:spPr>
          <a:xfrm flipH="1">
            <a:off x="2026390" y="1446026"/>
            <a:ext cx="3498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B86735-3431-4741-BF7E-066AFF519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34" y="1736206"/>
            <a:ext cx="523654" cy="52365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3AE42E-189B-4A02-A3C4-3562F183157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26390" y="1520455"/>
            <a:ext cx="1931140" cy="476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5170AD-DD07-4061-8594-AC095C3A0254}"/>
              </a:ext>
            </a:extLst>
          </p:cNvPr>
          <p:cNvCxnSpPr/>
          <p:nvPr/>
        </p:nvCxnSpPr>
        <p:spPr>
          <a:xfrm flipV="1">
            <a:off x="4391247" y="1520455"/>
            <a:ext cx="1403497" cy="477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DDF8D7-0883-4075-9F1A-A36CB1D115BE}"/>
              </a:ext>
            </a:extLst>
          </p:cNvPr>
          <p:cNvCxnSpPr/>
          <p:nvPr/>
        </p:nvCxnSpPr>
        <p:spPr>
          <a:xfrm>
            <a:off x="4391247" y="2094614"/>
            <a:ext cx="265813" cy="637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40F8E7-9E74-45E3-82B4-FAFC7FC127AD}"/>
              </a:ext>
            </a:extLst>
          </p:cNvPr>
          <p:cNvSpPr txBox="1"/>
          <p:nvPr/>
        </p:nvSpPr>
        <p:spPr>
          <a:xfrm>
            <a:off x="6762307" y="829340"/>
            <a:ext cx="472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device is connected to a home network.</a:t>
            </a:r>
          </a:p>
          <a:p>
            <a:r>
              <a:rPr lang="en-GB" dirty="0"/>
              <a:t>Connection type: ethernet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2F8DE3-18A6-43AA-82BF-A86BDB8F8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9" y="3400646"/>
            <a:ext cx="425302" cy="4253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B097B-CFE6-4973-BF0E-2754EA19F6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7" y="3989423"/>
            <a:ext cx="523654" cy="523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426EE7-B83B-4F2C-BCC0-3C9910AAF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4676993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E6BB92-5825-4DC2-9D78-98CF3C85E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5361903"/>
            <a:ext cx="425303" cy="4253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3230D3-7F39-4F3D-887A-D134E252A76B}"/>
              </a:ext>
            </a:extLst>
          </p:cNvPr>
          <p:cNvSpPr txBox="1"/>
          <p:nvPr/>
        </p:nvSpPr>
        <p:spPr>
          <a:xfrm>
            <a:off x="1601088" y="3400646"/>
            <a:ext cx="305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is connected  via ethernet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AC798-97BE-4125-9948-891CA9BFB4C2}"/>
              </a:ext>
            </a:extLst>
          </p:cNvPr>
          <p:cNvSpPr txBox="1"/>
          <p:nvPr/>
        </p:nvSpPr>
        <p:spPr>
          <a:xfrm>
            <a:off x="1601088" y="4082902"/>
            <a:ext cx="319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Gateway is enabled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C98B46-0DA1-48CE-BDC7-5E91314645ED}"/>
              </a:ext>
            </a:extLst>
          </p:cNvPr>
          <p:cNvSpPr txBox="1"/>
          <p:nvPr/>
        </p:nvSpPr>
        <p:spPr>
          <a:xfrm>
            <a:off x="1601088" y="4784651"/>
            <a:ext cx="419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network enabled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5D9B7D-21D4-49FC-9266-9F0E3CC66035}"/>
              </a:ext>
            </a:extLst>
          </p:cNvPr>
          <p:cNvSpPr txBox="1"/>
          <p:nvPr/>
        </p:nvSpPr>
        <p:spPr>
          <a:xfrm>
            <a:off x="1434511" y="5465135"/>
            <a:ext cx="305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BA3032-D77A-4261-A1E6-730248DCB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068" y="409796"/>
            <a:ext cx="582131" cy="58213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26E59-C6E2-43C9-85B0-EFD6D9B71055}"/>
              </a:ext>
            </a:extLst>
          </p:cNvPr>
          <p:cNvCxnSpPr>
            <a:stCxn id="6" idx="0"/>
          </p:cNvCxnSpPr>
          <p:nvPr/>
        </p:nvCxnSpPr>
        <p:spPr>
          <a:xfrm flipV="1">
            <a:off x="1813739" y="829340"/>
            <a:ext cx="1884177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4C67CA-D82F-420D-9868-2308EC9F7B66}"/>
              </a:ext>
            </a:extLst>
          </p:cNvPr>
          <p:cNvCxnSpPr/>
          <p:nvPr/>
        </p:nvCxnSpPr>
        <p:spPr>
          <a:xfrm flipH="1" flipV="1">
            <a:off x="4157330" y="829340"/>
            <a:ext cx="1637414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540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Whoops! </a:t>
            </a:r>
          </a:p>
          <a:p>
            <a:pPr algn="ctr"/>
            <a:r>
              <a:rPr lang="en-GB" dirty="0"/>
              <a:t>You messed up!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1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5" name="cashreg.wav"/>
          </p:stSnd>
        </p:sndAc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 panel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6671BC85-771E-4F34-AA95-0E8ED3254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6" y="590043"/>
            <a:ext cx="924054" cy="914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F0FE34-03E1-4A32-AAB3-AA7E96DD8784}"/>
              </a:ext>
            </a:extLst>
          </p:cNvPr>
          <p:cNvSpPr txBox="1"/>
          <p:nvPr/>
        </p:nvSpPr>
        <p:spPr>
          <a:xfrm>
            <a:off x="212651" y="1504571"/>
            <a:ext cx="314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22.5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3FFA5-9F06-4F27-9EEE-2871D3F40B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339" y="834720"/>
            <a:ext cx="4572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0D144A-D8C1-4790-8F1C-BC539D10D067}"/>
              </a:ext>
            </a:extLst>
          </p:cNvPr>
          <p:cNvSpPr txBox="1"/>
          <p:nvPr/>
        </p:nvSpPr>
        <p:spPr>
          <a:xfrm>
            <a:off x="1658679" y="1392865"/>
            <a:ext cx="270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users</a:t>
            </a:r>
          </a:p>
        </p:txBody>
      </p:sp>
      <p:pic>
        <p:nvPicPr>
          <p:cNvPr id="9" name="Picture 8">
            <a:hlinkClick r:id="rId6" action="ppaction://hlinksldjump"/>
            <a:extLst>
              <a:ext uri="{FF2B5EF4-FFF2-40B4-BE49-F238E27FC236}">
                <a16:creationId xmlns:a16="http://schemas.microsoft.com/office/drawing/2014/main" id="{4586A2A6-710D-4A1A-AFB6-27C6C17A6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014" y="801493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E0D37-463B-4253-AFF0-635804A5D1CA}"/>
              </a:ext>
            </a:extLst>
          </p:cNvPr>
          <p:cNvSpPr txBox="1"/>
          <p:nvPr/>
        </p:nvSpPr>
        <p:spPr>
          <a:xfrm>
            <a:off x="3009014" y="1392865"/>
            <a:ext cx="1350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programs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456078-5122-42EC-820A-02E55DE582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6" y="660136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9196D1-846D-49FF-9ED9-3BA9415F2799}"/>
              </a:ext>
            </a:extLst>
          </p:cNvPr>
          <p:cNvSpPr txBox="1"/>
          <p:nvPr/>
        </p:nvSpPr>
        <p:spPr>
          <a:xfrm>
            <a:off x="4603898" y="1504571"/>
            <a:ext cx="261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4" name="Picture 13">
            <a:hlinkClick r:id="rId9" action="ppaction://hlinksldjump"/>
            <a:extLst>
              <a:ext uri="{FF2B5EF4-FFF2-40B4-BE49-F238E27FC236}">
                <a16:creationId xmlns:a16="http://schemas.microsoft.com/office/drawing/2014/main" id="{6C61849D-F2F2-4E36-943A-CF79F95A7B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07" y="696432"/>
            <a:ext cx="425303" cy="425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F242FB-528C-4579-901A-2D120497CB32}"/>
              </a:ext>
            </a:extLst>
          </p:cNvPr>
          <p:cNvSpPr txBox="1"/>
          <p:nvPr/>
        </p:nvSpPr>
        <p:spPr>
          <a:xfrm>
            <a:off x="5837274" y="1269736"/>
            <a:ext cx="2317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11707844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40D35A-A509-4FBF-A637-D89F1E959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18444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94A12-28C8-46D8-8761-F318C7A8F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9" y="3829736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838E19-DC10-449D-9BE5-1CB8924470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99" y="2634860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27AF10-AE24-43D4-91F9-BBBAC811EFCD}"/>
              </a:ext>
            </a:extLst>
          </p:cNvPr>
          <p:cNvSpPr txBox="1"/>
          <p:nvPr/>
        </p:nvSpPr>
        <p:spPr>
          <a:xfrm>
            <a:off x="949199" y="1718444"/>
            <a:ext cx="406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username; current user; standard user; default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10FD4-2772-4007-92EC-18059DB99C1F}"/>
              </a:ext>
            </a:extLst>
          </p:cNvPr>
          <p:cNvSpPr txBox="1"/>
          <p:nvPr/>
        </p:nvSpPr>
        <p:spPr>
          <a:xfrm>
            <a:off x="1105786" y="2634860"/>
            <a:ext cx="40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Administrator; admin;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C46AE-3622-4828-A501-89041232D820}"/>
              </a:ext>
            </a:extLst>
          </p:cNvPr>
          <p:cNvSpPr txBox="1"/>
          <p:nvPr/>
        </p:nvSpPr>
        <p:spPr>
          <a:xfrm>
            <a:off x="1031358" y="3753293"/>
            <a:ext cx="40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SYSTEM, power user;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8E6675-AB0E-4668-AE84-CB8C24AD0209}"/>
              </a:ext>
            </a:extLst>
          </p:cNvPr>
          <p:cNvSpPr/>
          <p:nvPr/>
        </p:nvSpPr>
        <p:spPr>
          <a:xfrm>
            <a:off x="381000" y="4561367"/>
            <a:ext cx="4318591" cy="949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Only admins can manage user accounts! </a:t>
            </a:r>
          </a:p>
        </p:txBody>
      </p:sp>
    </p:spTree>
    <p:extLst>
      <p:ext uri="{BB962C8B-B14F-4D97-AF65-F5344CB8AC3E}">
        <p14:creationId xmlns:p14="http://schemas.microsoft.com/office/powerpoint/2010/main" val="34263557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7D54A2-0F8F-4E92-BF41-79D8A96670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5397"/>
            <a:ext cx="924054" cy="914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DCDE18-D70F-4F44-AC65-7CFCB1A0E56E}"/>
              </a:ext>
            </a:extLst>
          </p:cNvPr>
          <p:cNvSpPr txBox="1"/>
          <p:nvPr/>
        </p:nvSpPr>
        <p:spPr>
          <a:xfrm>
            <a:off x="1147827" y="1637414"/>
            <a:ext cx="394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 Explorer 22.5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D29D3-072B-4875-BE49-42AB805F96CB}"/>
              </a:ext>
            </a:extLst>
          </p:cNvPr>
          <p:cNvSpPr txBox="1"/>
          <p:nvPr/>
        </p:nvSpPr>
        <p:spPr>
          <a:xfrm>
            <a:off x="287079" y="2636874"/>
            <a:ext cx="4883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 protection 1.0 is OFF</a:t>
            </a:r>
          </a:p>
          <a:p>
            <a:r>
              <a:rPr lang="en-GB" dirty="0"/>
              <a:t>Web protection 2.0 is OFF</a:t>
            </a:r>
          </a:p>
          <a:p>
            <a:r>
              <a:rPr lang="en-GB" dirty="0"/>
              <a:t>Firewall is ON</a:t>
            </a:r>
          </a:p>
          <a:p>
            <a:r>
              <a:rPr lang="en-GB" dirty="0"/>
              <a:t>Pop up blocker ON without pop ups</a:t>
            </a:r>
          </a:p>
          <a:p>
            <a:r>
              <a:rPr lang="en-GB" dirty="0"/>
              <a:t>Up to date browser.</a:t>
            </a:r>
          </a:p>
          <a:p>
            <a:r>
              <a:rPr lang="en-GB" dirty="0"/>
              <a:t>22.5.0.1.12.16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D9C05-CD8C-4FA9-AB23-6732DBEB6377}"/>
              </a:ext>
            </a:extLst>
          </p:cNvPr>
          <p:cNvSpPr/>
          <p:nvPr/>
        </p:nvSpPr>
        <p:spPr>
          <a:xfrm>
            <a:off x="361507" y="4625163"/>
            <a:ext cx="4730998" cy="12759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reinstall IE22.5 in order to change the settings! </a:t>
            </a:r>
          </a:p>
        </p:txBody>
      </p:sp>
    </p:spTree>
    <p:extLst>
      <p:ext uri="{BB962C8B-B14F-4D97-AF65-F5344CB8AC3E}">
        <p14:creationId xmlns:p14="http://schemas.microsoft.com/office/powerpoint/2010/main" val="35895920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Programs and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Installed app list: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C14AF-1305-4630-A03E-39E3A33BF1D9}"/>
              </a:ext>
            </a:extLst>
          </p:cNvPr>
          <p:cNvSpPr txBox="1"/>
          <p:nvPr/>
        </p:nvSpPr>
        <p:spPr>
          <a:xfrm>
            <a:off x="350874" y="2158409"/>
            <a:ext cx="4820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apps installed by users</a:t>
            </a:r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Show 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Manage system apps</a:t>
            </a:r>
          </a:p>
          <a:p>
            <a:endParaRPr lang="en-GB" dirty="0">
              <a:hlinkClick r:id="rId6" action="ppaction://hlinksldjump"/>
            </a:endParaRPr>
          </a:p>
          <a:p>
            <a:r>
              <a:rPr lang="en-GB" dirty="0">
                <a:hlinkClick r:id="rId6" action="ppaction://hlinksldjump"/>
              </a:rPr>
              <a:t>Install an app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2834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956932"/>
            <a:ext cx="531627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settings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-1" y="1382234"/>
            <a:ext cx="5316279" cy="547576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4572001" y="1010095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553AEDC6-4809-4B6B-835F-2F34448F20A9}"/>
              </a:ext>
            </a:extLst>
          </p:cNvPr>
          <p:cNvSpPr/>
          <p:nvPr/>
        </p:nvSpPr>
        <p:spPr>
          <a:xfrm>
            <a:off x="0" y="5996762"/>
            <a:ext cx="2488020" cy="81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740EC372-516E-4866-9AD8-C4F176F331ED}"/>
              </a:ext>
            </a:extLst>
          </p:cNvPr>
          <p:cNvSpPr/>
          <p:nvPr/>
        </p:nvSpPr>
        <p:spPr>
          <a:xfrm>
            <a:off x="2477385" y="5996763"/>
            <a:ext cx="2838893" cy="818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348AA-BEC7-40CD-8BE7-B8278B348280}"/>
              </a:ext>
            </a:extLst>
          </p:cNvPr>
          <p:cNvSpPr txBox="1"/>
          <p:nvPr/>
        </p:nvSpPr>
        <p:spPr>
          <a:xfrm>
            <a:off x="0" y="1541721"/>
            <a:ext cx="5316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</a:t>
            </a:r>
          </a:p>
          <a:p>
            <a:r>
              <a:rPr lang="en-GB" dirty="0"/>
              <a:t>Only da admin can see zis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Ha</a:t>
            </a:r>
          </a:p>
          <a:p>
            <a:r>
              <a:rPr lang="en-GB" dirty="0"/>
              <a:t>U doomed</a:t>
            </a:r>
          </a:p>
          <a:p>
            <a:r>
              <a:rPr lang="en-GB" dirty="0"/>
              <a:t>Pls h3lp m3 d3str0y m1cr0$0ft 4nd 3nd IE22.5 </a:t>
            </a:r>
          </a:p>
        </p:txBody>
      </p:sp>
    </p:spTree>
    <p:extLst>
      <p:ext uri="{BB962C8B-B14F-4D97-AF65-F5344CB8AC3E}">
        <p14:creationId xmlns:p14="http://schemas.microsoft.com/office/powerpoint/2010/main" val="51554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1426</Words>
  <Application>Microsoft Office PowerPoint</Application>
  <PresentationFormat>Widescreen</PresentationFormat>
  <Paragraphs>361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704</cp:revision>
  <dcterms:created xsi:type="dcterms:W3CDTF">2020-07-18T17:31:31Z</dcterms:created>
  <dcterms:modified xsi:type="dcterms:W3CDTF">2020-07-19T19:48:00Z</dcterms:modified>
</cp:coreProperties>
</file>