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71" r:id="rId6"/>
    <p:sldId id="265" r:id="rId7"/>
    <p:sldId id="270" r:id="rId8"/>
    <p:sldId id="269" r:id="rId9"/>
    <p:sldId id="267" r:id="rId10"/>
    <p:sldId id="268" r:id="rId11"/>
    <p:sldId id="266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4FE30-B250-42AF-A5E9-F9D53D54911D}" type="datetimeFigureOut">
              <a:rPr lang="en-GB" smtClean="0"/>
              <a:t>23/03/2020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67C2-3D54-41BE-BFA5-A6DA6B06C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725-D1F4-433E-964F-7459F729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C8B8-9001-4CCB-BEE6-254A9249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626F-2779-4BBF-9D86-8DD47FC5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718D-8525-41F1-8FDD-015FE14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DAAE-9FE3-4926-B024-460F51C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EEE-23B5-4E01-95F8-4BA8CED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886-D5D0-4149-90D5-2EBBD8C6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8A2F-3069-497D-89B5-E4B00A29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AD1F-CCB9-4A2F-A6C6-007A18C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670B-A7AA-4070-AB5B-E654B7D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9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8875-E3C0-4D33-8CD2-374960B0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125-DC66-4BB5-9C7D-E16DB439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C01D-812C-4894-A6D4-69F399A2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9527-19B9-4D23-A8DC-628D59AE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807-46FB-40E5-99C6-53097E38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59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31D1-8C61-4B97-89A5-344F385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A821-39FE-4A63-9FF2-3D7E762E8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B101-5FD4-4981-B45E-1C6979C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6D38-4A84-4846-B4A7-8326F7FC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A80DD-29FA-42A9-B558-63CD6A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935B-8D9E-48E9-AFC9-157A5FD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6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721C-A07D-4CD0-AC1C-747C8E3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087A-D150-4A1E-913A-E4E7C710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A29D-3A84-4D67-9D35-84BBD0C9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2863-C473-4E11-8BB3-C4BB59A0D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EC40-B90B-4375-85E9-C3C1EA67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6CBD1-A4AA-44CA-BC1D-5A5149F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E043-E73B-4211-B310-01C6E231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6E76-84EE-4E1B-93DC-DA35D589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E0E-CCC7-4BB3-9116-7BA7207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48679-00E4-43DC-B9E9-DB33C8E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6F170-5B94-49AB-B90E-C9C1FE69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6263A-1D58-4165-B0FF-43B7399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8B27D-2669-4776-B565-67A47939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8471F-63A1-4F3E-9A1A-58039F47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C33D-1255-4B91-97A6-9D9E4700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55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E19-8954-467E-985D-BEB0F8D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D6BE-E930-4E91-B14D-D57E7591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C4A-97CA-45B1-9C46-4405D62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DB88-05BE-438C-8659-64743A8E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CC5C-B101-41F8-95A8-3BA77FC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476FA-032E-46FE-8EE9-FE02C70D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58F2-D198-4664-8361-45B61E0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DCB1C-522E-40BD-878F-FE3627FD7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2595-D432-41FD-B135-5D75E2BB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FEA4-4787-4B1A-9C19-9BDEBF6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A4CA-66A2-406E-AD2C-3AC5B43F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B70E-7707-4D5C-94B8-BA7729B9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95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1664-E8D0-433D-A2E1-1800FFB4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86F3-5E68-4384-A680-B9AEFB5C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A4FE-79C6-4940-ABDD-8408251E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99BC-DB47-49E6-B520-EAF51FAF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1A66-94A2-4056-8796-C25CBFED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4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D95D-DF64-478B-B320-EC61F69E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BDA7C-FDC4-46CA-BD29-410B2D31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96E7-662C-4453-A56E-933B13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6B2-15A0-48BE-AF72-6BD7B6D1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1627-99B8-4B59-81A5-EF9EE21B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772F-2189-45B1-9644-1DFAE21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436E-CD48-4438-9B29-C5EC3B99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0DD3-0DD4-4A13-A032-67CCE8D49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A4A5-F13F-4900-A73D-22BDA1314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CE09-C49F-4DA0-97AE-77595580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3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7.xml"/><Relationship Id="rId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F0C2-659D-4D1E-A16D-F023974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73FDA-265A-4419-9DBF-635813A0C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77146-C805-434A-B50F-7790336B8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SSD…</a:t>
            </a:r>
          </a:p>
          <a:p>
            <a:endParaRPr lang="en-GB" dirty="0"/>
          </a:p>
          <a:p>
            <a:r>
              <a:rPr lang="en-GB" dirty="0"/>
              <a:t>Starting Windos 1…</a:t>
            </a:r>
          </a:p>
          <a:p>
            <a:r>
              <a:rPr lang="en-GB" dirty="0">
                <a:hlinkClick r:id="rId2" action="ppaction://hlinksldjump"/>
              </a:rPr>
              <a:t>Boot here!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82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9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AOL is dead!</a:t>
            </a:r>
          </a:p>
          <a:p>
            <a:pPr algn="ctr"/>
            <a:r>
              <a:rPr lang="en-GB" dirty="0"/>
              <a:t>Continue???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AOL 12.00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A4A3F1F6-51C4-4EFE-AED0-D31011AF08EE}"/>
              </a:ext>
            </a:extLst>
          </p:cNvPr>
          <p:cNvSpPr/>
          <p:nvPr/>
        </p:nvSpPr>
        <p:spPr>
          <a:xfrm>
            <a:off x="3615070" y="4933507"/>
            <a:ext cx="2902688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</a:t>
            </a:r>
            <a:endParaRPr lang="en-GB" dirty="0"/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4477F519-DADF-45F3-B09F-1C935128D872}"/>
              </a:ext>
            </a:extLst>
          </p:cNvPr>
          <p:cNvSpPr/>
          <p:nvPr/>
        </p:nvSpPr>
        <p:spPr>
          <a:xfrm>
            <a:off x="6698512" y="4933507"/>
            <a:ext cx="2647507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Nope! </a:t>
            </a:r>
          </a:p>
        </p:txBody>
      </p:sp>
    </p:spTree>
    <p:extLst>
      <p:ext uri="{BB962C8B-B14F-4D97-AF65-F5344CB8AC3E}">
        <p14:creationId xmlns:p14="http://schemas.microsoft.com/office/powerpoint/2010/main" val="375220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Enter password: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password: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EFB98-15B5-43BC-BD53-34EBE27D70AB}"/>
              </a:ext>
            </a:extLst>
          </p:cNvPr>
          <p:cNvSpPr/>
          <p:nvPr/>
        </p:nvSpPr>
        <p:spPr>
          <a:xfrm>
            <a:off x="3615070" y="4114800"/>
            <a:ext cx="5518297" cy="90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F828602B-2A6D-47B9-9382-A0C5B586E1F6}"/>
              </a:ext>
            </a:extLst>
          </p:cNvPr>
          <p:cNvSpPr/>
          <p:nvPr/>
        </p:nvSpPr>
        <p:spPr>
          <a:xfrm>
            <a:off x="8318205" y="4300869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58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38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your network SSID: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The evil network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Nostalgia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Google sucks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connect 1.012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4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the connection type: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WIFI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Ethernet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Dial-up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Internet connection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52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Trying to find a problem…</a:t>
            </a:r>
          </a:p>
          <a:p>
            <a:pPr algn="ctr"/>
            <a:r>
              <a:rPr lang="en-GB" dirty="0"/>
              <a:t>Please wait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6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Fixing the problem…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08492-055D-4C80-B6D6-FD1877BBCC1B}"/>
              </a:ext>
            </a:extLst>
          </p:cNvPr>
          <p:cNvSpPr txBox="1"/>
          <p:nvPr/>
        </p:nvSpPr>
        <p:spPr>
          <a:xfrm>
            <a:off x="967563" y="1382233"/>
            <a:ext cx="671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 action="ppaction://hlinksldjump"/>
              </a:rPr>
              <a:t>Open internet wizard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02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Firedog 112.5***not </a:t>
            </a:r>
            <a:r>
              <a:rPr lang="en-GB" dirty="0" err="1"/>
              <a:t>conneted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no internet">
            <a:extLst>
              <a:ext uri="{FF2B5EF4-FFF2-40B4-BE49-F238E27FC236}">
                <a16:creationId xmlns:a16="http://schemas.microsoft.com/office/drawing/2014/main" id="{87F42EC9-7C91-42C2-A9CB-DF71D97F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693287B6-FA46-442F-A2E8-0929B59F3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96" y="1670198"/>
            <a:ext cx="9529011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FFC4F-56CF-41A6-963C-79B2DD8172B4}"/>
              </a:ext>
            </a:extLst>
          </p:cNvPr>
          <p:cNvSpPr txBox="1"/>
          <p:nvPr/>
        </p:nvSpPr>
        <p:spPr>
          <a:xfrm>
            <a:off x="689996" y="6018028"/>
            <a:ext cx="31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Diagnose connection problems</a:t>
            </a:r>
          </a:p>
        </p:txBody>
      </p:sp>
    </p:spTree>
    <p:extLst>
      <p:ext uri="{BB962C8B-B14F-4D97-AF65-F5344CB8AC3E}">
        <p14:creationId xmlns:p14="http://schemas.microsoft.com/office/powerpoint/2010/main" val="67331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Username: Username</a:t>
            </a:r>
          </a:p>
          <a:p>
            <a:pPr algn="ctr"/>
            <a:r>
              <a:rPr lang="en-GB" dirty="0"/>
              <a:t>Password: ********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815B08B5-C4B1-4857-8AC6-9E7EFB05FA9A}"/>
              </a:ext>
            </a:extLst>
          </p:cNvPr>
          <p:cNvSpPr/>
          <p:nvPr/>
        </p:nvSpPr>
        <p:spPr>
          <a:xfrm>
            <a:off x="8048847" y="3338623"/>
            <a:ext cx="1105786" cy="1004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724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4DB35-C1E8-408D-BDD5-FB2D3CDC9A74}"/>
              </a:ext>
            </a:extLst>
          </p:cNvPr>
          <p:cNvSpPr/>
          <p:nvPr/>
        </p:nvSpPr>
        <p:spPr>
          <a:xfrm>
            <a:off x="0" y="6134986"/>
            <a:ext cx="12192000" cy="7230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7A79775F-B02D-4F49-BCBB-49FC15AB7A2E}"/>
              </a:ext>
            </a:extLst>
          </p:cNvPr>
          <p:cNvSpPr/>
          <p:nvPr/>
        </p:nvSpPr>
        <p:spPr>
          <a:xfrm>
            <a:off x="148856" y="6337005"/>
            <a:ext cx="1552353" cy="350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AB80-EF6A-461C-814C-95B8EBF0B96A}"/>
              </a:ext>
            </a:extLst>
          </p:cNvPr>
          <p:cNvSpPr txBox="1"/>
          <p:nvPr/>
        </p:nvSpPr>
        <p:spPr>
          <a:xfrm>
            <a:off x="9558671" y="5445572"/>
            <a:ext cx="290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beta 12</a:t>
            </a:r>
          </a:p>
          <a:p>
            <a:r>
              <a:rPr lang="en-GB" dirty="0"/>
              <a:t>For testing purposes only! </a:t>
            </a:r>
          </a:p>
        </p:txBody>
      </p:sp>
    </p:spTree>
    <p:extLst>
      <p:ext uri="{BB962C8B-B14F-4D97-AF65-F5344CB8AC3E}">
        <p14:creationId xmlns:p14="http://schemas.microsoft.com/office/powerpoint/2010/main" val="168844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DD62-CF09-4DB0-A17A-89479BEC9252}"/>
              </a:ext>
            </a:extLst>
          </p:cNvPr>
          <p:cNvSpPr/>
          <p:nvPr/>
        </p:nvSpPr>
        <p:spPr>
          <a:xfrm>
            <a:off x="0" y="1679944"/>
            <a:ext cx="4774019" cy="903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Username*****standard user******no group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1CCF-902B-4E9C-9867-894A4BE77753}"/>
              </a:ext>
            </a:extLst>
          </p:cNvPr>
          <p:cNvSpPr/>
          <p:nvPr/>
        </p:nvSpPr>
        <p:spPr>
          <a:xfrm>
            <a:off x="0" y="2583712"/>
            <a:ext cx="4774019" cy="4274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DFEFF0-B202-4A9D-A5F8-7C28C3DF7682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2387010" y="2583712"/>
            <a:ext cx="0" cy="427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458C225-C63B-49F1-8B7F-F234002CC2ED}"/>
              </a:ext>
            </a:extLst>
          </p:cNvPr>
          <p:cNvSpPr/>
          <p:nvPr/>
        </p:nvSpPr>
        <p:spPr>
          <a:xfrm>
            <a:off x="2562447" y="642206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Power…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CA6E1B68-AD62-42F2-B48C-A3B8DC40B27A}"/>
              </a:ext>
            </a:extLst>
          </p:cNvPr>
          <p:cNvSpPr/>
          <p:nvPr/>
        </p:nvSpPr>
        <p:spPr>
          <a:xfrm>
            <a:off x="2562446" y="587980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off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BF73EB1-907E-41AD-8940-D3A474084C5B}"/>
              </a:ext>
            </a:extLst>
          </p:cNvPr>
          <p:cNvSpPr/>
          <p:nvPr/>
        </p:nvSpPr>
        <p:spPr>
          <a:xfrm>
            <a:off x="0" y="2679405"/>
            <a:ext cx="2307263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</a:p>
          <a:p>
            <a:pPr algn="ctr"/>
            <a:r>
              <a:rPr lang="en-GB" dirty="0"/>
              <a:t>Firedog 112.5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ACB435-0352-4C40-AC82-45E414887A73}"/>
              </a:ext>
            </a:extLst>
          </p:cNvPr>
          <p:cNvSpPr/>
          <p:nvPr/>
        </p:nvSpPr>
        <p:spPr>
          <a:xfrm>
            <a:off x="85060" y="3593805"/>
            <a:ext cx="2222201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zmail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056BC-6998-4D2F-9586-4F71EE0BDFE9}"/>
              </a:ext>
            </a:extLst>
          </p:cNvPr>
          <p:cNvSpPr/>
          <p:nvPr/>
        </p:nvSpPr>
        <p:spPr>
          <a:xfrm>
            <a:off x="2679405" y="5178056"/>
            <a:ext cx="1998918" cy="520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FC385-D073-4718-992A-30245F6A8A7E}"/>
              </a:ext>
            </a:extLst>
          </p:cNvPr>
          <p:cNvCxnSpPr/>
          <p:nvPr/>
        </p:nvCxnSpPr>
        <p:spPr>
          <a:xfrm>
            <a:off x="2387010" y="4710223"/>
            <a:ext cx="2503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51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2" action="ppaction://hlinksldjump"/>
              </a:rPr>
              <a:t>Power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Restart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Log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Sleep!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21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now safe to power off your computer…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7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9B0849C-FCD6-4480-B418-A693F3DE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" y="-1994"/>
            <a:ext cx="12188457" cy="68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9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142</Words>
  <Application>Microsoft Office PowerPoint</Application>
  <PresentationFormat>Widescreen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50</cp:revision>
  <dcterms:created xsi:type="dcterms:W3CDTF">2020-03-23T15:34:39Z</dcterms:created>
  <dcterms:modified xsi:type="dcterms:W3CDTF">2020-03-23T16:10:16Z</dcterms:modified>
</cp:coreProperties>
</file>