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62" r:id="rId5"/>
    <p:sldId id="263" r:id="rId6"/>
    <p:sldId id="264" r:id="rId7"/>
    <p:sldId id="258" r:id="rId8"/>
    <p:sldId id="265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848D9-4084-4138-9FF7-89EEE910B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EB735-18BE-4A34-9520-7620E10B5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8153A-15FB-4191-B351-15CB5296E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22/04/2020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4DAF0-A638-4B2F-9ED5-C809EF69D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C8D82-A197-4134-83F6-E540F321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85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FDC95-5C05-4D05-AB53-2EC1C6CA0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37BB-5766-4B5D-ADDF-04B1F89CB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D0A7D-255F-41CC-894E-3F8602EB2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22/04/2020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E9975-1B8C-4E3B-B9D5-5CC1B58EC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0DD56-E9F8-4EEC-9F15-72E0E0A41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018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6B2B-D7CF-4635-A40F-2F6D59992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E1A4B-5C4E-4EA7-8CE6-8839C114D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98726-68BC-4B15-8253-91770A2B5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22/04/2020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0B7AC-9315-4BA0-9D77-97023519A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75203-2ED1-4644-8EBA-72F8A3AF5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24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56B7-4A27-4B2F-B1C5-B2B63E10B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F59B8-DE07-4078-89B1-0950147C2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316AB-CF90-4575-9FCE-E2F6F700A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15039-0B13-4596-84B0-DB2A8F69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22/04/2020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780A9-56B3-4B7D-BCF4-9D6ACDDA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E7AE3-E190-4314-9146-3828140F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583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3E628-05EA-462C-95F4-13D45ED93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BBFB9-E8EA-4D0A-8578-5E985CDBD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0F3E1-EBAC-4A6C-BEC6-8E72687C5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63467-6A62-44FC-9702-C649D5455A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6A095-2DB2-485A-A27C-0AE542B55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C818F0-4AF7-4989-A7C8-5860E17C7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22/04/2020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B42236-6140-4CB1-A493-3B8AE6389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296AB5-6454-4AEE-9BA8-78A8F605D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004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3399E-9CD9-4D5A-934B-7BD67DFB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C1B4AF-EC47-4B7E-9F25-2233226E9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22/04/2020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52EFB-FD55-4254-9842-C04E9B766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EA200-B1A6-4715-8886-89E81C561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596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B3D4DD-5B7C-4177-A711-A6A965DE3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22/04/2020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156EC5-CB12-4D99-8D6B-9187059B8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AB8E5-B24A-48CF-8904-3ED273402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3454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E37D5-1426-452A-B95B-886BB2D60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E7B32-F1C2-4145-B442-3F5A51F88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92EC5-3DAA-4E76-9482-C0C4B7DB2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9E5F8-5746-4F2E-A48B-37DD2C62C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22/04/2020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5CE0F-9C57-4612-823F-2B3E0E58A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81883-E8CD-4FDA-9B4D-FDD9C3498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3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923F1-A2E7-4CFB-82F1-28D539E8C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089705-65EF-41DE-B955-94E64F020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6B67C-B1E1-45E4-9B4F-388A083C3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E0BC6-53DE-44F2-9EAF-AFAF4AB07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22/04/2020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B234B-DFD9-4098-82FC-FEEC9CA8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D79F4-248B-41A0-81A9-67662B74D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659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3DA64-BAD1-4DE4-A544-F67E26359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80262-553C-45FA-9391-64BBC14B7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01925-77A0-49F8-A5B7-E6A802A82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22/04/2020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1BFC1-EF4E-4B76-B374-083FDF9F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FEEB2-2975-455F-B21F-4CD8CE5C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87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239DD0-0BC2-4E7F-9125-0792DCBBEE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C8C72-D50F-4744-BD1E-9F91E1DBF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179FB-1124-4B5A-A0D7-6C2F80A51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22/04/2020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BC72F-CFB5-4413-913B-CDB95136A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94072-C007-4CA9-9557-D2A139064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567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87ABAD-6AE1-443B-88A4-9C92B7F2B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FE6D-6852-4756-8F34-3678E115C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A0835-19B2-4BCD-9F1A-49EE54D71C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BC52C-4070-49FE-A228-8B82CF639959}" type="datetimeFigureOut">
              <a:rPr lang="en-GB" smtClean="0"/>
              <a:t>22/04/2020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C2FEC-8FEB-4464-82AF-D7123C0C4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A4147-B4A7-4F8D-99DD-763CEACBE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69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7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8.xml"/><Relationship Id="rId4" Type="http://schemas.openxmlformats.org/officeDocument/2006/relationships/slide" Target="slide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lifehack.org/articles/technology/3-windows-shortcuts-anyone-can-use.html" TargetMode="External"/><Relationship Id="rId3" Type="http://schemas.openxmlformats.org/officeDocument/2006/relationships/hyperlink" Target="https://www.techjunkie.com/classic-windows-2000-blue-background-windows-10/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slide" Target="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B891-F20C-4BF4-B96A-1E8658D1A4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B4E41D-EE99-468A-86F3-A9A8710882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3AE57D-75D8-47CA-B567-83E1C470951C}"/>
              </a:ext>
            </a:extLst>
          </p:cNvPr>
          <p:cNvSpPr/>
          <p:nvPr/>
        </p:nvSpPr>
        <p:spPr>
          <a:xfrm>
            <a:off x="-74428" y="0"/>
            <a:ext cx="12266428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Booting from hard disk…</a:t>
            </a:r>
          </a:p>
          <a:p>
            <a:r>
              <a:rPr lang="en-GB" dirty="0"/>
              <a:t>Starting Windos 2…</a:t>
            </a:r>
          </a:p>
          <a:p>
            <a:endParaRPr lang="en-GB" dirty="0"/>
          </a:p>
          <a:p>
            <a:r>
              <a:rPr lang="en-GB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Press here to boot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0728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B455E8-14E7-44AD-A93F-46C60E2CA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194" y="-37215"/>
            <a:ext cx="9194193" cy="689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2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</p:spTree>
    <p:extLst>
      <p:ext uri="{BB962C8B-B14F-4D97-AF65-F5344CB8AC3E}">
        <p14:creationId xmlns:p14="http://schemas.microsoft.com/office/powerpoint/2010/main" val="3289486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A26E5A42-D79E-4B71-A35D-2CFFDCA0BEAD}"/>
              </a:ext>
            </a:extLst>
          </p:cNvPr>
          <p:cNvSpPr/>
          <p:nvPr/>
        </p:nvSpPr>
        <p:spPr>
          <a:xfrm>
            <a:off x="-50193" y="6188149"/>
            <a:ext cx="12242193" cy="6698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me to exit start menu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BABD63-0E83-46F6-9E4A-62DE259603F7}"/>
              </a:ext>
            </a:extLst>
          </p:cNvPr>
          <p:cNvSpPr/>
          <p:nvPr/>
        </p:nvSpPr>
        <p:spPr>
          <a:xfrm rot="16200000">
            <a:off x="-1992979" y="3325020"/>
            <a:ext cx="4803705" cy="9181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2.0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7C9C6D-E092-4FDE-913F-1E14A1812F81}"/>
              </a:ext>
            </a:extLst>
          </p:cNvPr>
          <p:cNvSpPr/>
          <p:nvPr/>
        </p:nvSpPr>
        <p:spPr>
          <a:xfrm>
            <a:off x="838200" y="2945219"/>
            <a:ext cx="2915093" cy="3240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EF663-1802-4F58-8978-0D2FBC0EB6DF}"/>
              </a:ext>
            </a:extLst>
          </p:cNvPr>
          <p:cNvSpPr txBox="1"/>
          <p:nvPr/>
        </p:nvSpPr>
        <p:spPr>
          <a:xfrm>
            <a:off x="838199" y="3040912"/>
            <a:ext cx="26687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All apps</a:t>
            </a:r>
          </a:p>
          <a:p>
            <a:endParaRPr lang="en-GB" dirty="0"/>
          </a:p>
          <a:p>
            <a:r>
              <a:rPr lang="en-GB" dirty="0"/>
              <a:t>Computer</a:t>
            </a:r>
          </a:p>
          <a:p>
            <a:endParaRPr lang="en-GB" dirty="0"/>
          </a:p>
          <a:p>
            <a:r>
              <a:rPr lang="en-GB" dirty="0"/>
              <a:t>Run</a:t>
            </a:r>
          </a:p>
          <a:p>
            <a:endParaRPr lang="en-GB" dirty="0"/>
          </a:p>
          <a:p>
            <a:r>
              <a:rPr lang="en-GB" dirty="0"/>
              <a:t>Find ALPHA</a:t>
            </a:r>
          </a:p>
          <a:p>
            <a:endParaRPr lang="en-GB" dirty="0"/>
          </a:p>
          <a:p>
            <a:r>
              <a:rPr lang="en-GB" dirty="0"/>
              <a:t>Sign out </a:t>
            </a:r>
          </a:p>
          <a:p>
            <a:endParaRPr lang="en-GB" dirty="0"/>
          </a:p>
          <a:p>
            <a:r>
              <a:rPr lang="en-GB" dirty="0"/>
              <a:t>Power off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D13F6B-54CB-4927-A6A0-784F4A3DD42E}"/>
              </a:ext>
            </a:extLst>
          </p:cNvPr>
          <p:cNvSpPr/>
          <p:nvPr/>
        </p:nvSpPr>
        <p:spPr>
          <a:xfrm>
            <a:off x="867938" y="1382232"/>
            <a:ext cx="2885355" cy="155728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Memphis the virtual assistant is coming soon! </a:t>
            </a:r>
          </a:p>
        </p:txBody>
      </p:sp>
    </p:spTree>
    <p:extLst>
      <p:ext uri="{BB962C8B-B14F-4D97-AF65-F5344CB8AC3E}">
        <p14:creationId xmlns:p14="http://schemas.microsoft.com/office/powerpoint/2010/main" val="204433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55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All apps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Graphic 7" descr="Power">
            <a:hlinkClick r:id="rId5" action="ppaction://hlinksldjump"/>
            <a:extLst>
              <a:ext uri="{FF2B5EF4-FFF2-40B4-BE49-F238E27FC236}">
                <a16:creationId xmlns:a16="http://schemas.microsoft.com/office/drawing/2014/main" id="{661AFC88-F6FD-48F2-94B6-E6DC1E20D1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4539" y="1313121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E91434-1079-4AB4-9576-0D3E8B8E85DE}"/>
              </a:ext>
            </a:extLst>
          </p:cNvPr>
          <p:cNvSpPr txBox="1"/>
          <p:nvPr/>
        </p:nvSpPr>
        <p:spPr>
          <a:xfrm>
            <a:off x="361507" y="2227521"/>
            <a:ext cx="1648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Power menu</a:t>
            </a:r>
          </a:p>
        </p:txBody>
      </p:sp>
    </p:spTree>
    <p:extLst>
      <p:ext uri="{BB962C8B-B14F-4D97-AF65-F5344CB8AC3E}">
        <p14:creationId xmlns:p14="http://schemas.microsoft.com/office/powerpoint/2010/main" val="195010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6667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Power menu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 descr="Power">
            <a:extLst>
              <a:ext uri="{FF2B5EF4-FFF2-40B4-BE49-F238E27FC236}">
                <a16:creationId xmlns:a16="http://schemas.microsoft.com/office/drawing/2014/main" id="{669B1A37-4870-40C4-8E30-D2579D63A7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4995" y="2971800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0CA82F-AB93-453D-8689-6EFB547E9C3F}"/>
              </a:ext>
            </a:extLst>
          </p:cNvPr>
          <p:cNvSpPr txBox="1"/>
          <p:nvPr/>
        </p:nvSpPr>
        <p:spPr>
          <a:xfrm>
            <a:off x="1857153" y="4178595"/>
            <a:ext cx="1896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Power off</a:t>
            </a:r>
          </a:p>
        </p:txBody>
      </p:sp>
      <p:pic>
        <p:nvPicPr>
          <p:cNvPr id="10" name="Picture 9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112FEB96-9317-44DF-BFA2-5E16C406CA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3187995" y="2959395"/>
            <a:ext cx="1219200" cy="1219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3B3DCE-EB15-4BE8-8A4F-EDF6CEBE6309}"/>
              </a:ext>
            </a:extLst>
          </p:cNvPr>
          <p:cNvSpPr txBox="1"/>
          <p:nvPr/>
        </p:nvSpPr>
        <p:spPr>
          <a:xfrm>
            <a:off x="3187995" y="4178595"/>
            <a:ext cx="1330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3055349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login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B7879-90D8-4B76-9F6B-578DFE503AFB}"/>
              </a:ext>
            </a:extLst>
          </p:cNvPr>
          <p:cNvSpPr/>
          <p:nvPr/>
        </p:nvSpPr>
        <p:spPr>
          <a:xfrm>
            <a:off x="2488019" y="2934586"/>
            <a:ext cx="6847367" cy="13397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4764DFFD-2BA5-4992-BCFA-B2F4EA894186}"/>
              </a:ext>
            </a:extLst>
          </p:cNvPr>
          <p:cNvSpPr/>
          <p:nvPr/>
        </p:nvSpPr>
        <p:spPr>
          <a:xfrm>
            <a:off x="8346558" y="4742121"/>
            <a:ext cx="988828" cy="8187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D3DAEB-8FD9-49D5-A1A6-B7F6D2609011}"/>
              </a:ext>
            </a:extLst>
          </p:cNvPr>
          <p:cNvSpPr/>
          <p:nvPr/>
        </p:nvSpPr>
        <p:spPr>
          <a:xfrm>
            <a:off x="2488019" y="4742121"/>
            <a:ext cx="5656521" cy="8187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********</a:t>
            </a:r>
          </a:p>
        </p:txBody>
      </p:sp>
    </p:spTree>
    <p:extLst>
      <p:ext uri="{BB962C8B-B14F-4D97-AF65-F5344CB8AC3E}">
        <p14:creationId xmlns:p14="http://schemas.microsoft.com/office/powerpoint/2010/main" val="2894463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BE0A4D-F577-47CF-A738-1BA27F5D8468}"/>
              </a:ext>
            </a:extLst>
          </p:cNvPr>
          <p:cNvSpPr/>
          <p:nvPr/>
        </p:nvSpPr>
        <p:spPr>
          <a:xfrm>
            <a:off x="-50193" y="6209414"/>
            <a:ext cx="12242193" cy="64858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7F6F51F9-9B33-42C9-BB13-328E26DA3BD0}"/>
              </a:ext>
            </a:extLst>
          </p:cNvPr>
          <p:cNvSpPr/>
          <p:nvPr/>
        </p:nvSpPr>
        <p:spPr>
          <a:xfrm>
            <a:off x="0" y="6358270"/>
            <a:ext cx="1520456" cy="3827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B1B5BB-BF19-44D5-B166-BB073A8D7FA2}"/>
              </a:ext>
            </a:extLst>
          </p:cNvPr>
          <p:cNvSpPr txBox="1"/>
          <p:nvPr/>
        </p:nvSpPr>
        <p:spPr>
          <a:xfrm>
            <a:off x="74428" y="116958"/>
            <a:ext cx="24986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2</a:t>
            </a:r>
          </a:p>
          <a:p>
            <a:r>
              <a:rPr lang="en-GB" dirty="0"/>
              <a:t>Alpha 2</a:t>
            </a:r>
          </a:p>
          <a:p>
            <a:r>
              <a:rPr lang="en-GB" dirty="0"/>
              <a:t>For testing purposes ONLY</a:t>
            </a:r>
          </a:p>
        </p:txBody>
      </p:sp>
      <p:pic>
        <p:nvPicPr>
          <p:cNvPr id="8" name="Graphic 7" descr="Garbage">
            <a:extLst>
              <a:ext uri="{FF2B5EF4-FFF2-40B4-BE49-F238E27FC236}">
                <a16:creationId xmlns:a16="http://schemas.microsoft.com/office/drawing/2014/main" id="{69A6E7C7-E205-441F-8A75-CC10C284D3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35833" y="4715539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47DB83-49DF-4DE7-9B79-7C11E08FF805}"/>
              </a:ext>
            </a:extLst>
          </p:cNvPr>
          <p:cNvSpPr txBox="1"/>
          <p:nvPr/>
        </p:nvSpPr>
        <p:spPr>
          <a:xfrm>
            <a:off x="10866474" y="5794744"/>
            <a:ext cx="132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Trash-can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A9DAA5-E3AE-4A02-9FE9-DFC162E0F446}"/>
              </a:ext>
            </a:extLst>
          </p:cNvPr>
          <p:cNvSpPr/>
          <p:nvPr/>
        </p:nvSpPr>
        <p:spPr>
          <a:xfrm>
            <a:off x="7272670" y="365125"/>
            <a:ext cx="3306725" cy="562100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BC910F-EC2E-4057-A63F-002815770866}"/>
              </a:ext>
            </a:extLst>
          </p:cNvPr>
          <p:cNvSpPr txBox="1"/>
          <p:nvPr/>
        </p:nvSpPr>
        <p:spPr>
          <a:xfrm>
            <a:off x="7272670" y="499730"/>
            <a:ext cx="32322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What’s new: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ability to boot properly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this widget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start menu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all 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Made this OS very red.</a:t>
            </a:r>
          </a:p>
        </p:txBody>
      </p:sp>
    </p:spTree>
    <p:extLst>
      <p:ext uri="{BB962C8B-B14F-4D97-AF65-F5344CB8AC3E}">
        <p14:creationId xmlns:p14="http://schemas.microsoft.com/office/powerpoint/2010/main" val="3465909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indos 2">
      <a:dk1>
        <a:srgbClr val="000000"/>
      </a:dk1>
      <a:lt1>
        <a:sysClr val="window" lastClr="FFFFFF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FFFF00"/>
      </a:accent3>
      <a:accent4>
        <a:srgbClr val="00B050"/>
      </a:accent4>
      <a:accent5>
        <a:srgbClr val="5B9BD5"/>
      </a:accent5>
      <a:accent6>
        <a:srgbClr val="7030A0"/>
      </a:accent6>
      <a:hlink>
        <a:srgbClr val="70AD47"/>
      </a:hlink>
      <a:folHlink>
        <a:srgbClr val="70AD4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85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 - 8YB.</dc:creator>
  <cp:lastModifiedBy>Szymon Mochort - 8YB.</cp:lastModifiedBy>
  <cp:revision>33</cp:revision>
  <dcterms:created xsi:type="dcterms:W3CDTF">2020-04-21T13:45:39Z</dcterms:created>
  <dcterms:modified xsi:type="dcterms:W3CDTF">2020-04-22T14:15:14Z</dcterms:modified>
</cp:coreProperties>
</file>