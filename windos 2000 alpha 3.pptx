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95" r:id="rId5"/>
    <p:sldId id="273" r:id="rId6"/>
    <p:sldId id="259" r:id="rId7"/>
    <p:sldId id="269" r:id="rId8"/>
    <p:sldId id="260" r:id="rId9"/>
    <p:sldId id="261" r:id="rId10"/>
    <p:sldId id="262" r:id="rId11"/>
    <p:sldId id="263" r:id="rId12"/>
    <p:sldId id="264" r:id="rId13"/>
    <p:sldId id="265" r:id="rId14"/>
    <p:sldId id="266" r:id="rId15"/>
    <p:sldId id="267" r:id="rId16"/>
    <p:sldId id="268" r:id="rId17"/>
    <p:sldId id="270" r:id="rId18"/>
    <p:sldId id="271" r:id="rId19"/>
    <p:sldId id="272"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7" r:id="rId33"/>
    <p:sldId id="288" r:id="rId34"/>
    <p:sldId id="286" r:id="rId35"/>
    <p:sldId id="306" r:id="rId36"/>
    <p:sldId id="289" r:id="rId37"/>
    <p:sldId id="290" r:id="rId38"/>
    <p:sldId id="291" r:id="rId39"/>
    <p:sldId id="292" r:id="rId40"/>
    <p:sldId id="293" r:id="rId41"/>
    <p:sldId id="294" r:id="rId42"/>
    <p:sldId id="296" r:id="rId43"/>
    <p:sldId id="297" r:id="rId44"/>
    <p:sldId id="298" r:id="rId45"/>
    <p:sldId id="299" r:id="rId46"/>
    <p:sldId id="300" r:id="rId47"/>
    <p:sldId id="301" r:id="rId48"/>
    <p:sldId id="302" r:id="rId49"/>
    <p:sldId id="303" r:id="rId50"/>
    <p:sldId id="304" r:id="rId51"/>
    <p:sldId id="305" r:id="rId5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0831C"/>
    <a:srgbClr val="B7F2FD"/>
    <a:srgbClr val="85D6F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127" autoAdjust="0"/>
    <p:restoredTop sz="94660"/>
  </p:normalViewPr>
  <p:slideViewPr>
    <p:cSldViewPr snapToGrid="0">
      <p:cViewPr varScale="1">
        <p:scale>
          <a:sx n="90" d="100"/>
          <a:sy n="90" d="100"/>
        </p:scale>
        <p:origin x="47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4FCB8-5360-4014-B4B3-0256CC4BA1A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F98B2D86-7AFD-4540-B0EB-11CBCAAE847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B4384CD4-B033-4C6C-90A0-5EB3E7ED93C0}"/>
              </a:ext>
            </a:extLst>
          </p:cNvPr>
          <p:cNvSpPr>
            <a:spLocks noGrp="1"/>
          </p:cNvSpPr>
          <p:nvPr>
            <p:ph type="dt" sz="half" idx="10"/>
          </p:nvPr>
        </p:nvSpPr>
        <p:spPr/>
        <p:txBody>
          <a:bodyPr/>
          <a:lstStyle/>
          <a:p>
            <a:fld id="{E48DE6AA-7293-4262-8A3F-A959634A6E3B}" type="datetimeFigureOut">
              <a:rPr lang="en-GB" smtClean="0"/>
              <a:t>21/07/2020</a:t>
            </a:fld>
            <a:endParaRPr lang="en-GB" dirty="0"/>
          </a:p>
        </p:txBody>
      </p:sp>
      <p:sp>
        <p:nvSpPr>
          <p:cNvPr id="5" name="Footer Placeholder 4">
            <a:extLst>
              <a:ext uri="{FF2B5EF4-FFF2-40B4-BE49-F238E27FC236}">
                <a16:creationId xmlns:a16="http://schemas.microsoft.com/office/drawing/2014/main" id="{3BABEA20-336D-4CED-811B-677CB45B7D82}"/>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CE77A119-75E6-40F2-8B2B-89CA4D9875FC}"/>
              </a:ext>
            </a:extLst>
          </p:cNvPr>
          <p:cNvSpPr>
            <a:spLocks noGrp="1"/>
          </p:cNvSpPr>
          <p:nvPr>
            <p:ph type="sldNum" sz="quarter" idx="12"/>
          </p:nvPr>
        </p:nvSpPr>
        <p:spPr/>
        <p:txBody>
          <a:bodyPr/>
          <a:lstStyle/>
          <a:p>
            <a:fld id="{D9E05354-6D4C-4FC0-AF9C-5137677A4849}" type="slidenum">
              <a:rPr lang="en-GB" smtClean="0"/>
              <a:t>‹#›</a:t>
            </a:fld>
            <a:endParaRPr lang="en-GB" dirty="0"/>
          </a:p>
        </p:txBody>
      </p:sp>
    </p:spTree>
    <p:extLst>
      <p:ext uri="{BB962C8B-B14F-4D97-AF65-F5344CB8AC3E}">
        <p14:creationId xmlns:p14="http://schemas.microsoft.com/office/powerpoint/2010/main" val="27283309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69FB9-061A-41B2-A8CA-1302B0B3E5DE}"/>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4879D81-51A9-403C-92E7-F9E6221F370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30FB3A0-F0BA-4195-B206-5EED4B1C8EF3}"/>
              </a:ext>
            </a:extLst>
          </p:cNvPr>
          <p:cNvSpPr>
            <a:spLocks noGrp="1"/>
          </p:cNvSpPr>
          <p:nvPr>
            <p:ph type="dt" sz="half" idx="10"/>
          </p:nvPr>
        </p:nvSpPr>
        <p:spPr/>
        <p:txBody>
          <a:bodyPr/>
          <a:lstStyle/>
          <a:p>
            <a:fld id="{E48DE6AA-7293-4262-8A3F-A959634A6E3B}" type="datetimeFigureOut">
              <a:rPr lang="en-GB" smtClean="0"/>
              <a:t>21/07/2020</a:t>
            </a:fld>
            <a:endParaRPr lang="en-GB" dirty="0"/>
          </a:p>
        </p:txBody>
      </p:sp>
      <p:sp>
        <p:nvSpPr>
          <p:cNvPr id="5" name="Footer Placeholder 4">
            <a:extLst>
              <a:ext uri="{FF2B5EF4-FFF2-40B4-BE49-F238E27FC236}">
                <a16:creationId xmlns:a16="http://schemas.microsoft.com/office/drawing/2014/main" id="{D53FEB77-787C-49CC-B316-E0A4BFB00248}"/>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9999EDCE-5D40-4053-898F-B8A520D2BBEC}"/>
              </a:ext>
            </a:extLst>
          </p:cNvPr>
          <p:cNvSpPr>
            <a:spLocks noGrp="1"/>
          </p:cNvSpPr>
          <p:nvPr>
            <p:ph type="sldNum" sz="quarter" idx="12"/>
          </p:nvPr>
        </p:nvSpPr>
        <p:spPr/>
        <p:txBody>
          <a:bodyPr/>
          <a:lstStyle/>
          <a:p>
            <a:fld id="{D9E05354-6D4C-4FC0-AF9C-5137677A4849}" type="slidenum">
              <a:rPr lang="en-GB" smtClean="0"/>
              <a:t>‹#›</a:t>
            </a:fld>
            <a:endParaRPr lang="en-GB" dirty="0"/>
          </a:p>
        </p:txBody>
      </p:sp>
    </p:spTree>
    <p:extLst>
      <p:ext uri="{BB962C8B-B14F-4D97-AF65-F5344CB8AC3E}">
        <p14:creationId xmlns:p14="http://schemas.microsoft.com/office/powerpoint/2010/main" val="11829886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E7134-9810-44DA-9192-036315E6230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551D49BF-1656-4A27-A92A-488A1223C9A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13DF845-0C78-423E-9ACD-3B329DB77396}"/>
              </a:ext>
            </a:extLst>
          </p:cNvPr>
          <p:cNvSpPr>
            <a:spLocks noGrp="1"/>
          </p:cNvSpPr>
          <p:nvPr>
            <p:ph type="dt" sz="half" idx="10"/>
          </p:nvPr>
        </p:nvSpPr>
        <p:spPr/>
        <p:txBody>
          <a:bodyPr/>
          <a:lstStyle/>
          <a:p>
            <a:fld id="{E48DE6AA-7293-4262-8A3F-A959634A6E3B}" type="datetimeFigureOut">
              <a:rPr lang="en-GB" smtClean="0"/>
              <a:t>21/07/2020</a:t>
            </a:fld>
            <a:endParaRPr lang="en-GB" dirty="0"/>
          </a:p>
        </p:txBody>
      </p:sp>
      <p:sp>
        <p:nvSpPr>
          <p:cNvPr id="5" name="Footer Placeholder 4">
            <a:extLst>
              <a:ext uri="{FF2B5EF4-FFF2-40B4-BE49-F238E27FC236}">
                <a16:creationId xmlns:a16="http://schemas.microsoft.com/office/drawing/2014/main" id="{E26560E5-FE06-46FE-80A4-0F65BDF2A2DF}"/>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282E9012-18B9-41C6-B55E-15E00CB2D490}"/>
              </a:ext>
            </a:extLst>
          </p:cNvPr>
          <p:cNvSpPr>
            <a:spLocks noGrp="1"/>
          </p:cNvSpPr>
          <p:nvPr>
            <p:ph type="sldNum" sz="quarter" idx="12"/>
          </p:nvPr>
        </p:nvSpPr>
        <p:spPr/>
        <p:txBody>
          <a:bodyPr/>
          <a:lstStyle/>
          <a:p>
            <a:fld id="{D9E05354-6D4C-4FC0-AF9C-5137677A4849}" type="slidenum">
              <a:rPr lang="en-GB" smtClean="0"/>
              <a:t>‹#›</a:t>
            </a:fld>
            <a:endParaRPr lang="en-GB" dirty="0"/>
          </a:p>
        </p:txBody>
      </p:sp>
    </p:spTree>
    <p:extLst>
      <p:ext uri="{BB962C8B-B14F-4D97-AF65-F5344CB8AC3E}">
        <p14:creationId xmlns:p14="http://schemas.microsoft.com/office/powerpoint/2010/main" val="21401853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5F026D-023A-4641-9734-F56868B23063}"/>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CB9F442-9DD7-4A8B-9451-B39A7F75A2C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CC4ACDA9-449B-48C9-AFDC-A0272368E28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831E55D5-5DF6-42F0-9EEA-CBD60FCD528E}"/>
              </a:ext>
            </a:extLst>
          </p:cNvPr>
          <p:cNvSpPr>
            <a:spLocks noGrp="1"/>
          </p:cNvSpPr>
          <p:nvPr>
            <p:ph type="dt" sz="half" idx="10"/>
          </p:nvPr>
        </p:nvSpPr>
        <p:spPr/>
        <p:txBody>
          <a:bodyPr/>
          <a:lstStyle/>
          <a:p>
            <a:fld id="{E48DE6AA-7293-4262-8A3F-A959634A6E3B}" type="datetimeFigureOut">
              <a:rPr lang="en-GB" smtClean="0"/>
              <a:t>21/07/2020</a:t>
            </a:fld>
            <a:endParaRPr lang="en-GB" dirty="0"/>
          </a:p>
        </p:txBody>
      </p:sp>
      <p:sp>
        <p:nvSpPr>
          <p:cNvPr id="6" name="Footer Placeholder 5">
            <a:extLst>
              <a:ext uri="{FF2B5EF4-FFF2-40B4-BE49-F238E27FC236}">
                <a16:creationId xmlns:a16="http://schemas.microsoft.com/office/drawing/2014/main" id="{E42674FD-E8E0-402E-8B1B-8720D4D039A2}"/>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ACF5D9BE-DE68-4853-9788-51FCC94D0FA4}"/>
              </a:ext>
            </a:extLst>
          </p:cNvPr>
          <p:cNvSpPr>
            <a:spLocks noGrp="1"/>
          </p:cNvSpPr>
          <p:nvPr>
            <p:ph type="sldNum" sz="quarter" idx="12"/>
          </p:nvPr>
        </p:nvSpPr>
        <p:spPr/>
        <p:txBody>
          <a:bodyPr/>
          <a:lstStyle/>
          <a:p>
            <a:fld id="{D9E05354-6D4C-4FC0-AF9C-5137677A4849}" type="slidenum">
              <a:rPr lang="en-GB" smtClean="0"/>
              <a:t>‹#›</a:t>
            </a:fld>
            <a:endParaRPr lang="en-GB" dirty="0"/>
          </a:p>
        </p:txBody>
      </p:sp>
    </p:spTree>
    <p:extLst>
      <p:ext uri="{BB962C8B-B14F-4D97-AF65-F5344CB8AC3E}">
        <p14:creationId xmlns:p14="http://schemas.microsoft.com/office/powerpoint/2010/main" val="22941784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0F5166-6725-4534-B790-EE21584ACBA0}"/>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F805952-1696-46D1-B0E5-140808B938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AF13DBE-2FD6-49FA-8808-83807706B9D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FA44A16A-65FC-4E14-9DB7-72EFF1AF5A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145DA67-883A-471A-A3FD-F46FA34BD1E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43771FAC-6D7D-44D8-92ED-E9F3A4E626F1}"/>
              </a:ext>
            </a:extLst>
          </p:cNvPr>
          <p:cNvSpPr>
            <a:spLocks noGrp="1"/>
          </p:cNvSpPr>
          <p:nvPr>
            <p:ph type="dt" sz="half" idx="10"/>
          </p:nvPr>
        </p:nvSpPr>
        <p:spPr/>
        <p:txBody>
          <a:bodyPr/>
          <a:lstStyle/>
          <a:p>
            <a:fld id="{E48DE6AA-7293-4262-8A3F-A959634A6E3B}" type="datetimeFigureOut">
              <a:rPr lang="en-GB" smtClean="0"/>
              <a:t>21/07/2020</a:t>
            </a:fld>
            <a:endParaRPr lang="en-GB" dirty="0"/>
          </a:p>
        </p:txBody>
      </p:sp>
      <p:sp>
        <p:nvSpPr>
          <p:cNvPr id="8" name="Footer Placeholder 7">
            <a:extLst>
              <a:ext uri="{FF2B5EF4-FFF2-40B4-BE49-F238E27FC236}">
                <a16:creationId xmlns:a16="http://schemas.microsoft.com/office/drawing/2014/main" id="{F954364B-AD77-4936-AD1D-CBBA5D0946DC}"/>
              </a:ext>
            </a:extLst>
          </p:cNvPr>
          <p:cNvSpPr>
            <a:spLocks noGrp="1"/>
          </p:cNvSpPr>
          <p:nvPr>
            <p:ph type="ftr" sz="quarter" idx="11"/>
          </p:nvPr>
        </p:nvSpPr>
        <p:spPr/>
        <p:txBody>
          <a:bodyPr/>
          <a:lstStyle/>
          <a:p>
            <a:endParaRPr lang="en-GB" dirty="0"/>
          </a:p>
        </p:txBody>
      </p:sp>
      <p:sp>
        <p:nvSpPr>
          <p:cNvPr id="9" name="Slide Number Placeholder 8">
            <a:extLst>
              <a:ext uri="{FF2B5EF4-FFF2-40B4-BE49-F238E27FC236}">
                <a16:creationId xmlns:a16="http://schemas.microsoft.com/office/drawing/2014/main" id="{46C3E6CA-AA4D-4BAA-9F9D-63EA7804E035}"/>
              </a:ext>
            </a:extLst>
          </p:cNvPr>
          <p:cNvSpPr>
            <a:spLocks noGrp="1"/>
          </p:cNvSpPr>
          <p:nvPr>
            <p:ph type="sldNum" sz="quarter" idx="12"/>
          </p:nvPr>
        </p:nvSpPr>
        <p:spPr/>
        <p:txBody>
          <a:bodyPr/>
          <a:lstStyle/>
          <a:p>
            <a:fld id="{D9E05354-6D4C-4FC0-AF9C-5137677A4849}" type="slidenum">
              <a:rPr lang="en-GB" smtClean="0"/>
              <a:t>‹#›</a:t>
            </a:fld>
            <a:endParaRPr lang="en-GB" dirty="0"/>
          </a:p>
        </p:txBody>
      </p:sp>
    </p:spTree>
    <p:extLst>
      <p:ext uri="{BB962C8B-B14F-4D97-AF65-F5344CB8AC3E}">
        <p14:creationId xmlns:p14="http://schemas.microsoft.com/office/powerpoint/2010/main" val="6267208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EBBDB-3D50-4804-83E7-E78B21F58291}"/>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02F26E11-09A6-4286-93BE-D63D02AB342C}"/>
              </a:ext>
            </a:extLst>
          </p:cNvPr>
          <p:cNvSpPr>
            <a:spLocks noGrp="1"/>
          </p:cNvSpPr>
          <p:nvPr>
            <p:ph type="dt" sz="half" idx="10"/>
          </p:nvPr>
        </p:nvSpPr>
        <p:spPr/>
        <p:txBody>
          <a:bodyPr/>
          <a:lstStyle/>
          <a:p>
            <a:fld id="{E48DE6AA-7293-4262-8A3F-A959634A6E3B}" type="datetimeFigureOut">
              <a:rPr lang="en-GB" smtClean="0"/>
              <a:t>21/07/2020</a:t>
            </a:fld>
            <a:endParaRPr lang="en-GB" dirty="0"/>
          </a:p>
        </p:txBody>
      </p:sp>
      <p:sp>
        <p:nvSpPr>
          <p:cNvPr id="4" name="Footer Placeholder 3">
            <a:extLst>
              <a:ext uri="{FF2B5EF4-FFF2-40B4-BE49-F238E27FC236}">
                <a16:creationId xmlns:a16="http://schemas.microsoft.com/office/drawing/2014/main" id="{D051455E-324F-4D00-A0F3-BA0B3FEEAE19}"/>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7B6A04F9-08F7-480E-8814-7DDFC7DF21C8}"/>
              </a:ext>
            </a:extLst>
          </p:cNvPr>
          <p:cNvSpPr>
            <a:spLocks noGrp="1"/>
          </p:cNvSpPr>
          <p:nvPr>
            <p:ph type="sldNum" sz="quarter" idx="12"/>
          </p:nvPr>
        </p:nvSpPr>
        <p:spPr/>
        <p:txBody>
          <a:bodyPr/>
          <a:lstStyle/>
          <a:p>
            <a:fld id="{D9E05354-6D4C-4FC0-AF9C-5137677A4849}" type="slidenum">
              <a:rPr lang="en-GB" smtClean="0"/>
              <a:t>‹#›</a:t>
            </a:fld>
            <a:endParaRPr lang="en-GB" dirty="0"/>
          </a:p>
        </p:txBody>
      </p:sp>
    </p:spTree>
    <p:extLst>
      <p:ext uri="{BB962C8B-B14F-4D97-AF65-F5344CB8AC3E}">
        <p14:creationId xmlns:p14="http://schemas.microsoft.com/office/powerpoint/2010/main" val="20986546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09DE427-E53E-4228-B0A5-E215794DADCE}"/>
              </a:ext>
            </a:extLst>
          </p:cNvPr>
          <p:cNvSpPr>
            <a:spLocks noGrp="1"/>
          </p:cNvSpPr>
          <p:nvPr>
            <p:ph type="dt" sz="half" idx="10"/>
          </p:nvPr>
        </p:nvSpPr>
        <p:spPr/>
        <p:txBody>
          <a:bodyPr/>
          <a:lstStyle/>
          <a:p>
            <a:fld id="{E48DE6AA-7293-4262-8A3F-A959634A6E3B}" type="datetimeFigureOut">
              <a:rPr lang="en-GB" smtClean="0"/>
              <a:t>21/07/2020</a:t>
            </a:fld>
            <a:endParaRPr lang="en-GB" dirty="0"/>
          </a:p>
        </p:txBody>
      </p:sp>
      <p:sp>
        <p:nvSpPr>
          <p:cNvPr id="3" name="Footer Placeholder 2">
            <a:extLst>
              <a:ext uri="{FF2B5EF4-FFF2-40B4-BE49-F238E27FC236}">
                <a16:creationId xmlns:a16="http://schemas.microsoft.com/office/drawing/2014/main" id="{E532265D-ED35-4266-BD52-5CCEDABA6E69}"/>
              </a:ext>
            </a:extLst>
          </p:cNvPr>
          <p:cNvSpPr>
            <a:spLocks noGrp="1"/>
          </p:cNvSpPr>
          <p:nvPr>
            <p:ph type="ftr" sz="quarter" idx="11"/>
          </p:nvPr>
        </p:nvSpPr>
        <p:spPr/>
        <p:txBody>
          <a:bodyPr/>
          <a:lstStyle/>
          <a:p>
            <a:endParaRPr lang="en-GB" dirty="0"/>
          </a:p>
        </p:txBody>
      </p:sp>
      <p:sp>
        <p:nvSpPr>
          <p:cNvPr id="4" name="Slide Number Placeholder 3">
            <a:extLst>
              <a:ext uri="{FF2B5EF4-FFF2-40B4-BE49-F238E27FC236}">
                <a16:creationId xmlns:a16="http://schemas.microsoft.com/office/drawing/2014/main" id="{BA871594-D2A5-485B-BF87-1574C398CCD2}"/>
              </a:ext>
            </a:extLst>
          </p:cNvPr>
          <p:cNvSpPr>
            <a:spLocks noGrp="1"/>
          </p:cNvSpPr>
          <p:nvPr>
            <p:ph type="sldNum" sz="quarter" idx="12"/>
          </p:nvPr>
        </p:nvSpPr>
        <p:spPr/>
        <p:txBody>
          <a:bodyPr/>
          <a:lstStyle/>
          <a:p>
            <a:fld id="{D9E05354-6D4C-4FC0-AF9C-5137677A4849}" type="slidenum">
              <a:rPr lang="en-GB" smtClean="0"/>
              <a:t>‹#›</a:t>
            </a:fld>
            <a:endParaRPr lang="en-GB" dirty="0"/>
          </a:p>
        </p:txBody>
      </p:sp>
    </p:spTree>
    <p:extLst>
      <p:ext uri="{BB962C8B-B14F-4D97-AF65-F5344CB8AC3E}">
        <p14:creationId xmlns:p14="http://schemas.microsoft.com/office/powerpoint/2010/main" val="18456687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34442-E196-487C-9535-70F68F2086E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E73A3C26-2E4A-4FF1-9D19-22D219B593C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2EFAB850-A041-4088-A575-DA38F16BF0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CFF52B-4974-45D0-9B15-F0109EAF1990}"/>
              </a:ext>
            </a:extLst>
          </p:cNvPr>
          <p:cNvSpPr>
            <a:spLocks noGrp="1"/>
          </p:cNvSpPr>
          <p:nvPr>
            <p:ph type="dt" sz="half" idx="10"/>
          </p:nvPr>
        </p:nvSpPr>
        <p:spPr/>
        <p:txBody>
          <a:bodyPr/>
          <a:lstStyle/>
          <a:p>
            <a:fld id="{E48DE6AA-7293-4262-8A3F-A959634A6E3B}" type="datetimeFigureOut">
              <a:rPr lang="en-GB" smtClean="0"/>
              <a:t>21/07/2020</a:t>
            </a:fld>
            <a:endParaRPr lang="en-GB" dirty="0"/>
          </a:p>
        </p:txBody>
      </p:sp>
      <p:sp>
        <p:nvSpPr>
          <p:cNvPr id="6" name="Footer Placeholder 5">
            <a:extLst>
              <a:ext uri="{FF2B5EF4-FFF2-40B4-BE49-F238E27FC236}">
                <a16:creationId xmlns:a16="http://schemas.microsoft.com/office/drawing/2014/main" id="{94646B6A-7F9E-46EC-B2C0-F127411779D6}"/>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BB3FC6E5-4696-4FD6-B8C0-F988AD197707}"/>
              </a:ext>
            </a:extLst>
          </p:cNvPr>
          <p:cNvSpPr>
            <a:spLocks noGrp="1"/>
          </p:cNvSpPr>
          <p:nvPr>
            <p:ph type="sldNum" sz="quarter" idx="12"/>
          </p:nvPr>
        </p:nvSpPr>
        <p:spPr/>
        <p:txBody>
          <a:bodyPr/>
          <a:lstStyle/>
          <a:p>
            <a:fld id="{D9E05354-6D4C-4FC0-AF9C-5137677A4849}" type="slidenum">
              <a:rPr lang="en-GB" smtClean="0"/>
              <a:t>‹#›</a:t>
            </a:fld>
            <a:endParaRPr lang="en-GB" dirty="0"/>
          </a:p>
        </p:txBody>
      </p:sp>
    </p:spTree>
    <p:extLst>
      <p:ext uri="{BB962C8B-B14F-4D97-AF65-F5344CB8AC3E}">
        <p14:creationId xmlns:p14="http://schemas.microsoft.com/office/powerpoint/2010/main" val="6203771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312DA-09B1-4EA9-8482-996EB8886B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75666061-50B0-42C9-A3C5-801C16957A0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a:extLst>
              <a:ext uri="{FF2B5EF4-FFF2-40B4-BE49-F238E27FC236}">
                <a16:creationId xmlns:a16="http://schemas.microsoft.com/office/drawing/2014/main" id="{4DA9D463-82F6-474B-82DA-8033B4180E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E71685F-6D58-45B2-8D2F-F2EFF7D6291F}"/>
              </a:ext>
            </a:extLst>
          </p:cNvPr>
          <p:cNvSpPr>
            <a:spLocks noGrp="1"/>
          </p:cNvSpPr>
          <p:nvPr>
            <p:ph type="dt" sz="half" idx="10"/>
          </p:nvPr>
        </p:nvSpPr>
        <p:spPr/>
        <p:txBody>
          <a:bodyPr/>
          <a:lstStyle/>
          <a:p>
            <a:fld id="{E48DE6AA-7293-4262-8A3F-A959634A6E3B}" type="datetimeFigureOut">
              <a:rPr lang="en-GB" smtClean="0"/>
              <a:t>21/07/2020</a:t>
            </a:fld>
            <a:endParaRPr lang="en-GB" dirty="0"/>
          </a:p>
        </p:txBody>
      </p:sp>
      <p:sp>
        <p:nvSpPr>
          <p:cNvPr id="6" name="Footer Placeholder 5">
            <a:extLst>
              <a:ext uri="{FF2B5EF4-FFF2-40B4-BE49-F238E27FC236}">
                <a16:creationId xmlns:a16="http://schemas.microsoft.com/office/drawing/2014/main" id="{E20B1B51-8BDF-4E14-9F7A-4272F1357B2F}"/>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373B6157-812D-47CE-9DB3-ED83B7DD79EB}"/>
              </a:ext>
            </a:extLst>
          </p:cNvPr>
          <p:cNvSpPr>
            <a:spLocks noGrp="1"/>
          </p:cNvSpPr>
          <p:nvPr>
            <p:ph type="sldNum" sz="quarter" idx="12"/>
          </p:nvPr>
        </p:nvSpPr>
        <p:spPr/>
        <p:txBody>
          <a:bodyPr/>
          <a:lstStyle/>
          <a:p>
            <a:fld id="{D9E05354-6D4C-4FC0-AF9C-5137677A4849}" type="slidenum">
              <a:rPr lang="en-GB" smtClean="0"/>
              <a:t>‹#›</a:t>
            </a:fld>
            <a:endParaRPr lang="en-GB" dirty="0"/>
          </a:p>
        </p:txBody>
      </p:sp>
    </p:spTree>
    <p:extLst>
      <p:ext uri="{BB962C8B-B14F-4D97-AF65-F5344CB8AC3E}">
        <p14:creationId xmlns:p14="http://schemas.microsoft.com/office/powerpoint/2010/main" val="36698703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48DE3-74A6-49A9-BE76-5ED4F3198297}"/>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D986E87-8765-4BFC-BCF4-9AE32D3E857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220BEFC-2CAA-400D-8B4A-9885A0C74849}"/>
              </a:ext>
            </a:extLst>
          </p:cNvPr>
          <p:cNvSpPr>
            <a:spLocks noGrp="1"/>
          </p:cNvSpPr>
          <p:nvPr>
            <p:ph type="dt" sz="half" idx="10"/>
          </p:nvPr>
        </p:nvSpPr>
        <p:spPr/>
        <p:txBody>
          <a:bodyPr/>
          <a:lstStyle/>
          <a:p>
            <a:fld id="{E48DE6AA-7293-4262-8A3F-A959634A6E3B}" type="datetimeFigureOut">
              <a:rPr lang="en-GB" smtClean="0"/>
              <a:t>21/07/2020</a:t>
            </a:fld>
            <a:endParaRPr lang="en-GB" dirty="0"/>
          </a:p>
        </p:txBody>
      </p:sp>
      <p:sp>
        <p:nvSpPr>
          <p:cNvPr id="5" name="Footer Placeholder 4">
            <a:extLst>
              <a:ext uri="{FF2B5EF4-FFF2-40B4-BE49-F238E27FC236}">
                <a16:creationId xmlns:a16="http://schemas.microsoft.com/office/drawing/2014/main" id="{4C83B97E-EFD0-4628-B8BF-7F7718D9A82F}"/>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D83745CC-4B55-426C-9160-868F084B868D}"/>
              </a:ext>
            </a:extLst>
          </p:cNvPr>
          <p:cNvSpPr>
            <a:spLocks noGrp="1"/>
          </p:cNvSpPr>
          <p:nvPr>
            <p:ph type="sldNum" sz="quarter" idx="12"/>
          </p:nvPr>
        </p:nvSpPr>
        <p:spPr/>
        <p:txBody>
          <a:bodyPr/>
          <a:lstStyle/>
          <a:p>
            <a:fld id="{D9E05354-6D4C-4FC0-AF9C-5137677A4849}" type="slidenum">
              <a:rPr lang="en-GB" smtClean="0"/>
              <a:t>‹#›</a:t>
            </a:fld>
            <a:endParaRPr lang="en-GB" dirty="0"/>
          </a:p>
        </p:txBody>
      </p:sp>
    </p:spTree>
    <p:extLst>
      <p:ext uri="{BB962C8B-B14F-4D97-AF65-F5344CB8AC3E}">
        <p14:creationId xmlns:p14="http://schemas.microsoft.com/office/powerpoint/2010/main" val="20316008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CA909D8-460D-471F-847F-595341EDF6E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440E3BB8-2DD3-452B-B24B-C16EFF43307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C21BD9D-D162-4307-A1D3-E0B654BE0F02}"/>
              </a:ext>
            </a:extLst>
          </p:cNvPr>
          <p:cNvSpPr>
            <a:spLocks noGrp="1"/>
          </p:cNvSpPr>
          <p:nvPr>
            <p:ph type="dt" sz="half" idx="10"/>
          </p:nvPr>
        </p:nvSpPr>
        <p:spPr/>
        <p:txBody>
          <a:bodyPr/>
          <a:lstStyle/>
          <a:p>
            <a:fld id="{E48DE6AA-7293-4262-8A3F-A959634A6E3B}" type="datetimeFigureOut">
              <a:rPr lang="en-GB" smtClean="0"/>
              <a:t>21/07/2020</a:t>
            </a:fld>
            <a:endParaRPr lang="en-GB" dirty="0"/>
          </a:p>
        </p:txBody>
      </p:sp>
      <p:sp>
        <p:nvSpPr>
          <p:cNvPr id="5" name="Footer Placeholder 4">
            <a:extLst>
              <a:ext uri="{FF2B5EF4-FFF2-40B4-BE49-F238E27FC236}">
                <a16:creationId xmlns:a16="http://schemas.microsoft.com/office/drawing/2014/main" id="{B682A55C-8144-4C0F-B8B4-FAE5D9041055}"/>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FD6CE19F-6B9C-417A-A146-306E68A30D33}"/>
              </a:ext>
            </a:extLst>
          </p:cNvPr>
          <p:cNvSpPr>
            <a:spLocks noGrp="1"/>
          </p:cNvSpPr>
          <p:nvPr>
            <p:ph type="sldNum" sz="quarter" idx="12"/>
          </p:nvPr>
        </p:nvSpPr>
        <p:spPr/>
        <p:txBody>
          <a:bodyPr/>
          <a:lstStyle/>
          <a:p>
            <a:fld id="{D9E05354-6D4C-4FC0-AF9C-5137677A4849}" type="slidenum">
              <a:rPr lang="en-GB" smtClean="0"/>
              <a:t>‹#›</a:t>
            </a:fld>
            <a:endParaRPr lang="en-GB" dirty="0"/>
          </a:p>
        </p:txBody>
      </p:sp>
    </p:spTree>
    <p:extLst>
      <p:ext uri="{BB962C8B-B14F-4D97-AF65-F5344CB8AC3E}">
        <p14:creationId xmlns:p14="http://schemas.microsoft.com/office/powerpoint/2010/main" val="6752545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E91C115-6D9C-4967-969F-1B32F4E853D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ECB28660-4DF2-4588-A61E-2645F478BAD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7910ECF-A9FF-468E-9EA5-87784B84171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48DE6AA-7293-4262-8A3F-A959634A6E3B}" type="datetimeFigureOut">
              <a:rPr lang="en-GB" smtClean="0"/>
              <a:t>21/07/2020</a:t>
            </a:fld>
            <a:endParaRPr lang="en-GB" dirty="0"/>
          </a:p>
        </p:txBody>
      </p:sp>
      <p:sp>
        <p:nvSpPr>
          <p:cNvPr id="5" name="Footer Placeholder 4">
            <a:extLst>
              <a:ext uri="{FF2B5EF4-FFF2-40B4-BE49-F238E27FC236}">
                <a16:creationId xmlns:a16="http://schemas.microsoft.com/office/drawing/2014/main" id="{A8916880-D12C-4997-82D3-B0F7E10053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6" name="Slide Number Placeholder 5">
            <a:extLst>
              <a:ext uri="{FF2B5EF4-FFF2-40B4-BE49-F238E27FC236}">
                <a16:creationId xmlns:a16="http://schemas.microsoft.com/office/drawing/2014/main" id="{068E32DB-7DB1-4F3D-8402-4FD4E9F1B3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E05354-6D4C-4FC0-AF9C-5137677A4849}" type="slidenum">
              <a:rPr lang="en-GB" smtClean="0"/>
              <a:t>‹#›</a:t>
            </a:fld>
            <a:endParaRPr lang="en-GB" dirty="0"/>
          </a:p>
        </p:txBody>
      </p:sp>
    </p:spTree>
    <p:extLst>
      <p:ext uri="{BB962C8B-B14F-4D97-AF65-F5344CB8AC3E}">
        <p14:creationId xmlns:p14="http://schemas.microsoft.com/office/powerpoint/2010/main" val="162775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 Target="slide8.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slide" Target="slide24.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slide" Target="slide44.xml"/><Relationship Id="rId2" Type="http://schemas.openxmlformats.org/officeDocument/2006/relationships/slide" Target="slide24.xml"/><Relationship Id="rId1" Type="http://schemas.openxmlformats.org/officeDocument/2006/relationships/slideLayout" Target="../slideLayouts/slideLayout7.xml"/><Relationship Id="rId5" Type="http://schemas.openxmlformats.org/officeDocument/2006/relationships/image" Target="../media/image3.sv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3" Type="http://schemas.openxmlformats.org/officeDocument/2006/relationships/image" Target="../media/image15.png"/><Relationship Id="rId18" Type="http://schemas.openxmlformats.org/officeDocument/2006/relationships/image" Target="../media/image20.png"/><Relationship Id="rId26" Type="http://schemas.openxmlformats.org/officeDocument/2006/relationships/image" Target="../media/image28.png"/><Relationship Id="rId39" Type="http://schemas.openxmlformats.org/officeDocument/2006/relationships/image" Target="../media/image40.png"/><Relationship Id="rId21" Type="http://schemas.openxmlformats.org/officeDocument/2006/relationships/image" Target="../media/image23.png"/><Relationship Id="rId34" Type="http://schemas.openxmlformats.org/officeDocument/2006/relationships/image" Target="../media/image35.png"/><Relationship Id="rId42" Type="http://schemas.openxmlformats.org/officeDocument/2006/relationships/image" Target="../media/image43.svg"/><Relationship Id="rId47" Type="http://schemas.openxmlformats.org/officeDocument/2006/relationships/image" Target="../media/image48.png"/><Relationship Id="rId50" Type="http://schemas.openxmlformats.org/officeDocument/2006/relationships/image" Target="../media/image50.png"/><Relationship Id="rId55" Type="http://schemas.openxmlformats.org/officeDocument/2006/relationships/image" Target="../media/image55.svg"/><Relationship Id="rId63" Type="http://schemas.openxmlformats.org/officeDocument/2006/relationships/image" Target="../media/image60.png"/><Relationship Id="rId7" Type="http://schemas.openxmlformats.org/officeDocument/2006/relationships/image" Target="../media/image9.png"/><Relationship Id="rId2" Type="http://schemas.openxmlformats.org/officeDocument/2006/relationships/image" Target="../media/image4.png"/><Relationship Id="rId16" Type="http://schemas.openxmlformats.org/officeDocument/2006/relationships/image" Target="../media/image18.png"/><Relationship Id="rId20" Type="http://schemas.openxmlformats.org/officeDocument/2006/relationships/image" Target="../media/image22.png"/><Relationship Id="rId29" Type="http://schemas.microsoft.com/office/2007/relationships/hdphoto" Target="../media/hdphoto1.wdp"/><Relationship Id="rId41" Type="http://schemas.openxmlformats.org/officeDocument/2006/relationships/image" Target="../media/image42.png"/><Relationship Id="rId54" Type="http://schemas.openxmlformats.org/officeDocument/2006/relationships/image" Target="../media/image54.png"/><Relationship Id="rId62" Type="http://schemas.openxmlformats.org/officeDocument/2006/relationships/image" Target="../media/image59.gif"/><Relationship Id="rId1" Type="http://schemas.openxmlformats.org/officeDocument/2006/relationships/slideLayout" Target="../slideLayouts/slideLayout7.xml"/><Relationship Id="rId6" Type="http://schemas.openxmlformats.org/officeDocument/2006/relationships/image" Target="../media/image8.png"/><Relationship Id="rId11" Type="http://schemas.openxmlformats.org/officeDocument/2006/relationships/image" Target="../media/image13.png"/><Relationship Id="rId24" Type="http://schemas.openxmlformats.org/officeDocument/2006/relationships/image" Target="../media/image26.png"/><Relationship Id="rId32" Type="http://schemas.openxmlformats.org/officeDocument/2006/relationships/image" Target="../media/image33.png"/><Relationship Id="rId37" Type="http://schemas.openxmlformats.org/officeDocument/2006/relationships/image" Target="../media/image38.svg"/><Relationship Id="rId40" Type="http://schemas.openxmlformats.org/officeDocument/2006/relationships/image" Target="../media/image41.svg"/><Relationship Id="rId45" Type="http://schemas.openxmlformats.org/officeDocument/2006/relationships/image" Target="../media/image46.png"/><Relationship Id="rId53" Type="http://schemas.openxmlformats.org/officeDocument/2006/relationships/image" Target="../media/image53.svg"/><Relationship Id="rId58" Type="http://schemas.microsoft.com/office/2007/relationships/hdphoto" Target="../media/hdphoto2.wdp"/><Relationship Id="rId66" Type="http://schemas.microsoft.com/office/2007/relationships/hdphoto" Target="../media/hdphoto4.wdp"/><Relationship Id="rId5" Type="http://schemas.openxmlformats.org/officeDocument/2006/relationships/image" Target="../media/image7.png"/><Relationship Id="rId15" Type="http://schemas.openxmlformats.org/officeDocument/2006/relationships/image" Target="../media/image17.png"/><Relationship Id="rId23" Type="http://schemas.openxmlformats.org/officeDocument/2006/relationships/image" Target="../media/image25.png"/><Relationship Id="rId28" Type="http://schemas.openxmlformats.org/officeDocument/2006/relationships/image" Target="../media/image30.png"/><Relationship Id="rId36" Type="http://schemas.openxmlformats.org/officeDocument/2006/relationships/image" Target="../media/image37.png"/><Relationship Id="rId49" Type="http://schemas.openxmlformats.org/officeDocument/2006/relationships/slide" Target="slide24.xml"/><Relationship Id="rId57" Type="http://schemas.openxmlformats.org/officeDocument/2006/relationships/image" Target="../media/image57.png"/><Relationship Id="rId61" Type="http://schemas.openxmlformats.org/officeDocument/2006/relationships/image" Target="../media/image3.svg"/><Relationship Id="rId10" Type="http://schemas.openxmlformats.org/officeDocument/2006/relationships/image" Target="../media/image12.png"/><Relationship Id="rId19" Type="http://schemas.openxmlformats.org/officeDocument/2006/relationships/image" Target="../media/image21.png"/><Relationship Id="rId31" Type="http://schemas.openxmlformats.org/officeDocument/2006/relationships/image" Target="../media/image32.svg"/><Relationship Id="rId44" Type="http://schemas.openxmlformats.org/officeDocument/2006/relationships/image" Target="../media/image45.svg"/><Relationship Id="rId52" Type="http://schemas.openxmlformats.org/officeDocument/2006/relationships/image" Target="../media/image52.png"/><Relationship Id="rId60" Type="http://schemas.openxmlformats.org/officeDocument/2006/relationships/image" Target="../media/image2.png"/><Relationship Id="rId65" Type="http://schemas.openxmlformats.org/officeDocument/2006/relationships/image" Target="../media/image61.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 Id="rId22" Type="http://schemas.openxmlformats.org/officeDocument/2006/relationships/image" Target="../media/image24.png"/><Relationship Id="rId27" Type="http://schemas.openxmlformats.org/officeDocument/2006/relationships/image" Target="../media/image29.png"/><Relationship Id="rId30" Type="http://schemas.openxmlformats.org/officeDocument/2006/relationships/image" Target="../media/image31.png"/><Relationship Id="rId35" Type="http://schemas.openxmlformats.org/officeDocument/2006/relationships/image" Target="../media/image36.svg"/><Relationship Id="rId43" Type="http://schemas.openxmlformats.org/officeDocument/2006/relationships/image" Target="../media/image44.png"/><Relationship Id="rId48" Type="http://schemas.openxmlformats.org/officeDocument/2006/relationships/image" Target="../media/image49.svg"/><Relationship Id="rId56" Type="http://schemas.openxmlformats.org/officeDocument/2006/relationships/image" Target="../media/image56.png"/><Relationship Id="rId64" Type="http://schemas.microsoft.com/office/2007/relationships/hdphoto" Target="../media/hdphoto3.wdp"/><Relationship Id="rId8" Type="http://schemas.openxmlformats.org/officeDocument/2006/relationships/image" Target="../media/image10.png"/><Relationship Id="rId51" Type="http://schemas.openxmlformats.org/officeDocument/2006/relationships/image" Target="../media/image51.svg"/><Relationship Id="rId3" Type="http://schemas.openxmlformats.org/officeDocument/2006/relationships/image" Target="../media/image5.png"/><Relationship Id="rId12" Type="http://schemas.openxmlformats.org/officeDocument/2006/relationships/image" Target="../media/image14.png"/><Relationship Id="rId17" Type="http://schemas.openxmlformats.org/officeDocument/2006/relationships/image" Target="../media/image19.png"/><Relationship Id="rId25" Type="http://schemas.openxmlformats.org/officeDocument/2006/relationships/image" Target="../media/image27.png"/><Relationship Id="rId33" Type="http://schemas.openxmlformats.org/officeDocument/2006/relationships/image" Target="../media/image34.svg"/><Relationship Id="rId38" Type="http://schemas.openxmlformats.org/officeDocument/2006/relationships/image" Target="../media/image39.png"/><Relationship Id="rId46" Type="http://schemas.openxmlformats.org/officeDocument/2006/relationships/image" Target="../media/image47.svg"/><Relationship Id="rId59" Type="http://schemas.openxmlformats.org/officeDocument/2006/relationships/image" Target="../media/image58.png"/></Relationships>
</file>

<file path=ppt/slides/_rels/slide6.xml.rels><?xml version="1.0" encoding="UTF-8" standalone="yes"?>
<Relationships xmlns="http://schemas.openxmlformats.org/package/2006/relationships"><Relationship Id="rId3" Type="http://schemas.openxmlformats.org/officeDocument/2006/relationships/slide" Target="slide24.xml"/><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slide" Target="slide10.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slide" Target="slide12.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slide" Target="slide14.xml"/><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slide" Target="slide16.xml"/><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slide" Target="slide17.xml"/><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slide" Target="slide18.xml"/><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59.gif"/></Relationships>
</file>

<file path=ppt/slides/_rels/slide18.xml.rels><?xml version="1.0" encoding="UTF-8" standalone="yes"?>
<Relationships xmlns="http://schemas.openxmlformats.org/package/2006/relationships"><Relationship Id="rId3" Type="http://schemas.openxmlformats.org/officeDocument/2006/relationships/slide" Target="slide19.xml"/><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slide" Target="slide20.xml"/><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59.gif"/></Relationships>
</file>

<file path=ppt/slides/_rels/slide20.xml.rels><?xml version="1.0" encoding="UTF-8" standalone="yes"?>
<Relationships xmlns="http://schemas.openxmlformats.org/package/2006/relationships"><Relationship Id="rId3" Type="http://schemas.openxmlformats.org/officeDocument/2006/relationships/image" Target="../media/image62.jpg"/><Relationship Id="rId2" Type="http://schemas.openxmlformats.org/officeDocument/2006/relationships/slide" Target="slide21.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slide" Target="slide22.xml"/><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slide" Target="slide23.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slide" Target="slide24.xml"/><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slide" Target="slide25.xml"/><Relationship Id="rId2" Type="http://schemas.openxmlformats.org/officeDocument/2006/relationships/image" Target="../media/image1.png"/><Relationship Id="rId1" Type="http://schemas.openxmlformats.org/officeDocument/2006/relationships/slideLayout" Target="../slideLayouts/slideLayout7.xml"/><Relationship Id="rId6" Type="http://schemas.microsoft.com/office/2007/relationships/hdphoto" Target="../media/hdphoto4.wdp"/><Relationship Id="rId5" Type="http://schemas.openxmlformats.org/officeDocument/2006/relationships/image" Target="../media/image61.png"/><Relationship Id="rId4" Type="http://schemas.openxmlformats.org/officeDocument/2006/relationships/slide" Target="slide38.xml"/></Relationships>
</file>

<file path=ppt/slides/_rels/slide25.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1.png"/><Relationship Id="rId7" Type="http://schemas.openxmlformats.org/officeDocument/2006/relationships/image" Target="../media/image57.png"/><Relationship Id="rId12" Type="http://schemas.openxmlformats.org/officeDocument/2006/relationships/image" Target="../media/image15.png"/><Relationship Id="rId2" Type="http://schemas.openxmlformats.org/officeDocument/2006/relationships/slide" Target="slide24.xml"/><Relationship Id="rId1" Type="http://schemas.openxmlformats.org/officeDocument/2006/relationships/slideLayout" Target="../slideLayouts/slideLayout7.xml"/><Relationship Id="rId6" Type="http://schemas.openxmlformats.org/officeDocument/2006/relationships/slide" Target="slide26.xml"/><Relationship Id="rId11" Type="http://schemas.openxmlformats.org/officeDocument/2006/relationships/slide" Target="slide47.xml"/><Relationship Id="rId5" Type="http://schemas.openxmlformats.org/officeDocument/2006/relationships/slide" Target="slide44.xml"/><Relationship Id="rId10" Type="http://schemas.openxmlformats.org/officeDocument/2006/relationships/image" Target="../media/image58.png"/><Relationship Id="rId4" Type="http://schemas.openxmlformats.org/officeDocument/2006/relationships/slide" Target="slide31.xml"/><Relationship Id="rId9" Type="http://schemas.openxmlformats.org/officeDocument/2006/relationships/image" Target="../media/image21.png"/></Relationships>
</file>

<file path=ppt/slides/_rels/slide26.xml.rels><?xml version="1.0" encoding="UTF-8" standalone="yes"?>
<Relationships xmlns="http://schemas.openxmlformats.org/package/2006/relationships"><Relationship Id="rId8" Type="http://schemas.openxmlformats.org/officeDocument/2006/relationships/slide" Target="slide23.xml"/><Relationship Id="rId13" Type="http://schemas.openxmlformats.org/officeDocument/2006/relationships/image" Target="../media/image55.svg"/><Relationship Id="rId3" Type="http://schemas.openxmlformats.org/officeDocument/2006/relationships/slide" Target="slide28.xml"/><Relationship Id="rId7" Type="http://schemas.openxmlformats.org/officeDocument/2006/relationships/image" Target="../media/image39.png"/><Relationship Id="rId12" Type="http://schemas.openxmlformats.org/officeDocument/2006/relationships/image" Target="../media/image54.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slide" Target="slide29.xml"/><Relationship Id="rId11" Type="http://schemas.openxmlformats.org/officeDocument/2006/relationships/slide" Target="slide27.xml"/><Relationship Id="rId5" Type="http://schemas.openxmlformats.org/officeDocument/2006/relationships/image" Target="../media/image53.svg"/><Relationship Id="rId10" Type="http://schemas.openxmlformats.org/officeDocument/2006/relationships/image" Target="../media/image51.svg"/><Relationship Id="rId4" Type="http://schemas.openxmlformats.org/officeDocument/2006/relationships/image" Target="../media/image52.png"/><Relationship Id="rId9" Type="http://schemas.openxmlformats.org/officeDocument/2006/relationships/image" Target="../media/image50.png"/><Relationship Id="rId14" Type="http://schemas.openxmlformats.org/officeDocument/2006/relationships/slide" Target="slide24.xml"/></Relationships>
</file>

<file path=ppt/slides/_rels/slide27.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slide" Target="slide23.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slide" Target="slide24.xml"/><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59.gif"/></Relationships>
</file>

<file path=ppt/slides/_rels/slide29.xml.rels><?xml version="1.0" encoding="UTF-8" standalone="yes"?>
<Relationships xmlns="http://schemas.openxmlformats.org/package/2006/relationships"><Relationship Id="rId3" Type="http://schemas.openxmlformats.org/officeDocument/2006/relationships/slide" Target="slide24.xml"/><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9.gif"/><Relationship Id="rId4" Type="http://schemas.openxmlformats.org/officeDocument/2006/relationships/slide" Target="slide1.xml"/></Relationships>
</file>

<file path=ppt/slides/_rels/slide30.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slide" Target="slide32.xml"/><Relationship Id="rId7" Type="http://schemas.openxmlformats.org/officeDocument/2006/relationships/image" Target="../media/image49.svg"/><Relationship Id="rId2" Type="http://schemas.openxmlformats.org/officeDocument/2006/relationships/slide" Target="slide24.xml"/><Relationship Id="rId1" Type="http://schemas.openxmlformats.org/officeDocument/2006/relationships/slideLayout" Target="../slideLayouts/slideLayout7.xml"/><Relationship Id="rId6" Type="http://schemas.openxmlformats.org/officeDocument/2006/relationships/image" Target="../media/image48.png"/><Relationship Id="rId5" Type="http://schemas.openxmlformats.org/officeDocument/2006/relationships/image" Target="../media/image56.png"/><Relationship Id="rId4" Type="http://schemas.openxmlformats.org/officeDocument/2006/relationships/slide" Target="slide44.xml"/></Relationships>
</file>

<file path=ppt/slides/_rels/slide32.xml.rels><?xml version="1.0" encoding="UTF-8" standalone="yes"?>
<Relationships xmlns="http://schemas.openxmlformats.org/package/2006/relationships"><Relationship Id="rId3" Type="http://schemas.openxmlformats.org/officeDocument/2006/relationships/slide" Target="slide33.xml"/><Relationship Id="rId2" Type="http://schemas.openxmlformats.org/officeDocument/2006/relationships/slide" Target="slide24.xml"/><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slide" Target="slide36.xml"/></Relationships>
</file>

<file path=ppt/slides/_rels/slide33.xml.rels><?xml version="1.0" encoding="UTF-8" standalone="yes"?>
<Relationships xmlns="http://schemas.openxmlformats.org/package/2006/relationships"><Relationship Id="rId3" Type="http://schemas.openxmlformats.org/officeDocument/2006/relationships/slide" Target="slide34.xml"/><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59.gif"/></Relationships>
</file>

<file path=ppt/slides/_rels/slide34.xml.rels><?xml version="1.0" encoding="UTF-8" standalone="yes"?>
<Relationships xmlns="http://schemas.openxmlformats.org/package/2006/relationships"><Relationship Id="rId2" Type="http://schemas.openxmlformats.org/officeDocument/2006/relationships/slide" Target="slide2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slide" Target="slide47.xml"/><Relationship Id="rId2" Type="http://schemas.openxmlformats.org/officeDocument/2006/relationships/slide" Target="slide24.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slide" Target="slide24.xml"/><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slide" Target="slide37.xml"/></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24.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png"/><Relationship Id="rId7" Type="http://schemas.openxmlformats.org/officeDocument/2006/relationships/slide" Target="slide40.xml"/><Relationship Id="rId12" Type="http://schemas.openxmlformats.org/officeDocument/2006/relationships/slide" Target="slide32.xml"/><Relationship Id="rId2" Type="http://schemas.openxmlformats.org/officeDocument/2006/relationships/slide" Target="slide24.xml"/><Relationship Id="rId1" Type="http://schemas.openxmlformats.org/officeDocument/2006/relationships/slideLayout" Target="../slideLayouts/slideLayout7.xml"/><Relationship Id="rId6" Type="http://schemas.openxmlformats.org/officeDocument/2006/relationships/image" Target="../media/image20.png"/><Relationship Id="rId11" Type="http://schemas.openxmlformats.org/officeDocument/2006/relationships/slide" Target="slide42.xml"/><Relationship Id="rId5" Type="http://schemas.openxmlformats.org/officeDocument/2006/relationships/slide" Target="slide39.xml"/><Relationship Id="rId10" Type="http://schemas.openxmlformats.org/officeDocument/2006/relationships/slide" Target="slide41.xml"/><Relationship Id="rId4" Type="http://schemas.openxmlformats.org/officeDocument/2006/relationships/image" Target="../media/image16.png"/><Relationship Id="rId9" Type="http://schemas.openxmlformats.org/officeDocument/2006/relationships/image" Target="../media/image15.png"/></Relationships>
</file>

<file path=ppt/slides/_rels/slide39.xml.rels><?xml version="1.0" encoding="UTF-8" standalone="yes"?>
<Relationships xmlns="http://schemas.openxmlformats.org/package/2006/relationships"><Relationship Id="rId3" Type="http://schemas.openxmlformats.org/officeDocument/2006/relationships/slide" Target="slide24.xml"/><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slide" Target="slide24.xml"/><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slide" Target="slide24.xml"/><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slide" Target="slide24.xml"/><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slide" Target="slide24.xml"/><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slide" Target="slide45.xml"/><Relationship Id="rId2" Type="http://schemas.openxmlformats.org/officeDocument/2006/relationships/slide" Target="slide24.xml"/><Relationship Id="rId1" Type="http://schemas.openxmlformats.org/officeDocument/2006/relationships/slideLayout" Target="../slideLayouts/slideLayout7.xml"/><Relationship Id="rId4" Type="http://schemas.openxmlformats.org/officeDocument/2006/relationships/slide" Target="slide46.xml"/></Relationships>
</file>

<file path=ppt/slides/_rels/slide45.xml.rels><?xml version="1.0" encoding="UTF-8" standalone="yes"?>
<Relationships xmlns="http://schemas.openxmlformats.org/package/2006/relationships"><Relationship Id="rId3" Type="http://schemas.openxmlformats.org/officeDocument/2006/relationships/slide" Target="slide44.xml"/><Relationship Id="rId2" Type="http://schemas.openxmlformats.org/officeDocument/2006/relationships/slide" Target="slide24.xml"/><Relationship Id="rId1" Type="http://schemas.openxmlformats.org/officeDocument/2006/relationships/slideLayout" Target="../slideLayouts/slideLayout7.xml"/><Relationship Id="rId6" Type="http://schemas.openxmlformats.org/officeDocument/2006/relationships/image" Target="../media/image64.png"/><Relationship Id="rId5" Type="http://schemas.openxmlformats.org/officeDocument/2006/relationships/image" Target="../media/image3.svg"/><Relationship Id="rId4" Type="http://schemas.openxmlformats.org/officeDocument/2006/relationships/image" Target="../media/image2.png"/></Relationships>
</file>

<file path=ppt/slides/_rels/slide46.xml.rels><?xml version="1.0" encoding="UTF-8" standalone="yes"?>
<Relationships xmlns="http://schemas.openxmlformats.org/package/2006/relationships"><Relationship Id="rId3" Type="http://schemas.openxmlformats.org/officeDocument/2006/relationships/slide" Target="slide44.xml"/><Relationship Id="rId2" Type="http://schemas.openxmlformats.org/officeDocument/2006/relationships/slide" Target="slide24.xml"/><Relationship Id="rId1" Type="http://schemas.openxmlformats.org/officeDocument/2006/relationships/slideLayout" Target="../slideLayouts/slideLayout7.xml"/><Relationship Id="rId5" Type="http://schemas.openxmlformats.org/officeDocument/2006/relationships/image" Target="../media/image3.svg"/><Relationship Id="rId4" Type="http://schemas.openxmlformats.org/officeDocument/2006/relationships/image" Target="../media/image2.png"/></Relationships>
</file>

<file path=ppt/slides/_rels/slide47.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slide" Target="slide24.xml"/><Relationship Id="rId7" Type="http://schemas.openxmlformats.org/officeDocument/2006/relationships/image" Target="../media/image57.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slide" Target="slide27.xml"/><Relationship Id="rId9" Type="http://schemas.openxmlformats.org/officeDocument/2006/relationships/slide" Target="slide48.xml"/></Relationships>
</file>

<file path=ppt/slides/_rels/slide48.xml.rels><?xml version="1.0" encoding="UTF-8" standalone="yes"?>
<Relationships xmlns="http://schemas.openxmlformats.org/package/2006/relationships"><Relationship Id="rId8" Type="http://schemas.openxmlformats.org/officeDocument/2006/relationships/slide" Target="slide36.xml"/><Relationship Id="rId3" Type="http://schemas.openxmlformats.org/officeDocument/2006/relationships/image" Target="../media/image65.png"/><Relationship Id="rId7" Type="http://schemas.openxmlformats.org/officeDocument/2006/relationships/image" Target="../media/image68.svg"/><Relationship Id="rId12" Type="http://schemas.openxmlformats.org/officeDocument/2006/relationships/slide" Target="slide24.xml"/><Relationship Id="rId2" Type="http://schemas.openxmlformats.org/officeDocument/2006/relationships/slide" Target="slide50.xml"/><Relationship Id="rId1" Type="http://schemas.openxmlformats.org/officeDocument/2006/relationships/slideLayout" Target="../slideLayouts/slideLayout7.xml"/><Relationship Id="rId6" Type="http://schemas.openxmlformats.org/officeDocument/2006/relationships/image" Target="../media/image67.png"/><Relationship Id="rId11" Type="http://schemas.openxmlformats.org/officeDocument/2006/relationships/image" Target="../media/image9.png"/><Relationship Id="rId5" Type="http://schemas.openxmlformats.org/officeDocument/2006/relationships/slide" Target="slide49.xml"/><Relationship Id="rId10" Type="http://schemas.openxmlformats.org/officeDocument/2006/relationships/image" Target="../media/image70.svg"/><Relationship Id="rId4" Type="http://schemas.openxmlformats.org/officeDocument/2006/relationships/image" Target="../media/image66.svg"/><Relationship Id="rId9" Type="http://schemas.openxmlformats.org/officeDocument/2006/relationships/image" Target="../media/image69.png"/></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slide" Target="slide51.xml"/><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59.gif"/></Relationships>
</file>

<file path=ppt/slides/_rels/slide51.xml.rels><?xml version="1.0" encoding="UTF-8" standalone="yes"?>
<Relationships xmlns="http://schemas.openxmlformats.org/package/2006/relationships"><Relationship Id="rId3" Type="http://schemas.openxmlformats.org/officeDocument/2006/relationships/slide" Target="slide48.xml"/><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7CE3B5-5FE3-403D-B6EE-2645F4C87CE9}"/>
              </a:ext>
            </a:extLst>
          </p:cNvPr>
          <p:cNvSpPr>
            <a:spLocks noGrp="1"/>
          </p:cNvSpPr>
          <p:nvPr>
            <p:ph type="ctrTitle"/>
          </p:nvPr>
        </p:nvSpPr>
        <p:spPr/>
        <p:txBody>
          <a:bodyPr/>
          <a:lstStyle/>
          <a:p>
            <a:endParaRPr lang="en-GB" dirty="0"/>
          </a:p>
        </p:txBody>
      </p:sp>
      <p:sp>
        <p:nvSpPr>
          <p:cNvPr id="3" name="Subtitle 2">
            <a:extLst>
              <a:ext uri="{FF2B5EF4-FFF2-40B4-BE49-F238E27FC236}">
                <a16:creationId xmlns:a16="http://schemas.microsoft.com/office/drawing/2014/main" id="{56191066-3CB0-4239-A983-0456DE2D9A5B}"/>
              </a:ext>
            </a:extLst>
          </p:cNvPr>
          <p:cNvSpPr>
            <a:spLocks noGrp="1"/>
          </p:cNvSpPr>
          <p:nvPr>
            <p:ph type="subTitle" idx="1"/>
          </p:nvPr>
        </p:nvSpPr>
        <p:spPr/>
        <p:txBody>
          <a:bodyPr/>
          <a:lstStyle/>
          <a:p>
            <a:endParaRPr lang="en-GB" dirty="0"/>
          </a:p>
        </p:txBody>
      </p:sp>
      <p:sp>
        <p:nvSpPr>
          <p:cNvPr id="4" name="Rectangle 3">
            <a:extLst>
              <a:ext uri="{FF2B5EF4-FFF2-40B4-BE49-F238E27FC236}">
                <a16:creationId xmlns:a16="http://schemas.microsoft.com/office/drawing/2014/main" id="{1C695C25-6532-46FC-95EB-143A2D02228F}"/>
              </a:ext>
            </a:extLst>
          </p:cNvPr>
          <p:cNvSpPr/>
          <p:nvPr/>
        </p:nvSpPr>
        <p:spPr>
          <a:xfrm>
            <a:off x="0" y="0"/>
            <a:ext cx="12192000" cy="6858000"/>
          </a:xfrm>
          <a:prstGeom prst="rect">
            <a:avLst/>
          </a:prstGeom>
          <a:solidFill>
            <a:schemeClr val="bg2">
              <a:lumMod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Booting from CD/DVD…</a:t>
            </a:r>
          </a:p>
          <a:p>
            <a:r>
              <a:rPr lang="en-GB" dirty="0"/>
              <a:t>Starting Windos 2000…</a:t>
            </a:r>
          </a:p>
          <a:p>
            <a:r>
              <a:rPr lang="en-GB" dirty="0">
                <a:hlinkClick r:id="rId2" action="ppaction://hlinksldjump"/>
              </a:rPr>
              <a:t>Click me to boot</a:t>
            </a:r>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p:txBody>
      </p:sp>
    </p:spTree>
    <p:extLst>
      <p:ext uri="{BB962C8B-B14F-4D97-AF65-F5344CB8AC3E}">
        <p14:creationId xmlns:p14="http://schemas.microsoft.com/office/powerpoint/2010/main" val="5928186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BD9093A-EC0A-44D1-9723-EF5A5A95D85B}"/>
              </a:ext>
            </a:extLst>
          </p:cNvPr>
          <p:cNvPicPr>
            <a:picLocks noChangeAspect="1"/>
          </p:cNvPicPr>
          <p:nvPr/>
        </p:nvPicPr>
        <p:blipFill>
          <a:blip r:embed="rId2"/>
          <a:stretch>
            <a:fillRect/>
          </a:stretch>
        </p:blipFill>
        <p:spPr>
          <a:xfrm>
            <a:off x="0" y="144780"/>
            <a:ext cx="12192000" cy="6568440"/>
          </a:xfrm>
          <a:prstGeom prst="rect">
            <a:avLst/>
          </a:prstGeom>
        </p:spPr>
      </p:pic>
    </p:spTree>
    <p:extLst>
      <p:ext uri="{BB962C8B-B14F-4D97-AF65-F5344CB8AC3E}">
        <p14:creationId xmlns:p14="http://schemas.microsoft.com/office/powerpoint/2010/main" val="37051525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13243A6-036A-4A89-941C-D5CEE45B99CB}"/>
              </a:ext>
            </a:extLst>
          </p:cNvPr>
          <p:cNvSpPr/>
          <p:nvPr/>
        </p:nvSpPr>
        <p:spPr>
          <a:xfrm>
            <a:off x="0" y="9215"/>
            <a:ext cx="12192000" cy="2711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Rectangle 2">
            <a:extLst>
              <a:ext uri="{FF2B5EF4-FFF2-40B4-BE49-F238E27FC236}">
                <a16:creationId xmlns:a16="http://schemas.microsoft.com/office/drawing/2014/main" id="{3D17BF77-8B7B-4C19-9552-E6714CC0013A}"/>
              </a:ext>
            </a:extLst>
          </p:cNvPr>
          <p:cNvSpPr/>
          <p:nvPr/>
        </p:nvSpPr>
        <p:spPr>
          <a:xfrm>
            <a:off x="0" y="280345"/>
            <a:ext cx="12192000" cy="6568440"/>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0A32DB0C-27E2-4761-BACD-EDE58409AF75}"/>
              </a:ext>
            </a:extLst>
          </p:cNvPr>
          <p:cNvSpPr/>
          <p:nvPr/>
        </p:nvSpPr>
        <p:spPr>
          <a:xfrm>
            <a:off x="11277600" y="-24101"/>
            <a:ext cx="914400" cy="30444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6084042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13243A6-036A-4A89-941C-D5CEE45B99CB}"/>
              </a:ext>
            </a:extLst>
          </p:cNvPr>
          <p:cNvSpPr/>
          <p:nvPr/>
        </p:nvSpPr>
        <p:spPr>
          <a:xfrm>
            <a:off x="0" y="9215"/>
            <a:ext cx="12192000" cy="2711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Internet Site: </a:t>
            </a:r>
          </a:p>
        </p:txBody>
      </p:sp>
      <p:sp>
        <p:nvSpPr>
          <p:cNvPr id="3" name="Rectangle 2">
            <a:extLst>
              <a:ext uri="{FF2B5EF4-FFF2-40B4-BE49-F238E27FC236}">
                <a16:creationId xmlns:a16="http://schemas.microsoft.com/office/drawing/2014/main" id="{3D17BF77-8B7B-4C19-9552-E6714CC0013A}"/>
              </a:ext>
            </a:extLst>
          </p:cNvPr>
          <p:cNvSpPr/>
          <p:nvPr/>
        </p:nvSpPr>
        <p:spPr>
          <a:xfrm>
            <a:off x="0" y="280345"/>
            <a:ext cx="12192000" cy="6568440"/>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0A32DB0C-27E2-4761-BACD-EDE58409AF75}"/>
              </a:ext>
            </a:extLst>
          </p:cNvPr>
          <p:cNvSpPr/>
          <p:nvPr/>
        </p:nvSpPr>
        <p:spPr>
          <a:xfrm>
            <a:off x="11277600" y="-24101"/>
            <a:ext cx="914400" cy="30444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 name="Graphic 5">
            <a:hlinkClick r:id="rId3" action="ppaction://hlinksldjump"/>
            <a:extLst>
              <a:ext uri="{FF2B5EF4-FFF2-40B4-BE49-F238E27FC236}">
                <a16:creationId xmlns:a16="http://schemas.microsoft.com/office/drawing/2014/main" id="{257CFDB4-30C9-47A7-B6E2-A5C396C2A30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880980" y="-36505"/>
            <a:ext cx="396620" cy="396620"/>
          </a:xfrm>
          <a:prstGeom prst="rect">
            <a:avLst/>
          </a:prstGeom>
        </p:spPr>
      </p:pic>
    </p:spTree>
    <p:extLst>
      <p:ext uri="{BB962C8B-B14F-4D97-AF65-F5344CB8AC3E}">
        <p14:creationId xmlns:p14="http://schemas.microsoft.com/office/powerpoint/2010/main" val="31302161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65000"/>
          </a:schemeClr>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63875B9-391F-41D1-A9DE-C0D80F37CF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07" y="435667"/>
            <a:ext cx="398146" cy="398146"/>
          </a:xfrm>
          <a:prstGeom prst="rect">
            <a:avLst/>
          </a:prstGeom>
        </p:spPr>
      </p:pic>
      <p:pic>
        <p:nvPicPr>
          <p:cNvPr id="4" name="Picture 3">
            <a:extLst>
              <a:ext uri="{FF2B5EF4-FFF2-40B4-BE49-F238E27FC236}">
                <a16:creationId xmlns:a16="http://schemas.microsoft.com/office/drawing/2014/main" id="{7412A6BC-9084-4F13-B3CD-27D7FC664C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30525" y="514082"/>
            <a:ext cx="425302" cy="425302"/>
          </a:xfrm>
          <a:prstGeom prst="rect">
            <a:avLst/>
          </a:prstGeom>
        </p:spPr>
      </p:pic>
      <p:pic>
        <p:nvPicPr>
          <p:cNvPr id="5" name="Picture 4">
            <a:extLst>
              <a:ext uri="{FF2B5EF4-FFF2-40B4-BE49-F238E27FC236}">
                <a16:creationId xmlns:a16="http://schemas.microsoft.com/office/drawing/2014/main" id="{CA925D0E-A858-4254-A577-7416AC655B5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28163" y="560158"/>
            <a:ext cx="425302" cy="425302"/>
          </a:xfrm>
          <a:prstGeom prst="rect">
            <a:avLst/>
          </a:prstGeom>
        </p:spPr>
      </p:pic>
      <p:pic>
        <p:nvPicPr>
          <p:cNvPr id="6" name="Picture 5">
            <a:extLst>
              <a:ext uri="{FF2B5EF4-FFF2-40B4-BE49-F238E27FC236}">
                <a16:creationId xmlns:a16="http://schemas.microsoft.com/office/drawing/2014/main" id="{2012FA64-119A-4647-B93D-9FC28ACC249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80197" y="686860"/>
            <a:ext cx="425303" cy="425303"/>
          </a:xfrm>
          <a:prstGeom prst="rect">
            <a:avLst/>
          </a:prstGeom>
        </p:spPr>
      </p:pic>
      <p:pic>
        <p:nvPicPr>
          <p:cNvPr id="7" name="Picture 6">
            <a:extLst>
              <a:ext uri="{FF2B5EF4-FFF2-40B4-BE49-F238E27FC236}">
                <a16:creationId xmlns:a16="http://schemas.microsoft.com/office/drawing/2014/main" id="{11E649EB-C228-42F2-B0EA-72DFD39C348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767943" y="503429"/>
            <a:ext cx="425303" cy="425303"/>
          </a:xfrm>
          <a:prstGeom prst="rect">
            <a:avLst/>
          </a:prstGeom>
        </p:spPr>
      </p:pic>
      <p:pic>
        <p:nvPicPr>
          <p:cNvPr id="8" name="Picture 7">
            <a:extLst>
              <a:ext uri="{FF2B5EF4-FFF2-40B4-BE49-F238E27FC236}">
                <a16:creationId xmlns:a16="http://schemas.microsoft.com/office/drawing/2014/main" id="{3EC9D5D7-C18A-43EA-B82F-6D3C2EF53DD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754802" y="1229047"/>
            <a:ext cx="457200" cy="457200"/>
          </a:xfrm>
          <a:prstGeom prst="rect">
            <a:avLst/>
          </a:prstGeom>
        </p:spPr>
      </p:pic>
      <p:pic>
        <p:nvPicPr>
          <p:cNvPr id="9" name="Picture 8">
            <a:extLst>
              <a:ext uri="{FF2B5EF4-FFF2-40B4-BE49-F238E27FC236}">
                <a16:creationId xmlns:a16="http://schemas.microsoft.com/office/drawing/2014/main" id="{467BEE37-853A-45F3-B0EE-C1B8EA925C0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072811" y="488853"/>
            <a:ext cx="528506" cy="528506"/>
          </a:xfrm>
          <a:prstGeom prst="rect">
            <a:avLst/>
          </a:prstGeom>
        </p:spPr>
      </p:pic>
      <p:pic>
        <p:nvPicPr>
          <p:cNvPr id="10" name="Picture 9">
            <a:extLst>
              <a:ext uri="{FF2B5EF4-FFF2-40B4-BE49-F238E27FC236}">
                <a16:creationId xmlns:a16="http://schemas.microsoft.com/office/drawing/2014/main" id="{F877D32E-2AD6-4F36-9E7A-A96F841844C3}"/>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948364" y="668462"/>
            <a:ext cx="457200" cy="457200"/>
          </a:xfrm>
          <a:prstGeom prst="rect">
            <a:avLst/>
          </a:prstGeom>
        </p:spPr>
      </p:pic>
      <p:pic>
        <p:nvPicPr>
          <p:cNvPr id="11" name="Picture 10">
            <a:extLst>
              <a:ext uri="{FF2B5EF4-FFF2-40B4-BE49-F238E27FC236}">
                <a16:creationId xmlns:a16="http://schemas.microsoft.com/office/drawing/2014/main" id="{E88B89CE-6996-4783-9E8C-E844FBD772D3}"/>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273749" y="1411650"/>
            <a:ext cx="304800" cy="304800"/>
          </a:xfrm>
          <a:prstGeom prst="rect">
            <a:avLst/>
          </a:prstGeom>
        </p:spPr>
      </p:pic>
      <p:pic>
        <p:nvPicPr>
          <p:cNvPr id="12" name="Picture 11">
            <a:extLst>
              <a:ext uri="{FF2B5EF4-FFF2-40B4-BE49-F238E27FC236}">
                <a16:creationId xmlns:a16="http://schemas.microsoft.com/office/drawing/2014/main" id="{1EBB7639-2FD6-4294-87FC-1311C6253FCD}"/>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601384" y="1524763"/>
            <a:ext cx="228600" cy="228600"/>
          </a:xfrm>
          <a:prstGeom prst="rect">
            <a:avLst/>
          </a:prstGeom>
        </p:spPr>
      </p:pic>
      <p:pic>
        <p:nvPicPr>
          <p:cNvPr id="13" name="Picture 12">
            <a:extLst>
              <a:ext uri="{FF2B5EF4-FFF2-40B4-BE49-F238E27FC236}">
                <a16:creationId xmlns:a16="http://schemas.microsoft.com/office/drawing/2014/main" id="{4C7208F9-2C36-4252-877D-1E27E8B8E7F0}"/>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76461" y="1229047"/>
            <a:ext cx="457200" cy="457200"/>
          </a:xfrm>
          <a:prstGeom prst="rect">
            <a:avLst/>
          </a:prstGeom>
        </p:spPr>
      </p:pic>
      <p:pic>
        <p:nvPicPr>
          <p:cNvPr id="14" name="Picture 13">
            <a:extLst>
              <a:ext uri="{FF2B5EF4-FFF2-40B4-BE49-F238E27FC236}">
                <a16:creationId xmlns:a16="http://schemas.microsoft.com/office/drawing/2014/main" id="{4807AB4B-48DF-419A-841F-A9F5DF22E204}"/>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6077836" y="687925"/>
            <a:ext cx="457201" cy="457201"/>
          </a:xfrm>
          <a:prstGeom prst="rect">
            <a:avLst/>
          </a:prstGeom>
        </p:spPr>
      </p:pic>
      <p:pic>
        <p:nvPicPr>
          <p:cNvPr id="15" name="Picture 14">
            <a:extLst>
              <a:ext uri="{FF2B5EF4-FFF2-40B4-BE49-F238E27FC236}">
                <a16:creationId xmlns:a16="http://schemas.microsoft.com/office/drawing/2014/main" id="{AFA70A8E-8FE3-4B76-981B-D42A8F52F382}"/>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6767157" y="703873"/>
            <a:ext cx="425303" cy="425303"/>
          </a:xfrm>
          <a:prstGeom prst="rect">
            <a:avLst/>
          </a:prstGeom>
        </p:spPr>
      </p:pic>
      <p:pic>
        <p:nvPicPr>
          <p:cNvPr id="16" name="Picture 15">
            <a:extLst>
              <a:ext uri="{FF2B5EF4-FFF2-40B4-BE49-F238E27FC236}">
                <a16:creationId xmlns:a16="http://schemas.microsoft.com/office/drawing/2014/main" id="{BB6593BF-7C54-4E5D-92C3-BEF4DC1E2893}"/>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8480352" y="1596391"/>
            <a:ext cx="457200" cy="457200"/>
          </a:xfrm>
          <a:prstGeom prst="rect">
            <a:avLst/>
          </a:prstGeom>
        </p:spPr>
      </p:pic>
      <p:pic>
        <p:nvPicPr>
          <p:cNvPr id="17" name="Picture 16">
            <a:extLst>
              <a:ext uri="{FF2B5EF4-FFF2-40B4-BE49-F238E27FC236}">
                <a16:creationId xmlns:a16="http://schemas.microsoft.com/office/drawing/2014/main" id="{9B564EF8-CD4E-4CAC-93E8-2D89685B6A59}"/>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6374079" y="1587229"/>
            <a:ext cx="228600" cy="228600"/>
          </a:xfrm>
          <a:prstGeom prst="rect">
            <a:avLst/>
          </a:prstGeom>
        </p:spPr>
      </p:pic>
      <p:pic>
        <p:nvPicPr>
          <p:cNvPr id="18" name="Picture 17">
            <a:extLst>
              <a:ext uri="{FF2B5EF4-FFF2-40B4-BE49-F238E27FC236}">
                <a16:creationId xmlns:a16="http://schemas.microsoft.com/office/drawing/2014/main" id="{F0C23906-36BD-4B12-85EC-AECC6C34F555}"/>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8541654" y="634559"/>
            <a:ext cx="609600" cy="609600"/>
          </a:xfrm>
          <a:prstGeom prst="rect">
            <a:avLst/>
          </a:prstGeom>
        </p:spPr>
      </p:pic>
      <p:pic>
        <p:nvPicPr>
          <p:cNvPr id="19" name="Picture 18">
            <a:extLst>
              <a:ext uri="{FF2B5EF4-FFF2-40B4-BE49-F238E27FC236}">
                <a16:creationId xmlns:a16="http://schemas.microsoft.com/office/drawing/2014/main" id="{F19F5087-CB35-49D0-AC66-85E891D13A7B}"/>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5753100" y="1411650"/>
            <a:ext cx="457200" cy="457200"/>
          </a:xfrm>
          <a:prstGeom prst="rect">
            <a:avLst/>
          </a:prstGeom>
        </p:spPr>
      </p:pic>
      <p:pic>
        <p:nvPicPr>
          <p:cNvPr id="20" name="Picture 19">
            <a:extLst>
              <a:ext uri="{FF2B5EF4-FFF2-40B4-BE49-F238E27FC236}">
                <a16:creationId xmlns:a16="http://schemas.microsoft.com/office/drawing/2014/main" id="{177E032B-3C43-416B-9780-46C6BE750BA3}"/>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2526712" y="572474"/>
            <a:ext cx="457200" cy="457200"/>
          </a:xfrm>
          <a:prstGeom prst="rect">
            <a:avLst/>
          </a:prstGeom>
        </p:spPr>
      </p:pic>
      <p:pic>
        <p:nvPicPr>
          <p:cNvPr id="23" name="Picture 22">
            <a:extLst>
              <a:ext uri="{FF2B5EF4-FFF2-40B4-BE49-F238E27FC236}">
                <a16:creationId xmlns:a16="http://schemas.microsoft.com/office/drawing/2014/main" id="{A1882D01-DE98-4FCB-B8FE-D37C176044DE}"/>
              </a:ext>
            </a:extLst>
          </p:cNvPr>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1008014" y="1290194"/>
            <a:ext cx="365051" cy="365051"/>
          </a:xfrm>
          <a:prstGeom prst="rect">
            <a:avLst/>
          </a:prstGeom>
        </p:spPr>
      </p:pic>
      <p:pic>
        <p:nvPicPr>
          <p:cNvPr id="24" name="Picture 23">
            <a:extLst>
              <a:ext uri="{FF2B5EF4-FFF2-40B4-BE49-F238E27FC236}">
                <a16:creationId xmlns:a16="http://schemas.microsoft.com/office/drawing/2014/main" id="{CD8F2491-B500-4F55-BBF3-B6D572CECA36}"/>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779414" y="551475"/>
            <a:ext cx="365051" cy="365051"/>
          </a:xfrm>
          <a:prstGeom prst="rect">
            <a:avLst/>
          </a:prstGeom>
        </p:spPr>
      </p:pic>
      <p:pic>
        <p:nvPicPr>
          <p:cNvPr id="25" name="Picture 24">
            <a:extLst>
              <a:ext uri="{FF2B5EF4-FFF2-40B4-BE49-F238E27FC236}">
                <a16:creationId xmlns:a16="http://schemas.microsoft.com/office/drawing/2014/main" id="{3A9FDFDC-E1A0-43B0-9ECF-E2ACD2E93CE4}"/>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6853430" y="1524763"/>
            <a:ext cx="457200" cy="457200"/>
          </a:xfrm>
          <a:prstGeom prst="rect">
            <a:avLst/>
          </a:prstGeom>
        </p:spPr>
      </p:pic>
      <p:pic>
        <p:nvPicPr>
          <p:cNvPr id="26" name="Picture 25">
            <a:extLst>
              <a:ext uri="{FF2B5EF4-FFF2-40B4-BE49-F238E27FC236}">
                <a16:creationId xmlns:a16="http://schemas.microsoft.com/office/drawing/2014/main" id="{8ED73FD9-D4DF-4247-9560-C244419CE14C}"/>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7528377" y="1577120"/>
            <a:ext cx="495742" cy="495742"/>
          </a:xfrm>
          <a:prstGeom prst="rect">
            <a:avLst/>
          </a:prstGeom>
        </p:spPr>
      </p:pic>
      <p:pic>
        <p:nvPicPr>
          <p:cNvPr id="27" name="Picture 26">
            <a:extLst>
              <a:ext uri="{FF2B5EF4-FFF2-40B4-BE49-F238E27FC236}">
                <a16:creationId xmlns:a16="http://schemas.microsoft.com/office/drawing/2014/main" id="{E731F449-A180-489C-B4F9-E983950BB96B}"/>
              </a:ext>
            </a:extLst>
          </p:cNvPr>
          <p:cNvPicPr>
            <a:picLocks noChangeAspect="1"/>
          </p:cNvPicPr>
          <p:nvPr/>
        </p:nvPicPr>
        <p:blipFill>
          <a:blip r:embed="rId24">
            <a:extLst>
              <a:ext uri="{28A0092B-C50C-407E-A947-70E740481C1C}">
                <a14:useLocalDpi xmlns:a14="http://schemas.microsoft.com/office/drawing/2010/main" val="0"/>
              </a:ext>
            </a:extLst>
          </a:blip>
          <a:stretch>
            <a:fillRect/>
          </a:stretch>
        </p:blipFill>
        <p:spPr>
          <a:xfrm>
            <a:off x="7318827" y="671830"/>
            <a:ext cx="419100" cy="419100"/>
          </a:xfrm>
          <a:prstGeom prst="rect">
            <a:avLst/>
          </a:prstGeom>
        </p:spPr>
      </p:pic>
      <p:pic>
        <p:nvPicPr>
          <p:cNvPr id="29" name="Picture 28">
            <a:extLst>
              <a:ext uri="{FF2B5EF4-FFF2-40B4-BE49-F238E27FC236}">
                <a16:creationId xmlns:a16="http://schemas.microsoft.com/office/drawing/2014/main" id="{DACE1FC5-98F8-49B3-9554-439E73C1701D}"/>
              </a:ext>
            </a:extLst>
          </p:cNvPr>
          <p:cNvPicPr>
            <a:picLocks noChangeAspect="1"/>
          </p:cNvPicPr>
          <p:nvPr/>
        </p:nvPicPr>
        <p:blipFill>
          <a:blip r:embed="rId25">
            <a:extLst>
              <a:ext uri="{28A0092B-C50C-407E-A947-70E740481C1C}">
                <a14:useLocalDpi xmlns:a14="http://schemas.microsoft.com/office/drawing/2010/main" val="0"/>
              </a:ext>
            </a:extLst>
          </a:blip>
          <a:stretch>
            <a:fillRect/>
          </a:stretch>
        </p:blipFill>
        <p:spPr>
          <a:xfrm>
            <a:off x="2562000" y="1233698"/>
            <a:ext cx="582131" cy="582131"/>
          </a:xfrm>
          <a:prstGeom prst="rect">
            <a:avLst/>
          </a:prstGeom>
        </p:spPr>
      </p:pic>
      <p:pic>
        <p:nvPicPr>
          <p:cNvPr id="30" name="Picture 29">
            <a:extLst>
              <a:ext uri="{FF2B5EF4-FFF2-40B4-BE49-F238E27FC236}">
                <a16:creationId xmlns:a16="http://schemas.microsoft.com/office/drawing/2014/main" id="{CB175BF2-69F0-47E4-906F-E27525B4685E}"/>
              </a:ext>
            </a:extLst>
          </p:cNvPr>
          <p:cNvPicPr>
            <a:picLocks noChangeAspect="1"/>
          </p:cNvPicPr>
          <p:nvPr/>
        </p:nvPicPr>
        <p:blipFill>
          <a:blip r:embed="rId26">
            <a:extLst>
              <a:ext uri="{28A0092B-C50C-407E-A947-70E740481C1C}">
                <a14:useLocalDpi xmlns:a14="http://schemas.microsoft.com/office/drawing/2010/main" val="0"/>
              </a:ext>
            </a:extLst>
          </a:blip>
          <a:stretch>
            <a:fillRect/>
          </a:stretch>
        </p:blipFill>
        <p:spPr>
          <a:xfrm>
            <a:off x="3889441" y="1412535"/>
            <a:ext cx="360178" cy="360178"/>
          </a:xfrm>
          <a:prstGeom prst="rect">
            <a:avLst/>
          </a:prstGeom>
        </p:spPr>
      </p:pic>
      <p:pic>
        <p:nvPicPr>
          <p:cNvPr id="31" name="Picture 30">
            <a:extLst>
              <a:ext uri="{FF2B5EF4-FFF2-40B4-BE49-F238E27FC236}">
                <a16:creationId xmlns:a16="http://schemas.microsoft.com/office/drawing/2014/main" id="{CD2116F2-1246-49E3-ABA5-BF9957988941}"/>
              </a:ext>
            </a:extLst>
          </p:cNvPr>
          <p:cNvPicPr>
            <a:picLocks noChangeAspect="1"/>
          </p:cNvPicPr>
          <p:nvPr/>
        </p:nvPicPr>
        <p:blipFill>
          <a:blip r:embed="rId27">
            <a:extLst>
              <a:ext uri="{28A0092B-C50C-407E-A947-70E740481C1C}">
                <a14:useLocalDpi xmlns:a14="http://schemas.microsoft.com/office/drawing/2010/main" val="0"/>
              </a:ext>
            </a:extLst>
          </a:blip>
          <a:stretch>
            <a:fillRect/>
          </a:stretch>
        </p:blipFill>
        <p:spPr>
          <a:xfrm>
            <a:off x="3372294" y="1413800"/>
            <a:ext cx="358913" cy="358913"/>
          </a:xfrm>
          <a:prstGeom prst="rect">
            <a:avLst/>
          </a:prstGeom>
        </p:spPr>
      </p:pic>
      <p:pic>
        <p:nvPicPr>
          <p:cNvPr id="32" name="Picture 31">
            <a:extLst>
              <a:ext uri="{FF2B5EF4-FFF2-40B4-BE49-F238E27FC236}">
                <a16:creationId xmlns:a16="http://schemas.microsoft.com/office/drawing/2014/main" id="{E0723235-8921-4872-A74D-5E75D1045FEB}"/>
              </a:ext>
            </a:extLst>
          </p:cNvPr>
          <p:cNvPicPr>
            <a:picLocks noChangeAspect="1"/>
          </p:cNvPicPr>
          <p:nvPr/>
        </p:nvPicPr>
        <p:blipFill>
          <a:blip r:embed="rId28">
            <a:extLst>
              <a:ext uri="{BEBA8EAE-BF5A-486C-A8C5-ECC9F3942E4B}">
                <a14:imgProps xmlns:a14="http://schemas.microsoft.com/office/drawing/2010/main">
                  <a14:imgLayer r:embed="rId29">
                    <a14:imgEffect>
                      <a14:backgroundRemoval t="10000" b="90000" l="10000" r="90000">
                        <a14:backgroundMark x1="47500" y1="19697" x2="47500" y2="19697"/>
                        <a14:backgroundMark x1="47500" y1="17424" x2="41500" y2="38636"/>
                      </a14:backgroundRemoval>
                    </a14:imgEffect>
                  </a14:imgLayer>
                </a14:imgProps>
              </a:ext>
              <a:ext uri="{28A0092B-C50C-407E-A947-70E740481C1C}">
                <a14:useLocalDpi xmlns:a14="http://schemas.microsoft.com/office/drawing/2010/main" val="0"/>
              </a:ext>
            </a:extLst>
          </a:blip>
          <a:stretch>
            <a:fillRect/>
          </a:stretch>
        </p:blipFill>
        <p:spPr>
          <a:xfrm>
            <a:off x="-25476" y="2524206"/>
            <a:ext cx="1169721" cy="772016"/>
          </a:xfrm>
          <a:prstGeom prst="rect">
            <a:avLst/>
          </a:prstGeom>
        </p:spPr>
      </p:pic>
      <p:sp>
        <p:nvSpPr>
          <p:cNvPr id="33" name="Rectangle 32">
            <a:extLst>
              <a:ext uri="{FF2B5EF4-FFF2-40B4-BE49-F238E27FC236}">
                <a16:creationId xmlns:a16="http://schemas.microsoft.com/office/drawing/2014/main" id="{18284C00-E668-4FE3-96A1-E57711A96762}"/>
              </a:ext>
            </a:extLst>
          </p:cNvPr>
          <p:cNvSpPr/>
          <p:nvPr/>
        </p:nvSpPr>
        <p:spPr>
          <a:xfrm>
            <a:off x="0" y="9215"/>
            <a:ext cx="12192000" cy="2711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All icons:</a:t>
            </a:r>
          </a:p>
        </p:txBody>
      </p:sp>
      <p:pic>
        <p:nvPicPr>
          <p:cNvPr id="36" name="Graphic 35">
            <a:extLst>
              <a:ext uri="{FF2B5EF4-FFF2-40B4-BE49-F238E27FC236}">
                <a16:creationId xmlns:a16="http://schemas.microsoft.com/office/drawing/2014/main" id="{330EDE7E-02C2-4AE3-90F9-7EA450433634}"/>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9116529" y="1385069"/>
            <a:ext cx="457200" cy="457200"/>
          </a:xfrm>
          <a:prstGeom prst="rect">
            <a:avLst/>
          </a:prstGeom>
        </p:spPr>
      </p:pic>
      <p:pic>
        <p:nvPicPr>
          <p:cNvPr id="38" name="Graphic 37">
            <a:extLst>
              <a:ext uri="{FF2B5EF4-FFF2-40B4-BE49-F238E27FC236}">
                <a16:creationId xmlns:a16="http://schemas.microsoft.com/office/drawing/2014/main" id="{42EA7325-84C6-432A-8873-1C6C287301F2}"/>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10049471" y="1324373"/>
            <a:ext cx="448340" cy="448340"/>
          </a:xfrm>
          <a:prstGeom prst="rect">
            <a:avLst/>
          </a:prstGeom>
        </p:spPr>
      </p:pic>
      <p:pic>
        <p:nvPicPr>
          <p:cNvPr id="40" name="Graphic 39">
            <a:extLst>
              <a:ext uri="{FF2B5EF4-FFF2-40B4-BE49-F238E27FC236}">
                <a16:creationId xmlns:a16="http://schemas.microsoft.com/office/drawing/2014/main" id="{E8359766-D754-4A5D-B83F-8B46740ABC7A}"/>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11183986" y="1355406"/>
            <a:ext cx="417307" cy="417307"/>
          </a:xfrm>
          <a:prstGeom prst="rect">
            <a:avLst/>
          </a:prstGeom>
        </p:spPr>
      </p:pic>
      <p:pic>
        <p:nvPicPr>
          <p:cNvPr id="42" name="Graphic 41">
            <a:extLst>
              <a:ext uri="{FF2B5EF4-FFF2-40B4-BE49-F238E27FC236}">
                <a16:creationId xmlns:a16="http://schemas.microsoft.com/office/drawing/2014/main" id="{16312F6A-993D-4116-BB47-05CDC4856B33}"/>
              </a:ext>
            </a:extLst>
          </p:cNvPr>
          <p:cNvPicPr>
            <a:picLocks noChangeAspect="1"/>
          </p:cNvPicPr>
          <p:nvPr/>
        </p:nvPicPr>
        <p:blipFill>
          <a:blip r:embed="rId36">
            <a:extLst>
              <a:ext uri="{28A0092B-C50C-407E-A947-70E740481C1C}">
                <a14:useLocalDpi xmlns:a14="http://schemas.microsoft.com/office/drawing/2010/main" val="0"/>
              </a:ext>
              <a:ext uri="{96DAC541-7B7A-43D3-8B79-37D633B846F1}">
                <asvg:svgBlip xmlns:asvg="http://schemas.microsoft.com/office/drawing/2016/SVG/main" r:embed="rId37"/>
              </a:ext>
            </a:extLst>
          </a:blip>
          <a:stretch>
            <a:fillRect/>
          </a:stretch>
        </p:blipFill>
        <p:spPr>
          <a:xfrm>
            <a:off x="176461" y="2018524"/>
            <a:ext cx="457200" cy="457200"/>
          </a:xfrm>
          <a:prstGeom prst="rect">
            <a:avLst/>
          </a:prstGeom>
        </p:spPr>
      </p:pic>
      <p:pic>
        <p:nvPicPr>
          <p:cNvPr id="44" name="Picture 43">
            <a:extLst>
              <a:ext uri="{FF2B5EF4-FFF2-40B4-BE49-F238E27FC236}">
                <a16:creationId xmlns:a16="http://schemas.microsoft.com/office/drawing/2014/main" id="{60AB41FF-9A27-480B-9E51-630F1184EADA}"/>
              </a:ext>
            </a:extLst>
          </p:cNvPr>
          <p:cNvPicPr>
            <a:picLocks noChangeAspect="1"/>
          </p:cNvPicPr>
          <p:nvPr/>
        </p:nvPicPr>
        <p:blipFill>
          <a:blip r:embed="rId38">
            <a:duotone>
              <a:prstClr val="black"/>
              <a:srgbClr val="FF0000">
                <a:tint val="45000"/>
                <a:satMod val="400000"/>
              </a:srgbClr>
            </a:duotone>
            <a:extLst>
              <a:ext uri="{28A0092B-C50C-407E-A947-70E740481C1C}">
                <a14:useLocalDpi xmlns:a14="http://schemas.microsoft.com/office/drawing/2010/main" val="0"/>
              </a:ext>
            </a:extLst>
          </a:blip>
          <a:stretch>
            <a:fillRect/>
          </a:stretch>
        </p:blipFill>
        <p:spPr>
          <a:xfrm>
            <a:off x="1384125" y="1927329"/>
            <a:ext cx="570054" cy="570054"/>
          </a:xfrm>
          <a:prstGeom prst="rect">
            <a:avLst/>
          </a:prstGeom>
        </p:spPr>
      </p:pic>
      <p:pic>
        <p:nvPicPr>
          <p:cNvPr id="46" name="Graphic 45">
            <a:extLst>
              <a:ext uri="{FF2B5EF4-FFF2-40B4-BE49-F238E27FC236}">
                <a16:creationId xmlns:a16="http://schemas.microsoft.com/office/drawing/2014/main" id="{16391670-89B1-4907-9506-2AC0F6F8F918}"/>
              </a:ext>
            </a:extLst>
          </p:cNvPr>
          <p:cNvPicPr>
            <a:picLocks noChangeAspect="1"/>
          </p:cNvPicPr>
          <p:nvPr/>
        </p:nvPicPr>
        <p:blipFill>
          <a:blip r:embed="rId39">
            <a:extLst>
              <a:ext uri="{28A0092B-C50C-407E-A947-70E740481C1C}">
                <a14:useLocalDpi xmlns:a14="http://schemas.microsoft.com/office/drawing/2010/main" val="0"/>
              </a:ext>
              <a:ext uri="{96DAC541-7B7A-43D3-8B79-37D633B846F1}">
                <asvg:svgBlip xmlns:asvg="http://schemas.microsoft.com/office/drawing/2016/SVG/main" r:embed="rId40"/>
              </a:ext>
            </a:extLst>
          </a:blip>
          <a:stretch>
            <a:fillRect/>
          </a:stretch>
        </p:blipFill>
        <p:spPr>
          <a:xfrm>
            <a:off x="1929969" y="2048467"/>
            <a:ext cx="406373" cy="406373"/>
          </a:xfrm>
          <a:prstGeom prst="rect">
            <a:avLst/>
          </a:prstGeom>
        </p:spPr>
      </p:pic>
      <p:pic>
        <p:nvPicPr>
          <p:cNvPr id="48" name="Graphic 47">
            <a:extLst>
              <a:ext uri="{FF2B5EF4-FFF2-40B4-BE49-F238E27FC236}">
                <a16:creationId xmlns:a16="http://schemas.microsoft.com/office/drawing/2014/main" id="{1D5B809A-DA27-4F23-B91C-8B3A9BF380B3}"/>
              </a:ext>
            </a:extLst>
          </p:cNvPr>
          <p:cNvPicPr>
            <a:picLocks noChangeAspect="1"/>
          </p:cNvPicPr>
          <p:nvPr/>
        </p:nvPicPr>
        <p:blipFill>
          <a:blip r:embed="rId41">
            <a:extLst>
              <a:ext uri="{28A0092B-C50C-407E-A947-70E740481C1C}">
                <a14:useLocalDpi xmlns:a14="http://schemas.microsoft.com/office/drawing/2010/main" val="0"/>
              </a:ext>
              <a:ext uri="{96DAC541-7B7A-43D3-8B79-37D633B846F1}">
                <asvg:svgBlip xmlns:asvg="http://schemas.microsoft.com/office/drawing/2016/SVG/main" r:embed="rId42"/>
              </a:ext>
            </a:extLst>
          </a:blip>
          <a:stretch>
            <a:fillRect/>
          </a:stretch>
        </p:blipFill>
        <p:spPr>
          <a:xfrm>
            <a:off x="2274351" y="2087356"/>
            <a:ext cx="476692" cy="476692"/>
          </a:xfrm>
          <a:prstGeom prst="rect">
            <a:avLst/>
          </a:prstGeom>
        </p:spPr>
      </p:pic>
      <p:pic>
        <p:nvPicPr>
          <p:cNvPr id="50" name="Graphic 49">
            <a:extLst>
              <a:ext uri="{FF2B5EF4-FFF2-40B4-BE49-F238E27FC236}">
                <a16:creationId xmlns:a16="http://schemas.microsoft.com/office/drawing/2014/main" id="{6E034800-BA18-4F69-9814-9DD9532BC806}"/>
              </a:ext>
            </a:extLst>
          </p:cNvPr>
          <p:cNvPicPr>
            <a:picLocks noChangeAspect="1"/>
          </p:cNvPicPr>
          <p:nvPr/>
        </p:nvPicPr>
        <p:blipFill>
          <a:blip r:embed="rId43">
            <a:extLst>
              <a:ext uri="{28A0092B-C50C-407E-A947-70E740481C1C}">
                <a14:useLocalDpi xmlns:a14="http://schemas.microsoft.com/office/drawing/2010/main" val="0"/>
              </a:ext>
              <a:ext uri="{96DAC541-7B7A-43D3-8B79-37D633B846F1}">
                <asvg:svgBlip xmlns:asvg="http://schemas.microsoft.com/office/drawing/2016/SVG/main" r:embed="rId44"/>
              </a:ext>
            </a:extLst>
          </a:blip>
          <a:stretch>
            <a:fillRect/>
          </a:stretch>
        </p:blipFill>
        <p:spPr>
          <a:xfrm>
            <a:off x="2860496" y="1918133"/>
            <a:ext cx="536707" cy="536707"/>
          </a:xfrm>
          <a:prstGeom prst="rect">
            <a:avLst/>
          </a:prstGeom>
        </p:spPr>
      </p:pic>
      <p:pic>
        <p:nvPicPr>
          <p:cNvPr id="52" name="Graphic 51">
            <a:extLst>
              <a:ext uri="{FF2B5EF4-FFF2-40B4-BE49-F238E27FC236}">
                <a16:creationId xmlns:a16="http://schemas.microsoft.com/office/drawing/2014/main" id="{0C201397-8DCA-4180-86AA-B48FA3A21414}"/>
              </a:ext>
            </a:extLst>
          </p:cNvPr>
          <p:cNvPicPr>
            <a:picLocks noChangeAspect="1"/>
          </p:cNvPicPr>
          <p:nvPr/>
        </p:nvPicPr>
        <p:blipFill>
          <a:blip r:embed="rId45">
            <a:extLst>
              <a:ext uri="{28A0092B-C50C-407E-A947-70E740481C1C}">
                <a14:useLocalDpi xmlns:a14="http://schemas.microsoft.com/office/drawing/2010/main" val="0"/>
              </a:ext>
              <a:ext uri="{96DAC541-7B7A-43D3-8B79-37D633B846F1}">
                <asvg:svgBlip xmlns:asvg="http://schemas.microsoft.com/office/drawing/2016/SVG/main" r:embed="rId46"/>
              </a:ext>
            </a:extLst>
          </a:blip>
          <a:stretch>
            <a:fillRect/>
          </a:stretch>
        </p:blipFill>
        <p:spPr>
          <a:xfrm>
            <a:off x="3588548" y="1793807"/>
            <a:ext cx="505662" cy="505662"/>
          </a:xfrm>
          <a:prstGeom prst="rect">
            <a:avLst/>
          </a:prstGeom>
        </p:spPr>
      </p:pic>
      <p:pic>
        <p:nvPicPr>
          <p:cNvPr id="54" name="Graphic 53">
            <a:extLst>
              <a:ext uri="{FF2B5EF4-FFF2-40B4-BE49-F238E27FC236}">
                <a16:creationId xmlns:a16="http://schemas.microsoft.com/office/drawing/2014/main" id="{AE2060CE-5D7B-4DA3-8874-348DECAD5590}"/>
              </a:ext>
            </a:extLst>
          </p:cNvPr>
          <p:cNvPicPr>
            <a:picLocks noChangeAspect="1"/>
          </p:cNvPicPr>
          <p:nvPr/>
        </p:nvPicPr>
        <p:blipFill>
          <a:blip r:embed="rId47">
            <a:extLst>
              <a:ext uri="{28A0092B-C50C-407E-A947-70E740481C1C}">
                <a14:useLocalDpi xmlns:a14="http://schemas.microsoft.com/office/drawing/2010/main" val="0"/>
              </a:ext>
              <a:ext uri="{96DAC541-7B7A-43D3-8B79-37D633B846F1}">
                <asvg:svgBlip xmlns:asvg="http://schemas.microsoft.com/office/drawing/2016/SVG/main" r:embed="rId48"/>
              </a:ext>
            </a:extLst>
          </a:blip>
          <a:stretch>
            <a:fillRect/>
          </a:stretch>
        </p:blipFill>
        <p:spPr>
          <a:xfrm>
            <a:off x="4022410" y="1790553"/>
            <a:ext cx="467203" cy="467203"/>
          </a:xfrm>
          <a:prstGeom prst="rect">
            <a:avLst/>
          </a:prstGeom>
        </p:spPr>
      </p:pic>
      <p:sp>
        <p:nvSpPr>
          <p:cNvPr id="55" name="Rectangle 54">
            <a:hlinkClick r:id="rId49" action="ppaction://hlinksldjump"/>
            <a:extLst>
              <a:ext uri="{FF2B5EF4-FFF2-40B4-BE49-F238E27FC236}">
                <a16:creationId xmlns:a16="http://schemas.microsoft.com/office/drawing/2014/main" id="{72A6EAE4-10FD-4536-B88B-2136DD981BEC}"/>
              </a:ext>
            </a:extLst>
          </p:cNvPr>
          <p:cNvSpPr/>
          <p:nvPr/>
        </p:nvSpPr>
        <p:spPr>
          <a:xfrm>
            <a:off x="11280698" y="0"/>
            <a:ext cx="914400" cy="30444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57" name="Graphic 56">
            <a:extLst>
              <a:ext uri="{FF2B5EF4-FFF2-40B4-BE49-F238E27FC236}">
                <a16:creationId xmlns:a16="http://schemas.microsoft.com/office/drawing/2014/main" id="{2BC072DB-71D2-4AED-BDFF-447EAEE4886E}"/>
              </a:ext>
            </a:extLst>
          </p:cNvPr>
          <p:cNvPicPr>
            <a:picLocks noChangeAspect="1"/>
          </p:cNvPicPr>
          <p:nvPr/>
        </p:nvPicPr>
        <p:blipFill>
          <a:blip r:embed="rId50">
            <a:extLst>
              <a:ext uri="{28A0092B-C50C-407E-A947-70E740481C1C}">
                <a14:useLocalDpi xmlns:a14="http://schemas.microsoft.com/office/drawing/2010/main" val="0"/>
              </a:ext>
              <a:ext uri="{96DAC541-7B7A-43D3-8B79-37D633B846F1}">
                <asvg:svgBlip xmlns:asvg="http://schemas.microsoft.com/office/drawing/2016/SVG/main" r:embed="rId51"/>
              </a:ext>
            </a:extLst>
          </a:blip>
          <a:stretch>
            <a:fillRect/>
          </a:stretch>
        </p:blipFill>
        <p:spPr>
          <a:xfrm>
            <a:off x="5654593" y="1981963"/>
            <a:ext cx="476692" cy="476692"/>
          </a:xfrm>
          <a:prstGeom prst="rect">
            <a:avLst/>
          </a:prstGeom>
        </p:spPr>
      </p:pic>
      <p:pic>
        <p:nvPicPr>
          <p:cNvPr id="59" name="Graphic 58">
            <a:extLst>
              <a:ext uri="{FF2B5EF4-FFF2-40B4-BE49-F238E27FC236}">
                <a16:creationId xmlns:a16="http://schemas.microsoft.com/office/drawing/2014/main" id="{49E77B2A-2609-4A4E-9B8A-8FDF8E0B6204}"/>
              </a:ext>
            </a:extLst>
          </p:cNvPr>
          <p:cNvPicPr>
            <a:picLocks noChangeAspect="1"/>
          </p:cNvPicPr>
          <p:nvPr/>
        </p:nvPicPr>
        <p:blipFill>
          <a:blip r:embed="rId52">
            <a:extLst>
              <a:ext uri="{28A0092B-C50C-407E-A947-70E740481C1C}">
                <a14:useLocalDpi xmlns:a14="http://schemas.microsoft.com/office/drawing/2010/main" val="0"/>
              </a:ext>
              <a:ext uri="{96DAC541-7B7A-43D3-8B79-37D633B846F1}">
                <asvg:svgBlip xmlns:asvg="http://schemas.microsoft.com/office/drawing/2016/SVG/main" r:embed="rId53"/>
              </a:ext>
            </a:extLst>
          </a:blip>
          <a:stretch>
            <a:fillRect/>
          </a:stretch>
        </p:blipFill>
        <p:spPr>
          <a:xfrm>
            <a:off x="6364333" y="2047514"/>
            <a:ext cx="476692" cy="476692"/>
          </a:xfrm>
          <a:prstGeom prst="rect">
            <a:avLst/>
          </a:prstGeom>
        </p:spPr>
      </p:pic>
      <p:pic>
        <p:nvPicPr>
          <p:cNvPr id="61" name="Graphic 60">
            <a:extLst>
              <a:ext uri="{FF2B5EF4-FFF2-40B4-BE49-F238E27FC236}">
                <a16:creationId xmlns:a16="http://schemas.microsoft.com/office/drawing/2014/main" id="{1265B5FE-4B28-4781-A24F-2865850841D4}"/>
              </a:ext>
            </a:extLst>
          </p:cNvPr>
          <p:cNvPicPr>
            <a:picLocks noChangeAspect="1"/>
          </p:cNvPicPr>
          <p:nvPr/>
        </p:nvPicPr>
        <p:blipFill>
          <a:blip r:embed="rId54">
            <a:extLst>
              <a:ext uri="{28A0092B-C50C-407E-A947-70E740481C1C}">
                <a14:useLocalDpi xmlns:a14="http://schemas.microsoft.com/office/drawing/2010/main" val="0"/>
              </a:ext>
              <a:ext uri="{96DAC541-7B7A-43D3-8B79-37D633B846F1}">
                <asvg:svgBlip xmlns:asvg="http://schemas.microsoft.com/office/drawing/2016/SVG/main" r:embed="rId55"/>
              </a:ext>
            </a:extLst>
          </a:blip>
          <a:stretch>
            <a:fillRect/>
          </a:stretch>
        </p:blipFill>
        <p:spPr>
          <a:xfrm>
            <a:off x="11525383" y="1390561"/>
            <a:ext cx="497003" cy="497003"/>
          </a:xfrm>
          <a:prstGeom prst="rect">
            <a:avLst/>
          </a:prstGeom>
        </p:spPr>
      </p:pic>
      <p:pic>
        <p:nvPicPr>
          <p:cNvPr id="65" name="Picture 64">
            <a:extLst>
              <a:ext uri="{FF2B5EF4-FFF2-40B4-BE49-F238E27FC236}">
                <a16:creationId xmlns:a16="http://schemas.microsoft.com/office/drawing/2014/main" id="{D38F8D46-8387-4775-A835-0446E9F9EE38}"/>
              </a:ext>
            </a:extLst>
          </p:cNvPr>
          <p:cNvPicPr>
            <a:picLocks noChangeAspect="1"/>
          </p:cNvPicPr>
          <p:nvPr/>
        </p:nvPicPr>
        <p:blipFill>
          <a:blip r:embed="rId56">
            <a:extLst>
              <a:ext uri="{28A0092B-C50C-407E-A947-70E740481C1C}">
                <a14:useLocalDpi xmlns:a14="http://schemas.microsoft.com/office/drawing/2010/main" val="0"/>
              </a:ext>
            </a:extLst>
          </a:blip>
          <a:stretch>
            <a:fillRect/>
          </a:stretch>
        </p:blipFill>
        <p:spPr>
          <a:xfrm>
            <a:off x="4708780" y="1787371"/>
            <a:ext cx="467203" cy="467203"/>
          </a:xfrm>
          <a:prstGeom prst="rect">
            <a:avLst/>
          </a:prstGeom>
        </p:spPr>
      </p:pic>
      <p:pic>
        <p:nvPicPr>
          <p:cNvPr id="66" name="Picture 65">
            <a:extLst>
              <a:ext uri="{FF2B5EF4-FFF2-40B4-BE49-F238E27FC236}">
                <a16:creationId xmlns:a16="http://schemas.microsoft.com/office/drawing/2014/main" id="{CEACA52A-1225-4E70-9E29-E04F461CAFF6}"/>
              </a:ext>
            </a:extLst>
          </p:cNvPr>
          <p:cNvPicPr>
            <a:picLocks noChangeAspect="1"/>
          </p:cNvPicPr>
          <p:nvPr/>
        </p:nvPicPr>
        <p:blipFill>
          <a:blip r:embed="rId57">
            <a:extLst>
              <a:ext uri="{BEBA8EAE-BF5A-486C-A8C5-ECC9F3942E4B}">
                <a14:imgProps xmlns:a14="http://schemas.microsoft.com/office/drawing/2010/main">
                  <a14:imgLayer r:embed="rId58">
                    <a14:imgEffect>
                      <a14:backgroundRemoval t="4930" b="89789" l="10000" r="90000">
                        <a14:foregroundMark x1="32857" y1="15845" x2="54286" y2="20775"/>
                        <a14:foregroundMark x1="29286" y1="10563" x2="40714" y2="11620"/>
                        <a14:foregroundMark x1="42143" y1="20775" x2="41429" y2="21479"/>
                        <a14:foregroundMark x1="30000" y1="9507" x2="31429" y2="4930"/>
                      </a14:backgroundRemoval>
                    </a14:imgEffect>
                  </a14:imgLayer>
                </a14:imgProps>
              </a:ext>
            </a:extLst>
          </a:blip>
          <a:stretch>
            <a:fillRect/>
          </a:stretch>
        </p:blipFill>
        <p:spPr>
          <a:xfrm>
            <a:off x="1120324" y="2444889"/>
            <a:ext cx="555884" cy="1127651"/>
          </a:xfrm>
          <a:prstGeom prst="rect">
            <a:avLst/>
          </a:prstGeom>
        </p:spPr>
      </p:pic>
      <p:pic>
        <p:nvPicPr>
          <p:cNvPr id="51" name="Picture 50">
            <a:extLst>
              <a:ext uri="{FF2B5EF4-FFF2-40B4-BE49-F238E27FC236}">
                <a16:creationId xmlns:a16="http://schemas.microsoft.com/office/drawing/2014/main" id="{B6277D94-CC96-4B87-AC08-5357548016A2}"/>
              </a:ext>
            </a:extLst>
          </p:cNvPr>
          <p:cNvPicPr>
            <a:picLocks noChangeAspect="1"/>
          </p:cNvPicPr>
          <p:nvPr/>
        </p:nvPicPr>
        <p:blipFill>
          <a:blip r:embed="rId59">
            <a:duotone>
              <a:prstClr val="black"/>
              <a:srgbClr val="40831C">
                <a:tint val="45000"/>
                <a:satMod val="400000"/>
              </a:srgbClr>
            </a:duotone>
            <a:extLst>
              <a:ext uri="{28A0092B-C50C-407E-A947-70E740481C1C}">
                <a14:useLocalDpi xmlns:a14="http://schemas.microsoft.com/office/drawing/2010/main" val="0"/>
              </a:ext>
            </a:extLst>
          </a:blip>
          <a:stretch>
            <a:fillRect/>
          </a:stretch>
        </p:blipFill>
        <p:spPr>
          <a:xfrm>
            <a:off x="4541836" y="593799"/>
            <a:ext cx="502309" cy="497131"/>
          </a:xfrm>
          <a:prstGeom prst="rect">
            <a:avLst/>
          </a:prstGeom>
        </p:spPr>
      </p:pic>
      <p:pic>
        <p:nvPicPr>
          <p:cNvPr id="35" name="Graphic 34">
            <a:extLst>
              <a:ext uri="{FF2B5EF4-FFF2-40B4-BE49-F238E27FC236}">
                <a16:creationId xmlns:a16="http://schemas.microsoft.com/office/drawing/2014/main" id="{CAE4D34F-FDDF-4741-9196-3C4035BD845E}"/>
              </a:ext>
            </a:extLst>
          </p:cNvPr>
          <p:cNvPicPr>
            <a:picLocks noChangeAspect="1"/>
          </p:cNvPicPr>
          <p:nvPr/>
        </p:nvPicPr>
        <p:blipFill>
          <a:blip r:embed="rId60">
            <a:extLst>
              <a:ext uri="{28A0092B-C50C-407E-A947-70E740481C1C}">
                <a14:useLocalDpi xmlns:a14="http://schemas.microsoft.com/office/drawing/2010/main" val="0"/>
              </a:ext>
              <a:ext uri="{96DAC541-7B7A-43D3-8B79-37D633B846F1}">
                <asvg:svgBlip xmlns:asvg="http://schemas.microsoft.com/office/drawing/2016/SVG/main" r:embed="rId61"/>
              </a:ext>
            </a:extLst>
          </a:blip>
          <a:stretch>
            <a:fillRect/>
          </a:stretch>
        </p:blipFill>
        <p:spPr>
          <a:xfrm>
            <a:off x="7195027" y="2206543"/>
            <a:ext cx="476692" cy="476692"/>
          </a:xfrm>
          <a:prstGeom prst="rect">
            <a:avLst/>
          </a:prstGeom>
        </p:spPr>
      </p:pic>
      <p:pic>
        <p:nvPicPr>
          <p:cNvPr id="56" name="Picture 55">
            <a:extLst>
              <a:ext uri="{FF2B5EF4-FFF2-40B4-BE49-F238E27FC236}">
                <a16:creationId xmlns:a16="http://schemas.microsoft.com/office/drawing/2014/main" id="{AD4711FA-B7C0-44A2-8E0F-A8862F0C15BA}"/>
              </a:ext>
            </a:extLst>
          </p:cNvPr>
          <p:cNvPicPr>
            <a:picLocks noChangeAspect="1"/>
          </p:cNvPicPr>
          <p:nvPr/>
        </p:nvPicPr>
        <p:blipFill>
          <a:blip r:embed="rId62">
            <a:extLst>
              <a:ext uri="{28A0092B-C50C-407E-A947-70E740481C1C}">
                <a14:useLocalDpi xmlns:a14="http://schemas.microsoft.com/office/drawing/2010/main" val="0"/>
              </a:ext>
            </a:extLst>
          </a:blip>
          <a:stretch>
            <a:fillRect/>
          </a:stretch>
        </p:blipFill>
        <p:spPr>
          <a:xfrm>
            <a:off x="9342965" y="813463"/>
            <a:ext cx="1641743" cy="286654"/>
          </a:xfrm>
          <a:prstGeom prst="rect">
            <a:avLst/>
          </a:prstGeom>
        </p:spPr>
      </p:pic>
      <p:pic>
        <p:nvPicPr>
          <p:cNvPr id="58" name="Picture 57">
            <a:extLst>
              <a:ext uri="{FF2B5EF4-FFF2-40B4-BE49-F238E27FC236}">
                <a16:creationId xmlns:a16="http://schemas.microsoft.com/office/drawing/2014/main" id="{50A7D057-8CE0-4D84-A691-BFD8EFE1C2CD}"/>
              </a:ext>
            </a:extLst>
          </p:cNvPr>
          <p:cNvPicPr>
            <a:picLocks noChangeAspect="1"/>
          </p:cNvPicPr>
          <p:nvPr/>
        </p:nvPicPr>
        <p:blipFill>
          <a:blip r:embed="rId63">
            <a:extLst>
              <a:ext uri="{BEBA8EAE-BF5A-486C-A8C5-ECC9F3942E4B}">
                <a14:imgProps xmlns:a14="http://schemas.microsoft.com/office/drawing/2010/main">
                  <a14:imgLayer r:embed="rId64">
                    <a14:imgEffect>
                      <a14:backgroundRemoval t="10000" b="90000" l="10000" r="90000"/>
                    </a14:imgEffect>
                  </a14:imgLayer>
                </a14:imgProps>
              </a:ext>
            </a:extLst>
          </a:blip>
          <a:stretch>
            <a:fillRect/>
          </a:stretch>
        </p:blipFill>
        <p:spPr>
          <a:xfrm>
            <a:off x="11006818" y="742579"/>
            <a:ext cx="405768" cy="393610"/>
          </a:xfrm>
          <a:prstGeom prst="rect">
            <a:avLst/>
          </a:prstGeom>
        </p:spPr>
      </p:pic>
      <p:pic>
        <p:nvPicPr>
          <p:cNvPr id="60" name="Picture 59">
            <a:extLst>
              <a:ext uri="{FF2B5EF4-FFF2-40B4-BE49-F238E27FC236}">
                <a16:creationId xmlns:a16="http://schemas.microsoft.com/office/drawing/2014/main" id="{623867DD-1670-4CDC-889E-B4130D6F252A}"/>
              </a:ext>
            </a:extLst>
          </p:cNvPr>
          <p:cNvPicPr>
            <a:picLocks noChangeAspect="1"/>
          </p:cNvPicPr>
          <p:nvPr/>
        </p:nvPicPr>
        <p:blipFill>
          <a:blip r:embed="rId65">
            <a:extLst>
              <a:ext uri="{BEBA8EAE-BF5A-486C-A8C5-ECC9F3942E4B}">
                <a14:imgProps xmlns:a14="http://schemas.microsoft.com/office/drawing/2010/main">
                  <a14:imgLayer r:embed="rId66">
                    <a14:imgEffect>
                      <a14:backgroundRemoval t="10000" b="90000" l="10000" r="90000"/>
                    </a14:imgEffect>
                  </a14:imgLayer>
                </a14:imgProps>
              </a:ext>
            </a:extLst>
          </a:blip>
          <a:stretch>
            <a:fillRect/>
          </a:stretch>
        </p:blipFill>
        <p:spPr>
          <a:xfrm>
            <a:off x="11590743" y="793460"/>
            <a:ext cx="405768" cy="365051"/>
          </a:xfrm>
          <a:prstGeom prst="rect">
            <a:avLst/>
          </a:prstGeom>
        </p:spPr>
      </p:pic>
    </p:spTree>
    <p:extLst>
      <p:ext uri="{BB962C8B-B14F-4D97-AF65-F5344CB8AC3E}">
        <p14:creationId xmlns:p14="http://schemas.microsoft.com/office/powerpoint/2010/main" val="25945421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1CB11B9-AF96-4F1A-8456-07F5B7005989}"/>
              </a:ext>
            </a:extLst>
          </p:cNvPr>
          <p:cNvPicPr>
            <a:picLocks noChangeAspect="1"/>
          </p:cNvPicPr>
          <p:nvPr/>
        </p:nvPicPr>
        <p:blipFill>
          <a:blip r:embed="rId2"/>
          <a:stretch>
            <a:fillRect/>
          </a:stretch>
        </p:blipFill>
        <p:spPr>
          <a:xfrm>
            <a:off x="0" y="144780"/>
            <a:ext cx="12192000" cy="6568440"/>
          </a:xfrm>
          <a:prstGeom prst="rect">
            <a:avLst/>
          </a:prstGeom>
        </p:spPr>
      </p:pic>
      <p:sp>
        <p:nvSpPr>
          <p:cNvPr id="2" name="Rectangle 1">
            <a:extLst>
              <a:ext uri="{FF2B5EF4-FFF2-40B4-BE49-F238E27FC236}">
                <a16:creationId xmlns:a16="http://schemas.microsoft.com/office/drawing/2014/main" id="{D13243A6-036A-4A89-941C-D5CEE45B99CB}"/>
              </a:ext>
            </a:extLst>
          </p:cNvPr>
          <p:cNvSpPr/>
          <p:nvPr/>
        </p:nvSpPr>
        <p:spPr>
          <a:xfrm>
            <a:off x="0" y="2961167"/>
            <a:ext cx="5954233" cy="2711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Rectangle 2">
            <a:extLst>
              <a:ext uri="{FF2B5EF4-FFF2-40B4-BE49-F238E27FC236}">
                <a16:creationId xmlns:a16="http://schemas.microsoft.com/office/drawing/2014/main" id="{3D17BF77-8B7B-4C19-9552-E6714CC0013A}"/>
              </a:ext>
            </a:extLst>
          </p:cNvPr>
          <p:cNvSpPr/>
          <p:nvPr/>
        </p:nvSpPr>
        <p:spPr>
          <a:xfrm>
            <a:off x="0" y="3232297"/>
            <a:ext cx="5954233" cy="3616487"/>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3" action="ppaction://hlinksldjump"/>
            <a:extLst>
              <a:ext uri="{FF2B5EF4-FFF2-40B4-BE49-F238E27FC236}">
                <a16:creationId xmlns:a16="http://schemas.microsoft.com/office/drawing/2014/main" id="{0A32DB0C-27E2-4761-BACD-EDE58409AF75}"/>
              </a:ext>
            </a:extLst>
          </p:cNvPr>
          <p:cNvSpPr/>
          <p:nvPr/>
        </p:nvSpPr>
        <p:spPr>
          <a:xfrm>
            <a:off x="5039833" y="2932460"/>
            <a:ext cx="914400" cy="30444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8745835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1CB11B9-AF96-4F1A-8456-07F5B7005989}"/>
              </a:ext>
            </a:extLst>
          </p:cNvPr>
          <p:cNvPicPr>
            <a:picLocks noChangeAspect="1"/>
          </p:cNvPicPr>
          <p:nvPr/>
        </p:nvPicPr>
        <p:blipFill>
          <a:blip r:embed="rId2"/>
          <a:stretch>
            <a:fillRect/>
          </a:stretch>
        </p:blipFill>
        <p:spPr>
          <a:xfrm>
            <a:off x="0" y="144780"/>
            <a:ext cx="12192000" cy="6568440"/>
          </a:xfrm>
          <a:prstGeom prst="rect">
            <a:avLst/>
          </a:prstGeom>
        </p:spPr>
      </p:pic>
      <p:sp>
        <p:nvSpPr>
          <p:cNvPr id="3" name="Rectangle 2">
            <a:extLst>
              <a:ext uri="{FF2B5EF4-FFF2-40B4-BE49-F238E27FC236}">
                <a16:creationId xmlns:a16="http://schemas.microsoft.com/office/drawing/2014/main" id="{3D17BF77-8B7B-4C19-9552-E6714CC0013A}"/>
              </a:ext>
            </a:extLst>
          </p:cNvPr>
          <p:cNvSpPr/>
          <p:nvPr/>
        </p:nvSpPr>
        <p:spPr>
          <a:xfrm>
            <a:off x="3118883" y="1620756"/>
            <a:ext cx="5954233" cy="3616487"/>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14337347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1CB11B9-AF96-4F1A-8456-07F5B7005989}"/>
              </a:ext>
            </a:extLst>
          </p:cNvPr>
          <p:cNvPicPr>
            <a:picLocks noChangeAspect="1"/>
          </p:cNvPicPr>
          <p:nvPr/>
        </p:nvPicPr>
        <p:blipFill>
          <a:blip r:embed="rId2"/>
          <a:stretch>
            <a:fillRect/>
          </a:stretch>
        </p:blipFill>
        <p:spPr>
          <a:xfrm>
            <a:off x="0" y="144780"/>
            <a:ext cx="12192000" cy="6568440"/>
          </a:xfrm>
          <a:prstGeom prst="rect">
            <a:avLst/>
          </a:prstGeom>
        </p:spPr>
      </p:pic>
      <p:sp>
        <p:nvSpPr>
          <p:cNvPr id="2" name="Rectangle 1">
            <a:extLst>
              <a:ext uri="{FF2B5EF4-FFF2-40B4-BE49-F238E27FC236}">
                <a16:creationId xmlns:a16="http://schemas.microsoft.com/office/drawing/2014/main" id="{D13243A6-036A-4A89-941C-D5CEE45B99CB}"/>
              </a:ext>
            </a:extLst>
          </p:cNvPr>
          <p:cNvSpPr/>
          <p:nvPr/>
        </p:nvSpPr>
        <p:spPr>
          <a:xfrm>
            <a:off x="0" y="2961167"/>
            <a:ext cx="5954233" cy="2711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Welcome! </a:t>
            </a:r>
          </a:p>
        </p:txBody>
      </p:sp>
      <p:sp>
        <p:nvSpPr>
          <p:cNvPr id="3" name="Rectangle 2">
            <a:extLst>
              <a:ext uri="{FF2B5EF4-FFF2-40B4-BE49-F238E27FC236}">
                <a16:creationId xmlns:a16="http://schemas.microsoft.com/office/drawing/2014/main" id="{3D17BF77-8B7B-4C19-9552-E6714CC0013A}"/>
              </a:ext>
            </a:extLst>
          </p:cNvPr>
          <p:cNvSpPr/>
          <p:nvPr/>
        </p:nvSpPr>
        <p:spPr>
          <a:xfrm>
            <a:off x="0" y="3232297"/>
            <a:ext cx="5954233" cy="3616487"/>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Welcome to Windos 2000, a new, sleek, secure OS!</a:t>
            </a:r>
          </a:p>
          <a:p>
            <a:pPr algn="ctr"/>
            <a:r>
              <a:rPr lang="en-GB" dirty="0"/>
              <a:t>It features better security than ever, more features, and runs on MTFS! </a:t>
            </a:r>
          </a:p>
          <a:p>
            <a:pPr algn="ctr"/>
            <a:r>
              <a:rPr lang="en-GB" dirty="0"/>
              <a:t>Close to continue. </a:t>
            </a:r>
          </a:p>
        </p:txBody>
      </p:sp>
      <p:sp>
        <p:nvSpPr>
          <p:cNvPr id="5" name="Rectangle 4">
            <a:hlinkClick r:id="rId3" action="ppaction://hlinksldjump"/>
            <a:extLst>
              <a:ext uri="{FF2B5EF4-FFF2-40B4-BE49-F238E27FC236}">
                <a16:creationId xmlns:a16="http://schemas.microsoft.com/office/drawing/2014/main" id="{0A32DB0C-27E2-4761-BACD-EDE58409AF75}"/>
              </a:ext>
            </a:extLst>
          </p:cNvPr>
          <p:cNvSpPr/>
          <p:nvPr/>
        </p:nvSpPr>
        <p:spPr>
          <a:xfrm>
            <a:off x="5039833" y="2932460"/>
            <a:ext cx="914400" cy="30444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8059837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13243A6-036A-4A89-941C-D5CEE45B99CB}"/>
              </a:ext>
            </a:extLst>
          </p:cNvPr>
          <p:cNvSpPr/>
          <p:nvPr/>
        </p:nvSpPr>
        <p:spPr>
          <a:xfrm>
            <a:off x="0" y="9215"/>
            <a:ext cx="12192000" cy="2711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What is new</a:t>
            </a:r>
          </a:p>
        </p:txBody>
      </p:sp>
      <p:sp>
        <p:nvSpPr>
          <p:cNvPr id="3" name="Rectangle 2">
            <a:extLst>
              <a:ext uri="{FF2B5EF4-FFF2-40B4-BE49-F238E27FC236}">
                <a16:creationId xmlns:a16="http://schemas.microsoft.com/office/drawing/2014/main" id="{3D17BF77-8B7B-4C19-9552-E6714CC0013A}"/>
              </a:ext>
            </a:extLst>
          </p:cNvPr>
          <p:cNvSpPr/>
          <p:nvPr/>
        </p:nvSpPr>
        <p:spPr>
          <a:xfrm>
            <a:off x="0" y="280345"/>
            <a:ext cx="12192000" cy="6568440"/>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Welcome! </a:t>
            </a:r>
          </a:p>
          <a:p>
            <a:pPr algn="ctr"/>
            <a:r>
              <a:rPr lang="en-GB" dirty="0"/>
              <a:t>Here are the new features compared to Windos 98:</a:t>
            </a:r>
          </a:p>
          <a:p>
            <a:pPr marL="285750" indent="-285750" algn="ctr">
              <a:buFont typeface="Arial" panose="020B0604020202020204" pitchFamily="34" charset="0"/>
              <a:buChar char="•"/>
            </a:pPr>
            <a:r>
              <a:rPr lang="en-GB" dirty="0"/>
              <a:t>Better resolution to fit MORE items on screen</a:t>
            </a:r>
          </a:p>
          <a:p>
            <a:pPr marL="285750" indent="-285750" algn="ctr">
              <a:buFont typeface="Arial" panose="020B0604020202020204" pitchFamily="34" charset="0"/>
              <a:buChar char="•"/>
            </a:pPr>
            <a:r>
              <a:rPr lang="en-GB" dirty="0"/>
              <a:t>better security to prevent malware, scams, worms, trojans and more!</a:t>
            </a:r>
          </a:p>
          <a:p>
            <a:pPr marL="285750" indent="-285750" algn="ctr">
              <a:buFont typeface="Arial" panose="020B0604020202020204" pitchFamily="34" charset="0"/>
              <a:buChar char="•"/>
            </a:pPr>
            <a:r>
              <a:rPr lang="en-GB" dirty="0"/>
              <a:t>More multimedia to enhance the experience! </a:t>
            </a:r>
          </a:p>
          <a:p>
            <a:pPr marL="285750" indent="-285750" algn="ctr">
              <a:buFont typeface="Arial" panose="020B0604020202020204" pitchFamily="34" charset="0"/>
              <a:buChar char="•"/>
            </a:pPr>
            <a:r>
              <a:rPr lang="en-GB" dirty="0"/>
              <a:t>Better colour scheme to increase readability</a:t>
            </a:r>
          </a:p>
          <a:p>
            <a:pPr marL="285750" indent="-285750" algn="ctr">
              <a:buFont typeface="Arial" panose="020B0604020202020204" pitchFamily="34" charset="0"/>
              <a:buChar char="•"/>
            </a:pPr>
            <a:r>
              <a:rPr lang="en-GB" dirty="0"/>
              <a:t>The new Internet Explorer 25!</a:t>
            </a:r>
          </a:p>
          <a:p>
            <a:pPr marL="285750" indent="-285750" algn="ctr">
              <a:buFont typeface="Arial" panose="020B0604020202020204" pitchFamily="34" charset="0"/>
              <a:buChar char="•"/>
            </a:pPr>
            <a:r>
              <a:rPr lang="en-GB" dirty="0"/>
              <a:t>More games!</a:t>
            </a:r>
          </a:p>
          <a:p>
            <a:pPr marL="285750" indent="-285750" algn="ctr">
              <a:buFont typeface="Arial" panose="020B0604020202020204" pitchFamily="34" charset="0"/>
              <a:buChar char="•"/>
            </a:pPr>
            <a:r>
              <a:rPr lang="en-GB" dirty="0"/>
              <a:t>Better antivirus built in to protect you!</a:t>
            </a:r>
          </a:p>
          <a:p>
            <a:pPr marL="285750" indent="-285750" algn="ctr">
              <a:buFont typeface="Arial" panose="020B0604020202020204" pitchFamily="34" charset="0"/>
              <a:buChar char="•"/>
            </a:pPr>
            <a:r>
              <a:rPr lang="en-GB" dirty="0"/>
              <a:t>An ad blocker!</a:t>
            </a:r>
          </a:p>
          <a:p>
            <a:pPr marL="285750" indent="-285750" algn="ctr">
              <a:buFont typeface="Arial" panose="020B0604020202020204" pitchFamily="34" charset="0"/>
              <a:buChar char="•"/>
            </a:pPr>
            <a:r>
              <a:rPr lang="en-GB" dirty="0"/>
              <a:t>Clippy has been replaced!</a:t>
            </a:r>
          </a:p>
          <a:p>
            <a:pPr marL="285750" indent="-285750" algn="ctr">
              <a:buFont typeface="Arial" panose="020B0604020202020204" pitchFamily="34" charset="0"/>
              <a:buChar char="•"/>
            </a:pPr>
            <a:r>
              <a:rPr lang="en-GB" dirty="0"/>
              <a:t>Many bug fixes and stability enhancements!</a:t>
            </a:r>
          </a:p>
          <a:p>
            <a:pPr marL="285750" indent="-285750" algn="ctr">
              <a:buFont typeface="Arial" panose="020B0604020202020204" pitchFamily="34" charset="0"/>
              <a:buChar char="•"/>
            </a:pPr>
            <a:r>
              <a:rPr lang="en-GB" dirty="0"/>
              <a:t>Get XDirect 1.0 without installing it!</a:t>
            </a:r>
          </a:p>
          <a:p>
            <a:pPr marL="285750" indent="-285750" algn="ctr">
              <a:buFont typeface="Arial" panose="020B0604020202020204" pitchFamily="34" charset="0"/>
              <a:buChar char="•"/>
            </a:pPr>
            <a:r>
              <a:rPr lang="en-GB" dirty="0"/>
              <a:t>Better help</a:t>
            </a:r>
          </a:p>
          <a:p>
            <a:pPr marL="285750" indent="-285750" algn="ctr">
              <a:buFont typeface="Arial" panose="020B0604020202020204" pitchFamily="34" charset="0"/>
              <a:buChar char="•"/>
            </a:pPr>
            <a:r>
              <a:rPr lang="en-GB" dirty="0"/>
              <a:t>And much, much more! </a:t>
            </a:r>
          </a:p>
          <a:p>
            <a:pPr marL="285750" indent="-285750" algn="ctr">
              <a:buFont typeface="Arial" panose="020B0604020202020204" pitchFamily="34" charset="0"/>
              <a:buChar char="•"/>
            </a:pPr>
            <a:endParaRPr lang="en-GB" dirty="0"/>
          </a:p>
        </p:txBody>
      </p:sp>
      <p:sp>
        <p:nvSpPr>
          <p:cNvPr id="5" name="Rectangle 4">
            <a:hlinkClick r:id="rId2" action="ppaction://hlinksldjump"/>
            <a:extLst>
              <a:ext uri="{FF2B5EF4-FFF2-40B4-BE49-F238E27FC236}">
                <a16:creationId xmlns:a16="http://schemas.microsoft.com/office/drawing/2014/main" id="{0A32DB0C-27E2-4761-BACD-EDE58409AF75}"/>
              </a:ext>
            </a:extLst>
          </p:cNvPr>
          <p:cNvSpPr/>
          <p:nvPr/>
        </p:nvSpPr>
        <p:spPr>
          <a:xfrm>
            <a:off x="11277600" y="-24101"/>
            <a:ext cx="914400" cy="30444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9183346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1CB11B9-AF96-4F1A-8456-07F5B7005989}"/>
              </a:ext>
            </a:extLst>
          </p:cNvPr>
          <p:cNvPicPr>
            <a:picLocks noChangeAspect="1"/>
          </p:cNvPicPr>
          <p:nvPr/>
        </p:nvPicPr>
        <p:blipFill>
          <a:blip r:embed="rId2"/>
          <a:stretch>
            <a:fillRect/>
          </a:stretch>
        </p:blipFill>
        <p:spPr>
          <a:xfrm>
            <a:off x="0" y="144780"/>
            <a:ext cx="12192000" cy="6568440"/>
          </a:xfrm>
          <a:prstGeom prst="rect">
            <a:avLst/>
          </a:prstGeom>
        </p:spPr>
      </p:pic>
      <p:sp>
        <p:nvSpPr>
          <p:cNvPr id="2" name="Rectangle 1">
            <a:extLst>
              <a:ext uri="{FF2B5EF4-FFF2-40B4-BE49-F238E27FC236}">
                <a16:creationId xmlns:a16="http://schemas.microsoft.com/office/drawing/2014/main" id="{D13243A6-036A-4A89-941C-D5CEE45B99CB}"/>
              </a:ext>
            </a:extLst>
          </p:cNvPr>
          <p:cNvSpPr/>
          <p:nvPr/>
        </p:nvSpPr>
        <p:spPr>
          <a:xfrm>
            <a:off x="0" y="2961167"/>
            <a:ext cx="5954233" cy="2711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Install Windos</a:t>
            </a:r>
          </a:p>
        </p:txBody>
      </p:sp>
      <p:sp>
        <p:nvSpPr>
          <p:cNvPr id="3" name="Rectangle 2">
            <a:extLst>
              <a:ext uri="{FF2B5EF4-FFF2-40B4-BE49-F238E27FC236}">
                <a16:creationId xmlns:a16="http://schemas.microsoft.com/office/drawing/2014/main" id="{3D17BF77-8B7B-4C19-9552-E6714CC0013A}"/>
              </a:ext>
            </a:extLst>
          </p:cNvPr>
          <p:cNvSpPr/>
          <p:nvPr/>
        </p:nvSpPr>
        <p:spPr>
          <a:xfrm>
            <a:off x="0" y="3232297"/>
            <a:ext cx="5954233" cy="3616487"/>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Setup is ready to install Windos 2000.</a:t>
            </a:r>
          </a:p>
          <a:p>
            <a:pPr algn="ctr"/>
            <a:r>
              <a:rPr lang="en-GB" dirty="0"/>
              <a:t>First, we need some info. </a:t>
            </a:r>
          </a:p>
        </p:txBody>
      </p:sp>
      <p:sp>
        <p:nvSpPr>
          <p:cNvPr id="5" name="Rectangle 4">
            <a:hlinkClick r:id="rId3" action="ppaction://hlinksldjump"/>
            <a:extLst>
              <a:ext uri="{FF2B5EF4-FFF2-40B4-BE49-F238E27FC236}">
                <a16:creationId xmlns:a16="http://schemas.microsoft.com/office/drawing/2014/main" id="{0A32DB0C-27E2-4761-BACD-EDE58409AF75}"/>
              </a:ext>
            </a:extLst>
          </p:cNvPr>
          <p:cNvSpPr/>
          <p:nvPr/>
        </p:nvSpPr>
        <p:spPr>
          <a:xfrm>
            <a:off x="5039833" y="2932460"/>
            <a:ext cx="914400" cy="30444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6915299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13243A6-036A-4A89-941C-D5CEE45B99CB}"/>
              </a:ext>
            </a:extLst>
          </p:cNvPr>
          <p:cNvSpPr/>
          <p:nvPr/>
        </p:nvSpPr>
        <p:spPr>
          <a:xfrm>
            <a:off x="0" y="9215"/>
            <a:ext cx="12192000" cy="2711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activation</a:t>
            </a:r>
          </a:p>
        </p:txBody>
      </p:sp>
      <p:sp>
        <p:nvSpPr>
          <p:cNvPr id="3" name="Rectangle 2">
            <a:extLst>
              <a:ext uri="{FF2B5EF4-FFF2-40B4-BE49-F238E27FC236}">
                <a16:creationId xmlns:a16="http://schemas.microsoft.com/office/drawing/2014/main" id="{3D17BF77-8B7B-4C19-9552-E6714CC0013A}"/>
              </a:ext>
            </a:extLst>
          </p:cNvPr>
          <p:cNvSpPr/>
          <p:nvPr/>
        </p:nvSpPr>
        <p:spPr>
          <a:xfrm>
            <a:off x="0" y="280345"/>
            <a:ext cx="12192000" cy="6568440"/>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Please enter the product labelled on the DVD casing:</a:t>
            </a:r>
          </a:p>
          <a:p>
            <a:pPr algn="ctr"/>
            <a:endParaRPr lang="en-GB" dirty="0"/>
          </a:p>
          <a:p>
            <a:pPr algn="ctr"/>
            <a:endParaRPr lang="en-GB" dirty="0"/>
          </a:p>
          <a:p>
            <a:pPr algn="ctr"/>
            <a:endParaRPr lang="en-GB" dirty="0"/>
          </a:p>
        </p:txBody>
      </p:sp>
      <p:sp>
        <p:nvSpPr>
          <p:cNvPr id="5" name="Rectangle 4">
            <a:extLst>
              <a:ext uri="{FF2B5EF4-FFF2-40B4-BE49-F238E27FC236}">
                <a16:creationId xmlns:a16="http://schemas.microsoft.com/office/drawing/2014/main" id="{0A32DB0C-27E2-4761-BACD-EDE58409AF75}"/>
              </a:ext>
            </a:extLst>
          </p:cNvPr>
          <p:cNvSpPr/>
          <p:nvPr/>
        </p:nvSpPr>
        <p:spPr>
          <a:xfrm>
            <a:off x="11277600" y="-24101"/>
            <a:ext cx="914400" cy="30444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3">
            <a:extLst>
              <a:ext uri="{FF2B5EF4-FFF2-40B4-BE49-F238E27FC236}">
                <a16:creationId xmlns:a16="http://schemas.microsoft.com/office/drawing/2014/main" id="{24EDA66C-DDCF-4FE0-B846-A65B0784FD99}"/>
              </a:ext>
            </a:extLst>
          </p:cNvPr>
          <p:cNvSpPr/>
          <p:nvPr/>
        </p:nvSpPr>
        <p:spPr>
          <a:xfrm>
            <a:off x="361507" y="3763926"/>
            <a:ext cx="2041451"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38867782-793C-42A1-B831-8502B2EC9E9F}"/>
              </a:ext>
            </a:extLst>
          </p:cNvPr>
          <p:cNvSpPr/>
          <p:nvPr/>
        </p:nvSpPr>
        <p:spPr>
          <a:xfrm>
            <a:off x="2764465" y="3763926"/>
            <a:ext cx="2041451"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Rectangle 6">
            <a:extLst>
              <a:ext uri="{FF2B5EF4-FFF2-40B4-BE49-F238E27FC236}">
                <a16:creationId xmlns:a16="http://schemas.microsoft.com/office/drawing/2014/main" id="{73CAF55C-F833-4D0E-8698-10308BD8D512}"/>
              </a:ext>
            </a:extLst>
          </p:cNvPr>
          <p:cNvSpPr/>
          <p:nvPr/>
        </p:nvSpPr>
        <p:spPr>
          <a:xfrm>
            <a:off x="5075274" y="3763926"/>
            <a:ext cx="2041451"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537E3454-34B7-4326-883A-43B0E02E13A7}"/>
              </a:ext>
            </a:extLst>
          </p:cNvPr>
          <p:cNvSpPr/>
          <p:nvPr/>
        </p:nvSpPr>
        <p:spPr>
          <a:xfrm>
            <a:off x="7478232" y="3763926"/>
            <a:ext cx="2041451"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 name="Rectangle 8">
            <a:extLst>
              <a:ext uri="{FF2B5EF4-FFF2-40B4-BE49-F238E27FC236}">
                <a16:creationId xmlns:a16="http://schemas.microsoft.com/office/drawing/2014/main" id="{93A2B6EF-768F-4648-AE40-3E07D49D793C}"/>
              </a:ext>
            </a:extLst>
          </p:cNvPr>
          <p:cNvSpPr/>
          <p:nvPr/>
        </p:nvSpPr>
        <p:spPr>
          <a:xfrm>
            <a:off x="9881190" y="3763926"/>
            <a:ext cx="2041451"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Rectangle 10">
            <a:hlinkClick r:id="rId2" action="ppaction://hlinksldjump"/>
            <a:extLst>
              <a:ext uri="{FF2B5EF4-FFF2-40B4-BE49-F238E27FC236}">
                <a16:creationId xmlns:a16="http://schemas.microsoft.com/office/drawing/2014/main" id="{E817DAA5-A720-44C8-85BF-D67E5B1C5648}"/>
              </a:ext>
            </a:extLst>
          </p:cNvPr>
          <p:cNvSpPr/>
          <p:nvPr/>
        </p:nvSpPr>
        <p:spPr>
          <a:xfrm>
            <a:off x="3306726" y="502920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next&gt;</a:t>
            </a:r>
          </a:p>
        </p:txBody>
      </p:sp>
      <p:sp>
        <p:nvSpPr>
          <p:cNvPr id="12" name="Rectangle 11">
            <a:hlinkClick r:id="rId3" action="ppaction://hlinksldjump"/>
            <a:extLst>
              <a:ext uri="{FF2B5EF4-FFF2-40B4-BE49-F238E27FC236}">
                <a16:creationId xmlns:a16="http://schemas.microsoft.com/office/drawing/2014/main" id="{6106DAF3-EC99-491C-A1B6-93E41D08C5CC}"/>
              </a:ext>
            </a:extLst>
          </p:cNvPr>
          <p:cNvSpPr/>
          <p:nvPr/>
        </p:nvSpPr>
        <p:spPr>
          <a:xfrm>
            <a:off x="6834963" y="502920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Skip&gt;</a:t>
            </a:r>
          </a:p>
        </p:txBody>
      </p:sp>
    </p:spTree>
    <p:extLst>
      <p:ext uri="{BB962C8B-B14F-4D97-AF65-F5344CB8AC3E}">
        <p14:creationId xmlns:p14="http://schemas.microsoft.com/office/powerpoint/2010/main" val="41915300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1CB11B9-AF96-4F1A-8456-07F5B7005989}"/>
              </a:ext>
            </a:extLst>
          </p:cNvPr>
          <p:cNvPicPr>
            <a:picLocks noChangeAspect="1"/>
          </p:cNvPicPr>
          <p:nvPr/>
        </p:nvPicPr>
        <p:blipFill>
          <a:blip r:embed="rId2"/>
          <a:stretch>
            <a:fillRect/>
          </a:stretch>
        </p:blipFill>
        <p:spPr>
          <a:xfrm>
            <a:off x="0" y="144780"/>
            <a:ext cx="12192000" cy="6568440"/>
          </a:xfrm>
          <a:prstGeom prst="rect">
            <a:avLst/>
          </a:prstGeom>
        </p:spPr>
      </p:pic>
      <p:sp>
        <p:nvSpPr>
          <p:cNvPr id="2" name="Rectangle 1">
            <a:extLst>
              <a:ext uri="{FF2B5EF4-FFF2-40B4-BE49-F238E27FC236}">
                <a16:creationId xmlns:a16="http://schemas.microsoft.com/office/drawing/2014/main" id="{D13243A6-036A-4A89-941C-D5CEE45B99CB}"/>
              </a:ext>
            </a:extLst>
          </p:cNvPr>
          <p:cNvSpPr/>
          <p:nvPr/>
        </p:nvSpPr>
        <p:spPr>
          <a:xfrm>
            <a:off x="0" y="2961167"/>
            <a:ext cx="5954233" cy="2711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Wrong key! </a:t>
            </a:r>
          </a:p>
        </p:txBody>
      </p:sp>
      <p:sp>
        <p:nvSpPr>
          <p:cNvPr id="3" name="Rectangle 2">
            <a:extLst>
              <a:ext uri="{FF2B5EF4-FFF2-40B4-BE49-F238E27FC236}">
                <a16:creationId xmlns:a16="http://schemas.microsoft.com/office/drawing/2014/main" id="{3D17BF77-8B7B-4C19-9552-E6714CC0013A}"/>
              </a:ext>
            </a:extLst>
          </p:cNvPr>
          <p:cNvSpPr/>
          <p:nvPr/>
        </p:nvSpPr>
        <p:spPr>
          <a:xfrm>
            <a:off x="0" y="3232297"/>
            <a:ext cx="5954233" cy="3616487"/>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Please close to go back!</a:t>
            </a:r>
          </a:p>
          <a:p>
            <a:pPr algn="ctr"/>
            <a:endParaRPr lang="en-GB" dirty="0"/>
          </a:p>
          <a:p>
            <a:pPr algn="ctr"/>
            <a:r>
              <a:rPr lang="en-GB" dirty="0"/>
              <a:t>Try:</a:t>
            </a:r>
          </a:p>
          <a:p>
            <a:pPr marL="342900" indent="-342900" algn="ctr">
              <a:buAutoNum type="arabicPeriod"/>
            </a:pPr>
            <a:r>
              <a:rPr lang="en-GB" dirty="0"/>
              <a:t>Ensuring you actually have a key</a:t>
            </a:r>
          </a:p>
          <a:p>
            <a:pPr marL="342900" indent="-342900" algn="ctr">
              <a:buAutoNum type="arabicPeriod"/>
            </a:pPr>
            <a:r>
              <a:rPr lang="en-GB" dirty="0"/>
              <a:t>Re typing it</a:t>
            </a:r>
          </a:p>
          <a:p>
            <a:pPr marL="342900" indent="-342900" algn="ctr">
              <a:buAutoNum type="arabicPeriod"/>
            </a:pPr>
            <a:r>
              <a:rPr lang="en-GB" dirty="0"/>
              <a:t>Skipping the process if you pirated this OS</a:t>
            </a:r>
          </a:p>
          <a:p>
            <a:pPr marL="342900" indent="-342900" algn="ctr">
              <a:buAutoNum type="arabicPeriod"/>
            </a:pPr>
            <a:r>
              <a:rPr lang="en-GB" dirty="0"/>
              <a:t>Report a pirated/cracked version of Windos 2000 </a:t>
            </a:r>
          </a:p>
        </p:txBody>
      </p:sp>
      <p:sp>
        <p:nvSpPr>
          <p:cNvPr id="5" name="Rectangle 4">
            <a:hlinkClick r:id="rId3" action="ppaction://hlinksldjump"/>
            <a:extLst>
              <a:ext uri="{FF2B5EF4-FFF2-40B4-BE49-F238E27FC236}">
                <a16:creationId xmlns:a16="http://schemas.microsoft.com/office/drawing/2014/main" id="{0A32DB0C-27E2-4761-BACD-EDE58409AF75}"/>
              </a:ext>
            </a:extLst>
          </p:cNvPr>
          <p:cNvSpPr/>
          <p:nvPr/>
        </p:nvSpPr>
        <p:spPr>
          <a:xfrm>
            <a:off x="5039833" y="2932460"/>
            <a:ext cx="914400" cy="30444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7271381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1CB11B9-AF96-4F1A-8456-07F5B7005989}"/>
              </a:ext>
            </a:extLst>
          </p:cNvPr>
          <p:cNvPicPr>
            <a:picLocks noChangeAspect="1"/>
          </p:cNvPicPr>
          <p:nvPr/>
        </p:nvPicPr>
        <p:blipFill>
          <a:blip r:embed="rId2"/>
          <a:stretch>
            <a:fillRect/>
          </a:stretch>
        </p:blipFill>
        <p:spPr>
          <a:xfrm>
            <a:off x="0" y="144780"/>
            <a:ext cx="12192000" cy="6568440"/>
          </a:xfrm>
          <a:prstGeom prst="rect">
            <a:avLst/>
          </a:prstGeom>
        </p:spPr>
      </p:pic>
      <p:sp>
        <p:nvSpPr>
          <p:cNvPr id="2" name="Rectangle 1">
            <a:extLst>
              <a:ext uri="{FF2B5EF4-FFF2-40B4-BE49-F238E27FC236}">
                <a16:creationId xmlns:a16="http://schemas.microsoft.com/office/drawing/2014/main" id="{D13243A6-036A-4A89-941C-D5CEE45B99CB}"/>
              </a:ext>
            </a:extLst>
          </p:cNvPr>
          <p:cNvSpPr/>
          <p:nvPr/>
        </p:nvSpPr>
        <p:spPr>
          <a:xfrm>
            <a:off x="0" y="2961167"/>
            <a:ext cx="5954233" cy="2711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Skip?</a:t>
            </a:r>
          </a:p>
        </p:txBody>
      </p:sp>
      <p:sp>
        <p:nvSpPr>
          <p:cNvPr id="3" name="Rectangle 2">
            <a:extLst>
              <a:ext uri="{FF2B5EF4-FFF2-40B4-BE49-F238E27FC236}">
                <a16:creationId xmlns:a16="http://schemas.microsoft.com/office/drawing/2014/main" id="{3D17BF77-8B7B-4C19-9552-E6714CC0013A}"/>
              </a:ext>
            </a:extLst>
          </p:cNvPr>
          <p:cNvSpPr/>
          <p:nvPr/>
        </p:nvSpPr>
        <p:spPr>
          <a:xfrm>
            <a:off x="0" y="3232297"/>
            <a:ext cx="5954233" cy="3616487"/>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You can enter it later.</a:t>
            </a:r>
          </a:p>
          <a:p>
            <a:pPr algn="ctr"/>
            <a:r>
              <a:rPr lang="en-GB" dirty="0"/>
              <a:t>You will:</a:t>
            </a:r>
          </a:p>
          <a:p>
            <a:pPr marL="342900" indent="-342900" algn="ctr">
              <a:buAutoNum type="arabicPeriod"/>
            </a:pPr>
            <a:r>
              <a:rPr lang="en-GB" dirty="0"/>
              <a:t>Be unable to change settings</a:t>
            </a:r>
          </a:p>
          <a:p>
            <a:pPr marL="342900" indent="-342900" algn="ctr">
              <a:buAutoNum type="arabicPeriod"/>
            </a:pPr>
            <a:r>
              <a:rPr lang="en-GB" dirty="0"/>
              <a:t>Be reported to Micr0$oft</a:t>
            </a:r>
          </a:p>
          <a:p>
            <a:pPr marL="342900" indent="-342900" algn="ctr">
              <a:buAutoNum type="arabicPeriod"/>
            </a:pPr>
            <a:r>
              <a:rPr lang="en-GB" dirty="0"/>
              <a:t>Will be unable to use certain things</a:t>
            </a:r>
          </a:p>
          <a:p>
            <a:pPr marL="342900" indent="-342900" algn="ctr">
              <a:buAutoNum type="arabicPeriod"/>
            </a:pPr>
            <a:r>
              <a:rPr lang="en-GB" dirty="0"/>
              <a:t>See annoying pop ups from time to time</a:t>
            </a:r>
          </a:p>
          <a:p>
            <a:pPr marL="342900" indent="-342900" algn="ctr">
              <a:buAutoNum type="arabicPeriod"/>
            </a:pPr>
            <a:r>
              <a:rPr lang="en-GB" dirty="0"/>
              <a:t>Be banned from the Windos Store</a:t>
            </a:r>
          </a:p>
          <a:p>
            <a:pPr marL="342900" indent="-342900" algn="ctr">
              <a:buAutoNum type="arabicPeriod"/>
            </a:pPr>
            <a:r>
              <a:rPr lang="en-GB" dirty="0"/>
              <a:t>Be unable to play games!</a:t>
            </a:r>
          </a:p>
          <a:p>
            <a:pPr marL="342900" indent="-342900" algn="ctr">
              <a:buAutoNum type="arabicPeriod"/>
            </a:pPr>
            <a:r>
              <a:rPr lang="en-GB" dirty="0"/>
              <a:t>Be unable to disable UAC</a:t>
            </a:r>
          </a:p>
          <a:p>
            <a:pPr marL="342900" indent="-342900" algn="ctr">
              <a:buAutoNum type="arabicPeriod"/>
            </a:pPr>
            <a:r>
              <a:rPr lang="en-GB" dirty="0"/>
              <a:t>Have a 172593871345 day grace period. </a:t>
            </a:r>
          </a:p>
          <a:p>
            <a:pPr marL="342900" indent="-342900" algn="ctr">
              <a:buAutoNum type="arabicPeriod"/>
            </a:pPr>
            <a:r>
              <a:rPr lang="en-GB" dirty="0"/>
              <a:t>Not have DirectX 1.0 installed</a:t>
            </a:r>
          </a:p>
          <a:p>
            <a:pPr marL="342900" indent="-342900" algn="ctr">
              <a:buAutoNum type="arabicPeriod"/>
            </a:pPr>
            <a:r>
              <a:rPr lang="en-GB" dirty="0"/>
              <a:t>Will not have Tech Support</a:t>
            </a:r>
          </a:p>
          <a:p>
            <a:pPr algn="ctr"/>
            <a:r>
              <a:rPr lang="en-GB" dirty="0"/>
              <a:t>Close to proceed</a:t>
            </a:r>
          </a:p>
        </p:txBody>
      </p:sp>
      <p:sp>
        <p:nvSpPr>
          <p:cNvPr id="5" name="Rectangle 4">
            <a:hlinkClick r:id="rId3" action="ppaction://hlinksldjump"/>
            <a:extLst>
              <a:ext uri="{FF2B5EF4-FFF2-40B4-BE49-F238E27FC236}">
                <a16:creationId xmlns:a16="http://schemas.microsoft.com/office/drawing/2014/main" id="{0A32DB0C-27E2-4761-BACD-EDE58409AF75}"/>
              </a:ext>
            </a:extLst>
          </p:cNvPr>
          <p:cNvSpPr/>
          <p:nvPr/>
        </p:nvSpPr>
        <p:spPr>
          <a:xfrm>
            <a:off x="5039833" y="2932460"/>
            <a:ext cx="914400" cy="30444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8260483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1CB11B9-AF96-4F1A-8456-07F5B7005989}"/>
              </a:ext>
            </a:extLst>
          </p:cNvPr>
          <p:cNvPicPr>
            <a:picLocks noChangeAspect="1"/>
          </p:cNvPicPr>
          <p:nvPr/>
        </p:nvPicPr>
        <p:blipFill>
          <a:blip r:embed="rId2"/>
          <a:stretch>
            <a:fillRect/>
          </a:stretch>
        </p:blipFill>
        <p:spPr>
          <a:xfrm>
            <a:off x="0" y="144780"/>
            <a:ext cx="12192000" cy="6568440"/>
          </a:xfrm>
          <a:prstGeom prst="rect">
            <a:avLst/>
          </a:prstGeom>
        </p:spPr>
      </p:pic>
      <p:sp>
        <p:nvSpPr>
          <p:cNvPr id="2" name="Rectangle 1">
            <a:extLst>
              <a:ext uri="{FF2B5EF4-FFF2-40B4-BE49-F238E27FC236}">
                <a16:creationId xmlns:a16="http://schemas.microsoft.com/office/drawing/2014/main" id="{D13243A6-036A-4A89-941C-D5CEE45B99CB}"/>
              </a:ext>
            </a:extLst>
          </p:cNvPr>
          <p:cNvSpPr/>
          <p:nvPr/>
        </p:nvSpPr>
        <p:spPr>
          <a:xfrm>
            <a:off x="0" y="2961167"/>
            <a:ext cx="5954233" cy="2711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password</a:t>
            </a:r>
          </a:p>
        </p:txBody>
      </p:sp>
      <p:sp>
        <p:nvSpPr>
          <p:cNvPr id="3" name="Rectangle 2">
            <a:extLst>
              <a:ext uri="{FF2B5EF4-FFF2-40B4-BE49-F238E27FC236}">
                <a16:creationId xmlns:a16="http://schemas.microsoft.com/office/drawing/2014/main" id="{3D17BF77-8B7B-4C19-9552-E6714CC0013A}"/>
              </a:ext>
            </a:extLst>
          </p:cNvPr>
          <p:cNvSpPr/>
          <p:nvPr/>
        </p:nvSpPr>
        <p:spPr>
          <a:xfrm>
            <a:off x="0" y="3232297"/>
            <a:ext cx="5954233" cy="3616487"/>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Enter a password to use with this PC and close:</a:t>
            </a:r>
          </a:p>
        </p:txBody>
      </p:sp>
      <p:sp>
        <p:nvSpPr>
          <p:cNvPr id="5" name="Rectangle 4">
            <a:hlinkClick r:id="rId3" action="ppaction://hlinksldjump"/>
            <a:extLst>
              <a:ext uri="{FF2B5EF4-FFF2-40B4-BE49-F238E27FC236}">
                <a16:creationId xmlns:a16="http://schemas.microsoft.com/office/drawing/2014/main" id="{0A32DB0C-27E2-4761-BACD-EDE58409AF75}"/>
              </a:ext>
            </a:extLst>
          </p:cNvPr>
          <p:cNvSpPr/>
          <p:nvPr/>
        </p:nvSpPr>
        <p:spPr>
          <a:xfrm>
            <a:off x="5039833" y="2932460"/>
            <a:ext cx="914400" cy="30444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3">
            <a:extLst>
              <a:ext uri="{FF2B5EF4-FFF2-40B4-BE49-F238E27FC236}">
                <a16:creationId xmlns:a16="http://schemas.microsoft.com/office/drawing/2014/main" id="{71A0C87F-F1EF-4458-92C7-36E571342954}"/>
              </a:ext>
            </a:extLst>
          </p:cNvPr>
          <p:cNvSpPr/>
          <p:nvPr/>
        </p:nvSpPr>
        <p:spPr>
          <a:xfrm>
            <a:off x="1010092" y="5603358"/>
            <a:ext cx="4359349"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t>
            </a:r>
          </a:p>
        </p:txBody>
      </p:sp>
    </p:spTree>
    <p:extLst>
      <p:ext uri="{BB962C8B-B14F-4D97-AF65-F5344CB8AC3E}">
        <p14:creationId xmlns:p14="http://schemas.microsoft.com/office/powerpoint/2010/main" val="35222515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1CB11B9-AF96-4F1A-8456-07F5B7005989}"/>
              </a:ext>
            </a:extLst>
          </p:cNvPr>
          <p:cNvPicPr>
            <a:picLocks noChangeAspect="1"/>
          </p:cNvPicPr>
          <p:nvPr/>
        </p:nvPicPr>
        <p:blipFill>
          <a:blip r:embed="rId2"/>
          <a:stretch>
            <a:fillRect/>
          </a:stretch>
        </p:blipFill>
        <p:spPr>
          <a:xfrm>
            <a:off x="0" y="144780"/>
            <a:ext cx="12192000" cy="6568440"/>
          </a:xfrm>
          <a:prstGeom prst="rect">
            <a:avLst/>
          </a:prstGeom>
        </p:spPr>
      </p:pic>
      <p:sp>
        <p:nvSpPr>
          <p:cNvPr id="2" name="Rectangle 1">
            <a:extLst>
              <a:ext uri="{FF2B5EF4-FFF2-40B4-BE49-F238E27FC236}">
                <a16:creationId xmlns:a16="http://schemas.microsoft.com/office/drawing/2014/main" id="{D13243A6-036A-4A89-941C-D5CEE45B99CB}"/>
              </a:ext>
            </a:extLst>
          </p:cNvPr>
          <p:cNvSpPr/>
          <p:nvPr/>
        </p:nvSpPr>
        <p:spPr>
          <a:xfrm>
            <a:off x="0" y="2961167"/>
            <a:ext cx="5954233" cy="2711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password</a:t>
            </a:r>
          </a:p>
        </p:txBody>
      </p:sp>
      <p:sp>
        <p:nvSpPr>
          <p:cNvPr id="3" name="Rectangle 2">
            <a:extLst>
              <a:ext uri="{FF2B5EF4-FFF2-40B4-BE49-F238E27FC236}">
                <a16:creationId xmlns:a16="http://schemas.microsoft.com/office/drawing/2014/main" id="{3D17BF77-8B7B-4C19-9552-E6714CC0013A}"/>
              </a:ext>
            </a:extLst>
          </p:cNvPr>
          <p:cNvSpPr/>
          <p:nvPr/>
        </p:nvSpPr>
        <p:spPr>
          <a:xfrm>
            <a:off x="0" y="3232297"/>
            <a:ext cx="5954233" cy="3616487"/>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Retype that password and close:</a:t>
            </a:r>
          </a:p>
        </p:txBody>
      </p:sp>
      <p:sp>
        <p:nvSpPr>
          <p:cNvPr id="5" name="Rectangle 4">
            <a:hlinkClick r:id="rId3" action="ppaction://hlinksldjump"/>
            <a:extLst>
              <a:ext uri="{FF2B5EF4-FFF2-40B4-BE49-F238E27FC236}">
                <a16:creationId xmlns:a16="http://schemas.microsoft.com/office/drawing/2014/main" id="{0A32DB0C-27E2-4761-BACD-EDE58409AF75}"/>
              </a:ext>
            </a:extLst>
          </p:cNvPr>
          <p:cNvSpPr/>
          <p:nvPr/>
        </p:nvSpPr>
        <p:spPr>
          <a:xfrm>
            <a:off x="5039833" y="2932460"/>
            <a:ext cx="914400" cy="30444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3">
            <a:extLst>
              <a:ext uri="{FF2B5EF4-FFF2-40B4-BE49-F238E27FC236}">
                <a16:creationId xmlns:a16="http://schemas.microsoft.com/office/drawing/2014/main" id="{71A0C87F-F1EF-4458-92C7-36E571342954}"/>
              </a:ext>
            </a:extLst>
          </p:cNvPr>
          <p:cNvSpPr/>
          <p:nvPr/>
        </p:nvSpPr>
        <p:spPr>
          <a:xfrm>
            <a:off x="1010092" y="5603358"/>
            <a:ext cx="4359349"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t>
            </a:r>
          </a:p>
        </p:txBody>
      </p:sp>
    </p:spTree>
    <p:extLst>
      <p:ext uri="{BB962C8B-B14F-4D97-AF65-F5344CB8AC3E}">
        <p14:creationId xmlns:p14="http://schemas.microsoft.com/office/powerpoint/2010/main" val="33990545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1CB11B9-AF96-4F1A-8456-07F5B7005989}"/>
              </a:ext>
            </a:extLst>
          </p:cNvPr>
          <p:cNvPicPr>
            <a:picLocks noChangeAspect="1"/>
          </p:cNvPicPr>
          <p:nvPr/>
        </p:nvPicPr>
        <p:blipFill>
          <a:blip r:embed="rId2"/>
          <a:stretch>
            <a:fillRect/>
          </a:stretch>
        </p:blipFill>
        <p:spPr>
          <a:xfrm>
            <a:off x="0" y="144780"/>
            <a:ext cx="12192000" cy="6568440"/>
          </a:xfrm>
          <a:prstGeom prst="rect">
            <a:avLst/>
          </a:prstGeom>
        </p:spPr>
      </p:pic>
      <p:sp>
        <p:nvSpPr>
          <p:cNvPr id="2" name="Rectangle 1">
            <a:extLst>
              <a:ext uri="{FF2B5EF4-FFF2-40B4-BE49-F238E27FC236}">
                <a16:creationId xmlns:a16="http://schemas.microsoft.com/office/drawing/2014/main" id="{D13243A6-036A-4A89-941C-D5CEE45B99CB}"/>
              </a:ext>
            </a:extLst>
          </p:cNvPr>
          <p:cNvSpPr/>
          <p:nvPr/>
        </p:nvSpPr>
        <p:spPr>
          <a:xfrm>
            <a:off x="0" y="2961167"/>
            <a:ext cx="5954233" cy="2711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Installation ready</a:t>
            </a:r>
          </a:p>
        </p:txBody>
      </p:sp>
      <p:sp>
        <p:nvSpPr>
          <p:cNvPr id="3" name="Rectangle 2">
            <a:extLst>
              <a:ext uri="{FF2B5EF4-FFF2-40B4-BE49-F238E27FC236}">
                <a16:creationId xmlns:a16="http://schemas.microsoft.com/office/drawing/2014/main" id="{3D17BF77-8B7B-4C19-9552-E6714CC0013A}"/>
              </a:ext>
            </a:extLst>
          </p:cNvPr>
          <p:cNvSpPr/>
          <p:nvPr/>
        </p:nvSpPr>
        <p:spPr>
          <a:xfrm>
            <a:off x="0" y="3232297"/>
            <a:ext cx="5954233" cy="3616487"/>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Close to begin installing Windos 2000 now! </a:t>
            </a:r>
          </a:p>
        </p:txBody>
      </p:sp>
      <p:sp>
        <p:nvSpPr>
          <p:cNvPr id="5" name="Rectangle 4">
            <a:hlinkClick r:id="rId3" action="ppaction://hlinksldjump"/>
            <a:extLst>
              <a:ext uri="{FF2B5EF4-FFF2-40B4-BE49-F238E27FC236}">
                <a16:creationId xmlns:a16="http://schemas.microsoft.com/office/drawing/2014/main" id="{0A32DB0C-27E2-4761-BACD-EDE58409AF75}"/>
              </a:ext>
            </a:extLst>
          </p:cNvPr>
          <p:cNvSpPr/>
          <p:nvPr/>
        </p:nvSpPr>
        <p:spPr>
          <a:xfrm>
            <a:off x="5039833" y="2932460"/>
            <a:ext cx="914400" cy="30444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41361820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1CB11B9-AF96-4F1A-8456-07F5B7005989}"/>
              </a:ext>
            </a:extLst>
          </p:cNvPr>
          <p:cNvPicPr>
            <a:picLocks noChangeAspect="1"/>
          </p:cNvPicPr>
          <p:nvPr/>
        </p:nvPicPr>
        <p:blipFill>
          <a:blip r:embed="rId2"/>
          <a:stretch>
            <a:fillRect/>
          </a:stretch>
        </p:blipFill>
        <p:spPr>
          <a:xfrm>
            <a:off x="0" y="144780"/>
            <a:ext cx="12192000" cy="6568440"/>
          </a:xfrm>
          <a:prstGeom prst="rect">
            <a:avLst/>
          </a:prstGeom>
        </p:spPr>
      </p:pic>
      <p:sp>
        <p:nvSpPr>
          <p:cNvPr id="3" name="Rectangle 2">
            <a:extLst>
              <a:ext uri="{FF2B5EF4-FFF2-40B4-BE49-F238E27FC236}">
                <a16:creationId xmlns:a16="http://schemas.microsoft.com/office/drawing/2014/main" id="{3D17BF77-8B7B-4C19-9552-E6714CC0013A}"/>
              </a:ext>
            </a:extLst>
          </p:cNvPr>
          <p:cNvSpPr/>
          <p:nvPr/>
        </p:nvSpPr>
        <p:spPr>
          <a:xfrm>
            <a:off x="3118883" y="1620756"/>
            <a:ext cx="5954233" cy="3616487"/>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Installing Windos 2000….</a:t>
            </a:r>
          </a:p>
          <a:p>
            <a:pPr algn="ctr"/>
            <a:r>
              <a:rPr lang="en-GB" dirty="0"/>
              <a:t>Please wait…</a:t>
            </a:r>
          </a:p>
        </p:txBody>
      </p:sp>
      <p:pic>
        <p:nvPicPr>
          <p:cNvPr id="4" name="Picture 3">
            <a:hlinkClick r:id="rId3" action="ppaction://hlinksldjump"/>
            <a:extLst>
              <a:ext uri="{FF2B5EF4-FFF2-40B4-BE49-F238E27FC236}">
                <a16:creationId xmlns:a16="http://schemas.microsoft.com/office/drawing/2014/main" id="{321EB166-B40F-4295-8B43-BE1F4E53574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30926" y="4031512"/>
            <a:ext cx="2730145" cy="476692"/>
          </a:xfrm>
          <a:prstGeom prst="rect">
            <a:avLst/>
          </a:prstGeom>
        </p:spPr>
      </p:pic>
    </p:spTree>
    <p:extLst>
      <p:ext uri="{BB962C8B-B14F-4D97-AF65-F5344CB8AC3E}">
        <p14:creationId xmlns:p14="http://schemas.microsoft.com/office/powerpoint/2010/main" val="8075353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1CB11B9-AF96-4F1A-8456-07F5B7005989}"/>
              </a:ext>
            </a:extLst>
          </p:cNvPr>
          <p:cNvPicPr>
            <a:picLocks noChangeAspect="1"/>
          </p:cNvPicPr>
          <p:nvPr/>
        </p:nvPicPr>
        <p:blipFill>
          <a:blip r:embed="rId2"/>
          <a:stretch>
            <a:fillRect/>
          </a:stretch>
        </p:blipFill>
        <p:spPr>
          <a:xfrm>
            <a:off x="0" y="144780"/>
            <a:ext cx="12192000" cy="6568440"/>
          </a:xfrm>
          <a:prstGeom prst="rect">
            <a:avLst/>
          </a:prstGeom>
        </p:spPr>
      </p:pic>
      <p:sp>
        <p:nvSpPr>
          <p:cNvPr id="2" name="Rectangle 1">
            <a:extLst>
              <a:ext uri="{FF2B5EF4-FFF2-40B4-BE49-F238E27FC236}">
                <a16:creationId xmlns:a16="http://schemas.microsoft.com/office/drawing/2014/main" id="{D13243A6-036A-4A89-941C-D5CEE45B99CB}"/>
              </a:ext>
            </a:extLst>
          </p:cNvPr>
          <p:cNvSpPr/>
          <p:nvPr/>
        </p:nvSpPr>
        <p:spPr>
          <a:xfrm>
            <a:off x="0" y="2961167"/>
            <a:ext cx="5954233" cy="2711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Installed! </a:t>
            </a:r>
          </a:p>
        </p:txBody>
      </p:sp>
      <p:sp>
        <p:nvSpPr>
          <p:cNvPr id="3" name="Rectangle 2">
            <a:extLst>
              <a:ext uri="{FF2B5EF4-FFF2-40B4-BE49-F238E27FC236}">
                <a16:creationId xmlns:a16="http://schemas.microsoft.com/office/drawing/2014/main" id="{3D17BF77-8B7B-4C19-9552-E6714CC0013A}"/>
              </a:ext>
            </a:extLst>
          </p:cNvPr>
          <p:cNvSpPr/>
          <p:nvPr/>
        </p:nvSpPr>
        <p:spPr>
          <a:xfrm>
            <a:off x="0" y="3232297"/>
            <a:ext cx="5954233" cy="3616487"/>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We now need to connect to the Internet.</a:t>
            </a:r>
          </a:p>
          <a:p>
            <a:pPr algn="ctr"/>
            <a:r>
              <a:rPr lang="en-GB" dirty="0"/>
              <a:t>Please close to connect to the Internet</a:t>
            </a:r>
          </a:p>
        </p:txBody>
      </p:sp>
      <p:sp>
        <p:nvSpPr>
          <p:cNvPr id="5" name="Rectangle 4">
            <a:hlinkClick r:id="rId3" action="ppaction://hlinksldjump"/>
            <a:extLst>
              <a:ext uri="{FF2B5EF4-FFF2-40B4-BE49-F238E27FC236}">
                <a16:creationId xmlns:a16="http://schemas.microsoft.com/office/drawing/2014/main" id="{0A32DB0C-27E2-4761-BACD-EDE58409AF75}"/>
              </a:ext>
            </a:extLst>
          </p:cNvPr>
          <p:cNvSpPr/>
          <p:nvPr/>
        </p:nvSpPr>
        <p:spPr>
          <a:xfrm>
            <a:off x="5039833" y="2932460"/>
            <a:ext cx="914400" cy="30444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19203317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1CB11B9-AF96-4F1A-8456-07F5B7005989}"/>
              </a:ext>
            </a:extLst>
          </p:cNvPr>
          <p:cNvPicPr>
            <a:picLocks noChangeAspect="1"/>
          </p:cNvPicPr>
          <p:nvPr/>
        </p:nvPicPr>
        <p:blipFill>
          <a:blip r:embed="rId2"/>
          <a:stretch>
            <a:fillRect/>
          </a:stretch>
        </p:blipFill>
        <p:spPr>
          <a:xfrm>
            <a:off x="0" y="144780"/>
            <a:ext cx="12192000" cy="6568440"/>
          </a:xfrm>
          <a:prstGeom prst="rect">
            <a:avLst/>
          </a:prstGeom>
        </p:spPr>
      </p:pic>
      <p:sp>
        <p:nvSpPr>
          <p:cNvPr id="3" name="Rectangle 2">
            <a:extLst>
              <a:ext uri="{FF2B5EF4-FFF2-40B4-BE49-F238E27FC236}">
                <a16:creationId xmlns:a16="http://schemas.microsoft.com/office/drawing/2014/main" id="{3D17BF77-8B7B-4C19-9552-E6714CC0013A}"/>
              </a:ext>
            </a:extLst>
          </p:cNvPr>
          <p:cNvSpPr/>
          <p:nvPr/>
        </p:nvSpPr>
        <p:spPr>
          <a:xfrm>
            <a:off x="3118883" y="1620756"/>
            <a:ext cx="5954233" cy="3616487"/>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Connecting to the Internet…</a:t>
            </a:r>
          </a:p>
        </p:txBody>
      </p:sp>
      <p:pic>
        <p:nvPicPr>
          <p:cNvPr id="4" name="Picture 3">
            <a:hlinkClick r:id="rId3" action="ppaction://hlinksldjump"/>
            <a:extLst>
              <a:ext uri="{FF2B5EF4-FFF2-40B4-BE49-F238E27FC236}">
                <a16:creationId xmlns:a16="http://schemas.microsoft.com/office/drawing/2014/main" id="{80529CE1-887B-4BB3-8520-B9A5AEC9426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30926" y="4127206"/>
            <a:ext cx="2730145" cy="476692"/>
          </a:xfrm>
          <a:prstGeom prst="rect">
            <a:avLst/>
          </a:prstGeom>
        </p:spPr>
      </p:pic>
      <p:pic>
        <p:nvPicPr>
          <p:cNvPr id="5" name="Picture 4">
            <a:extLst>
              <a:ext uri="{FF2B5EF4-FFF2-40B4-BE49-F238E27FC236}">
                <a16:creationId xmlns:a16="http://schemas.microsoft.com/office/drawing/2014/main" id="{40F5F567-9581-49B1-BAC4-A2059251FF2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38352" y="3216347"/>
            <a:ext cx="425303" cy="425303"/>
          </a:xfrm>
          <a:prstGeom prst="rect">
            <a:avLst/>
          </a:prstGeom>
        </p:spPr>
      </p:pic>
    </p:spTree>
    <p:extLst>
      <p:ext uri="{BB962C8B-B14F-4D97-AF65-F5344CB8AC3E}">
        <p14:creationId xmlns:p14="http://schemas.microsoft.com/office/powerpoint/2010/main" val="14231821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hlinkClick r:id="rId2" action="ppaction://hlinksldjump"/>
            <a:extLst>
              <a:ext uri="{FF2B5EF4-FFF2-40B4-BE49-F238E27FC236}">
                <a16:creationId xmlns:a16="http://schemas.microsoft.com/office/drawing/2014/main" id="{232D6C85-B293-4FB7-9B75-DFC6558ECC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2220"/>
            <a:ext cx="12192000" cy="6861262"/>
          </a:xfrm>
          <a:prstGeom prst="rect">
            <a:avLst/>
          </a:prstGeom>
        </p:spPr>
      </p:pic>
    </p:spTree>
    <p:extLst>
      <p:ext uri="{BB962C8B-B14F-4D97-AF65-F5344CB8AC3E}">
        <p14:creationId xmlns:p14="http://schemas.microsoft.com/office/powerpoint/2010/main" val="36349667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1CB11B9-AF96-4F1A-8456-07F5B7005989}"/>
              </a:ext>
            </a:extLst>
          </p:cNvPr>
          <p:cNvPicPr>
            <a:picLocks noChangeAspect="1"/>
          </p:cNvPicPr>
          <p:nvPr/>
        </p:nvPicPr>
        <p:blipFill>
          <a:blip r:embed="rId2"/>
          <a:stretch>
            <a:fillRect/>
          </a:stretch>
        </p:blipFill>
        <p:spPr>
          <a:xfrm>
            <a:off x="0" y="144780"/>
            <a:ext cx="12192000" cy="6568440"/>
          </a:xfrm>
          <a:prstGeom prst="rect">
            <a:avLst/>
          </a:prstGeom>
        </p:spPr>
      </p:pic>
      <p:sp>
        <p:nvSpPr>
          <p:cNvPr id="2" name="Rectangle 1">
            <a:extLst>
              <a:ext uri="{FF2B5EF4-FFF2-40B4-BE49-F238E27FC236}">
                <a16:creationId xmlns:a16="http://schemas.microsoft.com/office/drawing/2014/main" id="{D13243A6-036A-4A89-941C-D5CEE45B99CB}"/>
              </a:ext>
            </a:extLst>
          </p:cNvPr>
          <p:cNvSpPr/>
          <p:nvPr/>
        </p:nvSpPr>
        <p:spPr>
          <a:xfrm>
            <a:off x="0" y="2961167"/>
            <a:ext cx="5954233" cy="2711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Reboot needed</a:t>
            </a:r>
          </a:p>
        </p:txBody>
      </p:sp>
      <p:sp>
        <p:nvSpPr>
          <p:cNvPr id="3" name="Rectangle 2">
            <a:extLst>
              <a:ext uri="{FF2B5EF4-FFF2-40B4-BE49-F238E27FC236}">
                <a16:creationId xmlns:a16="http://schemas.microsoft.com/office/drawing/2014/main" id="{3D17BF77-8B7B-4C19-9552-E6714CC0013A}"/>
              </a:ext>
            </a:extLst>
          </p:cNvPr>
          <p:cNvSpPr/>
          <p:nvPr/>
        </p:nvSpPr>
        <p:spPr>
          <a:xfrm>
            <a:off x="0" y="3232297"/>
            <a:ext cx="5954233" cy="3616487"/>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Close to reboot! </a:t>
            </a:r>
          </a:p>
        </p:txBody>
      </p:sp>
      <p:sp>
        <p:nvSpPr>
          <p:cNvPr id="5" name="Rectangle 4">
            <a:hlinkClick r:id="rId3" action="ppaction://hlinksldjump"/>
            <a:extLst>
              <a:ext uri="{FF2B5EF4-FFF2-40B4-BE49-F238E27FC236}">
                <a16:creationId xmlns:a16="http://schemas.microsoft.com/office/drawing/2014/main" id="{0A32DB0C-27E2-4761-BACD-EDE58409AF75}"/>
              </a:ext>
            </a:extLst>
          </p:cNvPr>
          <p:cNvSpPr/>
          <p:nvPr/>
        </p:nvSpPr>
        <p:spPr>
          <a:xfrm>
            <a:off x="5039833" y="2932460"/>
            <a:ext cx="914400" cy="30444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12157328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7CE3B5-5FE3-403D-B6EE-2645F4C87CE9}"/>
              </a:ext>
            </a:extLst>
          </p:cNvPr>
          <p:cNvSpPr>
            <a:spLocks noGrp="1"/>
          </p:cNvSpPr>
          <p:nvPr>
            <p:ph type="ctrTitle"/>
          </p:nvPr>
        </p:nvSpPr>
        <p:spPr/>
        <p:txBody>
          <a:bodyPr/>
          <a:lstStyle/>
          <a:p>
            <a:endParaRPr lang="en-GB" dirty="0"/>
          </a:p>
        </p:txBody>
      </p:sp>
      <p:sp>
        <p:nvSpPr>
          <p:cNvPr id="3" name="Subtitle 2">
            <a:extLst>
              <a:ext uri="{FF2B5EF4-FFF2-40B4-BE49-F238E27FC236}">
                <a16:creationId xmlns:a16="http://schemas.microsoft.com/office/drawing/2014/main" id="{56191066-3CB0-4239-A983-0456DE2D9A5B}"/>
              </a:ext>
            </a:extLst>
          </p:cNvPr>
          <p:cNvSpPr>
            <a:spLocks noGrp="1"/>
          </p:cNvSpPr>
          <p:nvPr>
            <p:ph type="subTitle" idx="1"/>
          </p:nvPr>
        </p:nvSpPr>
        <p:spPr/>
        <p:txBody>
          <a:bodyPr/>
          <a:lstStyle/>
          <a:p>
            <a:endParaRPr lang="en-GB" dirty="0"/>
          </a:p>
        </p:txBody>
      </p:sp>
      <p:sp>
        <p:nvSpPr>
          <p:cNvPr id="4" name="Rectangle 3">
            <a:extLst>
              <a:ext uri="{FF2B5EF4-FFF2-40B4-BE49-F238E27FC236}">
                <a16:creationId xmlns:a16="http://schemas.microsoft.com/office/drawing/2014/main" id="{1C695C25-6532-46FC-95EB-143A2D02228F}"/>
              </a:ext>
            </a:extLst>
          </p:cNvPr>
          <p:cNvSpPr/>
          <p:nvPr/>
        </p:nvSpPr>
        <p:spPr>
          <a:xfrm>
            <a:off x="0" y="0"/>
            <a:ext cx="12192000" cy="6858000"/>
          </a:xfrm>
          <a:prstGeom prst="rect">
            <a:avLst/>
          </a:prstGeom>
          <a:solidFill>
            <a:schemeClr val="bg2">
              <a:lumMod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Booting from SSD…</a:t>
            </a:r>
          </a:p>
          <a:p>
            <a:r>
              <a:rPr lang="en-GB" dirty="0"/>
              <a:t>Starting Windos 2000…</a:t>
            </a:r>
          </a:p>
          <a:p>
            <a:r>
              <a:rPr lang="en-GB" dirty="0">
                <a:hlinkClick r:id="rId2" action="ppaction://hlinksldjump"/>
              </a:rPr>
              <a:t>Click me to boot</a:t>
            </a:r>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p:txBody>
      </p:sp>
    </p:spTree>
    <p:extLst>
      <p:ext uri="{BB962C8B-B14F-4D97-AF65-F5344CB8AC3E}">
        <p14:creationId xmlns:p14="http://schemas.microsoft.com/office/powerpoint/2010/main" val="7060106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1CB11B9-AF96-4F1A-8456-07F5B7005989}"/>
              </a:ext>
            </a:extLst>
          </p:cNvPr>
          <p:cNvPicPr>
            <a:picLocks noChangeAspect="1"/>
          </p:cNvPicPr>
          <p:nvPr/>
        </p:nvPicPr>
        <p:blipFill>
          <a:blip r:embed="rId2"/>
          <a:stretch>
            <a:fillRect/>
          </a:stretch>
        </p:blipFill>
        <p:spPr>
          <a:xfrm>
            <a:off x="0" y="144780"/>
            <a:ext cx="12192000" cy="6568440"/>
          </a:xfrm>
          <a:prstGeom prst="rect">
            <a:avLst/>
          </a:prstGeom>
        </p:spPr>
      </p:pic>
      <p:sp>
        <p:nvSpPr>
          <p:cNvPr id="2" name="Rectangle 1">
            <a:extLst>
              <a:ext uri="{FF2B5EF4-FFF2-40B4-BE49-F238E27FC236}">
                <a16:creationId xmlns:a16="http://schemas.microsoft.com/office/drawing/2014/main" id="{D13243A6-036A-4A89-941C-D5CEE45B99CB}"/>
              </a:ext>
            </a:extLst>
          </p:cNvPr>
          <p:cNvSpPr/>
          <p:nvPr/>
        </p:nvSpPr>
        <p:spPr>
          <a:xfrm>
            <a:off x="0" y="2961167"/>
            <a:ext cx="5954233" cy="2711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login</a:t>
            </a:r>
          </a:p>
        </p:txBody>
      </p:sp>
      <p:sp>
        <p:nvSpPr>
          <p:cNvPr id="3" name="Rectangle 2">
            <a:extLst>
              <a:ext uri="{FF2B5EF4-FFF2-40B4-BE49-F238E27FC236}">
                <a16:creationId xmlns:a16="http://schemas.microsoft.com/office/drawing/2014/main" id="{3D17BF77-8B7B-4C19-9552-E6714CC0013A}"/>
              </a:ext>
            </a:extLst>
          </p:cNvPr>
          <p:cNvSpPr/>
          <p:nvPr/>
        </p:nvSpPr>
        <p:spPr>
          <a:xfrm>
            <a:off x="0" y="3232297"/>
            <a:ext cx="5954233" cy="3616487"/>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Username: Username </a:t>
            </a:r>
          </a:p>
          <a:p>
            <a:pPr algn="ctr"/>
            <a:r>
              <a:rPr lang="en-GB" dirty="0"/>
              <a:t>Password: ********</a:t>
            </a:r>
          </a:p>
          <a:p>
            <a:pPr algn="ctr"/>
            <a:endParaRPr lang="en-GB" dirty="0"/>
          </a:p>
          <a:p>
            <a:pPr algn="ctr"/>
            <a:r>
              <a:rPr lang="en-GB"/>
              <a:t>Close to log in</a:t>
            </a:r>
            <a:endParaRPr lang="en-GB" dirty="0"/>
          </a:p>
        </p:txBody>
      </p:sp>
      <p:sp>
        <p:nvSpPr>
          <p:cNvPr id="5" name="Rectangle 4">
            <a:hlinkClick r:id="rId3" action="ppaction://hlinksldjump"/>
            <a:extLst>
              <a:ext uri="{FF2B5EF4-FFF2-40B4-BE49-F238E27FC236}">
                <a16:creationId xmlns:a16="http://schemas.microsoft.com/office/drawing/2014/main" id="{0A32DB0C-27E2-4761-BACD-EDE58409AF75}"/>
              </a:ext>
            </a:extLst>
          </p:cNvPr>
          <p:cNvSpPr/>
          <p:nvPr/>
        </p:nvSpPr>
        <p:spPr>
          <a:xfrm>
            <a:off x="5039833" y="2932460"/>
            <a:ext cx="914400" cy="30444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7705158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BD9093A-EC0A-44D1-9723-EF5A5A95D85B}"/>
              </a:ext>
            </a:extLst>
          </p:cNvPr>
          <p:cNvPicPr>
            <a:picLocks noChangeAspect="1"/>
          </p:cNvPicPr>
          <p:nvPr/>
        </p:nvPicPr>
        <p:blipFill>
          <a:blip r:embed="rId2"/>
          <a:stretch>
            <a:fillRect/>
          </a:stretch>
        </p:blipFill>
        <p:spPr>
          <a:xfrm>
            <a:off x="0" y="144780"/>
            <a:ext cx="12192000" cy="6568440"/>
          </a:xfrm>
          <a:prstGeom prst="rect">
            <a:avLst/>
          </a:prstGeom>
        </p:spPr>
      </p:pic>
      <p:sp>
        <p:nvSpPr>
          <p:cNvPr id="6" name="TextBox 5">
            <a:extLst>
              <a:ext uri="{FF2B5EF4-FFF2-40B4-BE49-F238E27FC236}">
                <a16:creationId xmlns:a16="http://schemas.microsoft.com/office/drawing/2014/main" id="{557AA885-17BF-4CA4-939F-2ED48777F4B5}"/>
              </a:ext>
            </a:extLst>
          </p:cNvPr>
          <p:cNvSpPr txBox="1"/>
          <p:nvPr/>
        </p:nvSpPr>
        <p:spPr>
          <a:xfrm>
            <a:off x="10015870" y="5837403"/>
            <a:ext cx="2388781" cy="646331"/>
          </a:xfrm>
          <a:prstGeom prst="rect">
            <a:avLst/>
          </a:prstGeom>
          <a:noFill/>
        </p:spPr>
        <p:txBody>
          <a:bodyPr wrap="square" rtlCol="0">
            <a:spAutoFit/>
          </a:bodyPr>
          <a:lstStyle/>
          <a:p>
            <a:r>
              <a:rPr lang="en-GB" dirty="0"/>
              <a:t>Windos 2000 Alpha 3</a:t>
            </a:r>
          </a:p>
          <a:p>
            <a:r>
              <a:rPr lang="en-GB" dirty="0"/>
              <a:t>Inactivated version! </a:t>
            </a:r>
          </a:p>
        </p:txBody>
      </p:sp>
      <p:sp>
        <p:nvSpPr>
          <p:cNvPr id="7" name="Rectangle 6">
            <a:extLst>
              <a:ext uri="{FF2B5EF4-FFF2-40B4-BE49-F238E27FC236}">
                <a16:creationId xmlns:a16="http://schemas.microsoft.com/office/drawing/2014/main" id="{C2319108-539A-4E5C-B99E-D222C046761E}"/>
              </a:ext>
            </a:extLst>
          </p:cNvPr>
          <p:cNvSpPr/>
          <p:nvPr/>
        </p:nvSpPr>
        <p:spPr>
          <a:xfrm>
            <a:off x="212651" y="393405"/>
            <a:ext cx="3944679" cy="565917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TextBox 7">
            <a:extLst>
              <a:ext uri="{FF2B5EF4-FFF2-40B4-BE49-F238E27FC236}">
                <a16:creationId xmlns:a16="http://schemas.microsoft.com/office/drawing/2014/main" id="{D8A79A11-6830-490A-9103-E6AA5C21802E}"/>
              </a:ext>
            </a:extLst>
          </p:cNvPr>
          <p:cNvSpPr txBox="1"/>
          <p:nvPr/>
        </p:nvSpPr>
        <p:spPr>
          <a:xfrm>
            <a:off x="212651" y="467832"/>
            <a:ext cx="3944679" cy="2862322"/>
          </a:xfrm>
          <a:prstGeom prst="rect">
            <a:avLst/>
          </a:prstGeom>
          <a:noFill/>
        </p:spPr>
        <p:txBody>
          <a:bodyPr wrap="square" rtlCol="0">
            <a:spAutoFit/>
          </a:bodyPr>
          <a:lstStyle/>
          <a:p>
            <a:r>
              <a:rPr lang="en-GB" u="sng" dirty="0"/>
              <a:t>What’s new:</a:t>
            </a:r>
          </a:p>
          <a:p>
            <a:endParaRPr lang="en-GB" dirty="0"/>
          </a:p>
          <a:p>
            <a:pPr marL="342900" indent="-342900">
              <a:buAutoNum type="arabicPeriod"/>
            </a:pPr>
            <a:r>
              <a:rPr lang="en-GB" dirty="0"/>
              <a:t>Added action centre</a:t>
            </a:r>
          </a:p>
          <a:p>
            <a:pPr marL="342900" indent="-342900">
              <a:buAutoNum type="arabicPeriod"/>
            </a:pPr>
            <a:r>
              <a:rPr lang="en-GB" dirty="0"/>
              <a:t>Increased resolution</a:t>
            </a:r>
          </a:p>
          <a:p>
            <a:pPr marL="342900" indent="-342900">
              <a:buAutoNum type="arabicPeriod"/>
            </a:pPr>
            <a:r>
              <a:rPr lang="en-GB" dirty="0"/>
              <a:t>All text is now white!</a:t>
            </a:r>
          </a:p>
          <a:p>
            <a:pPr marL="342900" indent="-342900">
              <a:buAutoNum type="arabicPeriod"/>
            </a:pPr>
            <a:r>
              <a:rPr lang="en-GB" dirty="0"/>
              <a:t>Finished action centre</a:t>
            </a:r>
          </a:p>
          <a:p>
            <a:pPr marL="342900" indent="-342900">
              <a:buAutoNum type="arabicPeriod"/>
            </a:pPr>
            <a:r>
              <a:rPr lang="en-GB" dirty="0"/>
              <a:t>Added ad</a:t>
            </a:r>
          </a:p>
          <a:p>
            <a:pPr marL="342900" indent="-342900">
              <a:buAutoNum type="arabicPeriod"/>
            </a:pPr>
            <a:r>
              <a:rPr lang="en-GB" dirty="0"/>
              <a:t>Added IE</a:t>
            </a:r>
          </a:p>
          <a:p>
            <a:pPr marL="342900" indent="-342900">
              <a:buAutoNum type="arabicPeriod"/>
            </a:pPr>
            <a:r>
              <a:rPr lang="en-GB" dirty="0"/>
              <a:t>Found 1 virus website!  </a:t>
            </a:r>
          </a:p>
          <a:p>
            <a:endParaRPr lang="en-GB" dirty="0"/>
          </a:p>
        </p:txBody>
      </p:sp>
      <p:sp>
        <p:nvSpPr>
          <p:cNvPr id="11" name="Rectangle 10">
            <a:extLst>
              <a:ext uri="{FF2B5EF4-FFF2-40B4-BE49-F238E27FC236}">
                <a16:creationId xmlns:a16="http://schemas.microsoft.com/office/drawing/2014/main" id="{F6A10489-BFF5-4FE2-8286-D0E1E85C45DB}"/>
              </a:ext>
            </a:extLst>
          </p:cNvPr>
          <p:cNvSpPr/>
          <p:nvPr/>
        </p:nvSpPr>
        <p:spPr>
          <a:xfrm>
            <a:off x="0" y="6464595"/>
            <a:ext cx="12192000" cy="384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Rectangle 2">
            <a:hlinkClick r:id="rId3" action="ppaction://hlinksldjump"/>
            <a:extLst>
              <a:ext uri="{FF2B5EF4-FFF2-40B4-BE49-F238E27FC236}">
                <a16:creationId xmlns:a16="http://schemas.microsoft.com/office/drawing/2014/main" id="{F800D350-D470-4DB1-9DC9-7AA3A11E7AAF}"/>
              </a:ext>
            </a:extLst>
          </p:cNvPr>
          <p:cNvSpPr/>
          <p:nvPr/>
        </p:nvSpPr>
        <p:spPr>
          <a:xfrm>
            <a:off x="0" y="6464596"/>
            <a:ext cx="914400" cy="393404"/>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3" name="Picture 12">
            <a:hlinkClick r:id="rId4" action="ppaction://hlinksldjump"/>
            <a:extLst>
              <a:ext uri="{FF2B5EF4-FFF2-40B4-BE49-F238E27FC236}">
                <a16:creationId xmlns:a16="http://schemas.microsoft.com/office/drawing/2014/main" id="{0AB08542-727F-4CCF-B9C7-483D8878AA75}"/>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imgEffect>
                  </a14:imgLayer>
                </a14:imgProps>
              </a:ext>
            </a:extLst>
          </a:blip>
          <a:stretch>
            <a:fillRect/>
          </a:stretch>
        </p:blipFill>
        <p:spPr>
          <a:xfrm>
            <a:off x="11689314" y="6483734"/>
            <a:ext cx="405768" cy="365051"/>
          </a:xfrm>
          <a:prstGeom prst="rect">
            <a:avLst/>
          </a:prstGeom>
        </p:spPr>
      </p:pic>
    </p:spTree>
    <p:extLst>
      <p:ext uri="{BB962C8B-B14F-4D97-AF65-F5344CB8AC3E}">
        <p14:creationId xmlns:p14="http://schemas.microsoft.com/office/powerpoint/2010/main" val="23696179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hlinkClick r:id="rId2" action="ppaction://hlinksldjump"/>
            <a:extLst>
              <a:ext uri="{FF2B5EF4-FFF2-40B4-BE49-F238E27FC236}">
                <a16:creationId xmlns:a16="http://schemas.microsoft.com/office/drawing/2014/main" id="{6BD9093A-EC0A-44D1-9723-EF5A5A95D85B}"/>
              </a:ext>
            </a:extLst>
          </p:cNvPr>
          <p:cNvPicPr>
            <a:picLocks noChangeAspect="1"/>
          </p:cNvPicPr>
          <p:nvPr/>
        </p:nvPicPr>
        <p:blipFill>
          <a:blip r:embed="rId3"/>
          <a:stretch>
            <a:fillRect/>
          </a:stretch>
        </p:blipFill>
        <p:spPr>
          <a:xfrm>
            <a:off x="0" y="144780"/>
            <a:ext cx="12192000" cy="6568440"/>
          </a:xfrm>
          <a:prstGeom prst="rect">
            <a:avLst/>
          </a:prstGeom>
        </p:spPr>
      </p:pic>
      <p:sp>
        <p:nvSpPr>
          <p:cNvPr id="5" name="Rectangle 4">
            <a:extLst>
              <a:ext uri="{FF2B5EF4-FFF2-40B4-BE49-F238E27FC236}">
                <a16:creationId xmlns:a16="http://schemas.microsoft.com/office/drawing/2014/main" id="{3149AC43-8854-419B-9F12-E4D521D3987D}"/>
              </a:ext>
            </a:extLst>
          </p:cNvPr>
          <p:cNvSpPr/>
          <p:nvPr/>
        </p:nvSpPr>
        <p:spPr>
          <a:xfrm>
            <a:off x="0" y="6577655"/>
            <a:ext cx="12192000" cy="2711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Rectangle 2">
            <a:hlinkClick r:id="rId2" action="ppaction://hlinksldjump"/>
            <a:extLst>
              <a:ext uri="{FF2B5EF4-FFF2-40B4-BE49-F238E27FC236}">
                <a16:creationId xmlns:a16="http://schemas.microsoft.com/office/drawing/2014/main" id="{F800D350-D470-4DB1-9DC9-7AA3A11E7AAF}"/>
              </a:ext>
            </a:extLst>
          </p:cNvPr>
          <p:cNvSpPr/>
          <p:nvPr/>
        </p:nvSpPr>
        <p:spPr>
          <a:xfrm>
            <a:off x="0" y="6577655"/>
            <a:ext cx="914400" cy="27113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GB" dirty="0"/>
          </a:p>
        </p:txBody>
      </p:sp>
      <p:sp>
        <p:nvSpPr>
          <p:cNvPr id="2" name="Rectangle 1">
            <a:extLst>
              <a:ext uri="{FF2B5EF4-FFF2-40B4-BE49-F238E27FC236}">
                <a16:creationId xmlns:a16="http://schemas.microsoft.com/office/drawing/2014/main" id="{CDDCAB51-B101-4221-BC7A-169A4BA5B0E4}"/>
              </a:ext>
            </a:extLst>
          </p:cNvPr>
          <p:cNvSpPr/>
          <p:nvPr/>
        </p:nvSpPr>
        <p:spPr>
          <a:xfrm>
            <a:off x="0" y="1499191"/>
            <a:ext cx="2817628" cy="50784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a:p>
            <a:pPr algn="ctr"/>
            <a:endParaRPr lang="en-GB" dirty="0"/>
          </a:p>
          <a:p>
            <a:pPr algn="ctr"/>
            <a:endParaRPr lang="en-GB" dirty="0"/>
          </a:p>
          <a:p>
            <a:pPr algn="ctr"/>
            <a:endParaRPr lang="en-GB" dirty="0"/>
          </a:p>
          <a:p>
            <a:pPr algn="ctr"/>
            <a:endParaRPr lang="en-GB" dirty="0"/>
          </a:p>
        </p:txBody>
      </p:sp>
      <p:sp>
        <p:nvSpPr>
          <p:cNvPr id="9" name="Rectangle 8">
            <a:extLst>
              <a:ext uri="{FF2B5EF4-FFF2-40B4-BE49-F238E27FC236}">
                <a16:creationId xmlns:a16="http://schemas.microsoft.com/office/drawing/2014/main" id="{2ACCDCC8-3D52-49ED-8370-C00827C3F57E}"/>
              </a:ext>
            </a:extLst>
          </p:cNvPr>
          <p:cNvSpPr/>
          <p:nvPr/>
        </p:nvSpPr>
        <p:spPr>
          <a:xfrm>
            <a:off x="2817628" y="1499191"/>
            <a:ext cx="2817628" cy="5078464"/>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Rectangle 9">
            <a:extLst>
              <a:ext uri="{FF2B5EF4-FFF2-40B4-BE49-F238E27FC236}">
                <a16:creationId xmlns:a16="http://schemas.microsoft.com/office/drawing/2014/main" id="{665EA800-D0F4-4B5C-849A-E26D0C623C59}"/>
              </a:ext>
            </a:extLst>
          </p:cNvPr>
          <p:cNvSpPr/>
          <p:nvPr/>
        </p:nvSpPr>
        <p:spPr>
          <a:xfrm>
            <a:off x="5635256" y="1499191"/>
            <a:ext cx="2817628" cy="507846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TextBox 10">
            <a:extLst>
              <a:ext uri="{FF2B5EF4-FFF2-40B4-BE49-F238E27FC236}">
                <a16:creationId xmlns:a16="http://schemas.microsoft.com/office/drawing/2014/main" id="{2F3066D2-0941-4AA0-BB9C-7C54D47B91EF}"/>
              </a:ext>
            </a:extLst>
          </p:cNvPr>
          <p:cNvSpPr txBox="1"/>
          <p:nvPr/>
        </p:nvSpPr>
        <p:spPr>
          <a:xfrm>
            <a:off x="2923954" y="1626781"/>
            <a:ext cx="2817628" cy="2031325"/>
          </a:xfrm>
          <a:prstGeom prst="rect">
            <a:avLst/>
          </a:prstGeom>
          <a:noFill/>
        </p:spPr>
        <p:txBody>
          <a:bodyPr wrap="square" rtlCol="0">
            <a:spAutoFit/>
          </a:bodyPr>
          <a:lstStyle/>
          <a:p>
            <a:r>
              <a:rPr lang="en-GB" u="sng" dirty="0"/>
              <a:t>Shortcuts:</a:t>
            </a:r>
          </a:p>
          <a:p>
            <a:endParaRPr lang="en-GB" u="sng" dirty="0"/>
          </a:p>
          <a:p>
            <a:r>
              <a:rPr lang="en-GB" dirty="0">
                <a:hlinkClick r:id="rId4" action="ppaction://hlinksldjump"/>
              </a:rPr>
              <a:t>All apps</a:t>
            </a:r>
            <a:endParaRPr lang="en-GB" dirty="0"/>
          </a:p>
          <a:p>
            <a:endParaRPr lang="en-GB" dirty="0"/>
          </a:p>
          <a:p>
            <a:r>
              <a:rPr lang="en-GB" dirty="0">
                <a:hlinkClick r:id="rId5" action="ppaction://hlinksldjump"/>
              </a:rPr>
              <a:t>IE 25</a:t>
            </a:r>
            <a:endParaRPr lang="en-GB" dirty="0"/>
          </a:p>
          <a:p>
            <a:endParaRPr lang="en-GB" dirty="0"/>
          </a:p>
          <a:p>
            <a:endParaRPr lang="en-GB" dirty="0"/>
          </a:p>
        </p:txBody>
      </p:sp>
      <p:sp>
        <p:nvSpPr>
          <p:cNvPr id="12" name="Rectangle 11">
            <a:hlinkClick r:id="rId6" action="ppaction://hlinksldjump"/>
            <a:extLst>
              <a:ext uri="{FF2B5EF4-FFF2-40B4-BE49-F238E27FC236}">
                <a16:creationId xmlns:a16="http://schemas.microsoft.com/office/drawing/2014/main" id="{CF471C40-C9F3-4278-8652-5025A0F58D82}"/>
              </a:ext>
            </a:extLst>
          </p:cNvPr>
          <p:cNvSpPr/>
          <p:nvPr/>
        </p:nvSpPr>
        <p:spPr>
          <a:xfrm>
            <a:off x="2817627" y="6208323"/>
            <a:ext cx="2817627" cy="369332"/>
          </a:xfrm>
          <a:prstGeom prst="rect">
            <a:avLst/>
          </a:prstGeom>
          <a:solidFill>
            <a:schemeClr val="bg2">
              <a:lumMod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Power off…</a:t>
            </a:r>
          </a:p>
        </p:txBody>
      </p:sp>
      <p:pic>
        <p:nvPicPr>
          <p:cNvPr id="14" name="Picture 13">
            <a:extLst>
              <a:ext uri="{FF2B5EF4-FFF2-40B4-BE49-F238E27FC236}">
                <a16:creationId xmlns:a16="http://schemas.microsoft.com/office/drawing/2014/main" id="{2CEBD4E2-D460-4659-9CF8-8F3A9C21174B}"/>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4930" b="89789" l="10000" r="90000">
                        <a14:foregroundMark x1="32857" y1="15845" x2="54286" y2="20775"/>
                        <a14:foregroundMark x1="29286" y1="10563" x2="40714" y2="11620"/>
                        <a14:foregroundMark x1="42143" y1="20775" x2="41429" y2="21479"/>
                        <a14:foregroundMark x1="30000" y1="9507" x2="31429" y2="4930"/>
                      </a14:backgroundRemoval>
                    </a14:imgEffect>
                  </a14:imgLayer>
                </a14:imgProps>
              </a:ext>
            </a:extLst>
          </a:blip>
          <a:stretch>
            <a:fillRect/>
          </a:stretch>
        </p:blipFill>
        <p:spPr>
          <a:xfrm>
            <a:off x="5635254" y="4678325"/>
            <a:ext cx="936289" cy="1899329"/>
          </a:xfrm>
          <a:prstGeom prst="rect">
            <a:avLst/>
          </a:prstGeom>
        </p:spPr>
      </p:pic>
      <p:sp>
        <p:nvSpPr>
          <p:cNvPr id="15" name="Speech Bubble: Rectangle 14">
            <a:extLst>
              <a:ext uri="{FF2B5EF4-FFF2-40B4-BE49-F238E27FC236}">
                <a16:creationId xmlns:a16="http://schemas.microsoft.com/office/drawing/2014/main" id="{1605A3B2-5304-4D39-BC29-784CECDD3DC7}"/>
              </a:ext>
            </a:extLst>
          </p:cNvPr>
          <p:cNvSpPr/>
          <p:nvPr/>
        </p:nvSpPr>
        <p:spPr>
          <a:xfrm>
            <a:off x="5996763" y="1807535"/>
            <a:ext cx="2200940" cy="2413590"/>
          </a:xfrm>
          <a:prstGeom prst="wedgeRectCallout">
            <a:avLst>
              <a:gd name="adj1" fmla="val -45954"/>
              <a:gd name="adj2" fmla="val 79681"/>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Welcome to Windos 2000, Sir or Madam!</a:t>
            </a:r>
          </a:p>
          <a:p>
            <a:pPr algn="ctr"/>
            <a:r>
              <a:rPr lang="en-GB" dirty="0"/>
              <a:t>How may I be of assistance?</a:t>
            </a:r>
          </a:p>
        </p:txBody>
      </p:sp>
      <p:pic>
        <p:nvPicPr>
          <p:cNvPr id="16" name="Picture 15">
            <a:extLst>
              <a:ext uri="{FF2B5EF4-FFF2-40B4-BE49-F238E27FC236}">
                <a16:creationId xmlns:a16="http://schemas.microsoft.com/office/drawing/2014/main" id="{CF07BC39-67D5-48E0-B2D3-87D015B1E7F0}"/>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822405" y="2136845"/>
            <a:ext cx="457200" cy="457200"/>
          </a:xfrm>
          <a:prstGeom prst="rect">
            <a:avLst/>
          </a:prstGeom>
        </p:spPr>
      </p:pic>
      <p:pic>
        <p:nvPicPr>
          <p:cNvPr id="13" name="Picture 12">
            <a:extLst>
              <a:ext uri="{FF2B5EF4-FFF2-40B4-BE49-F238E27FC236}">
                <a16:creationId xmlns:a16="http://schemas.microsoft.com/office/drawing/2014/main" id="{95CC5F36-CE4C-47B1-BDE1-999C3D49F93E}"/>
              </a:ext>
            </a:extLst>
          </p:cNvPr>
          <p:cNvPicPr>
            <a:picLocks noChangeAspect="1"/>
          </p:cNvPicPr>
          <p:nvPr/>
        </p:nvPicPr>
        <p:blipFill>
          <a:blip r:embed="rId10">
            <a:duotone>
              <a:prstClr val="black"/>
              <a:srgbClr val="40831C">
                <a:tint val="45000"/>
                <a:satMod val="400000"/>
              </a:srgbClr>
            </a:duotone>
            <a:extLst>
              <a:ext uri="{28A0092B-C50C-407E-A947-70E740481C1C}">
                <a14:useLocalDpi xmlns:a14="http://schemas.microsoft.com/office/drawing/2010/main" val="0"/>
              </a:ext>
            </a:extLst>
          </a:blip>
          <a:stretch>
            <a:fillRect/>
          </a:stretch>
        </p:blipFill>
        <p:spPr>
          <a:xfrm>
            <a:off x="3564716" y="2616011"/>
            <a:ext cx="515377" cy="510064"/>
          </a:xfrm>
          <a:prstGeom prst="rect">
            <a:avLst/>
          </a:prstGeom>
        </p:spPr>
      </p:pic>
      <p:sp>
        <p:nvSpPr>
          <p:cNvPr id="6" name="TextBox 5">
            <a:extLst>
              <a:ext uri="{FF2B5EF4-FFF2-40B4-BE49-F238E27FC236}">
                <a16:creationId xmlns:a16="http://schemas.microsoft.com/office/drawing/2014/main" id="{E61425BC-26DA-4FEF-A509-A1C805170728}"/>
              </a:ext>
            </a:extLst>
          </p:cNvPr>
          <p:cNvSpPr txBox="1"/>
          <p:nvPr/>
        </p:nvSpPr>
        <p:spPr>
          <a:xfrm>
            <a:off x="0" y="1626781"/>
            <a:ext cx="2817625" cy="4247317"/>
          </a:xfrm>
          <a:prstGeom prst="rect">
            <a:avLst/>
          </a:prstGeom>
          <a:noFill/>
        </p:spPr>
        <p:txBody>
          <a:bodyPr wrap="square" rtlCol="0">
            <a:spAutoFit/>
          </a:bodyPr>
          <a:lstStyle/>
          <a:p>
            <a:r>
              <a:rPr lang="en-GB" dirty="0"/>
              <a:t>Advert:</a:t>
            </a:r>
          </a:p>
          <a:p>
            <a:endParaRPr lang="en-GB" dirty="0"/>
          </a:p>
          <a:p>
            <a:endParaRPr lang="en-GB" dirty="0"/>
          </a:p>
          <a:p>
            <a:endParaRPr lang="en-GB" dirty="0"/>
          </a:p>
          <a:p>
            <a:endParaRPr lang="en-GB" dirty="0"/>
          </a:p>
          <a:p>
            <a:endParaRPr lang="en-GB" dirty="0"/>
          </a:p>
          <a:p>
            <a:r>
              <a:rPr lang="en-GB" dirty="0"/>
              <a:t>Warning!</a:t>
            </a:r>
          </a:p>
          <a:p>
            <a:r>
              <a:rPr lang="en-GB" dirty="0"/>
              <a:t>Your computer is infected with malware!</a:t>
            </a:r>
          </a:p>
          <a:p>
            <a:r>
              <a:rPr lang="en-GB" dirty="0"/>
              <a:t>Please click the below link to find out more!</a:t>
            </a:r>
          </a:p>
          <a:p>
            <a:endParaRPr lang="en-GB" dirty="0"/>
          </a:p>
          <a:p>
            <a:r>
              <a:rPr lang="en-GB" dirty="0">
                <a:hlinkClick r:id="rId11" action="ppaction://hlinksldjump"/>
              </a:rPr>
              <a:t>save me please!</a:t>
            </a:r>
            <a:endParaRPr lang="en-GB" dirty="0"/>
          </a:p>
          <a:p>
            <a:endParaRPr lang="en-GB" dirty="0"/>
          </a:p>
          <a:p>
            <a:endParaRPr lang="en-GB" dirty="0"/>
          </a:p>
        </p:txBody>
      </p:sp>
      <p:pic>
        <p:nvPicPr>
          <p:cNvPr id="17" name="Picture 16">
            <a:extLst>
              <a:ext uri="{FF2B5EF4-FFF2-40B4-BE49-F238E27FC236}">
                <a16:creationId xmlns:a16="http://schemas.microsoft.com/office/drawing/2014/main" id="{4E290901-7D44-42DB-9AB0-2815881A860D}"/>
              </a:ext>
            </a:extLst>
          </p:cNvPr>
          <p:cNvPicPr>
            <a:picLocks noChangeAspect="1"/>
          </p:cNvPicPr>
          <p:nvPr/>
        </p:nvPicPr>
        <p:blipFill>
          <a:blip r:embed="rId10">
            <a:duotone>
              <a:prstClr val="black"/>
              <a:srgbClr val="40831C">
                <a:tint val="45000"/>
                <a:satMod val="400000"/>
              </a:srgbClr>
            </a:duotone>
            <a:extLst>
              <a:ext uri="{28A0092B-C50C-407E-A947-70E740481C1C}">
                <a14:useLocalDpi xmlns:a14="http://schemas.microsoft.com/office/drawing/2010/main" val="0"/>
              </a:ext>
            </a:extLst>
          </a:blip>
          <a:stretch>
            <a:fillRect/>
          </a:stretch>
        </p:blipFill>
        <p:spPr>
          <a:xfrm>
            <a:off x="304065" y="2550111"/>
            <a:ext cx="515377" cy="510064"/>
          </a:xfrm>
          <a:prstGeom prst="rect">
            <a:avLst/>
          </a:prstGeom>
        </p:spPr>
      </p:pic>
      <p:pic>
        <p:nvPicPr>
          <p:cNvPr id="18" name="Picture 17">
            <a:extLst>
              <a:ext uri="{FF2B5EF4-FFF2-40B4-BE49-F238E27FC236}">
                <a16:creationId xmlns:a16="http://schemas.microsoft.com/office/drawing/2014/main" id="{F38B0EE8-97C1-4CF3-A16B-75031D6C46BF}"/>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339703" y="2602974"/>
            <a:ext cx="457201" cy="457201"/>
          </a:xfrm>
          <a:prstGeom prst="rect">
            <a:avLst/>
          </a:prstGeom>
        </p:spPr>
      </p:pic>
    </p:spTree>
    <p:extLst>
      <p:ext uri="{BB962C8B-B14F-4D97-AF65-F5344CB8AC3E}">
        <p14:creationId xmlns:p14="http://schemas.microsoft.com/office/powerpoint/2010/main" val="20059487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1CB11B9-AF96-4F1A-8456-07F5B7005989}"/>
              </a:ext>
            </a:extLst>
          </p:cNvPr>
          <p:cNvPicPr>
            <a:picLocks noChangeAspect="1"/>
          </p:cNvPicPr>
          <p:nvPr/>
        </p:nvPicPr>
        <p:blipFill>
          <a:blip r:embed="rId2"/>
          <a:stretch>
            <a:fillRect/>
          </a:stretch>
        </p:blipFill>
        <p:spPr>
          <a:xfrm>
            <a:off x="0" y="144780"/>
            <a:ext cx="12192000" cy="6568440"/>
          </a:xfrm>
          <a:prstGeom prst="rect">
            <a:avLst/>
          </a:prstGeom>
        </p:spPr>
      </p:pic>
      <p:sp>
        <p:nvSpPr>
          <p:cNvPr id="3" name="Rectangle 2">
            <a:extLst>
              <a:ext uri="{FF2B5EF4-FFF2-40B4-BE49-F238E27FC236}">
                <a16:creationId xmlns:a16="http://schemas.microsoft.com/office/drawing/2014/main" id="{3D17BF77-8B7B-4C19-9552-E6714CC0013A}"/>
              </a:ext>
            </a:extLst>
          </p:cNvPr>
          <p:cNvSpPr/>
          <p:nvPr/>
        </p:nvSpPr>
        <p:spPr>
          <a:xfrm>
            <a:off x="3118883" y="1620756"/>
            <a:ext cx="5954233" cy="3616487"/>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4" name="Graphic 3">
            <a:hlinkClick r:id="rId3" action="ppaction://hlinksldjump"/>
            <a:extLst>
              <a:ext uri="{FF2B5EF4-FFF2-40B4-BE49-F238E27FC236}">
                <a16:creationId xmlns:a16="http://schemas.microsoft.com/office/drawing/2014/main" id="{C97FFA60-5D1E-420C-A44F-83FA0D2CAC5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373715" y="2793703"/>
            <a:ext cx="914400" cy="914400"/>
          </a:xfrm>
          <a:prstGeom prst="rect">
            <a:avLst/>
          </a:prstGeom>
        </p:spPr>
      </p:pic>
      <p:pic>
        <p:nvPicPr>
          <p:cNvPr id="5" name="Picture 4">
            <a:hlinkClick r:id="rId6" action="ppaction://hlinksldjump"/>
            <a:extLst>
              <a:ext uri="{FF2B5EF4-FFF2-40B4-BE49-F238E27FC236}">
                <a16:creationId xmlns:a16="http://schemas.microsoft.com/office/drawing/2014/main" id="{F99EBBC0-C3F9-49E3-A2C2-62FAA3465816}"/>
              </a:ext>
            </a:extLst>
          </p:cNvPr>
          <p:cNvPicPr>
            <a:picLocks noChangeAspect="1"/>
          </p:cNvPicPr>
          <p:nvPr/>
        </p:nvPicPr>
        <p:blipFill>
          <a:blip r:embed="rId7">
            <a:duotone>
              <a:prstClr val="black"/>
              <a:srgbClr val="FF0000">
                <a:tint val="45000"/>
                <a:satMod val="400000"/>
              </a:srgbClr>
            </a:duotone>
            <a:extLst>
              <a:ext uri="{28A0092B-C50C-407E-A947-70E740481C1C}">
                <a14:useLocalDpi xmlns:a14="http://schemas.microsoft.com/office/drawing/2010/main" val="0"/>
              </a:ext>
            </a:extLst>
          </a:blip>
          <a:stretch>
            <a:fillRect/>
          </a:stretch>
        </p:blipFill>
        <p:spPr>
          <a:xfrm>
            <a:off x="4542947" y="2793703"/>
            <a:ext cx="914400" cy="914400"/>
          </a:xfrm>
          <a:prstGeom prst="rect">
            <a:avLst/>
          </a:prstGeom>
        </p:spPr>
      </p:pic>
      <p:pic>
        <p:nvPicPr>
          <p:cNvPr id="7" name="Graphic 6">
            <a:hlinkClick r:id="rId8" action="ppaction://hlinksldjump"/>
            <a:extLst>
              <a:ext uri="{FF2B5EF4-FFF2-40B4-BE49-F238E27FC236}">
                <a16:creationId xmlns:a16="http://schemas.microsoft.com/office/drawing/2014/main" id="{2B5BD35C-ECE2-4E4B-8B71-2244B614317A}"/>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712179" y="2801676"/>
            <a:ext cx="914400" cy="914400"/>
          </a:xfrm>
          <a:prstGeom prst="rect">
            <a:avLst/>
          </a:prstGeom>
        </p:spPr>
      </p:pic>
      <p:pic>
        <p:nvPicPr>
          <p:cNvPr id="8" name="Graphic 7">
            <a:hlinkClick r:id="rId11" action="ppaction://hlinksldjump"/>
            <a:extLst>
              <a:ext uri="{FF2B5EF4-FFF2-40B4-BE49-F238E27FC236}">
                <a16:creationId xmlns:a16="http://schemas.microsoft.com/office/drawing/2014/main" id="{7B05B1EE-76F1-41B2-BBE9-EA3796756DF0}"/>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808031" y="2801676"/>
            <a:ext cx="914400" cy="914400"/>
          </a:xfrm>
          <a:prstGeom prst="rect">
            <a:avLst/>
          </a:prstGeom>
        </p:spPr>
      </p:pic>
      <p:sp>
        <p:nvSpPr>
          <p:cNvPr id="9" name="Rectangle 8">
            <a:hlinkClick r:id="rId14" action="ppaction://hlinksldjump"/>
            <a:extLst>
              <a:ext uri="{FF2B5EF4-FFF2-40B4-BE49-F238E27FC236}">
                <a16:creationId xmlns:a16="http://schemas.microsoft.com/office/drawing/2014/main" id="{EE26B59D-9C9E-4A22-84D4-FD461743EFD8}"/>
              </a:ext>
            </a:extLst>
          </p:cNvPr>
          <p:cNvSpPr/>
          <p:nvPr/>
        </p:nvSpPr>
        <p:spPr>
          <a:xfrm>
            <a:off x="8158716" y="1620756"/>
            <a:ext cx="914400" cy="30444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9333221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hlinkClick r:id="rId2" action="ppaction://hlinksldjump"/>
            <a:extLst>
              <a:ext uri="{FF2B5EF4-FFF2-40B4-BE49-F238E27FC236}">
                <a16:creationId xmlns:a16="http://schemas.microsoft.com/office/drawing/2014/main" id="{6BD9093A-EC0A-44D1-9723-EF5A5A95D85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0" y="0"/>
            <a:ext cx="12192000" cy="6858000"/>
          </a:xfrm>
          <a:prstGeom prst="rect">
            <a:avLst/>
          </a:prstGeom>
        </p:spPr>
      </p:pic>
    </p:spTree>
    <p:extLst>
      <p:ext uri="{BB962C8B-B14F-4D97-AF65-F5344CB8AC3E}">
        <p14:creationId xmlns:p14="http://schemas.microsoft.com/office/powerpoint/2010/main" val="17674305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1CB11B9-AF96-4F1A-8456-07F5B7005989}"/>
              </a:ext>
            </a:extLst>
          </p:cNvPr>
          <p:cNvPicPr>
            <a:picLocks noChangeAspect="1"/>
          </p:cNvPicPr>
          <p:nvPr/>
        </p:nvPicPr>
        <p:blipFill>
          <a:blip r:embed="rId2"/>
          <a:stretch>
            <a:fillRect/>
          </a:stretch>
        </p:blipFill>
        <p:spPr>
          <a:xfrm>
            <a:off x="0" y="144780"/>
            <a:ext cx="12192000" cy="6568440"/>
          </a:xfrm>
          <a:prstGeom prst="rect">
            <a:avLst/>
          </a:prstGeom>
        </p:spPr>
      </p:pic>
      <p:sp>
        <p:nvSpPr>
          <p:cNvPr id="2" name="Rectangle 1">
            <a:extLst>
              <a:ext uri="{FF2B5EF4-FFF2-40B4-BE49-F238E27FC236}">
                <a16:creationId xmlns:a16="http://schemas.microsoft.com/office/drawing/2014/main" id="{D13243A6-036A-4A89-941C-D5CEE45B99CB}"/>
              </a:ext>
            </a:extLst>
          </p:cNvPr>
          <p:cNvSpPr/>
          <p:nvPr/>
        </p:nvSpPr>
        <p:spPr>
          <a:xfrm>
            <a:off x="0" y="2961167"/>
            <a:ext cx="5954233" cy="2711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Powering off…</a:t>
            </a:r>
          </a:p>
        </p:txBody>
      </p:sp>
      <p:sp>
        <p:nvSpPr>
          <p:cNvPr id="3" name="Rectangle 2">
            <a:extLst>
              <a:ext uri="{FF2B5EF4-FFF2-40B4-BE49-F238E27FC236}">
                <a16:creationId xmlns:a16="http://schemas.microsoft.com/office/drawing/2014/main" id="{3D17BF77-8B7B-4C19-9552-E6714CC0013A}"/>
              </a:ext>
            </a:extLst>
          </p:cNvPr>
          <p:cNvSpPr/>
          <p:nvPr/>
        </p:nvSpPr>
        <p:spPr>
          <a:xfrm>
            <a:off x="0" y="3232297"/>
            <a:ext cx="5954233" cy="3616487"/>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Deleting Windos 2000…</a:t>
            </a:r>
          </a:p>
          <a:p>
            <a:pPr algn="ctr"/>
            <a:r>
              <a:rPr lang="en-GB" dirty="0"/>
              <a:t>[this is due to not being activated]</a:t>
            </a:r>
          </a:p>
        </p:txBody>
      </p:sp>
      <p:sp>
        <p:nvSpPr>
          <p:cNvPr id="5" name="Rectangle 4">
            <a:hlinkClick r:id="rId3" action="ppaction://hlinksldjump"/>
            <a:extLst>
              <a:ext uri="{FF2B5EF4-FFF2-40B4-BE49-F238E27FC236}">
                <a16:creationId xmlns:a16="http://schemas.microsoft.com/office/drawing/2014/main" id="{0A32DB0C-27E2-4761-BACD-EDE58409AF75}"/>
              </a:ext>
            </a:extLst>
          </p:cNvPr>
          <p:cNvSpPr/>
          <p:nvPr/>
        </p:nvSpPr>
        <p:spPr>
          <a:xfrm>
            <a:off x="5039833" y="2932460"/>
            <a:ext cx="914400" cy="30444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7" name="Picture 6">
            <a:extLst>
              <a:ext uri="{FF2B5EF4-FFF2-40B4-BE49-F238E27FC236}">
                <a16:creationId xmlns:a16="http://schemas.microsoft.com/office/drawing/2014/main" id="{AD350F18-5761-4C45-A501-F6488762368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88882" y="5651350"/>
            <a:ext cx="2730145" cy="476692"/>
          </a:xfrm>
          <a:prstGeom prst="rect">
            <a:avLst/>
          </a:prstGeom>
        </p:spPr>
      </p:pic>
    </p:spTree>
    <p:extLst>
      <p:ext uri="{BB962C8B-B14F-4D97-AF65-F5344CB8AC3E}">
        <p14:creationId xmlns:p14="http://schemas.microsoft.com/office/powerpoint/2010/main" val="4906198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1CB11B9-AF96-4F1A-8456-07F5B7005989}"/>
              </a:ext>
            </a:extLst>
          </p:cNvPr>
          <p:cNvPicPr>
            <a:picLocks noChangeAspect="1"/>
          </p:cNvPicPr>
          <p:nvPr/>
        </p:nvPicPr>
        <p:blipFill>
          <a:blip r:embed="rId2"/>
          <a:stretch>
            <a:fillRect/>
          </a:stretch>
        </p:blipFill>
        <p:spPr>
          <a:xfrm>
            <a:off x="0" y="144780"/>
            <a:ext cx="12192000" cy="6568440"/>
          </a:xfrm>
          <a:prstGeom prst="rect">
            <a:avLst/>
          </a:prstGeom>
        </p:spPr>
      </p:pic>
      <p:sp>
        <p:nvSpPr>
          <p:cNvPr id="2" name="Rectangle 1">
            <a:extLst>
              <a:ext uri="{FF2B5EF4-FFF2-40B4-BE49-F238E27FC236}">
                <a16:creationId xmlns:a16="http://schemas.microsoft.com/office/drawing/2014/main" id="{D13243A6-036A-4A89-941C-D5CEE45B99CB}"/>
              </a:ext>
            </a:extLst>
          </p:cNvPr>
          <p:cNvSpPr/>
          <p:nvPr/>
        </p:nvSpPr>
        <p:spPr>
          <a:xfrm>
            <a:off x="0" y="2961167"/>
            <a:ext cx="5954233" cy="2711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rebooting…</a:t>
            </a:r>
          </a:p>
        </p:txBody>
      </p:sp>
      <p:sp>
        <p:nvSpPr>
          <p:cNvPr id="3" name="Rectangle 2">
            <a:extLst>
              <a:ext uri="{FF2B5EF4-FFF2-40B4-BE49-F238E27FC236}">
                <a16:creationId xmlns:a16="http://schemas.microsoft.com/office/drawing/2014/main" id="{3D17BF77-8B7B-4C19-9552-E6714CC0013A}"/>
              </a:ext>
            </a:extLst>
          </p:cNvPr>
          <p:cNvSpPr/>
          <p:nvPr/>
        </p:nvSpPr>
        <p:spPr>
          <a:xfrm>
            <a:off x="0" y="3232297"/>
            <a:ext cx="5954233" cy="3616487"/>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Deleting Windos 2000…</a:t>
            </a:r>
          </a:p>
          <a:p>
            <a:pPr algn="ctr"/>
            <a:r>
              <a:rPr lang="en-GB" dirty="0"/>
              <a:t>[this is due to not being activated]</a:t>
            </a:r>
          </a:p>
        </p:txBody>
      </p:sp>
      <p:sp>
        <p:nvSpPr>
          <p:cNvPr id="5" name="Rectangle 4">
            <a:hlinkClick r:id="rId3" action="ppaction://hlinksldjump"/>
            <a:extLst>
              <a:ext uri="{FF2B5EF4-FFF2-40B4-BE49-F238E27FC236}">
                <a16:creationId xmlns:a16="http://schemas.microsoft.com/office/drawing/2014/main" id="{0A32DB0C-27E2-4761-BACD-EDE58409AF75}"/>
              </a:ext>
            </a:extLst>
          </p:cNvPr>
          <p:cNvSpPr/>
          <p:nvPr/>
        </p:nvSpPr>
        <p:spPr>
          <a:xfrm>
            <a:off x="5039833" y="2932460"/>
            <a:ext cx="914400" cy="30444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7" name="Picture 6">
            <a:hlinkClick r:id="rId4" action="ppaction://hlinksldjump"/>
            <a:extLst>
              <a:ext uri="{FF2B5EF4-FFF2-40B4-BE49-F238E27FC236}">
                <a16:creationId xmlns:a16="http://schemas.microsoft.com/office/drawing/2014/main" id="{AD350F18-5761-4C45-A501-F6488762368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88882" y="5651350"/>
            <a:ext cx="2730145" cy="476692"/>
          </a:xfrm>
          <a:prstGeom prst="rect">
            <a:avLst/>
          </a:prstGeom>
        </p:spPr>
      </p:pic>
    </p:spTree>
    <p:extLst>
      <p:ext uri="{BB962C8B-B14F-4D97-AF65-F5344CB8AC3E}">
        <p14:creationId xmlns:p14="http://schemas.microsoft.com/office/powerpoint/2010/main" val="2341509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BD9093A-EC0A-44D1-9723-EF5A5A95D85B}"/>
              </a:ext>
            </a:extLst>
          </p:cNvPr>
          <p:cNvPicPr>
            <a:picLocks noChangeAspect="1"/>
          </p:cNvPicPr>
          <p:nvPr/>
        </p:nvPicPr>
        <p:blipFill>
          <a:blip r:embed="rId2"/>
          <a:stretch>
            <a:fillRect/>
          </a:stretch>
        </p:blipFill>
        <p:spPr>
          <a:xfrm>
            <a:off x="0" y="144780"/>
            <a:ext cx="12192000" cy="6568440"/>
          </a:xfrm>
          <a:prstGeom prst="rect">
            <a:avLst/>
          </a:prstGeom>
        </p:spPr>
      </p:pic>
      <p:sp>
        <p:nvSpPr>
          <p:cNvPr id="2" name="TextBox 1">
            <a:extLst>
              <a:ext uri="{FF2B5EF4-FFF2-40B4-BE49-F238E27FC236}">
                <a16:creationId xmlns:a16="http://schemas.microsoft.com/office/drawing/2014/main" id="{83946450-2D73-4ADF-B60F-3CFD8337A767}"/>
              </a:ext>
            </a:extLst>
          </p:cNvPr>
          <p:cNvSpPr txBox="1"/>
          <p:nvPr/>
        </p:nvSpPr>
        <p:spPr>
          <a:xfrm>
            <a:off x="0" y="144780"/>
            <a:ext cx="3985835" cy="923330"/>
          </a:xfrm>
          <a:prstGeom prst="rect">
            <a:avLst/>
          </a:prstGeom>
          <a:noFill/>
        </p:spPr>
        <p:txBody>
          <a:bodyPr wrap="none" rtlCol="0">
            <a:spAutoFit/>
          </a:bodyPr>
          <a:lstStyle/>
          <a:p>
            <a:r>
              <a:rPr lang="en-GB" dirty="0"/>
              <a:t>It is now safe to turn off your computer.</a:t>
            </a:r>
          </a:p>
          <a:p>
            <a:endParaRPr lang="en-GB" dirty="0"/>
          </a:p>
          <a:p>
            <a:r>
              <a:rPr lang="en-GB" dirty="0">
                <a:hlinkClick r:id="rId3" action="ppaction://hlinksldjump"/>
              </a:rPr>
              <a:t>reboot</a:t>
            </a:r>
            <a:endParaRPr lang="en-GB" dirty="0"/>
          </a:p>
        </p:txBody>
      </p:sp>
    </p:spTree>
    <p:extLst>
      <p:ext uri="{BB962C8B-B14F-4D97-AF65-F5344CB8AC3E}">
        <p14:creationId xmlns:p14="http://schemas.microsoft.com/office/powerpoint/2010/main" val="28087749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13243A6-036A-4A89-941C-D5CEE45B99CB}"/>
              </a:ext>
            </a:extLst>
          </p:cNvPr>
          <p:cNvSpPr/>
          <p:nvPr/>
        </p:nvSpPr>
        <p:spPr>
          <a:xfrm>
            <a:off x="0" y="9215"/>
            <a:ext cx="12192000" cy="2711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All apps</a:t>
            </a:r>
          </a:p>
        </p:txBody>
      </p:sp>
      <p:sp>
        <p:nvSpPr>
          <p:cNvPr id="3" name="Rectangle 2">
            <a:extLst>
              <a:ext uri="{FF2B5EF4-FFF2-40B4-BE49-F238E27FC236}">
                <a16:creationId xmlns:a16="http://schemas.microsoft.com/office/drawing/2014/main" id="{3D17BF77-8B7B-4C19-9552-E6714CC0013A}"/>
              </a:ext>
            </a:extLst>
          </p:cNvPr>
          <p:cNvSpPr/>
          <p:nvPr/>
        </p:nvSpPr>
        <p:spPr>
          <a:xfrm>
            <a:off x="0" y="280345"/>
            <a:ext cx="12192000" cy="6568440"/>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0A32DB0C-27E2-4761-BACD-EDE58409AF75}"/>
              </a:ext>
            </a:extLst>
          </p:cNvPr>
          <p:cNvSpPr/>
          <p:nvPr/>
        </p:nvSpPr>
        <p:spPr>
          <a:xfrm>
            <a:off x="11277600" y="-24101"/>
            <a:ext cx="914400" cy="30444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3">
            <a:extLst>
              <a:ext uri="{FF2B5EF4-FFF2-40B4-BE49-F238E27FC236}">
                <a16:creationId xmlns:a16="http://schemas.microsoft.com/office/drawing/2014/main" id="{7D6B7049-731A-47F7-AF34-0F57EBF9C829}"/>
              </a:ext>
            </a:extLst>
          </p:cNvPr>
          <p:cNvSpPr/>
          <p:nvPr/>
        </p:nvSpPr>
        <p:spPr>
          <a:xfrm>
            <a:off x="95693" y="489098"/>
            <a:ext cx="3838354" cy="618814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D0A5ABB8-DFBF-4936-BCD7-FEACDDDE9F8B}"/>
              </a:ext>
            </a:extLst>
          </p:cNvPr>
          <p:cNvSpPr/>
          <p:nvPr/>
        </p:nvSpPr>
        <p:spPr>
          <a:xfrm>
            <a:off x="4238847" y="470490"/>
            <a:ext cx="3838354" cy="618814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Rectangle 6">
            <a:extLst>
              <a:ext uri="{FF2B5EF4-FFF2-40B4-BE49-F238E27FC236}">
                <a16:creationId xmlns:a16="http://schemas.microsoft.com/office/drawing/2014/main" id="{E70A3205-3C53-4266-9139-21864FC1EC35}"/>
              </a:ext>
            </a:extLst>
          </p:cNvPr>
          <p:cNvSpPr/>
          <p:nvPr/>
        </p:nvSpPr>
        <p:spPr>
          <a:xfrm>
            <a:off x="8257955" y="489098"/>
            <a:ext cx="3838354" cy="618814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TextBox 7">
            <a:extLst>
              <a:ext uri="{FF2B5EF4-FFF2-40B4-BE49-F238E27FC236}">
                <a16:creationId xmlns:a16="http://schemas.microsoft.com/office/drawing/2014/main" id="{A7247C65-066C-40DE-A1D4-2C858E195875}"/>
              </a:ext>
            </a:extLst>
          </p:cNvPr>
          <p:cNvSpPr txBox="1"/>
          <p:nvPr/>
        </p:nvSpPr>
        <p:spPr>
          <a:xfrm>
            <a:off x="212651" y="669851"/>
            <a:ext cx="3636335" cy="1477328"/>
          </a:xfrm>
          <a:prstGeom prst="rect">
            <a:avLst/>
          </a:prstGeom>
          <a:noFill/>
        </p:spPr>
        <p:txBody>
          <a:bodyPr wrap="square" rtlCol="0">
            <a:spAutoFit/>
          </a:bodyPr>
          <a:lstStyle/>
          <a:p>
            <a:r>
              <a:rPr lang="en-GB" dirty="0">
                <a:hlinkClick r:id="rId2" action="ppaction://hlinksldjump"/>
              </a:rPr>
              <a:t>Desktop</a:t>
            </a:r>
            <a:endParaRPr lang="en-GB" dirty="0"/>
          </a:p>
          <a:p>
            <a:endParaRPr lang="en-GB" dirty="0"/>
          </a:p>
          <a:p>
            <a:r>
              <a:rPr lang="en-GB" dirty="0">
                <a:hlinkClick r:id="rId3" action="ppaction://hlinksldjump"/>
              </a:rPr>
              <a:t>Antivirus</a:t>
            </a:r>
            <a:endParaRPr lang="en-GB" dirty="0"/>
          </a:p>
          <a:p>
            <a:endParaRPr lang="en-GB" dirty="0"/>
          </a:p>
          <a:p>
            <a:r>
              <a:rPr lang="en-GB" dirty="0">
                <a:hlinkClick r:id="rId4" action="ppaction://hlinksldjump"/>
              </a:rPr>
              <a:t>Internet Explorer 25</a:t>
            </a:r>
            <a:endParaRPr lang="en-GB" dirty="0"/>
          </a:p>
        </p:txBody>
      </p:sp>
      <p:pic>
        <p:nvPicPr>
          <p:cNvPr id="9" name="Picture 8">
            <a:extLst>
              <a:ext uri="{FF2B5EF4-FFF2-40B4-BE49-F238E27FC236}">
                <a16:creationId xmlns:a16="http://schemas.microsoft.com/office/drawing/2014/main" id="{B8A3A6BF-9A16-4414-B91E-C3CBA4AFE9E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92115" y="461098"/>
            <a:ext cx="722755" cy="722755"/>
          </a:xfrm>
          <a:prstGeom prst="rect">
            <a:avLst/>
          </a:prstGeom>
        </p:spPr>
      </p:pic>
      <p:pic>
        <p:nvPicPr>
          <p:cNvPr id="10" name="Graphic 9">
            <a:extLst>
              <a:ext uri="{FF2B5EF4-FFF2-40B4-BE49-F238E27FC236}">
                <a16:creationId xmlns:a16="http://schemas.microsoft.com/office/drawing/2014/main" id="{73F479B1-D62A-45B4-B11C-0D7C38738B8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292115" y="1175686"/>
            <a:ext cx="558594" cy="558594"/>
          </a:xfrm>
          <a:prstGeom prst="rect">
            <a:avLst/>
          </a:prstGeom>
        </p:spPr>
      </p:pic>
      <p:pic>
        <p:nvPicPr>
          <p:cNvPr id="11" name="Picture 10">
            <a:extLst>
              <a:ext uri="{FF2B5EF4-FFF2-40B4-BE49-F238E27FC236}">
                <a16:creationId xmlns:a16="http://schemas.microsoft.com/office/drawing/2014/main" id="{EFA8425B-8E6D-4D69-83F9-147482D506C4}"/>
              </a:ext>
            </a:extLst>
          </p:cNvPr>
          <p:cNvPicPr>
            <a:picLocks noChangeAspect="1"/>
          </p:cNvPicPr>
          <p:nvPr/>
        </p:nvPicPr>
        <p:blipFill>
          <a:blip r:embed="rId8">
            <a:duotone>
              <a:prstClr val="black"/>
              <a:srgbClr val="40831C">
                <a:tint val="45000"/>
                <a:satMod val="400000"/>
              </a:srgbClr>
            </a:duotone>
            <a:extLst>
              <a:ext uri="{28A0092B-C50C-407E-A947-70E740481C1C}">
                <a14:useLocalDpi xmlns:a14="http://schemas.microsoft.com/office/drawing/2010/main" val="0"/>
              </a:ext>
            </a:extLst>
          </a:blip>
          <a:stretch>
            <a:fillRect/>
          </a:stretch>
        </p:blipFill>
        <p:spPr>
          <a:xfrm>
            <a:off x="2328400" y="1722884"/>
            <a:ext cx="515377" cy="510064"/>
          </a:xfrm>
          <a:prstGeom prst="rect">
            <a:avLst/>
          </a:prstGeom>
        </p:spPr>
      </p:pic>
    </p:spTree>
    <p:extLst>
      <p:ext uri="{BB962C8B-B14F-4D97-AF65-F5344CB8AC3E}">
        <p14:creationId xmlns:p14="http://schemas.microsoft.com/office/powerpoint/2010/main" val="3152432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13243A6-036A-4A89-941C-D5CEE45B99CB}"/>
              </a:ext>
            </a:extLst>
          </p:cNvPr>
          <p:cNvSpPr/>
          <p:nvPr/>
        </p:nvSpPr>
        <p:spPr>
          <a:xfrm>
            <a:off x="0" y="9215"/>
            <a:ext cx="12192000" cy="2711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Antivirus v1.00. database v1024</a:t>
            </a:r>
          </a:p>
        </p:txBody>
      </p:sp>
      <p:sp>
        <p:nvSpPr>
          <p:cNvPr id="3" name="Rectangle 2">
            <a:extLst>
              <a:ext uri="{FF2B5EF4-FFF2-40B4-BE49-F238E27FC236}">
                <a16:creationId xmlns:a16="http://schemas.microsoft.com/office/drawing/2014/main" id="{3D17BF77-8B7B-4C19-9552-E6714CC0013A}"/>
              </a:ext>
            </a:extLst>
          </p:cNvPr>
          <p:cNvSpPr/>
          <p:nvPr/>
        </p:nvSpPr>
        <p:spPr>
          <a:xfrm>
            <a:off x="0" y="280345"/>
            <a:ext cx="12192000" cy="6568440"/>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0A32DB0C-27E2-4761-BACD-EDE58409AF75}"/>
              </a:ext>
            </a:extLst>
          </p:cNvPr>
          <p:cNvSpPr/>
          <p:nvPr/>
        </p:nvSpPr>
        <p:spPr>
          <a:xfrm>
            <a:off x="11277600" y="-24101"/>
            <a:ext cx="914400" cy="30444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3">
            <a:hlinkClick r:id="rId3" action="ppaction://hlinksldjump"/>
            <a:extLst>
              <a:ext uri="{FF2B5EF4-FFF2-40B4-BE49-F238E27FC236}">
                <a16:creationId xmlns:a16="http://schemas.microsoft.com/office/drawing/2014/main" id="{09E746F1-3BD3-4CAA-9F05-D2D3CE362271}"/>
              </a:ext>
            </a:extLst>
          </p:cNvPr>
          <p:cNvSpPr/>
          <p:nvPr/>
        </p:nvSpPr>
        <p:spPr>
          <a:xfrm>
            <a:off x="191386" y="1767663"/>
            <a:ext cx="5316279" cy="199892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scan</a:t>
            </a:r>
          </a:p>
        </p:txBody>
      </p:sp>
      <p:sp>
        <p:nvSpPr>
          <p:cNvPr id="6" name="Rectangle 5">
            <a:hlinkClick r:id="rId4" action="ppaction://hlinksldjump"/>
            <a:extLst>
              <a:ext uri="{FF2B5EF4-FFF2-40B4-BE49-F238E27FC236}">
                <a16:creationId xmlns:a16="http://schemas.microsoft.com/office/drawing/2014/main" id="{A8F0B63E-3BE7-412B-80F8-5EBF3D0F5B8F}"/>
              </a:ext>
            </a:extLst>
          </p:cNvPr>
          <p:cNvSpPr/>
          <p:nvPr/>
        </p:nvSpPr>
        <p:spPr>
          <a:xfrm>
            <a:off x="5862084" y="1767663"/>
            <a:ext cx="5316279" cy="199892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Delete all viruses</a:t>
            </a:r>
          </a:p>
        </p:txBody>
      </p:sp>
      <p:sp>
        <p:nvSpPr>
          <p:cNvPr id="7" name="Rectangle 6">
            <a:hlinkClick r:id="rId4" action="ppaction://hlinksldjump"/>
            <a:extLst>
              <a:ext uri="{FF2B5EF4-FFF2-40B4-BE49-F238E27FC236}">
                <a16:creationId xmlns:a16="http://schemas.microsoft.com/office/drawing/2014/main" id="{E3B947A2-B171-4F53-B177-D402C700625A}"/>
              </a:ext>
            </a:extLst>
          </p:cNvPr>
          <p:cNvSpPr/>
          <p:nvPr/>
        </p:nvSpPr>
        <p:spPr>
          <a:xfrm>
            <a:off x="191386" y="4163532"/>
            <a:ext cx="5316279" cy="199892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Update antivirus	</a:t>
            </a:r>
          </a:p>
        </p:txBody>
      </p:sp>
      <p:sp>
        <p:nvSpPr>
          <p:cNvPr id="8" name="Rectangle 7">
            <a:hlinkClick r:id="rId4" action="ppaction://hlinksldjump"/>
            <a:extLst>
              <a:ext uri="{FF2B5EF4-FFF2-40B4-BE49-F238E27FC236}">
                <a16:creationId xmlns:a16="http://schemas.microsoft.com/office/drawing/2014/main" id="{F44DB404-2DE0-4323-9DED-D7A035FCFE57}"/>
              </a:ext>
            </a:extLst>
          </p:cNvPr>
          <p:cNvSpPr/>
          <p:nvPr/>
        </p:nvSpPr>
        <p:spPr>
          <a:xfrm>
            <a:off x="5862084" y="4163532"/>
            <a:ext cx="5316279" cy="199892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Update database</a:t>
            </a:r>
          </a:p>
        </p:txBody>
      </p:sp>
      <p:sp>
        <p:nvSpPr>
          <p:cNvPr id="9" name="TextBox 8">
            <a:extLst>
              <a:ext uri="{FF2B5EF4-FFF2-40B4-BE49-F238E27FC236}">
                <a16:creationId xmlns:a16="http://schemas.microsoft.com/office/drawing/2014/main" id="{D345177D-2789-4514-99AD-112CCA46D6A2}"/>
              </a:ext>
            </a:extLst>
          </p:cNvPr>
          <p:cNvSpPr txBox="1"/>
          <p:nvPr/>
        </p:nvSpPr>
        <p:spPr>
          <a:xfrm>
            <a:off x="2445488" y="691116"/>
            <a:ext cx="8633638" cy="369332"/>
          </a:xfrm>
          <a:prstGeom prst="rect">
            <a:avLst/>
          </a:prstGeom>
          <a:noFill/>
        </p:spPr>
        <p:txBody>
          <a:bodyPr wrap="square" rtlCol="0">
            <a:spAutoFit/>
          </a:bodyPr>
          <a:lstStyle/>
          <a:p>
            <a:r>
              <a:rPr lang="en-GB" dirty="0"/>
              <a:t>00000 viruses found! </a:t>
            </a:r>
          </a:p>
        </p:txBody>
      </p:sp>
      <p:pic>
        <p:nvPicPr>
          <p:cNvPr id="10" name="Picture 9">
            <a:extLst>
              <a:ext uri="{FF2B5EF4-FFF2-40B4-BE49-F238E27FC236}">
                <a16:creationId xmlns:a16="http://schemas.microsoft.com/office/drawing/2014/main" id="{A940DBA9-2D79-4F1F-BC87-447EC30CF7A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04746" y="2515868"/>
            <a:ext cx="609600" cy="609600"/>
          </a:xfrm>
          <a:prstGeom prst="rect">
            <a:avLst/>
          </a:prstGeom>
        </p:spPr>
      </p:pic>
      <p:pic>
        <p:nvPicPr>
          <p:cNvPr id="11" name="Picture 10">
            <a:extLst>
              <a:ext uri="{FF2B5EF4-FFF2-40B4-BE49-F238E27FC236}">
                <a16:creationId xmlns:a16="http://schemas.microsoft.com/office/drawing/2014/main" id="{46BE314E-E49D-4931-9EEA-BFA1C572660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238847" y="4858192"/>
            <a:ext cx="609600" cy="609600"/>
          </a:xfrm>
          <a:prstGeom prst="rect">
            <a:avLst/>
          </a:prstGeom>
        </p:spPr>
      </p:pic>
      <p:pic>
        <p:nvPicPr>
          <p:cNvPr id="12" name="Picture 11">
            <a:extLst>
              <a:ext uri="{FF2B5EF4-FFF2-40B4-BE49-F238E27FC236}">
                <a16:creationId xmlns:a16="http://schemas.microsoft.com/office/drawing/2014/main" id="{C1E99390-6F0C-4B2E-A6E1-23720E03422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909546" y="4835849"/>
            <a:ext cx="609600" cy="609600"/>
          </a:xfrm>
          <a:prstGeom prst="rect">
            <a:avLst/>
          </a:prstGeom>
        </p:spPr>
      </p:pic>
    </p:spTree>
    <p:extLst>
      <p:ext uri="{BB962C8B-B14F-4D97-AF65-F5344CB8AC3E}">
        <p14:creationId xmlns:p14="http://schemas.microsoft.com/office/powerpoint/2010/main" val="11163581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1CB11B9-AF96-4F1A-8456-07F5B7005989}"/>
              </a:ext>
            </a:extLst>
          </p:cNvPr>
          <p:cNvPicPr>
            <a:picLocks noChangeAspect="1"/>
          </p:cNvPicPr>
          <p:nvPr/>
        </p:nvPicPr>
        <p:blipFill>
          <a:blip r:embed="rId2"/>
          <a:stretch>
            <a:fillRect/>
          </a:stretch>
        </p:blipFill>
        <p:spPr>
          <a:xfrm>
            <a:off x="0" y="144780"/>
            <a:ext cx="12192000" cy="6568440"/>
          </a:xfrm>
          <a:prstGeom prst="rect">
            <a:avLst/>
          </a:prstGeom>
        </p:spPr>
      </p:pic>
      <p:sp>
        <p:nvSpPr>
          <p:cNvPr id="3" name="Rectangle 2">
            <a:extLst>
              <a:ext uri="{FF2B5EF4-FFF2-40B4-BE49-F238E27FC236}">
                <a16:creationId xmlns:a16="http://schemas.microsoft.com/office/drawing/2014/main" id="{3D17BF77-8B7B-4C19-9552-E6714CC0013A}"/>
              </a:ext>
            </a:extLst>
          </p:cNvPr>
          <p:cNvSpPr/>
          <p:nvPr/>
        </p:nvSpPr>
        <p:spPr>
          <a:xfrm>
            <a:off x="3118883" y="1620756"/>
            <a:ext cx="5954233" cy="3616487"/>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Scanning system…</a:t>
            </a:r>
          </a:p>
        </p:txBody>
      </p:sp>
      <p:pic>
        <p:nvPicPr>
          <p:cNvPr id="4" name="Picture 3">
            <a:hlinkClick r:id="rId3" action="ppaction://hlinksldjump"/>
            <a:extLst>
              <a:ext uri="{FF2B5EF4-FFF2-40B4-BE49-F238E27FC236}">
                <a16:creationId xmlns:a16="http://schemas.microsoft.com/office/drawing/2014/main" id="{226BE78B-D99F-40BE-BDFB-436CD0D72DA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04222" y="4024569"/>
            <a:ext cx="2730145" cy="476692"/>
          </a:xfrm>
          <a:prstGeom prst="rect">
            <a:avLst/>
          </a:prstGeom>
        </p:spPr>
      </p:pic>
    </p:spTree>
    <p:extLst>
      <p:ext uri="{BB962C8B-B14F-4D97-AF65-F5344CB8AC3E}">
        <p14:creationId xmlns:p14="http://schemas.microsoft.com/office/powerpoint/2010/main" val="12734285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13243A6-036A-4A89-941C-D5CEE45B99CB}"/>
              </a:ext>
            </a:extLst>
          </p:cNvPr>
          <p:cNvSpPr/>
          <p:nvPr/>
        </p:nvSpPr>
        <p:spPr>
          <a:xfrm>
            <a:off x="0" y="9215"/>
            <a:ext cx="12192000" cy="2711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Results:</a:t>
            </a:r>
          </a:p>
        </p:txBody>
      </p:sp>
      <p:sp>
        <p:nvSpPr>
          <p:cNvPr id="3" name="Rectangle 2">
            <a:extLst>
              <a:ext uri="{FF2B5EF4-FFF2-40B4-BE49-F238E27FC236}">
                <a16:creationId xmlns:a16="http://schemas.microsoft.com/office/drawing/2014/main" id="{3D17BF77-8B7B-4C19-9552-E6714CC0013A}"/>
              </a:ext>
            </a:extLst>
          </p:cNvPr>
          <p:cNvSpPr/>
          <p:nvPr/>
        </p:nvSpPr>
        <p:spPr>
          <a:xfrm>
            <a:off x="0" y="280345"/>
            <a:ext cx="12192000" cy="6568440"/>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0A32DB0C-27E2-4761-BACD-EDE58409AF75}"/>
              </a:ext>
            </a:extLst>
          </p:cNvPr>
          <p:cNvSpPr/>
          <p:nvPr/>
        </p:nvSpPr>
        <p:spPr>
          <a:xfrm>
            <a:off x="11277600" y="-24101"/>
            <a:ext cx="914400" cy="30444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3">
            <a:extLst>
              <a:ext uri="{FF2B5EF4-FFF2-40B4-BE49-F238E27FC236}">
                <a16:creationId xmlns:a16="http://schemas.microsoft.com/office/drawing/2014/main" id="{B3BD8804-A8A3-487B-8845-F6582A2BE189}"/>
              </a:ext>
            </a:extLst>
          </p:cNvPr>
          <p:cNvSpPr/>
          <p:nvPr/>
        </p:nvSpPr>
        <p:spPr>
          <a:xfrm>
            <a:off x="0" y="5934385"/>
            <a:ext cx="407227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Scan for dangerous websites</a:t>
            </a:r>
          </a:p>
        </p:txBody>
      </p:sp>
      <p:sp>
        <p:nvSpPr>
          <p:cNvPr id="6" name="Rectangle 5">
            <a:extLst>
              <a:ext uri="{FF2B5EF4-FFF2-40B4-BE49-F238E27FC236}">
                <a16:creationId xmlns:a16="http://schemas.microsoft.com/office/drawing/2014/main" id="{DECAD738-C739-45D5-AE3D-FD3644545FBE}"/>
              </a:ext>
            </a:extLst>
          </p:cNvPr>
          <p:cNvSpPr/>
          <p:nvPr/>
        </p:nvSpPr>
        <p:spPr>
          <a:xfrm>
            <a:off x="-1" y="371633"/>
            <a:ext cx="12099852" cy="7017306"/>
          </a:xfrm>
          <a:prstGeom prst="rect">
            <a:avLst/>
          </a:prstGeom>
        </p:spPr>
        <p:txBody>
          <a:bodyPr wrap="square">
            <a:spAutoFit/>
          </a:bodyPr>
          <a:lstStyle/>
          <a:p>
            <a:pPr algn="ctr"/>
            <a:r>
              <a:rPr lang="en-GB" dirty="0"/>
              <a:t>The following programs were found to be viruses:</a:t>
            </a:r>
          </a:p>
          <a:p>
            <a:pPr algn="ctr"/>
            <a:r>
              <a:rPr lang="en-GB" dirty="0"/>
              <a:t>Vista Antivirus:</a:t>
            </a:r>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p:txBody>
      </p:sp>
    </p:spTree>
    <p:extLst>
      <p:ext uri="{BB962C8B-B14F-4D97-AF65-F5344CB8AC3E}">
        <p14:creationId xmlns:p14="http://schemas.microsoft.com/office/powerpoint/2010/main" val="33233364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13243A6-036A-4A89-941C-D5CEE45B99CB}"/>
              </a:ext>
            </a:extLst>
          </p:cNvPr>
          <p:cNvSpPr/>
          <p:nvPr/>
        </p:nvSpPr>
        <p:spPr>
          <a:xfrm>
            <a:off x="0" y="9215"/>
            <a:ext cx="12192000" cy="2711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Results:</a:t>
            </a:r>
          </a:p>
        </p:txBody>
      </p:sp>
      <p:sp>
        <p:nvSpPr>
          <p:cNvPr id="3" name="Rectangle 2">
            <a:extLst>
              <a:ext uri="{FF2B5EF4-FFF2-40B4-BE49-F238E27FC236}">
                <a16:creationId xmlns:a16="http://schemas.microsoft.com/office/drawing/2014/main" id="{3D17BF77-8B7B-4C19-9552-E6714CC0013A}"/>
              </a:ext>
            </a:extLst>
          </p:cNvPr>
          <p:cNvSpPr/>
          <p:nvPr/>
        </p:nvSpPr>
        <p:spPr>
          <a:xfrm>
            <a:off x="0" y="280345"/>
            <a:ext cx="12192000" cy="6568440"/>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0A32DB0C-27E2-4761-BACD-EDE58409AF75}"/>
              </a:ext>
            </a:extLst>
          </p:cNvPr>
          <p:cNvSpPr/>
          <p:nvPr/>
        </p:nvSpPr>
        <p:spPr>
          <a:xfrm>
            <a:off x="11277600" y="-24101"/>
            <a:ext cx="914400" cy="30444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3">
            <a:extLst>
              <a:ext uri="{FF2B5EF4-FFF2-40B4-BE49-F238E27FC236}">
                <a16:creationId xmlns:a16="http://schemas.microsoft.com/office/drawing/2014/main" id="{B3BD8804-A8A3-487B-8845-F6582A2BE189}"/>
              </a:ext>
            </a:extLst>
          </p:cNvPr>
          <p:cNvSpPr/>
          <p:nvPr/>
        </p:nvSpPr>
        <p:spPr>
          <a:xfrm>
            <a:off x="0" y="5934385"/>
            <a:ext cx="407227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Scan for dangerous websites</a:t>
            </a:r>
          </a:p>
        </p:txBody>
      </p:sp>
      <p:sp>
        <p:nvSpPr>
          <p:cNvPr id="6" name="Rectangle 5">
            <a:extLst>
              <a:ext uri="{FF2B5EF4-FFF2-40B4-BE49-F238E27FC236}">
                <a16:creationId xmlns:a16="http://schemas.microsoft.com/office/drawing/2014/main" id="{DECAD738-C739-45D5-AE3D-FD3644545FBE}"/>
              </a:ext>
            </a:extLst>
          </p:cNvPr>
          <p:cNvSpPr/>
          <p:nvPr/>
        </p:nvSpPr>
        <p:spPr>
          <a:xfrm>
            <a:off x="-1" y="371633"/>
            <a:ext cx="12099852" cy="7017306"/>
          </a:xfrm>
          <a:prstGeom prst="rect">
            <a:avLst/>
          </a:prstGeom>
        </p:spPr>
        <p:txBody>
          <a:bodyPr wrap="square">
            <a:spAutoFit/>
          </a:bodyPr>
          <a:lstStyle/>
          <a:p>
            <a:pPr algn="ctr"/>
            <a:r>
              <a:rPr lang="en-GB" dirty="0"/>
              <a:t>The following websites were found to contain viruses:</a:t>
            </a:r>
          </a:p>
          <a:p>
            <a:pPr algn="ctr"/>
            <a:r>
              <a:rPr lang="en-GB" dirty="0"/>
              <a:t>A hidden website </a:t>
            </a:r>
            <a:r>
              <a:rPr lang="en-GB" dirty="0">
                <a:hlinkClick r:id="rId3" action="ppaction://hlinksldjump"/>
              </a:rPr>
              <a:t>here</a:t>
            </a: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p:txBody>
      </p:sp>
    </p:spTree>
    <p:extLst>
      <p:ext uri="{BB962C8B-B14F-4D97-AF65-F5344CB8AC3E}">
        <p14:creationId xmlns:p14="http://schemas.microsoft.com/office/powerpoint/2010/main" val="35718736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1CB11B9-AF96-4F1A-8456-07F5B7005989}"/>
              </a:ext>
            </a:extLst>
          </p:cNvPr>
          <p:cNvPicPr>
            <a:picLocks noChangeAspect="1"/>
          </p:cNvPicPr>
          <p:nvPr/>
        </p:nvPicPr>
        <p:blipFill>
          <a:blip r:embed="rId2"/>
          <a:stretch>
            <a:fillRect/>
          </a:stretch>
        </p:blipFill>
        <p:spPr>
          <a:xfrm>
            <a:off x="0" y="144780"/>
            <a:ext cx="12192000" cy="6568440"/>
          </a:xfrm>
          <a:prstGeom prst="rect">
            <a:avLst/>
          </a:prstGeom>
        </p:spPr>
      </p:pic>
      <p:sp>
        <p:nvSpPr>
          <p:cNvPr id="2" name="Rectangle 1">
            <a:extLst>
              <a:ext uri="{FF2B5EF4-FFF2-40B4-BE49-F238E27FC236}">
                <a16:creationId xmlns:a16="http://schemas.microsoft.com/office/drawing/2014/main" id="{D13243A6-036A-4A89-941C-D5CEE45B99CB}"/>
              </a:ext>
            </a:extLst>
          </p:cNvPr>
          <p:cNvSpPr/>
          <p:nvPr/>
        </p:nvSpPr>
        <p:spPr>
          <a:xfrm>
            <a:off x="0" y="2961167"/>
            <a:ext cx="5954233" cy="2711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UAC request </a:t>
            </a:r>
          </a:p>
        </p:txBody>
      </p:sp>
      <p:sp>
        <p:nvSpPr>
          <p:cNvPr id="3" name="Rectangle 2">
            <a:extLst>
              <a:ext uri="{FF2B5EF4-FFF2-40B4-BE49-F238E27FC236}">
                <a16:creationId xmlns:a16="http://schemas.microsoft.com/office/drawing/2014/main" id="{3D17BF77-8B7B-4C19-9552-E6714CC0013A}"/>
              </a:ext>
            </a:extLst>
          </p:cNvPr>
          <p:cNvSpPr/>
          <p:nvPr/>
        </p:nvSpPr>
        <p:spPr>
          <a:xfrm>
            <a:off x="0" y="3232297"/>
            <a:ext cx="5954233" cy="3616487"/>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Do you want this app to have admin access to the system?</a:t>
            </a:r>
          </a:p>
          <a:p>
            <a:pPr algn="ctr"/>
            <a:endParaRPr lang="en-GB" dirty="0"/>
          </a:p>
          <a:p>
            <a:pPr algn="ctr"/>
            <a:endParaRPr lang="en-GB" dirty="0"/>
          </a:p>
        </p:txBody>
      </p:sp>
      <p:sp>
        <p:nvSpPr>
          <p:cNvPr id="5" name="Rectangle 4">
            <a:hlinkClick r:id="rId3" action="ppaction://hlinksldjump"/>
            <a:extLst>
              <a:ext uri="{FF2B5EF4-FFF2-40B4-BE49-F238E27FC236}">
                <a16:creationId xmlns:a16="http://schemas.microsoft.com/office/drawing/2014/main" id="{0A32DB0C-27E2-4761-BACD-EDE58409AF75}"/>
              </a:ext>
            </a:extLst>
          </p:cNvPr>
          <p:cNvSpPr/>
          <p:nvPr/>
        </p:nvSpPr>
        <p:spPr>
          <a:xfrm>
            <a:off x="5039833" y="2932460"/>
            <a:ext cx="914400" cy="30444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3">
            <a:hlinkClick r:id="rId4" action="ppaction://hlinksldjump"/>
            <a:extLst>
              <a:ext uri="{FF2B5EF4-FFF2-40B4-BE49-F238E27FC236}">
                <a16:creationId xmlns:a16="http://schemas.microsoft.com/office/drawing/2014/main" id="{7A20D2AC-36BC-46CD-87AE-03284A8DDC1C}"/>
              </a:ext>
            </a:extLst>
          </p:cNvPr>
          <p:cNvSpPr/>
          <p:nvPr/>
        </p:nvSpPr>
        <p:spPr>
          <a:xfrm>
            <a:off x="1286540" y="5497033"/>
            <a:ext cx="914400" cy="914400"/>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yes</a:t>
            </a:r>
          </a:p>
        </p:txBody>
      </p:sp>
      <p:sp>
        <p:nvSpPr>
          <p:cNvPr id="7" name="Rectangle 6">
            <a:hlinkClick r:id="rId3" action="ppaction://hlinksldjump"/>
            <a:extLst>
              <a:ext uri="{FF2B5EF4-FFF2-40B4-BE49-F238E27FC236}">
                <a16:creationId xmlns:a16="http://schemas.microsoft.com/office/drawing/2014/main" id="{5C67AF21-DC43-43E6-B0DD-2006B1640A31}"/>
              </a:ext>
            </a:extLst>
          </p:cNvPr>
          <p:cNvSpPr/>
          <p:nvPr/>
        </p:nvSpPr>
        <p:spPr>
          <a:xfrm>
            <a:off x="2977116" y="5497033"/>
            <a:ext cx="914400" cy="9144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no</a:t>
            </a:r>
          </a:p>
        </p:txBody>
      </p:sp>
    </p:spTree>
    <p:extLst>
      <p:ext uri="{BB962C8B-B14F-4D97-AF65-F5344CB8AC3E}">
        <p14:creationId xmlns:p14="http://schemas.microsoft.com/office/powerpoint/2010/main" val="10378801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hlinkClick r:id="rId2" action="ppaction://hlinksldjump"/>
            <a:extLst>
              <a:ext uri="{FF2B5EF4-FFF2-40B4-BE49-F238E27FC236}">
                <a16:creationId xmlns:a16="http://schemas.microsoft.com/office/drawing/2014/main" id="{81CB11B9-AF96-4F1A-8456-07F5B7005989}"/>
              </a:ext>
            </a:extLst>
          </p:cNvPr>
          <p:cNvPicPr>
            <a:picLocks noChangeAspect="1"/>
          </p:cNvPicPr>
          <p:nvPr/>
        </p:nvPicPr>
        <p:blipFill>
          <a:blip r:embed="rId3"/>
          <a:stretch>
            <a:fillRect/>
          </a:stretch>
        </p:blipFill>
        <p:spPr>
          <a:xfrm>
            <a:off x="0" y="144780"/>
            <a:ext cx="12192000" cy="6568440"/>
          </a:xfrm>
          <a:prstGeom prst="rect">
            <a:avLst/>
          </a:prstGeom>
        </p:spPr>
      </p:pic>
      <p:sp>
        <p:nvSpPr>
          <p:cNvPr id="3" name="Rectangle 2">
            <a:extLst>
              <a:ext uri="{FF2B5EF4-FFF2-40B4-BE49-F238E27FC236}">
                <a16:creationId xmlns:a16="http://schemas.microsoft.com/office/drawing/2014/main" id="{3D17BF77-8B7B-4C19-9552-E6714CC0013A}"/>
              </a:ext>
            </a:extLst>
          </p:cNvPr>
          <p:cNvSpPr/>
          <p:nvPr/>
        </p:nvSpPr>
        <p:spPr>
          <a:xfrm>
            <a:off x="3118883" y="1620756"/>
            <a:ext cx="5954233" cy="3616487"/>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Access denied!</a:t>
            </a:r>
          </a:p>
          <a:p>
            <a:pPr algn="ctr"/>
            <a:endParaRPr lang="en-GB" dirty="0"/>
          </a:p>
          <a:p>
            <a:pPr algn="ctr"/>
            <a:r>
              <a:rPr lang="en-GB" dirty="0"/>
              <a:t>You are not an admin. You therefore cannot proceed. </a:t>
            </a:r>
          </a:p>
        </p:txBody>
      </p:sp>
    </p:spTree>
    <p:extLst>
      <p:ext uri="{BB962C8B-B14F-4D97-AF65-F5344CB8AC3E}">
        <p14:creationId xmlns:p14="http://schemas.microsoft.com/office/powerpoint/2010/main" val="366280584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hlinkClick r:id="rId2" action="ppaction://hlinksldjump"/>
            <a:extLst>
              <a:ext uri="{FF2B5EF4-FFF2-40B4-BE49-F238E27FC236}">
                <a16:creationId xmlns:a16="http://schemas.microsoft.com/office/drawing/2014/main" id="{6BD9093A-EC0A-44D1-9723-EF5A5A95D85B}"/>
              </a:ext>
            </a:extLst>
          </p:cNvPr>
          <p:cNvPicPr>
            <a:picLocks noChangeAspect="1"/>
          </p:cNvPicPr>
          <p:nvPr/>
        </p:nvPicPr>
        <p:blipFill>
          <a:blip r:embed="rId3"/>
          <a:stretch>
            <a:fillRect/>
          </a:stretch>
        </p:blipFill>
        <p:spPr>
          <a:xfrm>
            <a:off x="0" y="144780"/>
            <a:ext cx="12192000" cy="6568440"/>
          </a:xfrm>
          <a:prstGeom prst="rect">
            <a:avLst/>
          </a:prstGeom>
        </p:spPr>
      </p:pic>
      <p:sp>
        <p:nvSpPr>
          <p:cNvPr id="2" name="Speech Bubble: Rectangle 1">
            <a:extLst>
              <a:ext uri="{FF2B5EF4-FFF2-40B4-BE49-F238E27FC236}">
                <a16:creationId xmlns:a16="http://schemas.microsoft.com/office/drawing/2014/main" id="{A34E86E0-0D49-4898-9ADF-E62BD34DD22C}"/>
              </a:ext>
            </a:extLst>
          </p:cNvPr>
          <p:cNvSpPr/>
          <p:nvPr/>
        </p:nvSpPr>
        <p:spPr>
          <a:xfrm>
            <a:off x="7347098" y="1360967"/>
            <a:ext cx="4678325" cy="4784651"/>
          </a:xfrm>
          <a:prstGeom prst="wedgeRectCallout">
            <a:avLst>
              <a:gd name="adj1" fmla="val -623"/>
              <a:gd name="adj2" fmla="val 6583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5" name="Picture 4">
            <a:extLst>
              <a:ext uri="{FF2B5EF4-FFF2-40B4-BE49-F238E27FC236}">
                <a16:creationId xmlns:a16="http://schemas.microsoft.com/office/drawing/2014/main" id="{0F226EEE-C4A6-4836-8BED-22A595FD3CE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01803" y="1530997"/>
            <a:ext cx="425303" cy="425303"/>
          </a:xfrm>
          <a:prstGeom prst="rect">
            <a:avLst/>
          </a:prstGeom>
        </p:spPr>
      </p:pic>
      <p:sp>
        <p:nvSpPr>
          <p:cNvPr id="6" name="TextBox 5">
            <a:extLst>
              <a:ext uri="{FF2B5EF4-FFF2-40B4-BE49-F238E27FC236}">
                <a16:creationId xmlns:a16="http://schemas.microsoft.com/office/drawing/2014/main" id="{E8A852AD-75E7-4B58-8022-83C86A3AB9C4}"/>
              </a:ext>
            </a:extLst>
          </p:cNvPr>
          <p:cNvSpPr txBox="1"/>
          <p:nvPr/>
        </p:nvSpPr>
        <p:spPr>
          <a:xfrm>
            <a:off x="7927106" y="1420482"/>
            <a:ext cx="3991992" cy="369332"/>
          </a:xfrm>
          <a:prstGeom prst="rect">
            <a:avLst/>
          </a:prstGeom>
          <a:noFill/>
        </p:spPr>
        <p:txBody>
          <a:bodyPr wrap="square" rtlCol="0">
            <a:spAutoFit/>
          </a:bodyPr>
          <a:lstStyle/>
          <a:p>
            <a:r>
              <a:rPr lang="en-GB" dirty="0">
                <a:hlinkClick r:id="rId5" action="ppaction://hlinksldjump"/>
              </a:rPr>
              <a:t>Uses MTFS for security and reliability</a:t>
            </a:r>
            <a:endParaRPr lang="en-GB" dirty="0"/>
          </a:p>
        </p:txBody>
      </p:sp>
      <p:pic>
        <p:nvPicPr>
          <p:cNvPr id="7" name="Picture 6">
            <a:extLst>
              <a:ext uri="{FF2B5EF4-FFF2-40B4-BE49-F238E27FC236}">
                <a16:creationId xmlns:a16="http://schemas.microsoft.com/office/drawing/2014/main" id="{85CDB78C-12D8-43B8-B2F2-2D432CD2994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501803" y="2304785"/>
            <a:ext cx="457200" cy="457200"/>
          </a:xfrm>
          <a:prstGeom prst="rect">
            <a:avLst/>
          </a:prstGeom>
        </p:spPr>
      </p:pic>
      <p:sp>
        <p:nvSpPr>
          <p:cNvPr id="8" name="TextBox 7">
            <a:extLst>
              <a:ext uri="{FF2B5EF4-FFF2-40B4-BE49-F238E27FC236}">
                <a16:creationId xmlns:a16="http://schemas.microsoft.com/office/drawing/2014/main" id="{C5823B4B-7060-493D-BB8A-104B86426A8C}"/>
              </a:ext>
            </a:extLst>
          </p:cNvPr>
          <p:cNvSpPr txBox="1"/>
          <p:nvPr/>
        </p:nvSpPr>
        <p:spPr>
          <a:xfrm>
            <a:off x="8080744" y="2381693"/>
            <a:ext cx="3838354" cy="369332"/>
          </a:xfrm>
          <a:prstGeom prst="rect">
            <a:avLst/>
          </a:prstGeom>
          <a:noFill/>
        </p:spPr>
        <p:txBody>
          <a:bodyPr wrap="square" rtlCol="0">
            <a:spAutoFit/>
          </a:bodyPr>
          <a:lstStyle/>
          <a:p>
            <a:r>
              <a:rPr lang="en-GB" dirty="0">
                <a:hlinkClick r:id="rId7" action="ppaction://hlinksldjump"/>
              </a:rPr>
              <a:t>Home network</a:t>
            </a:r>
            <a:endParaRPr lang="en-GB" dirty="0"/>
          </a:p>
        </p:txBody>
      </p:sp>
      <p:sp>
        <p:nvSpPr>
          <p:cNvPr id="10" name="TextBox 9">
            <a:extLst>
              <a:ext uri="{FF2B5EF4-FFF2-40B4-BE49-F238E27FC236}">
                <a16:creationId xmlns:a16="http://schemas.microsoft.com/office/drawing/2014/main" id="{13BE1B0B-0EEB-4619-B228-C1EF1C8877B1}"/>
              </a:ext>
            </a:extLst>
          </p:cNvPr>
          <p:cNvSpPr txBox="1"/>
          <p:nvPr/>
        </p:nvSpPr>
        <p:spPr>
          <a:xfrm>
            <a:off x="8165804" y="2913321"/>
            <a:ext cx="3753293" cy="369332"/>
          </a:xfrm>
          <a:prstGeom prst="rect">
            <a:avLst/>
          </a:prstGeom>
          <a:noFill/>
        </p:spPr>
        <p:txBody>
          <a:bodyPr wrap="square" rtlCol="0">
            <a:spAutoFit/>
          </a:bodyPr>
          <a:lstStyle/>
          <a:p>
            <a:r>
              <a:rPr lang="en-GB" dirty="0"/>
              <a:t>Password strength: server unavailable</a:t>
            </a:r>
          </a:p>
        </p:txBody>
      </p:sp>
      <p:pic>
        <p:nvPicPr>
          <p:cNvPr id="11" name="Picture 10">
            <a:extLst>
              <a:ext uri="{FF2B5EF4-FFF2-40B4-BE49-F238E27FC236}">
                <a16:creationId xmlns:a16="http://schemas.microsoft.com/office/drawing/2014/main" id="{0D225116-9E75-4AD1-844F-652FBB42C35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593952" y="2927944"/>
            <a:ext cx="365051" cy="365051"/>
          </a:xfrm>
          <a:prstGeom prst="rect">
            <a:avLst/>
          </a:prstGeom>
        </p:spPr>
      </p:pic>
      <p:pic>
        <p:nvPicPr>
          <p:cNvPr id="12" name="Picture 11">
            <a:extLst>
              <a:ext uri="{FF2B5EF4-FFF2-40B4-BE49-F238E27FC236}">
                <a16:creationId xmlns:a16="http://schemas.microsoft.com/office/drawing/2014/main" id="{676ECDCB-7C21-4303-AC29-BFDD48F98FD9}"/>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501803" y="3565006"/>
            <a:ext cx="457201" cy="457201"/>
          </a:xfrm>
          <a:prstGeom prst="rect">
            <a:avLst/>
          </a:prstGeom>
        </p:spPr>
      </p:pic>
      <p:sp>
        <p:nvSpPr>
          <p:cNvPr id="13" name="TextBox 12">
            <a:extLst>
              <a:ext uri="{FF2B5EF4-FFF2-40B4-BE49-F238E27FC236}">
                <a16:creationId xmlns:a16="http://schemas.microsoft.com/office/drawing/2014/main" id="{0D84D636-1993-499F-821E-72C30C13261E}"/>
              </a:ext>
            </a:extLst>
          </p:cNvPr>
          <p:cNvSpPr txBox="1"/>
          <p:nvPr/>
        </p:nvSpPr>
        <p:spPr>
          <a:xfrm>
            <a:off x="8080744" y="3753292"/>
            <a:ext cx="3753293" cy="369332"/>
          </a:xfrm>
          <a:prstGeom prst="rect">
            <a:avLst/>
          </a:prstGeom>
          <a:noFill/>
        </p:spPr>
        <p:txBody>
          <a:bodyPr wrap="square" rtlCol="0">
            <a:spAutoFit/>
          </a:bodyPr>
          <a:lstStyle/>
          <a:p>
            <a:r>
              <a:rPr lang="en-GB" dirty="0">
                <a:hlinkClick r:id="rId10" action="ppaction://hlinksldjump"/>
              </a:rPr>
              <a:t>Web protection 3.0 OFF</a:t>
            </a:r>
            <a:endParaRPr lang="en-GB" dirty="0"/>
          </a:p>
        </p:txBody>
      </p:sp>
      <p:pic>
        <p:nvPicPr>
          <p:cNvPr id="14" name="Picture 13">
            <a:extLst>
              <a:ext uri="{FF2B5EF4-FFF2-40B4-BE49-F238E27FC236}">
                <a16:creationId xmlns:a16="http://schemas.microsoft.com/office/drawing/2014/main" id="{98631F8C-F63C-4212-998E-7CD7848A5670}"/>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501802" y="4368028"/>
            <a:ext cx="457201" cy="457201"/>
          </a:xfrm>
          <a:prstGeom prst="rect">
            <a:avLst/>
          </a:prstGeom>
        </p:spPr>
      </p:pic>
      <p:sp>
        <p:nvSpPr>
          <p:cNvPr id="15" name="TextBox 14">
            <a:extLst>
              <a:ext uri="{FF2B5EF4-FFF2-40B4-BE49-F238E27FC236}">
                <a16:creationId xmlns:a16="http://schemas.microsoft.com/office/drawing/2014/main" id="{95C9E0B3-470E-4CDF-BD65-97C66DF4BAEC}"/>
              </a:ext>
            </a:extLst>
          </p:cNvPr>
          <p:cNvSpPr txBox="1"/>
          <p:nvPr/>
        </p:nvSpPr>
        <p:spPr>
          <a:xfrm>
            <a:off x="7927106" y="4476307"/>
            <a:ext cx="3838354" cy="369332"/>
          </a:xfrm>
          <a:prstGeom prst="rect">
            <a:avLst/>
          </a:prstGeom>
          <a:noFill/>
        </p:spPr>
        <p:txBody>
          <a:bodyPr wrap="square" rtlCol="0">
            <a:spAutoFit/>
          </a:bodyPr>
          <a:lstStyle/>
          <a:p>
            <a:r>
              <a:rPr lang="en-GB" dirty="0">
                <a:hlinkClick r:id="rId11" action="ppaction://hlinksldjump"/>
              </a:rPr>
              <a:t>OS not activated</a:t>
            </a:r>
            <a:endParaRPr lang="en-GB" dirty="0"/>
          </a:p>
        </p:txBody>
      </p:sp>
      <p:pic>
        <p:nvPicPr>
          <p:cNvPr id="16" name="Picture 15">
            <a:extLst>
              <a:ext uri="{FF2B5EF4-FFF2-40B4-BE49-F238E27FC236}">
                <a16:creationId xmlns:a16="http://schemas.microsoft.com/office/drawing/2014/main" id="{C2D03154-0537-456A-A30A-1414F2668C1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33700" y="5007317"/>
            <a:ext cx="425303" cy="425303"/>
          </a:xfrm>
          <a:prstGeom prst="rect">
            <a:avLst/>
          </a:prstGeom>
        </p:spPr>
      </p:pic>
      <p:sp>
        <p:nvSpPr>
          <p:cNvPr id="17" name="TextBox 16">
            <a:extLst>
              <a:ext uri="{FF2B5EF4-FFF2-40B4-BE49-F238E27FC236}">
                <a16:creationId xmlns:a16="http://schemas.microsoft.com/office/drawing/2014/main" id="{4E7718A8-ACB4-4AA0-B287-9F0DCB6966DF}"/>
              </a:ext>
            </a:extLst>
          </p:cNvPr>
          <p:cNvSpPr txBox="1"/>
          <p:nvPr/>
        </p:nvSpPr>
        <p:spPr>
          <a:xfrm>
            <a:off x="8165804" y="5007317"/>
            <a:ext cx="3668233" cy="369332"/>
          </a:xfrm>
          <a:prstGeom prst="rect">
            <a:avLst/>
          </a:prstGeom>
          <a:noFill/>
        </p:spPr>
        <p:txBody>
          <a:bodyPr wrap="square" rtlCol="0">
            <a:spAutoFit/>
          </a:bodyPr>
          <a:lstStyle/>
          <a:p>
            <a:r>
              <a:rPr lang="en-GB" dirty="0">
                <a:hlinkClick r:id="rId12" action="ppaction://hlinksldjump"/>
              </a:rPr>
              <a:t>Antivirus is installed and enabled</a:t>
            </a:r>
            <a:endParaRPr lang="en-GB" dirty="0"/>
          </a:p>
        </p:txBody>
      </p:sp>
      <p:pic>
        <p:nvPicPr>
          <p:cNvPr id="18" name="Picture 17">
            <a:extLst>
              <a:ext uri="{FF2B5EF4-FFF2-40B4-BE49-F238E27FC236}">
                <a16:creationId xmlns:a16="http://schemas.microsoft.com/office/drawing/2014/main" id="{8AF840A8-0F57-4F65-8D35-AA93D907EB57}"/>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469905" y="5571750"/>
            <a:ext cx="457201" cy="457201"/>
          </a:xfrm>
          <a:prstGeom prst="rect">
            <a:avLst/>
          </a:prstGeom>
        </p:spPr>
      </p:pic>
      <p:sp>
        <p:nvSpPr>
          <p:cNvPr id="19" name="TextBox 18">
            <a:extLst>
              <a:ext uri="{FF2B5EF4-FFF2-40B4-BE49-F238E27FC236}">
                <a16:creationId xmlns:a16="http://schemas.microsoft.com/office/drawing/2014/main" id="{6B42CDA9-D706-446F-84AA-5FA0D2F2BCED}"/>
              </a:ext>
            </a:extLst>
          </p:cNvPr>
          <p:cNvSpPr txBox="1"/>
          <p:nvPr/>
        </p:nvSpPr>
        <p:spPr>
          <a:xfrm>
            <a:off x="8080744" y="5571750"/>
            <a:ext cx="3838353" cy="369332"/>
          </a:xfrm>
          <a:prstGeom prst="rect">
            <a:avLst/>
          </a:prstGeom>
          <a:noFill/>
        </p:spPr>
        <p:txBody>
          <a:bodyPr wrap="square" rtlCol="0">
            <a:spAutoFit/>
          </a:bodyPr>
          <a:lstStyle/>
          <a:p>
            <a:r>
              <a:rPr lang="en-GB" dirty="0"/>
              <a:t>HKLM is ON</a:t>
            </a:r>
          </a:p>
        </p:txBody>
      </p:sp>
    </p:spTree>
    <p:extLst>
      <p:ext uri="{BB962C8B-B14F-4D97-AF65-F5344CB8AC3E}">
        <p14:creationId xmlns:p14="http://schemas.microsoft.com/office/powerpoint/2010/main" val="24861493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1CB11B9-AF96-4F1A-8456-07F5B7005989}"/>
              </a:ext>
            </a:extLst>
          </p:cNvPr>
          <p:cNvPicPr>
            <a:picLocks noChangeAspect="1"/>
          </p:cNvPicPr>
          <p:nvPr/>
        </p:nvPicPr>
        <p:blipFill>
          <a:blip r:embed="rId2"/>
          <a:stretch>
            <a:fillRect/>
          </a:stretch>
        </p:blipFill>
        <p:spPr>
          <a:xfrm>
            <a:off x="0" y="144780"/>
            <a:ext cx="12192000" cy="6568440"/>
          </a:xfrm>
          <a:prstGeom prst="rect">
            <a:avLst/>
          </a:prstGeom>
        </p:spPr>
      </p:pic>
      <p:sp>
        <p:nvSpPr>
          <p:cNvPr id="2" name="Rectangle 1">
            <a:extLst>
              <a:ext uri="{FF2B5EF4-FFF2-40B4-BE49-F238E27FC236}">
                <a16:creationId xmlns:a16="http://schemas.microsoft.com/office/drawing/2014/main" id="{D13243A6-036A-4A89-941C-D5CEE45B99CB}"/>
              </a:ext>
            </a:extLst>
          </p:cNvPr>
          <p:cNvSpPr/>
          <p:nvPr/>
        </p:nvSpPr>
        <p:spPr>
          <a:xfrm>
            <a:off x="0" y="2961167"/>
            <a:ext cx="5954233" cy="2711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MTFS</a:t>
            </a:r>
          </a:p>
        </p:txBody>
      </p:sp>
      <p:sp>
        <p:nvSpPr>
          <p:cNvPr id="3" name="Rectangle 2">
            <a:extLst>
              <a:ext uri="{FF2B5EF4-FFF2-40B4-BE49-F238E27FC236}">
                <a16:creationId xmlns:a16="http://schemas.microsoft.com/office/drawing/2014/main" id="{3D17BF77-8B7B-4C19-9552-E6714CC0013A}"/>
              </a:ext>
            </a:extLst>
          </p:cNvPr>
          <p:cNvSpPr/>
          <p:nvPr/>
        </p:nvSpPr>
        <p:spPr>
          <a:xfrm>
            <a:off x="0" y="3232297"/>
            <a:ext cx="5954233" cy="3616487"/>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Windos 1 through 95 used FATT as a filesystem. Windos 98 used FATT32 as a filesystem. Both have major flaws. You have the new MTFS file system, a dynamic and stable variation of FATT+, a custom filesystem made by the Windos team but never used for secret reasons. Lucky you don’t need to upgrade! </a:t>
            </a:r>
          </a:p>
        </p:txBody>
      </p:sp>
      <p:sp>
        <p:nvSpPr>
          <p:cNvPr id="5" name="Rectangle 4">
            <a:hlinkClick r:id="rId3" action="ppaction://hlinksldjump"/>
            <a:extLst>
              <a:ext uri="{FF2B5EF4-FFF2-40B4-BE49-F238E27FC236}">
                <a16:creationId xmlns:a16="http://schemas.microsoft.com/office/drawing/2014/main" id="{0A32DB0C-27E2-4761-BACD-EDE58409AF75}"/>
              </a:ext>
            </a:extLst>
          </p:cNvPr>
          <p:cNvSpPr/>
          <p:nvPr/>
        </p:nvSpPr>
        <p:spPr>
          <a:xfrm>
            <a:off x="5039833" y="2932460"/>
            <a:ext cx="914400" cy="30444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66618047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1CB11B9-AF96-4F1A-8456-07F5B7005989}"/>
              </a:ext>
            </a:extLst>
          </p:cNvPr>
          <p:cNvPicPr>
            <a:picLocks noChangeAspect="1"/>
          </p:cNvPicPr>
          <p:nvPr/>
        </p:nvPicPr>
        <p:blipFill>
          <a:blip r:embed="rId2"/>
          <a:stretch>
            <a:fillRect/>
          </a:stretch>
        </p:blipFill>
        <p:spPr>
          <a:xfrm>
            <a:off x="0" y="144780"/>
            <a:ext cx="12192000" cy="6568440"/>
          </a:xfrm>
          <a:prstGeom prst="rect">
            <a:avLst/>
          </a:prstGeom>
        </p:spPr>
      </p:pic>
      <p:sp>
        <p:nvSpPr>
          <p:cNvPr id="2" name="Rectangle 1">
            <a:extLst>
              <a:ext uri="{FF2B5EF4-FFF2-40B4-BE49-F238E27FC236}">
                <a16:creationId xmlns:a16="http://schemas.microsoft.com/office/drawing/2014/main" id="{D13243A6-036A-4A89-941C-D5CEE45B99CB}"/>
              </a:ext>
            </a:extLst>
          </p:cNvPr>
          <p:cNvSpPr/>
          <p:nvPr/>
        </p:nvSpPr>
        <p:spPr>
          <a:xfrm>
            <a:off x="0" y="2961167"/>
            <a:ext cx="5954233" cy="2711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Home network</a:t>
            </a:r>
          </a:p>
        </p:txBody>
      </p:sp>
      <p:sp>
        <p:nvSpPr>
          <p:cNvPr id="3" name="Rectangle 2">
            <a:extLst>
              <a:ext uri="{FF2B5EF4-FFF2-40B4-BE49-F238E27FC236}">
                <a16:creationId xmlns:a16="http://schemas.microsoft.com/office/drawing/2014/main" id="{3D17BF77-8B7B-4C19-9552-E6714CC0013A}"/>
              </a:ext>
            </a:extLst>
          </p:cNvPr>
          <p:cNvSpPr/>
          <p:nvPr/>
        </p:nvSpPr>
        <p:spPr>
          <a:xfrm>
            <a:off x="0" y="3232297"/>
            <a:ext cx="5954233" cy="3616487"/>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Windos detected that you are on a home network. If this is incorrect your admin needs to change the settings of this PC in the control panel. </a:t>
            </a:r>
          </a:p>
        </p:txBody>
      </p:sp>
      <p:sp>
        <p:nvSpPr>
          <p:cNvPr id="5" name="Rectangle 4">
            <a:hlinkClick r:id="rId3" action="ppaction://hlinksldjump"/>
            <a:extLst>
              <a:ext uri="{FF2B5EF4-FFF2-40B4-BE49-F238E27FC236}">
                <a16:creationId xmlns:a16="http://schemas.microsoft.com/office/drawing/2014/main" id="{0A32DB0C-27E2-4761-BACD-EDE58409AF75}"/>
              </a:ext>
            </a:extLst>
          </p:cNvPr>
          <p:cNvSpPr/>
          <p:nvPr/>
        </p:nvSpPr>
        <p:spPr>
          <a:xfrm>
            <a:off x="5039833" y="2932460"/>
            <a:ext cx="914400" cy="30444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59080965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1CB11B9-AF96-4F1A-8456-07F5B7005989}"/>
              </a:ext>
            </a:extLst>
          </p:cNvPr>
          <p:cNvPicPr>
            <a:picLocks noChangeAspect="1"/>
          </p:cNvPicPr>
          <p:nvPr/>
        </p:nvPicPr>
        <p:blipFill>
          <a:blip r:embed="rId2"/>
          <a:stretch>
            <a:fillRect/>
          </a:stretch>
        </p:blipFill>
        <p:spPr>
          <a:xfrm>
            <a:off x="0" y="144780"/>
            <a:ext cx="12192000" cy="6568440"/>
          </a:xfrm>
          <a:prstGeom prst="rect">
            <a:avLst/>
          </a:prstGeom>
        </p:spPr>
      </p:pic>
      <p:sp>
        <p:nvSpPr>
          <p:cNvPr id="2" name="Rectangle 1">
            <a:extLst>
              <a:ext uri="{FF2B5EF4-FFF2-40B4-BE49-F238E27FC236}">
                <a16:creationId xmlns:a16="http://schemas.microsoft.com/office/drawing/2014/main" id="{D13243A6-036A-4A89-941C-D5CEE45B99CB}"/>
              </a:ext>
            </a:extLst>
          </p:cNvPr>
          <p:cNvSpPr/>
          <p:nvPr/>
        </p:nvSpPr>
        <p:spPr>
          <a:xfrm>
            <a:off x="0" y="2961167"/>
            <a:ext cx="5954233" cy="2711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WP3 is OFF</a:t>
            </a:r>
          </a:p>
        </p:txBody>
      </p:sp>
      <p:sp>
        <p:nvSpPr>
          <p:cNvPr id="3" name="Rectangle 2">
            <a:extLst>
              <a:ext uri="{FF2B5EF4-FFF2-40B4-BE49-F238E27FC236}">
                <a16:creationId xmlns:a16="http://schemas.microsoft.com/office/drawing/2014/main" id="{3D17BF77-8B7B-4C19-9552-E6714CC0013A}"/>
              </a:ext>
            </a:extLst>
          </p:cNvPr>
          <p:cNvSpPr/>
          <p:nvPr/>
        </p:nvSpPr>
        <p:spPr>
          <a:xfrm>
            <a:off x="0" y="3232297"/>
            <a:ext cx="5954233" cy="3616487"/>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Web protection 1 warned you when you were in  a dangerous site, but this meant you could still be unsafe. WP2 blocked you from entering the site but it was possible to ignore this. WP3 is new, and removes dangerous sites from the list. Please ask your admin to enable it. </a:t>
            </a:r>
          </a:p>
        </p:txBody>
      </p:sp>
      <p:sp>
        <p:nvSpPr>
          <p:cNvPr id="5" name="Rectangle 4">
            <a:hlinkClick r:id="rId3" action="ppaction://hlinksldjump"/>
            <a:extLst>
              <a:ext uri="{FF2B5EF4-FFF2-40B4-BE49-F238E27FC236}">
                <a16:creationId xmlns:a16="http://schemas.microsoft.com/office/drawing/2014/main" id="{0A32DB0C-27E2-4761-BACD-EDE58409AF75}"/>
              </a:ext>
            </a:extLst>
          </p:cNvPr>
          <p:cNvSpPr/>
          <p:nvPr/>
        </p:nvSpPr>
        <p:spPr>
          <a:xfrm>
            <a:off x="5039833" y="2932460"/>
            <a:ext cx="914400" cy="30444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48198624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1CB11B9-AF96-4F1A-8456-07F5B7005989}"/>
              </a:ext>
            </a:extLst>
          </p:cNvPr>
          <p:cNvPicPr>
            <a:picLocks noChangeAspect="1"/>
          </p:cNvPicPr>
          <p:nvPr/>
        </p:nvPicPr>
        <p:blipFill>
          <a:blip r:embed="rId2"/>
          <a:stretch>
            <a:fillRect/>
          </a:stretch>
        </p:blipFill>
        <p:spPr>
          <a:xfrm>
            <a:off x="0" y="144780"/>
            <a:ext cx="12192000" cy="6568440"/>
          </a:xfrm>
          <a:prstGeom prst="rect">
            <a:avLst/>
          </a:prstGeom>
        </p:spPr>
      </p:pic>
      <p:sp>
        <p:nvSpPr>
          <p:cNvPr id="2" name="Rectangle 1">
            <a:extLst>
              <a:ext uri="{FF2B5EF4-FFF2-40B4-BE49-F238E27FC236}">
                <a16:creationId xmlns:a16="http://schemas.microsoft.com/office/drawing/2014/main" id="{D13243A6-036A-4A89-941C-D5CEE45B99CB}"/>
              </a:ext>
            </a:extLst>
          </p:cNvPr>
          <p:cNvSpPr/>
          <p:nvPr/>
        </p:nvSpPr>
        <p:spPr>
          <a:xfrm>
            <a:off x="0" y="2961167"/>
            <a:ext cx="5954233" cy="2711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OS not activated</a:t>
            </a:r>
          </a:p>
        </p:txBody>
      </p:sp>
      <p:sp>
        <p:nvSpPr>
          <p:cNvPr id="3" name="Rectangle 2">
            <a:extLst>
              <a:ext uri="{FF2B5EF4-FFF2-40B4-BE49-F238E27FC236}">
                <a16:creationId xmlns:a16="http://schemas.microsoft.com/office/drawing/2014/main" id="{3D17BF77-8B7B-4C19-9552-E6714CC0013A}"/>
              </a:ext>
            </a:extLst>
          </p:cNvPr>
          <p:cNvSpPr/>
          <p:nvPr/>
        </p:nvSpPr>
        <p:spPr>
          <a:xfrm>
            <a:off x="0" y="3232297"/>
            <a:ext cx="5954233" cy="3616487"/>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Here are the drawbacks of an inactivated OS:</a:t>
            </a:r>
          </a:p>
          <a:p>
            <a:pPr marL="342900" indent="-342900" algn="ctr">
              <a:buAutoNum type="arabicPeriod"/>
            </a:pPr>
            <a:r>
              <a:rPr lang="en-GB" dirty="0"/>
              <a:t>You cannot change settings</a:t>
            </a:r>
          </a:p>
          <a:p>
            <a:pPr marL="342900" indent="-342900" algn="ctr">
              <a:buAutoNum type="arabicPeriod"/>
            </a:pPr>
            <a:r>
              <a:rPr lang="en-GB" dirty="0"/>
              <a:t>You were reported to the Windos Team for piracy</a:t>
            </a:r>
          </a:p>
          <a:p>
            <a:pPr marL="342900" indent="-342900" algn="ctr">
              <a:buAutoNum type="arabicPeriod"/>
            </a:pPr>
            <a:r>
              <a:rPr lang="en-GB" dirty="0"/>
              <a:t>You cannot use the system to its  full extent</a:t>
            </a:r>
          </a:p>
          <a:p>
            <a:pPr marL="342900" indent="-342900" algn="ctr">
              <a:buAutoNum type="arabicPeriod"/>
            </a:pPr>
            <a:r>
              <a:rPr lang="en-GB" dirty="0"/>
              <a:t>You will see ads and pop ups</a:t>
            </a:r>
          </a:p>
          <a:p>
            <a:pPr marL="342900" indent="-342900" algn="ctr">
              <a:buAutoNum type="arabicPeriod"/>
            </a:pPr>
            <a:r>
              <a:rPr lang="en-GB" dirty="0"/>
              <a:t>You cannot open the Windos  Store! </a:t>
            </a:r>
          </a:p>
          <a:p>
            <a:pPr marL="342900" indent="-342900" algn="ctr">
              <a:buAutoNum type="arabicPeriod"/>
            </a:pPr>
            <a:r>
              <a:rPr lang="en-GB" dirty="0"/>
              <a:t>Games are banned</a:t>
            </a:r>
          </a:p>
          <a:p>
            <a:pPr marL="342900" indent="-342900" algn="ctr">
              <a:buAutoNum type="arabicPeriod"/>
            </a:pPr>
            <a:r>
              <a:rPr lang="en-GB" dirty="0"/>
              <a:t>You cannot disable UAC prompts. </a:t>
            </a:r>
          </a:p>
          <a:p>
            <a:pPr marL="342900" indent="-342900" algn="ctr">
              <a:buAutoNum type="arabicPeriod"/>
            </a:pPr>
            <a:r>
              <a:rPr lang="en-GB" dirty="0"/>
              <a:t>Windos has not installed DirectX</a:t>
            </a:r>
          </a:p>
          <a:p>
            <a:pPr marL="342900" indent="-342900" algn="ctr">
              <a:buAutoNum type="arabicPeriod"/>
            </a:pPr>
            <a:r>
              <a:rPr lang="en-GB" dirty="0"/>
              <a:t>Tech support will be denied </a:t>
            </a:r>
          </a:p>
          <a:p>
            <a:pPr marL="342900" indent="-342900" algn="ctr">
              <a:buAutoNum type="arabicPeriod"/>
            </a:pPr>
            <a:r>
              <a:rPr lang="en-GB" dirty="0"/>
              <a:t>You cannot add admin accounts</a:t>
            </a:r>
          </a:p>
          <a:p>
            <a:pPr algn="ctr"/>
            <a:endParaRPr lang="en-GB" dirty="0"/>
          </a:p>
        </p:txBody>
      </p:sp>
      <p:sp>
        <p:nvSpPr>
          <p:cNvPr id="5" name="Rectangle 4">
            <a:hlinkClick r:id="rId3" action="ppaction://hlinksldjump"/>
            <a:extLst>
              <a:ext uri="{FF2B5EF4-FFF2-40B4-BE49-F238E27FC236}">
                <a16:creationId xmlns:a16="http://schemas.microsoft.com/office/drawing/2014/main" id="{0A32DB0C-27E2-4761-BACD-EDE58409AF75}"/>
              </a:ext>
            </a:extLst>
          </p:cNvPr>
          <p:cNvSpPr/>
          <p:nvPr/>
        </p:nvSpPr>
        <p:spPr>
          <a:xfrm>
            <a:off x="5039833" y="2932460"/>
            <a:ext cx="914400" cy="30444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171747615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1CB11B9-AF96-4F1A-8456-07F5B7005989}"/>
              </a:ext>
            </a:extLst>
          </p:cNvPr>
          <p:cNvPicPr>
            <a:picLocks noChangeAspect="1"/>
          </p:cNvPicPr>
          <p:nvPr/>
        </p:nvPicPr>
        <p:blipFill>
          <a:blip r:embed="rId2"/>
          <a:stretch>
            <a:fillRect/>
          </a:stretch>
        </p:blipFill>
        <p:spPr>
          <a:xfrm>
            <a:off x="0" y="144780"/>
            <a:ext cx="12192000" cy="6568440"/>
          </a:xfrm>
          <a:prstGeom prst="rect">
            <a:avLst/>
          </a:prstGeom>
        </p:spPr>
      </p:pic>
      <p:sp>
        <p:nvSpPr>
          <p:cNvPr id="2" name="Rectangle 1">
            <a:extLst>
              <a:ext uri="{FF2B5EF4-FFF2-40B4-BE49-F238E27FC236}">
                <a16:creationId xmlns:a16="http://schemas.microsoft.com/office/drawing/2014/main" id="{D13243A6-036A-4A89-941C-D5CEE45B99CB}"/>
              </a:ext>
            </a:extLst>
          </p:cNvPr>
          <p:cNvSpPr/>
          <p:nvPr/>
        </p:nvSpPr>
        <p:spPr>
          <a:xfrm>
            <a:off x="0" y="2961167"/>
            <a:ext cx="5954233" cy="2711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HKLM is ON</a:t>
            </a:r>
          </a:p>
        </p:txBody>
      </p:sp>
      <p:sp>
        <p:nvSpPr>
          <p:cNvPr id="3" name="Rectangle 2">
            <a:extLst>
              <a:ext uri="{FF2B5EF4-FFF2-40B4-BE49-F238E27FC236}">
                <a16:creationId xmlns:a16="http://schemas.microsoft.com/office/drawing/2014/main" id="{3D17BF77-8B7B-4C19-9552-E6714CC0013A}"/>
              </a:ext>
            </a:extLst>
          </p:cNvPr>
          <p:cNvSpPr/>
          <p:nvPr/>
        </p:nvSpPr>
        <p:spPr>
          <a:xfrm>
            <a:off x="0" y="3232297"/>
            <a:ext cx="5954233" cy="3616487"/>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HKLM is enabled. This is a legacy hardware feature that helps avoid multiple hardware devices from interfering by only using 1 of the devices. This issue has been fixed and if your admin disables it, Windos will perform better. HKLM also has a security flaw that lets malware access the PC’s BIOS.  Disable it to stay safe and enjoy performance. </a:t>
            </a:r>
          </a:p>
        </p:txBody>
      </p:sp>
      <p:sp>
        <p:nvSpPr>
          <p:cNvPr id="5" name="Rectangle 4">
            <a:hlinkClick r:id="rId3" action="ppaction://hlinksldjump"/>
            <a:extLst>
              <a:ext uri="{FF2B5EF4-FFF2-40B4-BE49-F238E27FC236}">
                <a16:creationId xmlns:a16="http://schemas.microsoft.com/office/drawing/2014/main" id="{0A32DB0C-27E2-4761-BACD-EDE58409AF75}"/>
              </a:ext>
            </a:extLst>
          </p:cNvPr>
          <p:cNvSpPr/>
          <p:nvPr/>
        </p:nvSpPr>
        <p:spPr>
          <a:xfrm>
            <a:off x="5039833" y="2932460"/>
            <a:ext cx="914400" cy="30444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3992472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13243A6-036A-4A89-941C-D5CEE45B99CB}"/>
              </a:ext>
            </a:extLst>
          </p:cNvPr>
          <p:cNvSpPr/>
          <p:nvPr/>
        </p:nvSpPr>
        <p:spPr>
          <a:xfrm>
            <a:off x="0" y="9215"/>
            <a:ext cx="12192000" cy="2711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Internet Explorer 25;connected;DNS 1.1.1.1;HTTPS is used; up to date. </a:t>
            </a:r>
          </a:p>
        </p:txBody>
      </p:sp>
      <p:sp>
        <p:nvSpPr>
          <p:cNvPr id="3" name="Rectangle 2">
            <a:extLst>
              <a:ext uri="{FF2B5EF4-FFF2-40B4-BE49-F238E27FC236}">
                <a16:creationId xmlns:a16="http://schemas.microsoft.com/office/drawing/2014/main" id="{3D17BF77-8B7B-4C19-9552-E6714CC0013A}"/>
              </a:ext>
            </a:extLst>
          </p:cNvPr>
          <p:cNvSpPr/>
          <p:nvPr/>
        </p:nvSpPr>
        <p:spPr>
          <a:xfrm>
            <a:off x="0" y="280345"/>
            <a:ext cx="12192000" cy="6568440"/>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0A32DB0C-27E2-4761-BACD-EDE58409AF75}"/>
              </a:ext>
            </a:extLst>
          </p:cNvPr>
          <p:cNvSpPr/>
          <p:nvPr/>
        </p:nvSpPr>
        <p:spPr>
          <a:xfrm>
            <a:off x="11277600" y="-24101"/>
            <a:ext cx="914400" cy="30444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TextBox 3">
            <a:extLst>
              <a:ext uri="{FF2B5EF4-FFF2-40B4-BE49-F238E27FC236}">
                <a16:creationId xmlns:a16="http://schemas.microsoft.com/office/drawing/2014/main" id="{1E682600-7606-40F3-A40D-A12D039F235B}"/>
              </a:ext>
            </a:extLst>
          </p:cNvPr>
          <p:cNvSpPr txBox="1"/>
          <p:nvPr/>
        </p:nvSpPr>
        <p:spPr>
          <a:xfrm>
            <a:off x="106326" y="382772"/>
            <a:ext cx="12085674" cy="2308324"/>
          </a:xfrm>
          <a:prstGeom prst="rect">
            <a:avLst/>
          </a:prstGeom>
          <a:noFill/>
        </p:spPr>
        <p:txBody>
          <a:bodyPr wrap="square" rtlCol="0">
            <a:spAutoFit/>
          </a:bodyPr>
          <a:lstStyle/>
          <a:p>
            <a:r>
              <a:rPr lang="en-GB" dirty="0"/>
              <a:t>Welcome to the Internet!</a:t>
            </a:r>
          </a:p>
          <a:p>
            <a:r>
              <a:rPr lang="en-GB" dirty="0"/>
              <a:t>Click on a site to visit:</a:t>
            </a:r>
          </a:p>
          <a:p>
            <a:endParaRPr lang="en-GB" dirty="0"/>
          </a:p>
          <a:p>
            <a:r>
              <a:rPr lang="en-GB" dirty="0">
                <a:hlinkClick r:id="rId3" action="ppaction://hlinksldjump"/>
              </a:rPr>
              <a:t>Google</a:t>
            </a:r>
            <a:endParaRPr lang="en-GB" dirty="0"/>
          </a:p>
          <a:p>
            <a:r>
              <a:rPr lang="en-GB" dirty="0">
                <a:hlinkClick r:id="rId4" action="ppaction://hlinksldjump"/>
              </a:rPr>
              <a:t>Jeb_</a:t>
            </a:r>
            <a:endParaRPr lang="en-GB" dirty="0"/>
          </a:p>
          <a:p>
            <a:r>
              <a:rPr lang="en-GB" dirty="0"/>
              <a:t>[hidden site]</a:t>
            </a:r>
          </a:p>
          <a:p>
            <a:endParaRPr lang="en-GB" dirty="0"/>
          </a:p>
          <a:p>
            <a:endParaRPr lang="en-GB" dirty="0"/>
          </a:p>
        </p:txBody>
      </p:sp>
    </p:spTree>
    <p:extLst>
      <p:ext uri="{BB962C8B-B14F-4D97-AF65-F5344CB8AC3E}">
        <p14:creationId xmlns:p14="http://schemas.microsoft.com/office/powerpoint/2010/main" val="109768283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13243A6-036A-4A89-941C-D5CEE45B99CB}"/>
              </a:ext>
            </a:extLst>
          </p:cNvPr>
          <p:cNvSpPr/>
          <p:nvPr/>
        </p:nvSpPr>
        <p:spPr>
          <a:xfrm>
            <a:off x="0" y="9215"/>
            <a:ext cx="12192000" cy="2711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Internet Site: Google </a:t>
            </a:r>
          </a:p>
        </p:txBody>
      </p:sp>
      <p:sp>
        <p:nvSpPr>
          <p:cNvPr id="3" name="Rectangle 2">
            <a:extLst>
              <a:ext uri="{FF2B5EF4-FFF2-40B4-BE49-F238E27FC236}">
                <a16:creationId xmlns:a16="http://schemas.microsoft.com/office/drawing/2014/main" id="{3D17BF77-8B7B-4C19-9552-E6714CC0013A}"/>
              </a:ext>
            </a:extLst>
          </p:cNvPr>
          <p:cNvSpPr/>
          <p:nvPr/>
        </p:nvSpPr>
        <p:spPr>
          <a:xfrm>
            <a:off x="0" y="280345"/>
            <a:ext cx="12192000" cy="6568440"/>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0A32DB0C-27E2-4761-BACD-EDE58409AF75}"/>
              </a:ext>
            </a:extLst>
          </p:cNvPr>
          <p:cNvSpPr/>
          <p:nvPr/>
        </p:nvSpPr>
        <p:spPr>
          <a:xfrm>
            <a:off x="11277600" y="-24101"/>
            <a:ext cx="914400" cy="30444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 name="Graphic 5">
            <a:hlinkClick r:id="rId3" action="ppaction://hlinksldjump"/>
            <a:extLst>
              <a:ext uri="{FF2B5EF4-FFF2-40B4-BE49-F238E27FC236}">
                <a16:creationId xmlns:a16="http://schemas.microsoft.com/office/drawing/2014/main" id="{257CFDB4-30C9-47A7-B6E2-A5C396C2A30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880980" y="-36505"/>
            <a:ext cx="396620" cy="396620"/>
          </a:xfrm>
          <a:prstGeom prst="rect">
            <a:avLst/>
          </a:prstGeom>
        </p:spPr>
      </p:pic>
      <p:pic>
        <p:nvPicPr>
          <p:cNvPr id="7" name="Picture 6">
            <a:extLst>
              <a:ext uri="{FF2B5EF4-FFF2-40B4-BE49-F238E27FC236}">
                <a16:creationId xmlns:a16="http://schemas.microsoft.com/office/drawing/2014/main" id="{FA6ECCCC-8341-40DE-A35A-8984E34B6D21}"/>
              </a:ext>
            </a:extLst>
          </p:cNvPr>
          <p:cNvPicPr>
            <a:picLocks noChangeAspect="1"/>
          </p:cNvPicPr>
          <p:nvPr/>
        </p:nvPicPr>
        <p:blipFill rotWithShape="1">
          <a:blip r:embed="rId6"/>
          <a:srcRect l="-247" t="-16720" r="247" b="16720"/>
          <a:stretch/>
        </p:blipFill>
        <p:spPr>
          <a:xfrm>
            <a:off x="2222500" y="-124655"/>
            <a:ext cx="6667499" cy="6982655"/>
          </a:xfrm>
          <a:prstGeom prst="rect">
            <a:avLst/>
          </a:prstGeom>
        </p:spPr>
      </p:pic>
    </p:spTree>
    <p:extLst>
      <p:ext uri="{BB962C8B-B14F-4D97-AF65-F5344CB8AC3E}">
        <p14:creationId xmlns:p14="http://schemas.microsoft.com/office/powerpoint/2010/main" val="276305922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13243A6-036A-4A89-941C-D5CEE45B99CB}"/>
              </a:ext>
            </a:extLst>
          </p:cNvPr>
          <p:cNvSpPr/>
          <p:nvPr/>
        </p:nvSpPr>
        <p:spPr>
          <a:xfrm>
            <a:off x="0" y="9215"/>
            <a:ext cx="12192000" cy="2711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Internet Site: Jeb_</a:t>
            </a:r>
          </a:p>
        </p:txBody>
      </p:sp>
      <p:sp>
        <p:nvSpPr>
          <p:cNvPr id="3" name="Rectangle 2">
            <a:extLst>
              <a:ext uri="{FF2B5EF4-FFF2-40B4-BE49-F238E27FC236}">
                <a16:creationId xmlns:a16="http://schemas.microsoft.com/office/drawing/2014/main" id="{3D17BF77-8B7B-4C19-9552-E6714CC0013A}"/>
              </a:ext>
            </a:extLst>
          </p:cNvPr>
          <p:cNvSpPr/>
          <p:nvPr/>
        </p:nvSpPr>
        <p:spPr>
          <a:xfrm>
            <a:off x="0" y="280345"/>
            <a:ext cx="12192000" cy="6568440"/>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 Minecraft:</a:t>
            </a:r>
          </a:p>
          <a:p>
            <a:pPr algn="ctr"/>
            <a:endParaRPr lang="en-GB" dirty="0"/>
          </a:p>
          <a:p>
            <a:pPr algn="ctr"/>
            <a:r>
              <a:rPr lang="en-GB" dirty="0"/>
              <a:t>Name a sheep Jeb_</a:t>
            </a:r>
          </a:p>
          <a:p>
            <a:pPr algn="ctr"/>
            <a:endParaRPr lang="en-GB" dirty="0"/>
          </a:p>
          <a:p>
            <a:pPr algn="ctr"/>
            <a:r>
              <a:rPr lang="en-GB" dirty="0"/>
              <a:t>See the cool result! </a:t>
            </a:r>
          </a:p>
        </p:txBody>
      </p:sp>
      <p:sp>
        <p:nvSpPr>
          <p:cNvPr id="5" name="Rectangle 4">
            <a:hlinkClick r:id="rId2" action="ppaction://hlinksldjump"/>
            <a:extLst>
              <a:ext uri="{FF2B5EF4-FFF2-40B4-BE49-F238E27FC236}">
                <a16:creationId xmlns:a16="http://schemas.microsoft.com/office/drawing/2014/main" id="{0A32DB0C-27E2-4761-BACD-EDE58409AF75}"/>
              </a:ext>
            </a:extLst>
          </p:cNvPr>
          <p:cNvSpPr/>
          <p:nvPr/>
        </p:nvSpPr>
        <p:spPr>
          <a:xfrm>
            <a:off x="11277600" y="-24101"/>
            <a:ext cx="914400" cy="30444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 name="Graphic 5">
            <a:hlinkClick r:id="rId3" action="ppaction://hlinksldjump"/>
            <a:extLst>
              <a:ext uri="{FF2B5EF4-FFF2-40B4-BE49-F238E27FC236}">
                <a16:creationId xmlns:a16="http://schemas.microsoft.com/office/drawing/2014/main" id="{257CFDB4-30C9-47A7-B6E2-A5C396C2A30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880980" y="-36505"/>
            <a:ext cx="396620" cy="396620"/>
          </a:xfrm>
          <a:prstGeom prst="rect">
            <a:avLst/>
          </a:prstGeom>
        </p:spPr>
      </p:pic>
    </p:spTree>
    <p:extLst>
      <p:ext uri="{BB962C8B-B14F-4D97-AF65-F5344CB8AC3E}">
        <p14:creationId xmlns:p14="http://schemas.microsoft.com/office/powerpoint/2010/main" val="12441729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21245AEE-69E9-4AA3-9E3B-7734009D70DC}"/>
              </a:ext>
            </a:extLst>
          </p:cNvPr>
          <p:cNvPicPr>
            <a:picLocks noChangeAspect="1"/>
          </p:cNvPicPr>
          <p:nvPr/>
        </p:nvPicPr>
        <p:blipFill>
          <a:blip r:embed="rId2"/>
          <a:stretch>
            <a:fillRect/>
          </a:stretch>
        </p:blipFill>
        <p:spPr>
          <a:xfrm>
            <a:off x="0" y="144780"/>
            <a:ext cx="12192000" cy="6568440"/>
          </a:xfrm>
          <a:prstGeom prst="rect">
            <a:avLst/>
          </a:prstGeom>
        </p:spPr>
      </p:pic>
      <p:sp>
        <p:nvSpPr>
          <p:cNvPr id="2" name="Rectangle 1">
            <a:extLst>
              <a:ext uri="{FF2B5EF4-FFF2-40B4-BE49-F238E27FC236}">
                <a16:creationId xmlns:a16="http://schemas.microsoft.com/office/drawing/2014/main" id="{D13243A6-036A-4A89-941C-D5CEE45B99CB}"/>
              </a:ext>
            </a:extLst>
          </p:cNvPr>
          <p:cNvSpPr/>
          <p:nvPr/>
        </p:nvSpPr>
        <p:spPr>
          <a:xfrm>
            <a:off x="0" y="9215"/>
            <a:ext cx="12192000" cy="2711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Internet Site: your computer Is infected! </a:t>
            </a:r>
          </a:p>
        </p:txBody>
      </p:sp>
      <p:sp>
        <p:nvSpPr>
          <p:cNvPr id="3" name="Rectangle 2">
            <a:extLst>
              <a:ext uri="{FF2B5EF4-FFF2-40B4-BE49-F238E27FC236}">
                <a16:creationId xmlns:a16="http://schemas.microsoft.com/office/drawing/2014/main" id="{3D17BF77-8B7B-4C19-9552-E6714CC0013A}"/>
              </a:ext>
            </a:extLst>
          </p:cNvPr>
          <p:cNvSpPr/>
          <p:nvPr/>
        </p:nvSpPr>
        <p:spPr>
          <a:xfrm>
            <a:off x="0" y="280345"/>
            <a:ext cx="9356651" cy="6568440"/>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3" action="ppaction://hlinksldjump"/>
            <a:extLst>
              <a:ext uri="{FF2B5EF4-FFF2-40B4-BE49-F238E27FC236}">
                <a16:creationId xmlns:a16="http://schemas.microsoft.com/office/drawing/2014/main" id="{0A32DB0C-27E2-4761-BACD-EDE58409AF75}"/>
              </a:ext>
            </a:extLst>
          </p:cNvPr>
          <p:cNvSpPr/>
          <p:nvPr/>
        </p:nvSpPr>
        <p:spPr>
          <a:xfrm>
            <a:off x="11277600" y="-24101"/>
            <a:ext cx="914400" cy="30444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 name="Graphic 5">
            <a:hlinkClick r:id="rId4" action="ppaction://hlinksldjump"/>
            <a:extLst>
              <a:ext uri="{FF2B5EF4-FFF2-40B4-BE49-F238E27FC236}">
                <a16:creationId xmlns:a16="http://schemas.microsoft.com/office/drawing/2014/main" id="{257CFDB4-30C9-47A7-B6E2-A5C396C2A30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880980" y="-36505"/>
            <a:ext cx="396620" cy="396620"/>
          </a:xfrm>
          <a:prstGeom prst="rect">
            <a:avLst/>
          </a:prstGeom>
        </p:spPr>
      </p:pic>
      <p:pic>
        <p:nvPicPr>
          <p:cNvPr id="7" name="Picture 6">
            <a:extLst>
              <a:ext uri="{FF2B5EF4-FFF2-40B4-BE49-F238E27FC236}">
                <a16:creationId xmlns:a16="http://schemas.microsoft.com/office/drawing/2014/main" id="{E5CC3B88-53A3-401E-98D6-391BAF13118A}"/>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4930" b="89789" l="10000" r="90000">
                        <a14:foregroundMark x1="32857" y1="15845" x2="54286" y2="20775"/>
                        <a14:foregroundMark x1="29286" y1="10563" x2="40714" y2="11620"/>
                        <a14:foregroundMark x1="42143" y1="20775" x2="41429" y2="21479"/>
                        <a14:foregroundMark x1="30000" y1="9507" x2="31429" y2="4930"/>
                      </a14:backgroundRemoval>
                    </a14:imgEffect>
                  </a14:imgLayer>
                </a14:imgProps>
              </a:ext>
            </a:extLst>
          </a:blip>
          <a:stretch>
            <a:fillRect/>
          </a:stretch>
        </p:blipFill>
        <p:spPr>
          <a:xfrm>
            <a:off x="148854" y="5061097"/>
            <a:ext cx="936289" cy="1899329"/>
          </a:xfrm>
          <a:prstGeom prst="rect">
            <a:avLst/>
          </a:prstGeom>
        </p:spPr>
      </p:pic>
      <p:sp>
        <p:nvSpPr>
          <p:cNvPr id="4" name="Speech Bubble: Rectangle with Corners Rounded 3">
            <a:extLst>
              <a:ext uri="{FF2B5EF4-FFF2-40B4-BE49-F238E27FC236}">
                <a16:creationId xmlns:a16="http://schemas.microsoft.com/office/drawing/2014/main" id="{F434DC20-9CE7-44C8-BC5B-D4D8FB77B3C1}"/>
              </a:ext>
            </a:extLst>
          </p:cNvPr>
          <p:cNvSpPr/>
          <p:nvPr/>
        </p:nvSpPr>
        <p:spPr>
          <a:xfrm>
            <a:off x="616998" y="360115"/>
            <a:ext cx="4263658" cy="4231733"/>
          </a:xfrm>
          <a:prstGeom prst="wedgeRoundRectCallout">
            <a:avLst>
              <a:gd name="adj1" fmla="val -48763"/>
              <a:gd name="adj2" fmla="val 78045"/>
              <a:gd name="adj3" fmla="val 16667"/>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Your computer has many malwares on!</a:t>
            </a:r>
          </a:p>
          <a:p>
            <a:pPr algn="ctr"/>
            <a:r>
              <a:rPr lang="en-GB" dirty="0"/>
              <a:t>Install Vista Antivirus and kill them all!</a:t>
            </a:r>
          </a:p>
          <a:p>
            <a:pPr algn="ctr"/>
            <a:r>
              <a:rPr lang="en-GB" dirty="0"/>
              <a:t>This only costs $100 for an infinity license!</a:t>
            </a:r>
          </a:p>
          <a:p>
            <a:pPr algn="ctr"/>
            <a:r>
              <a:rPr lang="en-GB" dirty="0"/>
              <a:t>Please feel free to try it for 1 hour as a trial! </a:t>
            </a:r>
          </a:p>
          <a:p>
            <a:pPr algn="ctr"/>
            <a:r>
              <a:rPr lang="en-GB" dirty="0"/>
              <a:t>Please download now!</a:t>
            </a:r>
          </a:p>
          <a:p>
            <a:pPr algn="ctr"/>
            <a:endParaRPr lang="en-GB" dirty="0"/>
          </a:p>
          <a:p>
            <a:pPr algn="ctr"/>
            <a:endParaRPr lang="en-GB" dirty="0"/>
          </a:p>
        </p:txBody>
      </p:sp>
      <p:sp>
        <p:nvSpPr>
          <p:cNvPr id="9" name="Rectangle 8">
            <a:hlinkClick r:id="rId9" action="ppaction://hlinksldjump"/>
            <a:extLst>
              <a:ext uri="{FF2B5EF4-FFF2-40B4-BE49-F238E27FC236}">
                <a16:creationId xmlns:a16="http://schemas.microsoft.com/office/drawing/2014/main" id="{460E78AD-98BB-4005-BB49-E96F5043E010}"/>
              </a:ext>
            </a:extLst>
          </p:cNvPr>
          <p:cNvSpPr/>
          <p:nvPr/>
        </p:nvSpPr>
        <p:spPr>
          <a:xfrm>
            <a:off x="957086" y="3564565"/>
            <a:ext cx="3710763" cy="73364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Download it here</a:t>
            </a:r>
          </a:p>
        </p:txBody>
      </p:sp>
      <p:sp>
        <p:nvSpPr>
          <p:cNvPr id="10" name="Speech Bubble: Rectangle 9">
            <a:extLst>
              <a:ext uri="{FF2B5EF4-FFF2-40B4-BE49-F238E27FC236}">
                <a16:creationId xmlns:a16="http://schemas.microsoft.com/office/drawing/2014/main" id="{C716F45A-62C9-43A9-92C6-E57F33A00B6A}"/>
              </a:ext>
            </a:extLst>
          </p:cNvPr>
          <p:cNvSpPr/>
          <p:nvPr/>
        </p:nvSpPr>
        <p:spPr>
          <a:xfrm>
            <a:off x="9462977" y="2475981"/>
            <a:ext cx="2271823" cy="2323214"/>
          </a:xfrm>
          <a:prstGeom prst="wedgeRectCallout">
            <a:avLst>
              <a:gd name="adj1" fmla="val 69380"/>
              <a:gd name="adj2" fmla="val 125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Antivirus has detected that this site contains malware! Do not download anything! </a:t>
            </a:r>
          </a:p>
        </p:txBody>
      </p:sp>
    </p:spTree>
    <p:extLst>
      <p:ext uri="{BB962C8B-B14F-4D97-AF65-F5344CB8AC3E}">
        <p14:creationId xmlns:p14="http://schemas.microsoft.com/office/powerpoint/2010/main" val="290320355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13243A6-036A-4A89-941C-D5CEE45B99CB}"/>
              </a:ext>
            </a:extLst>
          </p:cNvPr>
          <p:cNvSpPr/>
          <p:nvPr/>
        </p:nvSpPr>
        <p:spPr>
          <a:xfrm>
            <a:off x="0" y="9215"/>
            <a:ext cx="12192000" cy="2711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Vista antivirus 2.01 UNACTIVATED</a:t>
            </a:r>
          </a:p>
        </p:txBody>
      </p:sp>
      <p:sp>
        <p:nvSpPr>
          <p:cNvPr id="3" name="Rectangle 2">
            <a:extLst>
              <a:ext uri="{FF2B5EF4-FFF2-40B4-BE49-F238E27FC236}">
                <a16:creationId xmlns:a16="http://schemas.microsoft.com/office/drawing/2014/main" id="{3D17BF77-8B7B-4C19-9552-E6714CC0013A}"/>
              </a:ext>
            </a:extLst>
          </p:cNvPr>
          <p:cNvSpPr/>
          <p:nvPr/>
        </p:nvSpPr>
        <p:spPr>
          <a:xfrm>
            <a:off x="0" y="280345"/>
            <a:ext cx="12192000" cy="6568440"/>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3">
            <a:extLst>
              <a:ext uri="{FF2B5EF4-FFF2-40B4-BE49-F238E27FC236}">
                <a16:creationId xmlns:a16="http://schemas.microsoft.com/office/drawing/2014/main" id="{1363FD05-2416-44AA-AA3C-2E5E60368BD6}"/>
              </a:ext>
            </a:extLst>
          </p:cNvPr>
          <p:cNvSpPr/>
          <p:nvPr/>
        </p:nvSpPr>
        <p:spPr>
          <a:xfrm>
            <a:off x="116958" y="457200"/>
            <a:ext cx="4699591" cy="7549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Vista antivirus</a:t>
            </a:r>
          </a:p>
        </p:txBody>
      </p:sp>
      <p:pic>
        <p:nvPicPr>
          <p:cNvPr id="6" name="Graphic 5">
            <a:hlinkClick r:id="rId2" action="ppaction://hlinksldjump"/>
            <a:extLst>
              <a:ext uri="{FF2B5EF4-FFF2-40B4-BE49-F238E27FC236}">
                <a16:creationId xmlns:a16="http://schemas.microsoft.com/office/drawing/2014/main" id="{112EE97C-EFA4-48E8-9024-DA617E34749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096000" y="606056"/>
            <a:ext cx="457200" cy="457200"/>
          </a:xfrm>
          <a:prstGeom prst="rect">
            <a:avLst/>
          </a:prstGeom>
        </p:spPr>
      </p:pic>
      <p:pic>
        <p:nvPicPr>
          <p:cNvPr id="7" name="Graphic 6">
            <a:hlinkClick r:id="rId5" action="ppaction://hlinksldjump"/>
            <a:extLst>
              <a:ext uri="{FF2B5EF4-FFF2-40B4-BE49-F238E27FC236}">
                <a16:creationId xmlns:a16="http://schemas.microsoft.com/office/drawing/2014/main" id="{775A7AA8-1D6B-4DD1-945A-9E852CFF1F3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979582" y="606056"/>
            <a:ext cx="476692" cy="476692"/>
          </a:xfrm>
          <a:prstGeom prst="rect">
            <a:avLst/>
          </a:prstGeom>
        </p:spPr>
      </p:pic>
      <p:pic>
        <p:nvPicPr>
          <p:cNvPr id="8" name="Graphic 7">
            <a:hlinkClick r:id="rId8" action="ppaction://hlinksldjump"/>
            <a:extLst>
              <a:ext uri="{FF2B5EF4-FFF2-40B4-BE49-F238E27FC236}">
                <a16:creationId xmlns:a16="http://schemas.microsoft.com/office/drawing/2014/main" id="{2165D12A-43F4-4D66-BAC6-DA6C544E2B95}"/>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7192926" y="676375"/>
            <a:ext cx="406373" cy="406373"/>
          </a:xfrm>
          <a:prstGeom prst="rect">
            <a:avLst/>
          </a:prstGeom>
        </p:spPr>
      </p:pic>
      <p:sp>
        <p:nvSpPr>
          <p:cNvPr id="9" name="TextBox 8">
            <a:extLst>
              <a:ext uri="{FF2B5EF4-FFF2-40B4-BE49-F238E27FC236}">
                <a16:creationId xmlns:a16="http://schemas.microsoft.com/office/drawing/2014/main" id="{649EB107-70C3-4F02-93C2-CF8697A4CD50}"/>
              </a:ext>
            </a:extLst>
          </p:cNvPr>
          <p:cNvSpPr txBox="1"/>
          <p:nvPr/>
        </p:nvSpPr>
        <p:spPr>
          <a:xfrm>
            <a:off x="606056" y="1807535"/>
            <a:ext cx="11206716" cy="1477328"/>
          </a:xfrm>
          <a:prstGeom prst="rect">
            <a:avLst/>
          </a:prstGeom>
          <a:noFill/>
        </p:spPr>
        <p:txBody>
          <a:bodyPr wrap="square" rtlCol="0">
            <a:spAutoFit/>
          </a:bodyPr>
          <a:lstStyle/>
          <a:p>
            <a:r>
              <a:rPr lang="en-GB" dirty="0"/>
              <a:t>Tap the magnifying glass to search for viruses!</a:t>
            </a:r>
          </a:p>
          <a:p>
            <a:r>
              <a:rPr lang="en-GB" dirty="0"/>
              <a:t>Tap the download icon to update</a:t>
            </a:r>
          </a:p>
          <a:p>
            <a:r>
              <a:rPr lang="en-GB" dirty="0"/>
              <a:t>Tap the key to activate</a:t>
            </a:r>
          </a:p>
          <a:p>
            <a:r>
              <a:rPr lang="en-GB" dirty="0"/>
              <a:t>Press the settings icon to change settings</a:t>
            </a:r>
          </a:p>
          <a:p>
            <a:r>
              <a:rPr lang="en-GB" dirty="0"/>
              <a:t>Tap the home page for a surprise! </a:t>
            </a:r>
          </a:p>
        </p:txBody>
      </p:sp>
      <p:pic>
        <p:nvPicPr>
          <p:cNvPr id="10" name="Picture 9">
            <a:hlinkClick r:id="rId8" action="ppaction://hlinksldjump"/>
            <a:extLst>
              <a:ext uri="{FF2B5EF4-FFF2-40B4-BE49-F238E27FC236}">
                <a16:creationId xmlns:a16="http://schemas.microsoft.com/office/drawing/2014/main" id="{C237C029-3872-423D-AC82-B1D0641E4975}"/>
              </a:ext>
            </a:extLst>
          </p:cNvPr>
          <p:cNvPicPr>
            <a:picLocks noChangeAspect="1"/>
          </p:cNvPicPr>
          <p:nvPr/>
        </p:nvPicPr>
        <p:blipFill>
          <a:blip r:embed="rId11">
            <a:duotone>
              <a:prstClr val="black"/>
              <a:schemeClr val="bg2">
                <a:lumMod val="10000"/>
                <a:tint val="45000"/>
                <a:satMod val="400000"/>
              </a:schemeClr>
            </a:duotone>
            <a:extLst>
              <a:ext uri="{28A0092B-C50C-407E-A947-70E740481C1C}">
                <a14:useLocalDpi xmlns:a14="http://schemas.microsoft.com/office/drawing/2010/main" val="0"/>
              </a:ext>
            </a:extLst>
          </a:blip>
          <a:stretch>
            <a:fillRect/>
          </a:stretch>
        </p:blipFill>
        <p:spPr>
          <a:xfrm>
            <a:off x="7832652" y="676375"/>
            <a:ext cx="457200" cy="457200"/>
          </a:xfrm>
          <a:prstGeom prst="rect">
            <a:avLst/>
          </a:prstGeom>
        </p:spPr>
      </p:pic>
      <p:sp>
        <p:nvSpPr>
          <p:cNvPr id="11" name="Rectangle 10">
            <a:hlinkClick r:id="rId12" action="ppaction://hlinksldjump"/>
            <a:extLst>
              <a:ext uri="{FF2B5EF4-FFF2-40B4-BE49-F238E27FC236}">
                <a16:creationId xmlns:a16="http://schemas.microsoft.com/office/drawing/2014/main" id="{F692116C-DB5B-43C4-B9E1-F167857646E8}"/>
              </a:ext>
            </a:extLst>
          </p:cNvPr>
          <p:cNvSpPr/>
          <p:nvPr/>
        </p:nvSpPr>
        <p:spPr>
          <a:xfrm>
            <a:off x="10940902" y="5560828"/>
            <a:ext cx="914400" cy="914400"/>
          </a:xfrm>
          <a:prstGeom prst="rect">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06008344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hlinkClick r:id="rId2" action="ppaction://hlinksldjump"/>
            <a:extLst>
              <a:ext uri="{FF2B5EF4-FFF2-40B4-BE49-F238E27FC236}">
                <a16:creationId xmlns:a16="http://schemas.microsoft.com/office/drawing/2014/main" id="{6BD9093A-EC0A-44D1-9723-EF5A5A95D85B}"/>
              </a:ext>
            </a:extLst>
          </p:cNvPr>
          <p:cNvPicPr>
            <a:picLocks noChangeAspect="1"/>
          </p:cNvPicPr>
          <p:nvPr/>
        </p:nvPicPr>
        <p:blipFill>
          <a:blip r:embed="rId3"/>
          <a:stretch>
            <a:fillRect/>
          </a:stretch>
        </p:blipFill>
        <p:spPr>
          <a:xfrm>
            <a:off x="0" y="144780"/>
            <a:ext cx="12192000" cy="6568440"/>
          </a:xfrm>
          <a:prstGeom prst="rect">
            <a:avLst/>
          </a:prstGeom>
        </p:spPr>
      </p:pic>
    </p:spTree>
    <p:extLst>
      <p:ext uri="{BB962C8B-B14F-4D97-AF65-F5344CB8AC3E}">
        <p14:creationId xmlns:p14="http://schemas.microsoft.com/office/powerpoint/2010/main" val="127045999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1CB11B9-AF96-4F1A-8456-07F5B7005989}"/>
              </a:ext>
            </a:extLst>
          </p:cNvPr>
          <p:cNvPicPr>
            <a:picLocks noChangeAspect="1"/>
          </p:cNvPicPr>
          <p:nvPr/>
        </p:nvPicPr>
        <p:blipFill>
          <a:blip r:embed="rId2"/>
          <a:stretch>
            <a:fillRect/>
          </a:stretch>
        </p:blipFill>
        <p:spPr>
          <a:xfrm>
            <a:off x="0" y="144780"/>
            <a:ext cx="12192000" cy="6568440"/>
          </a:xfrm>
          <a:prstGeom prst="rect">
            <a:avLst/>
          </a:prstGeom>
        </p:spPr>
      </p:pic>
      <p:sp>
        <p:nvSpPr>
          <p:cNvPr id="3" name="Rectangle 2">
            <a:extLst>
              <a:ext uri="{FF2B5EF4-FFF2-40B4-BE49-F238E27FC236}">
                <a16:creationId xmlns:a16="http://schemas.microsoft.com/office/drawing/2014/main" id="{3D17BF77-8B7B-4C19-9552-E6714CC0013A}"/>
              </a:ext>
            </a:extLst>
          </p:cNvPr>
          <p:cNvSpPr/>
          <p:nvPr/>
        </p:nvSpPr>
        <p:spPr>
          <a:xfrm>
            <a:off x="3118883" y="1620756"/>
            <a:ext cx="5954233" cy="3616487"/>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Scanning for malwares…</a:t>
            </a:r>
          </a:p>
          <a:p>
            <a:pPr algn="ctr"/>
            <a:r>
              <a:rPr lang="en-GB" dirty="0"/>
              <a:t>Please wait…</a:t>
            </a:r>
          </a:p>
        </p:txBody>
      </p:sp>
      <p:pic>
        <p:nvPicPr>
          <p:cNvPr id="4" name="Picture 3">
            <a:hlinkClick r:id="rId3" action="ppaction://hlinksldjump"/>
            <a:extLst>
              <a:ext uri="{FF2B5EF4-FFF2-40B4-BE49-F238E27FC236}">
                <a16:creationId xmlns:a16="http://schemas.microsoft.com/office/drawing/2014/main" id="{21CFA795-8B4A-49C3-AB0A-0DACCED594D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85634" y="4035128"/>
            <a:ext cx="1641743" cy="286654"/>
          </a:xfrm>
          <a:prstGeom prst="rect">
            <a:avLst/>
          </a:prstGeom>
        </p:spPr>
      </p:pic>
    </p:spTree>
    <p:extLst>
      <p:ext uri="{BB962C8B-B14F-4D97-AF65-F5344CB8AC3E}">
        <p14:creationId xmlns:p14="http://schemas.microsoft.com/office/powerpoint/2010/main" val="424727661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1CB11B9-AF96-4F1A-8456-07F5B7005989}"/>
              </a:ext>
            </a:extLst>
          </p:cNvPr>
          <p:cNvPicPr>
            <a:picLocks noChangeAspect="1"/>
          </p:cNvPicPr>
          <p:nvPr/>
        </p:nvPicPr>
        <p:blipFill>
          <a:blip r:embed="rId2"/>
          <a:stretch>
            <a:fillRect/>
          </a:stretch>
        </p:blipFill>
        <p:spPr>
          <a:xfrm>
            <a:off x="0" y="144780"/>
            <a:ext cx="12192000" cy="6568440"/>
          </a:xfrm>
          <a:prstGeom prst="rect">
            <a:avLst/>
          </a:prstGeom>
        </p:spPr>
      </p:pic>
      <p:sp>
        <p:nvSpPr>
          <p:cNvPr id="2" name="Rectangle 1">
            <a:extLst>
              <a:ext uri="{FF2B5EF4-FFF2-40B4-BE49-F238E27FC236}">
                <a16:creationId xmlns:a16="http://schemas.microsoft.com/office/drawing/2014/main" id="{D13243A6-036A-4A89-941C-D5CEE45B99CB}"/>
              </a:ext>
            </a:extLst>
          </p:cNvPr>
          <p:cNvSpPr/>
          <p:nvPr/>
        </p:nvSpPr>
        <p:spPr>
          <a:xfrm>
            <a:off x="0" y="2961167"/>
            <a:ext cx="5954233" cy="2711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results</a:t>
            </a:r>
          </a:p>
        </p:txBody>
      </p:sp>
      <p:sp>
        <p:nvSpPr>
          <p:cNvPr id="3" name="Rectangle 2">
            <a:extLst>
              <a:ext uri="{FF2B5EF4-FFF2-40B4-BE49-F238E27FC236}">
                <a16:creationId xmlns:a16="http://schemas.microsoft.com/office/drawing/2014/main" id="{3D17BF77-8B7B-4C19-9552-E6714CC0013A}"/>
              </a:ext>
            </a:extLst>
          </p:cNvPr>
          <p:cNvSpPr/>
          <p:nvPr/>
        </p:nvSpPr>
        <p:spPr>
          <a:xfrm>
            <a:off x="0" y="3232297"/>
            <a:ext cx="5954233" cy="3616487"/>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There are 9483683456 malwares!</a:t>
            </a:r>
          </a:p>
          <a:p>
            <a:pPr algn="ctr"/>
            <a:r>
              <a:rPr lang="en-GB" dirty="0"/>
              <a:t>Activate to delete them</a:t>
            </a:r>
          </a:p>
        </p:txBody>
      </p:sp>
      <p:sp>
        <p:nvSpPr>
          <p:cNvPr id="5" name="Rectangle 4">
            <a:hlinkClick r:id="rId3" action="ppaction://hlinksldjump"/>
            <a:extLst>
              <a:ext uri="{FF2B5EF4-FFF2-40B4-BE49-F238E27FC236}">
                <a16:creationId xmlns:a16="http://schemas.microsoft.com/office/drawing/2014/main" id="{0A32DB0C-27E2-4761-BACD-EDE58409AF75}"/>
              </a:ext>
            </a:extLst>
          </p:cNvPr>
          <p:cNvSpPr/>
          <p:nvPr/>
        </p:nvSpPr>
        <p:spPr>
          <a:xfrm>
            <a:off x="5039833" y="2932460"/>
            <a:ext cx="914400" cy="30444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57183775"/>
      </p:ext>
    </p:extLst>
  </p:cSld>
  <p:clrMapOvr>
    <a:masterClrMapping/>
  </p:clrMapOvr>
</p:sld>
</file>

<file path=ppt/theme/theme1.xml><?xml version="1.0" encoding="utf-8"?>
<a:theme xmlns:a="http://schemas.openxmlformats.org/drawingml/2006/main" name="Office Theme">
  <a:themeElements>
    <a:clrScheme name="Windos Generic">
      <a:dk1>
        <a:srgbClr val="FFFFFF"/>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187</TotalTime>
  <Words>1110</Words>
  <Application>Microsoft Office PowerPoint</Application>
  <PresentationFormat>Widescreen</PresentationFormat>
  <Paragraphs>292</Paragraphs>
  <Slides>51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51</vt:i4>
      </vt:variant>
    </vt:vector>
  </HeadingPairs>
  <TitlesOfParts>
    <vt:vector size="55"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Szymon Mochort</dc:creator>
  <cp:lastModifiedBy>Szymon Mochort</cp:lastModifiedBy>
  <cp:revision>417</cp:revision>
  <dcterms:created xsi:type="dcterms:W3CDTF">2020-07-21T11:59:55Z</dcterms:created>
  <dcterms:modified xsi:type="dcterms:W3CDTF">2020-07-21T19:12:02Z</dcterms:modified>
</cp:coreProperties>
</file>