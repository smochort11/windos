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1" r:id="rId5"/>
    <p:sldId id="280" r:id="rId6"/>
    <p:sldId id="265" r:id="rId7"/>
    <p:sldId id="282" r:id="rId8"/>
    <p:sldId id="279" r:id="rId9"/>
    <p:sldId id="278" r:id="rId10"/>
    <p:sldId id="277" r:id="rId11"/>
    <p:sldId id="276" r:id="rId12"/>
    <p:sldId id="275" r:id="rId13"/>
    <p:sldId id="274" r:id="rId14"/>
    <p:sldId id="272" r:id="rId15"/>
    <p:sldId id="271" r:id="rId16"/>
    <p:sldId id="270" r:id="rId17"/>
    <p:sldId id="269" r:id="rId18"/>
    <p:sldId id="267" r:id="rId19"/>
    <p:sldId id="268" r:id="rId20"/>
    <p:sldId id="266" r:id="rId21"/>
    <p:sldId id="259" r:id="rId22"/>
    <p:sldId id="260" r:id="rId23"/>
    <p:sldId id="261" r:id="rId24"/>
    <p:sldId id="262" r:id="rId25"/>
    <p:sldId id="263" r:id="rId26"/>
    <p:sldId id="264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necraft.net/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hyperlink" Target="https://calendar.google.com/calendar/r" TargetMode="Externa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27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slide" Target="sl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4.xml"/><Relationship Id="rId7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20.xml"/><Relationship Id="rId4" Type="http://schemas.openxmlformats.org/officeDocument/2006/relationships/slide" Target="slid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6.xml"/><Relationship Id="rId4" Type="http://schemas.openxmlformats.org/officeDocument/2006/relationships/slide" Target="slide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Program name: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7C034-454A-45E6-8565-BB1916E2D5CE}"/>
              </a:ext>
            </a:extLst>
          </p:cNvPr>
          <p:cNvSpPr/>
          <p:nvPr/>
        </p:nvSpPr>
        <p:spPr>
          <a:xfrm>
            <a:off x="3678865" y="3795823"/>
            <a:ext cx="5837275" cy="9888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1584BAD9-CB1A-4262-B625-114F21B7F821}"/>
              </a:ext>
            </a:extLst>
          </p:cNvPr>
          <p:cNvSpPr/>
          <p:nvPr/>
        </p:nvSpPr>
        <p:spPr>
          <a:xfrm>
            <a:off x="3487479" y="5135526"/>
            <a:ext cx="210524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6C096567-3834-4F10-B831-3BAF795BA533}"/>
              </a:ext>
            </a:extLst>
          </p:cNvPr>
          <p:cNvSpPr/>
          <p:nvPr/>
        </p:nvSpPr>
        <p:spPr>
          <a:xfrm>
            <a:off x="5805377" y="5135526"/>
            <a:ext cx="159488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C16F8E5C-E347-4F7F-958E-5406BBA8ECDF}"/>
              </a:ext>
            </a:extLst>
          </p:cNvPr>
          <p:cNvSpPr/>
          <p:nvPr/>
        </p:nvSpPr>
        <p:spPr>
          <a:xfrm>
            <a:off x="7612911" y="5135526"/>
            <a:ext cx="1818168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help</a:t>
            </a:r>
          </a:p>
        </p:txBody>
      </p:sp>
    </p:spTree>
    <p:extLst>
      <p:ext uri="{BB962C8B-B14F-4D97-AF65-F5344CB8AC3E}">
        <p14:creationId xmlns:p14="http://schemas.microsoft.com/office/powerpoint/2010/main" val="294688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85461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program is not compatible with Windos!</a:t>
            </a:r>
          </a:p>
          <a:p>
            <a:pPr algn="ctr"/>
            <a:r>
              <a:rPr lang="en-GB" dirty="0"/>
              <a:t>Please get a new version of it and install/run it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Version error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01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This is still in development</a:t>
            </a:r>
          </a:p>
          <a:p>
            <a:pPr algn="ctr"/>
            <a:r>
              <a:rPr lang="en-GB" dirty="0" err="1">
                <a:solidFill>
                  <a:schemeClr val="tx1"/>
                </a:solidFill>
              </a:rPr>
              <a:t>Sry</a:t>
            </a:r>
            <a:endParaRPr lang="en-GB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Change settings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8518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Welcome to the internet!</a:t>
            </a:r>
          </a:p>
          <a:p>
            <a:r>
              <a:rPr lang="en-GB" dirty="0">
                <a:solidFill>
                  <a:schemeClr val="tx1"/>
                </a:solidFill>
              </a:rPr>
              <a:t>Click on some websites: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The Internet!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0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Minecraft 1.15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history windows GIF">
            <a:extLst>
              <a:ext uri="{FF2B5EF4-FFF2-40B4-BE49-F238E27FC236}">
                <a16:creationId xmlns:a16="http://schemas.microsoft.com/office/drawing/2014/main" id="{5C12920F-4709-45AE-A70C-7F8DA78C93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4" descr="history windows GIF">
            <a:extLst>
              <a:ext uri="{FF2B5EF4-FFF2-40B4-BE49-F238E27FC236}">
                <a16:creationId xmlns:a16="http://schemas.microsoft.com/office/drawing/2014/main" id="{64C0C7E1-1FDC-4624-A1FF-D8B72056A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 descr="Minecraft logo">
            <a:hlinkClick r:id="rId3"/>
            <a:extLst>
              <a:ext uri="{FF2B5EF4-FFF2-40B4-BE49-F238E27FC236}">
                <a16:creationId xmlns:a16="http://schemas.microsoft.com/office/drawing/2014/main" id="{1F716260-4112-43F5-9FE6-2CA9CF593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5" y="1384005"/>
            <a:ext cx="9608716" cy="469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27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Dear Billie: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 am having a nice party at Los Vegas at the moment.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It will last 12 days.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See you very soon!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Your darlin’ wife known as Mrs. Gates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Message from kissyface@gmail.com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74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to: tech-support@help.me</a:t>
            </a:r>
          </a:p>
          <a:p>
            <a:r>
              <a:rPr lang="en-GB" dirty="0">
                <a:solidFill>
                  <a:schemeClr val="tx1"/>
                </a:solidFill>
              </a:rPr>
              <a:t>From:  </a:t>
            </a:r>
            <a:r>
              <a:rPr lang="en-GB" dirty="0">
                <a:solidFill>
                  <a:schemeClr val="tx1"/>
                </a:solidFill>
                <a:hlinkClick r:id="rId2"/>
              </a:rPr>
              <a:t>bill.gates@microsoft.com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subject:  scamming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Dear whoever is here,</a:t>
            </a:r>
          </a:p>
          <a:p>
            <a:r>
              <a:rPr lang="en-GB" dirty="0">
                <a:solidFill>
                  <a:schemeClr val="tx1"/>
                </a:solidFill>
              </a:rPr>
              <a:t>You idiots have ruined my day when I heard that you steal money from non-tech savvy people. You even tried to scam me!</a:t>
            </a:r>
          </a:p>
          <a:p>
            <a:r>
              <a:rPr lang="en-GB" dirty="0">
                <a:solidFill>
                  <a:schemeClr val="tx1"/>
                </a:solidFill>
              </a:rPr>
              <a:t>You must die now and shut down or I sue you for $8274509827567!</a:t>
            </a:r>
          </a:p>
          <a:p>
            <a:r>
              <a:rPr lang="en-GB" dirty="0">
                <a:solidFill>
                  <a:schemeClr val="tx1"/>
                </a:solidFill>
              </a:rPr>
              <a:t>Signed, </a:t>
            </a:r>
          </a:p>
          <a:p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Bill gates</a:t>
            </a:r>
          </a:p>
          <a:p>
            <a:r>
              <a:rPr lang="en-GB" dirty="0">
                <a:solidFill>
                  <a:schemeClr val="tx1"/>
                </a:solidFill>
              </a:rPr>
              <a:t>Hope you see my name!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New z-mail message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54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Bill.gates@Microsoft.com   - Z-Mail 1.12679813645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7CC5C-2684-42F9-AA05-4018FFAA2085}"/>
              </a:ext>
            </a:extLst>
          </p:cNvPr>
          <p:cNvSpPr/>
          <p:nvPr/>
        </p:nvSpPr>
        <p:spPr>
          <a:xfrm>
            <a:off x="776177" y="1403498"/>
            <a:ext cx="3785190" cy="4901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Inbox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Outbox</a:t>
            </a:r>
          </a:p>
          <a:p>
            <a:endParaRPr lang="en-GB" dirty="0">
              <a:hlinkClick r:id="rId3" action="ppaction://hlinksldjump"/>
            </a:endParaRPr>
          </a:p>
          <a:p>
            <a:r>
              <a:rPr lang="en-GB" dirty="0">
                <a:hlinkClick r:id="rId3" action="ppaction://hlinksldjump"/>
              </a:rPr>
              <a:t>Bin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New 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/>
              </a:rPr>
              <a:t>New calendar event </a:t>
            </a:r>
            <a:endParaRPr lang="en-GB" dirty="0"/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BD6F1DA3-688A-4A60-A4A1-6CB0D718255C}"/>
              </a:ext>
            </a:extLst>
          </p:cNvPr>
          <p:cNvSpPr/>
          <p:nvPr/>
        </p:nvSpPr>
        <p:spPr>
          <a:xfrm>
            <a:off x="4763386" y="1552353"/>
            <a:ext cx="5114261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kissyface@gmail.com</a:t>
            </a:r>
          </a:p>
          <a:p>
            <a:pPr algn="ctr"/>
            <a:r>
              <a:rPr lang="en-GB" dirty="0"/>
              <a:t>SJ: love you Billie! </a:t>
            </a:r>
          </a:p>
        </p:txBody>
      </p:sp>
    </p:spTree>
    <p:extLst>
      <p:ext uri="{BB962C8B-B14F-4D97-AF65-F5344CB8AC3E}">
        <p14:creationId xmlns:p14="http://schemas.microsoft.com/office/powerpoint/2010/main" val="95197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applications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3CF2-FBE5-42D5-B12D-19147317C6DC}"/>
              </a:ext>
            </a:extLst>
          </p:cNvPr>
          <p:cNvSpPr txBox="1"/>
          <p:nvPr/>
        </p:nvSpPr>
        <p:spPr>
          <a:xfrm>
            <a:off x="765544" y="1477926"/>
            <a:ext cx="43168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Browser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Email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BSOD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Minecraft</a:t>
            </a:r>
            <a:endParaRPr lang="en-GB" dirty="0"/>
          </a:p>
          <a:p>
            <a:endParaRPr lang="en-GB" dirty="0"/>
          </a:p>
          <a:p>
            <a:r>
              <a:rPr lang="en-GB" dirty="0"/>
              <a:t>IE 0.75 crack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457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AOL is dead!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your network SSID</a:t>
            </a:r>
            <a:r>
              <a:rPr lang="en-GB" dirty="0"/>
              <a:t>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WIFI connect 1.012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the connection type: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WIFI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Ethernet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Dial-up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10633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Trying to find a problem…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connected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Diagnose connection problems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Username: Username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664996" y="5296717"/>
            <a:ext cx="290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17</a:t>
            </a:r>
          </a:p>
          <a:p>
            <a:r>
              <a:rPr lang="en-GB" dirty="0"/>
              <a:t>For testing purposes only!</a:t>
            </a:r>
          </a:p>
          <a:p>
            <a:r>
              <a:rPr lang="en-GB" dirty="0"/>
              <a:t>Codename: Janus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51E57-B76E-4450-8D8F-277BE2F83A89}"/>
              </a:ext>
            </a:extLst>
          </p:cNvPr>
          <p:cNvSpPr/>
          <p:nvPr/>
        </p:nvSpPr>
        <p:spPr>
          <a:xfrm>
            <a:off x="148856" y="138223"/>
            <a:ext cx="11780874" cy="1052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not an official version of Windos at all! Please note that this is for </a:t>
            </a:r>
            <a:r>
              <a:rPr lang="en-GB" i="1" dirty="0"/>
              <a:t>testing purposes only</a:t>
            </a:r>
            <a:r>
              <a:rPr lang="en-GB" dirty="0"/>
              <a:t>!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C4B7D-E966-4BFA-BE8B-EC9B937BC779}"/>
              </a:ext>
            </a:extLst>
          </p:cNvPr>
          <p:cNvSpPr/>
          <p:nvPr/>
        </p:nvSpPr>
        <p:spPr>
          <a:xfrm>
            <a:off x="297712" y="1477926"/>
            <a:ext cx="3359888" cy="4178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u="sng" dirty="0"/>
              <a:t>What is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the Internet!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IE 0.75 crack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change settings[is blank!]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276345723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CFA-9D63-4126-97D0-B6FF711BCB2D}"/>
              </a:ext>
            </a:extLst>
          </p:cNvPr>
          <p:cNvSpPr/>
          <p:nvPr/>
        </p:nvSpPr>
        <p:spPr>
          <a:xfrm>
            <a:off x="2477386" y="3923414"/>
            <a:ext cx="2200934" cy="7123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B8235-5B65-40CD-9607-6967A56D0300}"/>
              </a:ext>
            </a:extLst>
          </p:cNvPr>
          <p:cNvSpPr/>
          <p:nvPr/>
        </p:nvSpPr>
        <p:spPr>
          <a:xfrm>
            <a:off x="2562446" y="3349256"/>
            <a:ext cx="2115871" cy="39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settings</a:t>
            </a:r>
          </a:p>
        </p:txBody>
      </p:sp>
      <p:sp>
        <p:nvSpPr>
          <p:cNvPr id="16" name="Rectangle 15">
            <a:hlinkClick r:id="rId7" action="ppaction://hlinksldjump"/>
            <a:extLst>
              <a:ext uri="{FF2B5EF4-FFF2-40B4-BE49-F238E27FC236}">
                <a16:creationId xmlns:a16="http://schemas.microsoft.com/office/drawing/2014/main" id="{A944D602-2BBB-44B3-8F83-6C63FC2972C0}"/>
              </a:ext>
            </a:extLst>
          </p:cNvPr>
          <p:cNvSpPr/>
          <p:nvPr/>
        </p:nvSpPr>
        <p:spPr>
          <a:xfrm>
            <a:off x="2519916" y="2679405"/>
            <a:ext cx="2158400" cy="59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Commit suicide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288444-5DFE-4F07-BB7D-AAE3CD4C415D}"/>
              </a:ext>
            </a:extLst>
          </p:cNvPr>
          <p:cNvCxnSpPr/>
          <p:nvPr/>
        </p:nvCxnSpPr>
        <p:spPr>
          <a:xfrm flipH="1">
            <a:off x="0" y="4476307"/>
            <a:ext cx="2387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hlinkClick r:id="rId7" action="ppaction://hlinksldjump"/>
            <a:extLst>
              <a:ext uri="{FF2B5EF4-FFF2-40B4-BE49-F238E27FC236}">
                <a16:creationId xmlns:a16="http://schemas.microsoft.com/office/drawing/2014/main" id="{515AC240-E2E9-461F-B29B-4175193324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76307"/>
            <a:ext cx="2381686" cy="23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It is now safe to power off your computer…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8B2A9D9C-3678-452E-8E34-A4A95F6E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9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409</Words>
  <Application>Microsoft Office PowerPoint</Application>
  <PresentationFormat>Widescreen</PresentationFormat>
  <Paragraphs>152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134</cp:revision>
  <dcterms:created xsi:type="dcterms:W3CDTF">2020-03-23T15:34:39Z</dcterms:created>
  <dcterms:modified xsi:type="dcterms:W3CDTF">2020-03-23T19:45:08Z</dcterms:modified>
</cp:coreProperties>
</file>