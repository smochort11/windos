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40.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1" r:id="rId4"/>
    <p:sldId id="258" r:id="rId5"/>
    <p:sldId id="289" r:id="rId6"/>
    <p:sldId id="287" r:id="rId7"/>
    <p:sldId id="259" r:id="rId8"/>
    <p:sldId id="323" r:id="rId9"/>
    <p:sldId id="325" r:id="rId10"/>
    <p:sldId id="260" r:id="rId11"/>
    <p:sldId id="262" r:id="rId12"/>
    <p:sldId id="297" r:id="rId13"/>
    <p:sldId id="307" r:id="rId14"/>
    <p:sldId id="298" r:id="rId15"/>
    <p:sldId id="264" r:id="rId16"/>
    <p:sldId id="265" r:id="rId17"/>
    <p:sldId id="299" r:id="rId18"/>
    <p:sldId id="268" r:id="rId19"/>
    <p:sldId id="269" r:id="rId20"/>
    <p:sldId id="270" r:id="rId21"/>
    <p:sldId id="271" r:id="rId22"/>
    <p:sldId id="272" r:id="rId23"/>
    <p:sldId id="273" r:id="rId24"/>
    <p:sldId id="342" r:id="rId25"/>
    <p:sldId id="276" r:id="rId26"/>
    <p:sldId id="277" r:id="rId27"/>
    <p:sldId id="278" r:id="rId28"/>
    <p:sldId id="279" r:id="rId29"/>
    <p:sldId id="280" r:id="rId30"/>
    <p:sldId id="282" r:id="rId31"/>
    <p:sldId id="283" r:id="rId32"/>
    <p:sldId id="284" r:id="rId33"/>
    <p:sldId id="285" r:id="rId34"/>
    <p:sldId id="286" r:id="rId35"/>
    <p:sldId id="288" r:id="rId36"/>
    <p:sldId id="290" r:id="rId37"/>
    <p:sldId id="291" r:id="rId38"/>
    <p:sldId id="292" r:id="rId39"/>
    <p:sldId id="293" r:id="rId40"/>
    <p:sldId id="294" r:id="rId41"/>
    <p:sldId id="295" r:id="rId42"/>
    <p:sldId id="296" r:id="rId43"/>
    <p:sldId id="300" r:id="rId44"/>
    <p:sldId id="301" r:id="rId45"/>
    <p:sldId id="302" r:id="rId46"/>
    <p:sldId id="303" r:id="rId47"/>
    <p:sldId id="304" r:id="rId48"/>
    <p:sldId id="305" r:id="rId49"/>
    <p:sldId id="306" r:id="rId50"/>
    <p:sldId id="308" r:id="rId51"/>
    <p:sldId id="309" r:id="rId52"/>
    <p:sldId id="310" r:id="rId53"/>
    <p:sldId id="311" r:id="rId54"/>
    <p:sldId id="312" r:id="rId55"/>
    <p:sldId id="313" r:id="rId56"/>
    <p:sldId id="314" r:id="rId57"/>
    <p:sldId id="315" r:id="rId58"/>
    <p:sldId id="316" r:id="rId59"/>
    <p:sldId id="317" r:id="rId60"/>
    <p:sldId id="318" r:id="rId61"/>
    <p:sldId id="320" r:id="rId62"/>
    <p:sldId id="319" r:id="rId63"/>
    <p:sldId id="321" r:id="rId64"/>
    <p:sldId id="322" r:id="rId65"/>
    <p:sldId id="324" r:id="rId66"/>
    <p:sldId id="328" r:id="rId67"/>
    <p:sldId id="330" r:id="rId68"/>
    <p:sldId id="327" r:id="rId69"/>
    <p:sldId id="326" r:id="rId70"/>
    <p:sldId id="329" r:id="rId71"/>
    <p:sldId id="331" r:id="rId72"/>
    <p:sldId id="332" r:id="rId73"/>
    <p:sldId id="333" r:id="rId74"/>
    <p:sldId id="334" r:id="rId75"/>
    <p:sldId id="335" r:id="rId76"/>
    <p:sldId id="336" r:id="rId77"/>
    <p:sldId id="337" r:id="rId78"/>
    <p:sldId id="338" r:id="rId79"/>
    <p:sldId id="339" r:id="rId80"/>
    <p:sldId id="340" r:id="rId81"/>
    <p:sldId id="341"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 id="356" r:id="rId96"/>
    <p:sldId id="357" r:id="rId97"/>
    <p:sldId id="358" r:id="rId98"/>
    <p:sldId id="359" r:id="rId99"/>
    <p:sldId id="360" r:id="rId100"/>
    <p:sldId id="361" r:id="rId101"/>
    <p:sldId id="362" r:id="rId102"/>
    <p:sldId id="363" r:id="rId103"/>
    <p:sldId id="364" r:id="rId104"/>
    <p:sldId id="365" r:id="rId105"/>
    <p:sldId id="366" r:id="rId106"/>
    <p:sldId id="367" r:id="rId107"/>
    <p:sldId id="368" r:id="rId108"/>
    <p:sldId id="369" r:id="rId109"/>
    <p:sldId id="370" r:id="rId110"/>
    <p:sldId id="371" r:id="rId111"/>
    <p:sldId id="372" r:id="rId112"/>
    <p:sldId id="373" r:id="rId113"/>
    <p:sldId id="374"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58" autoAdjust="0"/>
    <p:restoredTop sz="94660"/>
  </p:normalViewPr>
  <p:slideViewPr>
    <p:cSldViewPr snapToGrid="0">
      <p:cViewPr varScale="1">
        <p:scale>
          <a:sx n="90" d="100"/>
          <a:sy n="90" d="100"/>
        </p:scale>
        <p:origin x="54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97CC4-0D06-44A4-9CF7-1A2AE1124A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1F35222-A861-41B2-8FAC-1A62D958DF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0CDBA24-3B41-43AB-B789-EC3CD6081AEC}"/>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5" name="Footer Placeholder 4">
            <a:extLst>
              <a:ext uri="{FF2B5EF4-FFF2-40B4-BE49-F238E27FC236}">
                <a16:creationId xmlns:a16="http://schemas.microsoft.com/office/drawing/2014/main" id="{9634C9B1-BECF-4D50-A3BA-874CD68776F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A3C6E2B-AADD-46B4-A2DC-960F62F11B50}"/>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112004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E1C27-E4BC-4A9A-A686-5C0646F22D1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4E8400F-EC96-4C33-82E9-A20CFD1DE3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6C563D-8F81-49FE-AC08-E05C45B7AEFB}"/>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5" name="Footer Placeholder 4">
            <a:extLst>
              <a:ext uri="{FF2B5EF4-FFF2-40B4-BE49-F238E27FC236}">
                <a16:creationId xmlns:a16="http://schemas.microsoft.com/office/drawing/2014/main" id="{D7CB68E0-2270-4A90-AF52-314F9CFE827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516EB6D-0A77-42AF-B4DE-32F461D8BE77}"/>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1017391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BD52-80A2-4145-8AAE-958E5BF15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F3BC416-CCAD-4900-8D08-1A2021D8DC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A86158-2533-422A-8360-0133BEF6FF5A}"/>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5" name="Footer Placeholder 4">
            <a:extLst>
              <a:ext uri="{FF2B5EF4-FFF2-40B4-BE49-F238E27FC236}">
                <a16:creationId xmlns:a16="http://schemas.microsoft.com/office/drawing/2014/main" id="{6939F1E7-B59A-47F6-AAB5-1EE0C173250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4A377C8-0FF1-4632-902E-125A90745646}"/>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829089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8E820-85CA-4423-A968-8A423FEC532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CADC71B-02B5-4B48-9917-F2076D420D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64A1177-9995-40A7-AF0B-458EDE1239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104C731-B474-4D6E-85C0-3FE759C359E9}"/>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6" name="Footer Placeholder 5">
            <a:extLst>
              <a:ext uri="{FF2B5EF4-FFF2-40B4-BE49-F238E27FC236}">
                <a16:creationId xmlns:a16="http://schemas.microsoft.com/office/drawing/2014/main" id="{64BD5F72-EFFC-424F-A77E-8A4B24C969B3}"/>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67A3FC6B-7D17-482A-9150-10D9DFF45D1F}"/>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49836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7FB2B-3002-43DE-B3D7-F4A97751722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D72071D-17FA-4B15-9683-9BD487281D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2BBF06-76C9-480B-8538-B2259F039E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CF8B75-6D87-4F44-89CE-7196BDDCB6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68A509-A2FF-42EF-93D1-A343879196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E476171-3A0E-4B4D-B77C-C9F7E84187C3}"/>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8" name="Footer Placeholder 7">
            <a:extLst>
              <a:ext uri="{FF2B5EF4-FFF2-40B4-BE49-F238E27FC236}">
                <a16:creationId xmlns:a16="http://schemas.microsoft.com/office/drawing/2014/main" id="{F7653C30-016F-4475-AF33-80AC374345B8}"/>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64F8B657-517D-4628-ADA4-5A81478A29AD}"/>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372554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261C2-7113-4699-98CA-AEFE09A7B15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C5D5308-7301-4744-BFCF-4CEEC6ABB1DF}"/>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4" name="Footer Placeholder 3">
            <a:extLst>
              <a:ext uri="{FF2B5EF4-FFF2-40B4-BE49-F238E27FC236}">
                <a16:creationId xmlns:a16="http://schemas.microsoft.com/office/drawing/2014/main" id="{73D95728-EA55-4FF5-8597-E1202155755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61FB1B3-1A2C-45E3-873F-0806C79A4080}"/>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3852956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75E25C-7134-4806-99DA-C6808B9EBECD}"/>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3" name="Footer Placeholder 2">
            <a:extLst>
              <a:ext uri="{FF2B5EF4-FFF2-40B4-BE49-F238E27FC236}">
                <a16:creationId xmlns:a16="http://schemas.microsoft.com/office/drawing/2014/main" id="{1AE63138-3E73-4747-BBCB-7C629E9AFEEC}"/>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0BC826A2-51F9-4545-95E7-B92229179BB7}"/>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1376272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06EE4-D031-4F2F-86A2-E8F0717264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E1BBD20-DF1B-44E5-B070-030944CEEB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B7EE108-C52C-45B7-98C7-DF5DF0E0F3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766D07-3E32-41E8-9265-9D29E4D97352}"/>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6" name="Footer Placeholder 5">
            <a:extLst>
              <a:ext uri="{FF2B5EF4-FFF2-40B4-BE49-F238E27FC236}">
                <a16:creationId xmlns:a16="http://schemas.microsoft.com/office/drawing/2014/main" id="{0DE58CA7-7EC5-4F04-9BC7-15500F2ABFF0}"/>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02226E8E-8073-424C-BAFD-9FF9EF1A0A66}"/>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303092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8290E-0EB9-46FC-BE2D-7C640400F6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210FD39-323B-4553-8387-32B6CD9A18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8CD6C31D-9D85-44FC-B4A0-5308898515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689D92-20EC-43E2-B448-C5C49DB1C676}"/>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6" name="Footer Placeholder 5">
            <a:extLst>
              <a:ext uri="{FF2B5EF4-FFF2-40B4-BE49-F238E27FC236}">
                <a16:creationId xmlns:a16="http://schemas.microsoft.com/office/drawing/2014/main" id="{E0CFEC05-79D9-4B63-8283-5B3DAA02DFEB}"/>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3ED0475-773D-4E82-BDEB-602E5B1DAC66}"/>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4208085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DEDD-2101-4156-BFDE-B7CECE96709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2AC06B5-4D8F-461E-AA30-989F82B8B4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5AC7DA-13A1-4A64-9852-3E2F402F176C}"/>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5" name="Footer Placeholder 4">
            <a:extLst>
              <a:ext uri="{FF2B5EF4-FFF2-40B4-BE49-F238E27FC236}">
                <a16:creationId xmlns:a16="http://schemas.microsoft.com/office/drawing/2014/main" id="{3FFE2708-5ED0-4C85-903A-D2118AC3579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641DB6B-06E6-4456-ADBC-D6DB89635442}"/>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2475992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E45538-370A-4A00-8953-7A201702BB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4AF04A-8A93-44EE-A84F-1C7FF210CA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0D982D-4B6E-41B2-BE39-4D58D0EC7F0B}"/>
              </a:ext>
            </a:extLst>
          </p:cNvPr>
          <p:cNvSpPr>
            <a:spLocks noGrp="1"/>
          </p:cNvSpPr>
          <p:nvPr>
            <p:ph type="dt" sz="half" idx="10"/>
          </p:nvPr>
        </p:nvSpPr>
        <p:spPr/>
        <p:txBody>
          <a:bodyPr/>
          <a:lstStyle/>
          <a:p>
            <a:fld id="{E6F0ACB4-EAB2-4C27-966B-58272C2FD95B}" type="datetimeFigureOut">
              <a:rPr lang="en-GB" smtClean="0"/>
              <a:t>23/07/2020</a:t>
            </a:fld>
            <a:endParaRPr lang="en-GB" dirty="0"/>
          </a:p>
        </p:txBody>
      </p:sp>
      <p:sp>
        <p:nvSpPr>
          <p:cNvPr id="5" name="Footer Placeholder 4">
            <a:extLst>
              <a:ext uri="{FF2B5EF4-FFF2-40B4-BE49-F238E27FC236}">
                <a16:creationId xmlns:a16="http://schemas.microsoft.com/office/drawing/2014/main" id="{509D02D0-1263-4D97-B0B0-8813884CE30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6CBED45-6AE3-4516-BF70-3B329C639530}"/>
              </a:ext>
            </a:extLst>
          </p:cNvPr>
          <p:cNvSpPr>
            <a:spLocks noGrp="1"/>
          </p:cNvSpPr>
          <p:nvPr>
            <p:ph type="sldNum" sz="quarter" idx="12"/>
          </p:nvPr>
        </p:nvSpPr>
        <p:spPr/>
        <p:txBody>
          <a:bodyPr/>
          <a:lstStyle/>
          <a:p>
            <a:fld id="{175A90C0-1A04-48CB-92B5-42F3155E64EB}" type="slidenum">
              <a:rPr lang="en-GB" smtClean="0"/>
              <a:t>‹#›</a:t>
            </a:fld>
            <a:endParaRPr lang="en-GB" dirty="0"/>
          </a:p>
        </p:txBody>
      </p:sp>
    </p:spTree>
    <p:extLst>
      <p:ext uri="{BB962C8B-B14F-4D97-AF65-F5344CB8AC3E}">
        <p14:creationId xmlns:p14="http://schemas.microsoft.com/office/powerpoint/2010/main" val="2516287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8B49B7-E306-4D2F-BF3C-55FAE77674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D92732E-5473-48E4-9145-F5B0F2DB1C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B8E7F33-967D-4359-A52C-44D513123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0ACB4-EAB2-4C27-966B-58272C2FD95B}" type="datetimeFigureOut">
              <a:rPr lang="en-GB" smtClean="0"/>
              <a:t>23/07/2020</a:t>
            </a:fld>
            <a:endParaRPr lang="en-GB" dirty="0"/>
          </a:p>
        </p:txBody>
      </p:sp>
      <p:sp>
        <p:nvSpPr>
          <p:cNvPr id="5" name="Footer Placeholder 4">
            <a:extLst>
              <a:ext uri="{FF2B5EF4-FFF2-40B4-BE49-F238E27FC236}">
                <a16:creationId xmlns:a16="http://schemas.microsoft.com/office/drawing/2014/main" id="{84214767-6EC3-4955-8DF1-2C66BE9636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5D2D327D-39C4-4A69-B2DC-1381E18413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5A90C0-1A04-48CB-92B5-42F3155E64EB}" type="slidenum">
              <a:rPr lang="en-GB" smtClean="0"/>
              <a:t>‹#›</a:t>
            </a:fld>
            <a:endParaRPr lang="en-GB" dirty="0"/>
          </a:p>
        </p:txBody>
      </p:sp>
    </p:spTree>
    <p:extLst>
      <p:ext uri="{BB962C8B-B14F-4D97-AF65-F5344CB8AC3E}">
        <p14:creationId xmlns:p14="http://schemas.microsoft.com/office/powerpoint/2010/main" val="24881229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61.xml"/></Relationships>
</file>

<file path=ppt/slides/_rels/slide9.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4.png"/><Relationship Id="rId2" Type="http://schemas.openxmlformats.org/officeDocument/2006/relationships/slide" Target="slide12.xml"/><Relationship Id="rId1" Type="http://schemas.openxmlformats.org/officeDocument/2006/relationships/slideLayout" Target="../slideLayouts/slideLayout7.xml"/><Relationship Id="rId6" Type="http://schemas.openxmlformats.org/officeDocument/2006/relationships/slide" Target="slide29.xml"/><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slide" Target="slide21.xml"/><Relationship Id="rId9" Type="http://schemas.openxmlformats.org/officeDocument/2006/relationships/image" Target="../media/image9.png"/><Relationship Id="rId1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2.gif"/></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slide" Target="slide1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2.gif"/><Relationship Id="rId4" Type="http://schemas.openxmlformats.org/officeDocument/2006/relationships/slide" Target="slide18.xml"/></Relationships>
</file>

<file path=ppt/slides/_rels/slide18.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slide" Target="slide2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audio" Target="../media/audio1.wav"/><Relationship Id="rId5" Type="http://schemas.openxmlformats.org/officeDocument/2006/relationships/image" Target="../media/image11.png"/><Relationship Id="rId4" Type="http://schemas.openxmlformats.org/officeDocument/2006/relationships/slide" Target="slide22.xml"/></Relationships>
</file>

<file path=ppt/slides/_rels/slide2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slide" Target="slide26.xml"/><Relationship Id="rId18" Type="http://schemas.openxmlformats.org/officeDocument/2006/relationships/image" Target="../media/image9.png"/><Relationship Id="rId3" Type="http://schemas.openxmlformats.org/officeDocument/2006/relationships/slide" Target="slide25.xml"/><Relationship Id="rId21" Type="http://schemas.openxmlformats.org/officeDocument/2006/relationships/image" Target="../media/image18.png"/><Relationship Id="rId7" Type="http://schemas.openxmlformats.org/officeDocument/2006/relationships/slide" Target="slide59.xml"/><Relationship Id="rId12" Type="http://schemas.openxmlformats.org/officeDocument/2006/relationships/image" Target="../media/image16.png"/><Relationship Id="rId17" Type="http://schemas.openxmlformats.org/officeDocument/2006/relationships/slide" Target="slide36.xml"/><Relationship Id="rId2" Type="http://schemas.openxmlformats.org/officeDocument/2006/relationships/image" Target="../media/image1.jpg"/><Relationship Id="rId16" Type="http://schemas.openxmlformats.org/officeDocument/2006/relationships/image" Target="../media/image17.png"/><Relationship Id="rId20" Type="http://schemas.openxmlformats.org/officeDocument/2006/relationships/slide" Target="slide85.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slide" Target="slide27.xml"/><Relationship Id="rId24" Type="http://schemas.microsoft.com/office/2007/relationships/hdphoto" Target="../media/hdphoto1.wdp"/><Relationship Id="rId5" Type="http://schemas.openxmlformats.org/officeDocument/2006/relationships/slide" Target="slide44.xml"/><Relationship Id="rId15" Type="http://schemas.openxmlformats.org/officeDocument/2006/relationships/slide" Target="slide61.xml"/><Relationship Id="rId23" Type="http://schemas.openxmlformats.org/officeDocument/2006/relationships/image" Target="../media/image19.png"/><Relationship Id="rId10" Type="http://schemas.openxmlformats.org/officeDocument/2006/relationships/image" Target="../media/image15.png"/><Relationship Id="rId19" Type="http://schemas.openxmlformats.org/officeDocument/2006/relationships/image" Target="../media/image6.png"/><Relationship Id="rId4" Type="http://schemas.openxmlformats.org/officeDocument/2006/relationships/image" Target="../media/image12.png"/><Relationship Id="rId9" Type="http://schemas.openxmlformats.org/officeDocument/2006/relationships/slide" Target="slide84.xml"/><Relationship Id="rId14" Type="http://schemas.openxmlformats.org/officeDocument/2006/relationships/image" Target="../media/image3.png"/><Relationship Id="rId22" Type="http://schemas.openxmlformats.org/officeDocument/2006/relationships/slide" Target="slide24.xml"/></Relationships>
</file>

<file path=ppt/slides/_rels/slide23.xml.rels><?xml version="1.0" encoding="UTF-8" standalone="yes"?>
<Relationships xmlns="http://schemas.openxmlformats.org/package/2006/relationships"><Relationship Id="rId8" Type="http://schemas.openxmlformats.org/officeDocument/2006/relationships/slide" Target="slide36.xml"/><Relationship Id="rId13" Type="http://schemas.openxmlformats.org/officeDocument/2006/relationships/slide" Target="slide21.xml"/><Relationship Id="rId3" Type="http://schemas.openxmlformats.org/officeDocument/2006/relationships/image" Target="../media/image1.jpg"/><Relationship Id="rId7" Type="http://schemas.openxmlformats.org/officeDocument/2006/relationships/slide" Target="slide25.xml"/><Relationship Id="rId12" Type="http://schemas.openxmlformats.org/officeDocument/2006/relationships/image" Target="../media/image5.png"/><Relationship Id="rId17" Type="http://schemas.openxmlformats.org/officeDocument/2006/relationships/image" Target="../media/image20.jpg"/><Relationship Id="rId2" Type="http://schemas.openxmlformats.org/officeDocument/2006/relationships/slide" Target="slide22.xml"/><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slide" Target="slide30.xml"/><Relationship Id="rId11" Type="http://schemas.openxmlformats.org/officeDocument/2006/relationships/image" Target="../media/image16.png"/><Relationship Id="rId5" Type="http://schemas.openxmlformats.org/officeDocument/2006/relationships/slide" Target="slide27.xml"/><Relationship Id="rId1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slide" Target="slide26.xml"/><Relationship Id="rId9" Type="http://schemas.openxmlformats.org/officeDocument/2006/relationships/slide" Target="slide61.xml"/><Relationship Id="rId14" Type="http://schemas.openxmlformats.org/officeDocument/2006/relationships/image" Target="../media/image6.png"/></Relationships>
</file>

<file path=ppt/slides/_rels/slide24.xml.rels><?xml version="1.0" encoding="UTF-8" standalone="yes"?>
<Relationships xmlns="http://schemas.openxmlformats.org/package/2006/relationships"><Relationship Id="rId8" Type="http://schemas.openxmlformats.org/officeDocument/2006/relationships/slide" Target="slide25.xml"/><Relationship Id="rId13" Type="http://schemas.microsoft.com/office/2007/relationships/hdphoto" Target="../media/hdphoto2.wdp"/><Relationship Id="rId3" Type="http://schemas.openxmlformats.org/officeDocument/2006/relationships/image" Target="../media/image1.jpg"/><Relationship Id="rId7" Type="http://schemas.openxmlformats.org/officeDocument/2006/relationships/slide" Target="slide27.xml"/><Relationship Id="rId12" Type="http://schemas.openxmlformats.org/officeDocument/2006/relationships/image" Target="../media/image21.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slide" Target="slide26.xml"/><Relationship Id="rId11" Type="http://schemas.openxmlformats.org/officeDocument/2006/relationships/slide" Target="slide30.xml"/><Relationship Id="rId5" Type="http://schemas.openxmlformats.org/officeDocument/2006/relationships/image" Target="../media/image20.jpg"/><Relationship Id="rId10" Type="http://schemas.openxmlformats.org/officeDocument/2006/relationships/slide" Target="slide36.xml"/><Relationship Id="rId4" Type="http://schemas.openxmlformats.org/officeDocument/2006/relationships/slide" Target="slide23.xml"/><Relationship Id="rId9" Type="http://schemas.openxmlformats.org/officeDocument/2006/relationships/slide" Target="slide61.xml"/></Relationships>
</file>

<file path=ppt/slides/_rels/slide25.xml.rels><?xml version="1.0" encoding="UTF-8" standalone="yes"?>
<Relationships xmlns="http://schemas.openxmlformats.org/package/2006/relationships"><Relationship Id="rId8" Type="http://schemas.openxmlformats.org/officeDocument/2006/relationships/slide" Target="slide107.xml"/><Relationship Id="rId13" Type="http://schemas.openxmlformats.org/officeDocument/2006/relationships/slide" Target="slide111.xml"/><Relationship Id="rId3" Type="http://schemas.openxmlformats.org/officeDocument/2006/relationships/slide" Target="slide43.xml"/><Relationship Id="rId7" Type="http://schemas.openxmlformats.org/officeDocument/2006/relationships/slide" Target="slide106.xml"/><Relationship Id="rId12" Type="http://schemas.openxmlformats.org/officeDocument/2006/relationships/slide" Target="slide110.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slide" Target="slide105.xml"/><Relationship Id="rId11" Type="http://schemas.openxmlformats.org/officeDocument/2006/relationships/slide" Target="slide108.xml"/><Relationship Id="rId5" Type="http://schemas.openxmlformats.org/officeDocument/2006/relationships/slide" Target="slide104.xml"/><Relationship Id="rId10" Type="http://schemas.openxmlformats.org/officeDocument/2006/relationships/slide" Target="slide109.xml"/><Relationship Id="rId4" Type="http://schemas.openxmlformats.org/officeDocument/2006/relationships/slide" Target="slide49.xml"/><Relationship Id="rId9" Type="http://schemas.openxmlformats.org/officeDocument/2006/relationships/slide" Target="slide39.xml"/><Relationship Id="rId14" Type="http://schemas.openxmlformats.org/officeDocument/2006/relationships/slide" Target="slide112.xml"/></Relationships>
</file>

<file path=ppt/slides/_rels/slide26.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slide" Target="slide50.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8" Type="http://schemas.openxmlformats.org/officeDocument/2006/relationships/slide" Target="slide27.xml"/><Relationship Id="rId13" Type="http://schemas.openxmlformats.org/officeDocument/2006/relationships/image" Target="../media/image4.png"/><Relationship Id="rId18" Type="http://schemas.openxmlformats.org/officeDocument/2006/relationships/slide" Target="slide61.xml"/><Relationship Id="rId3" Type="http://schemas.openxmlformats.org/officeDocument/2006/relationships/slide" Target="slide28.xml"/><Relationship Id="rId21" Type="http://schemas.openxmlformats.org/officeDocument/2006/relationships/image" Target="../media/image6.png"/><Relationship Id="rId7" Type="http://schemas.openxmlformats.org/officeDocument/2006/relationships/image" Target="../media/image3.png"/><Relationship Id="rId12" Type="http://schemas.openxmlformats.org/officeDocument/2006/relationships/slide" Target="slide59.xml"/><Relationship Id="rId17" Type="http://schemas.openxmlformats.org/officeDocument/2006/relationships/image" Target="../media/image26.jpg"/><Relationship Id="rId2" Type="http://schemas.openxmlformats.org/officeDocument/2006/relationships/slide" Target="slide22.xml"/><Relationship Id="rId16" Type="http://schemas.openxmlformats.org/officeDocument/2006/relationships/slide" Target="slide60.xml"/><Relationship Id="rId20"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slide" Target="slide26.xml"/><Relationship Id="rId11" Type="http://schemas.openxmlformats.org/officeDocument/2006/relationships/image" Target="../media/image24.png"/><Relationship Id="rId5" Type="http://schemas.openxmlformats.org/officeDocument/2006/relationships/image" Target="../media/image8.svg"/><Relationship Id="rId15" Type="http://schemas.openxmlformats.org/officeDocument/2006/relationships/image" Target="../media/image25.png"/><Relationship Id="rId23" Type="http://schemas.openxmlformats.org/officeDocument/2006/relationships/image" Target="../media/image18.png"/><Relationship Id="rId10" Type="http://schemas.openxmlformats.org/officeDocument/2006/relationships/slide" Target="slide44.xml"/><Relationship Id="rId19"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9.png"/><Relationship Id="rId14" Type="http://schemas.openxmlformats.org/officeDocument/2006/relationships/slide" Target="slide32.xml"/><Relationship Id="rId22" Type="http://schemas.openxmlformats.org/officeDocument/2006/relationships/slide" Target="slide85.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slide" Target="slide31.xml"/><Relationship Id="rId2" Type="http://schemas.openxmlformats.org/officeDocument/2006/relationships/slide" Target="slide21.xml"/><Relationship Id="rId1" Type="http://schemas.openxmlformats.org/officeDocument/2006/relationships/slideLayout" Target="../slideLayouts/slideLayout7.xml"/><Relationship Id="rId6" Type="http://schemas.openxmlformats.org/officeDocument/2006/relationships/slide" Target="slide34.xml"/><Relationship Id="rId5" Type="http://schemas.openxmlformats.org/officeDocument/2006/relationships/slide" Target="slide1.xml"/><Relationship Id="rId4" Type="http://schemas.openxmlformats.org/officeDocument/2006/relationships/slide" Target="slide33.xml"/></Relationships>
</file>

<file path=ppt/slides/_rels/slide3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 Target="slide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slide" Target="slide1.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0.png"/><Relationship Id="rId18" Type="http://schemas.openxmlformats.org/officeDocument/2006/relationships/image" Target="../media/image32.png"/><Relationship Id="rId26" Type="http://schemas.openxmlformats.org/officeDocument/2006/relationships/image" Target="../media/image23.png"/><Relationship Id="rId3" Type="http://schemas.openxmlformats.org/officeDocument/2006/relationships/slide" Target="slide26.xml"/><Relationship Id="rId21" Type="http://schemas.openxmlformats.org/officeDocument/2006/relationships/image" Target="../media/image16.png"/><Relationship Id="rId34" Type="http://schemas.openxmlformats.org/officeDocument/2006/relationships/image" Target="../media/image20.jpg"/><Relationship Id="rId7" Type="http://schemas.openxmlformats.org/officeDocument/2006/relationships/image" Target="../media/image12.png"/><Relationship Id="rId12" Type="http://schemas.openxmlformats.org/officeDocument/2006/relationships/image" Target="../media/image25.png"/><Relationship Id="rId17" Type="http://schemas.openxmlformats.org/officeDocument/2006/relationships/image" Target="../media/image31.png"/><Relationship Id="rId25" Type="http://schemas.openxmlformats.org/officeDocument/2006/relationships/image" Target="../media/image24.png"/><Relationship Id="rId33" Type="http://schemas.openxmlformats.org/officeDocument/2006/relationships/image" Target="../media/image39.png"/><Relationship Id="rId2" Type="http://schemas.openxmlformats.org/officeDocument/2006/relationships/slide" Target="slide22.xml"/><Relationship Id="rId16" Type="http://schemas.openxmlformats.org/officeDocument/2006/relationships/image" Target="../media/image10.png"/><Relationship Id="rId20" Type="http://schemas.openxmlformats.org/officeDocument/2006/relationships/image" Target="../media/image4.png"/><Relationship Id="rId29"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9.png"/><Relationship Id="rId24" Type="http://schemas.openxmlformats.org/officeDocument/2006/relationships/image" Target="../media/image2.gif"/><Relationship Id="rId32" Type="http://schemas.openxmlformats.org/officeDocument/2006/relationships/image" Target="../media/image38.png"/><Relationship Id="rId5" Type="http://schemas.openxmlformats.org/officeDocument/2006/relationships/image" Target="../media/image28.png"/><Relationship Id="rId15" Type="http://schemas.openxmlformats.org/officeDocument/2006/relationships/image" Target="../media/image11.png"/><Relationship Id="rId23" Type="http://schemas.openxmlformats.org/officeDocument/2006/relationships/image" Target="../media/image6.png"/><Relationship Id="rId28" Type="http://schemas.openxmlformats.org/officeDocument/2006/relationships/image" Target="../media/image34.png"/><Relationship Id="rId10" Type="http://schemas.openxmlformats.org/officeDocument/2006/relationships/image" Target="../media/image5.png"/><Relationship Id="rId19" Type="http://schemas.openxmlformats.org/officeDocument/2006/relationships/image" Target="../media/image13.png"/><Relationship Id="rId31" Type="http://schemas.openxmlformats.org/officeDocument/2006/relationships/image" Target="../media/image37.png"/><Relationship Id="rId4" Type="http://schemas.openxmlformats.org/officeDocument/2006/relationships/image" Target="../media/image3.png"/><Relationship Id="rId9" Type="http://schemas.openxmlformats.org/officeDocument/2006/relationships/image" Target="../media/image17.png"/><Relationship Id="rId14" Type="http://schemas.openxmlformats.org/officeDocument/2006/relationships/image" Target="../media/image18.png"/><Relationship Id="rId22" Type="http://schemas.openxmlformats.org/officeDocument/2006/relationships/slide" Target="slide21.xml"/><Relationship Id="rId27" Type="http://schemas.openxmlformats.org/officeDocument/2006/relationships/image" Target="../media/image33.png"/><Relationship Id="rId30" Type="http://schemas.openxmlformats.org/officeDocument/2006/relationships/image" Target="../media/image36.png"/></Relationships>
</file>

<file path=ppt/slides/_rels/slide3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17.png"/><Relationship Id="rId3" Type="http://schemas.openxmlformats.org/officeDocument/2006/relationships/slide" Target="slide26.xml"/><Relationship Id="rId7" Type="http://schemas.openxmlformats.org/officeDocument/2006/relationships/slide" Target="slide50.xml"/><Relationship Id="rId12" Type="http://schemas.openxmlformats.org/officeDocument/2006/relationships/slide" Target="slide10.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9.png"/><Relationship Id="rId5" Type="http://schemas.openxmlformats.org/officeDocument/2006/relationships/slide" Target="slide38.xml"/><Relationship Id="rId15" Type="http://schemas.openxmlformats.org/officeDocument/2006/relationships/image" Target="../media/image39.png"/><Relationship Id="rId10" Type="http://schemas.openxmlformats.org/officeDocument/2006/relationships/slide" Target="slide32.xml"/><Relationship Id="rId4" Type="http://schemas.openxmlformats.org/officeDocument/2006/relationships/image" Target="../media/image3.png"/><Relationship Id="rId9" Type="http://schemas.openxmlformats.org/officeDocument/2006/relationships/slide" Target="slide40.xml"/><Relationship Id="rId14" Type="http://schemas.openxmlformats.org/officeDocument/2006/relationships/image" Target="../media/image13.png"/></Relationships>
</file>

<file path=ppt/slides/_rels/slide3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26.xml"/><Relationship Id="rId7" Type="http://schemas.openxmlformats.org/officeDocument/2006/relationships/slide" Target="slide36.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slide" Target="slide39.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image" Target="../media/image1.jpg"/><Relationship Id="rId7" Type="http://schemas.openxmlformats.org/officeDocument/2006/relationships/image" Target="../media/image4.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slide" Target="slide45.xml"/><Relationship Id="rId10" Type="http://schemas.openxmlformats.org/officeDocument/2006/relationships/slide" Target="slide48.xml"/><Relationship Id="rId4" Type="http://schemas.openxmlformats.org/officeDocument/2006/relationships/image" Target="../media/image11.png"/><Relationship Id="rId9" Type="http://schemas.openxmlformats.org/officeDocument/2006/relationships/slide" Target="slide47.xml"/></Relationships>
</file>

<file path=ppt/slides/_rels/slide45.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slide" Target="slide22.xml"/><Relationship Id="rId4" Type="http://schemas.openxmlformats.org/officeDocument/2006/relationships/slide" Target="slide58.xml"/></Relationships>
</file>

<file path=ppt/slides/_rels/slide47.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22.xml"/></Relationships>
</file>

<file path=ppt/slides/_rels/slide48.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slide" Target="slide54.xml"/><Relationship Id="rId3" Type="http://schemas.openxmlformats.org/officeDocument/2006/relationships/slide" Target="slide26.xml"/><Relationship Id="rId7" Type="http://schemas.openxmlformats.org/officeDocument/2006/relationships/slide" Target="slide41.xml"/><Relationship Id="rId12" Type="http://schemas.openxmlformats.org/officeDocument/2006/relationships/image" Target="../media/image34.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slide" Target="slide53.xml"/><Relationship Id="rId5" Type="http://schemas.openxmlformats.org/officeDocument/2006/relationships/slide" Target="slide51.xml"/><Relationship Id="rId10" Type="http://schemas.openxmlformats.org/officeDocument/2006/relationships/image" Target="../media/image33.png"/><Relationship Id="rId4" Type="http://schemas.openxmlformats.org/officeDocument/2006/relationships/image" Target="../media/image3.png"/><Relationship Id="rId9" Type="http://schemas.openxmlformats.org/officeDocument/2006/relationships/slide" Target="slide52.xml"/><Relationship Id="rId1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slide" Target="slide1.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slide" Target="slide3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22.xml"/></Relationships>
</file>

<file path=ppt/slides/_rels/slide5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57.xml"/></Relationships>
</file>

<file path=ppt/slides/_rels/slide5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2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7.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2.wav"/><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slide" Target="slide60.xml"/></Relationships>
</file>

<file path=ppt/slides/_rels/slide6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3.png"/><Relationship Id="rId7" Type="http://schemas.openxmlformats.org/officeDocument/2006/relationships/slide" Target="slide6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slide" Target="slide64.xml"/><Relationship Id="rId9" Type="http://schemas.openxmlformats.org/officeDocument/2006/relationships/slide" Target="slide63.xml"/></Relationships>
</file>

<file path=ppt/slides/_rels/slide62.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slide" Target="slide61.xml"/></Relationships>
</file>

<file path=ppt/slides/_rels/slide6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slide" Target="slide21.xml"/><Relationship Id="rId4" Type="http://schemas.openxmlformats.org/officeDocument/2006/relationships/slide" Target="slide61.xml"/></Relationships>
</file>

<file path=ppt/slides/_rels/slide64.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slide" Target="slide56.xml"/><Relationship Id="rId5" Type="http://schemas.openxmlformats.org/officeDocument/2006/relationships/slide" Target="slide27.xml"/><Relationship Id="rId4" Type="http://schemas.openxmlformats.org/officeDocument/2006/relationships/slide" Target="slide61.xml"/></Relationships>
</file>

<file path=ppt/slides/_rels/slide65.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2" Type="http://schemas.openxmlformats.org/officeDocument/2006/relationships/slide" Target="slide6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 Target="slide70.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 Target="slide71.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slide" Target="slide72.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5.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8.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8.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9.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7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80.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80.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81.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81.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10.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11.png"/></Relationships>
</file>

<file path=ppt/slides/_rels/slide82.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slide" Target="slide2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5.xml.rels><?xml version="1.0" encoding="UTF-8" standalone="yes"?>
<Relationships xmlns="http://schemas.openxmlformats.org/package/2006/relationships"><Relationship Id="rId8" Type="http://schemas.openxmlformats.org/officeDocument/2006/relationships/slide" Target="slide91.xml"/><Relationship Id="rId13" Type="http://schemas.openxmlformats.org/officeDocument/2006/relationships/slide" Target="slide96.xml"/><Relationship Id="rId18" Type="http://schemas.openxmlformats.org/officeDocument/2006/relationships/slide" Target="slide101.xml"/><Relationship Id="rId3" Type="http://schemas.openxmlformats.org/officeDocument/2006/relationships/slide" Target="slide86.xml"/><Relationship Id="rId21" Type="http://schemas.openxmlformats.org/officeDocument/2006/relationships/slide" Target="slide113.xml"/><Relationship Id="rId7" Type="http://schemas.openxmlformats.org/officeDocument/2006/relationships/slide" Target="slide90.xml"/><Relationship Id="rId12" Type="http://schemas.openxmlformats.org/officeDocument/2006/relationships/slide" Target="slide95.xml"/><Relationship Id="rId17" Type="http://schemas.openxmlformats.org/officeDocument/2006/relationships/slide" Target="slide100.xml"/><Relationship Id="rId2" Type="http://schemas.openxmlformats.org/officeDocument/2006/relationships/slide" Target="slide22.xml"/><Relationship Id="rId16" Type="http://schemas.openxmlformats.org/officeDocument/2006/relationships/slide" Target="slide99.xml"/><Relationship Id="rId20" Type="http://schemas.openxmlformats.org/officeDocument/2006/relationships/slide" Target="slide103.xml"/><Relationship Id="rId1" Type="http://schemas.openxmlformats.org/officeDocument/2006/relationships/slideLayout" Target="../slideLayouts/slideLayout7.xml"/><Relationship Id="rId6" Type="http://schemas.openxmlformats.org/officeDocument/2006/relationships/slide" Target="slide89.xml"/><Relationship Id="rId11" Type="http://schemas.openxmlformats.org/officeDocument/2006/relationships/slide" Target="slide94.xml"/><Relationship Id="rId5" Type="http://schemas.openxmlformats.org/officeDocument/2006/relationships/slide" Target="slide88.xml"/><Relationship Id="rId15" Type="http://schemas.openxmlformats.org/officeDocument/2006/relationships/slide" Target="slide98.xml"/><Relationship Id="rId23" Type="http://schemas.openxmlformats.org/officeDocument/2006/relationships/image" Target="../media/image18.png"/><Relationship Id="rId10" Type="http://schemas.openxmlformats.org/officeDocument/2006/relationships/slide" Target="slide93.xml"/><Relationship Id="rId19" Type="http://schemas.openxmlformats.org/officeDocument/2006/relationships/slide" Target="slide102.xml"/><Relationship Id="rId4" Type="http://schemas.openxmlformats.org/officeDocument/2006/relationships/slide" Target="slide87.xml"/><Relationship Id="rId9" Type="http://schemas.openxmlformats.org/officeDocument/2006/relationships/slide" Target="slide92.xml"/><Relationship Id="rId14" Type="http://schemas.openxmlformats.org/officeDocument/2006/relationships/slide" Target="slide97.xml"/><Relationship Id="rId22" Type="http://schemas.openxmlformats.org/officeDocument/2006/relationships/slide" Target="slide85.xml"/></Relationships>
</file>

<file path=ppt/slides/_rels/slide86.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7.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88.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18.png"/></Relationships>
</file>

<file path=ppt/slides/_rels/slide89.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0.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1.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18.png"/></Relationships>
</file>

<file path=ppt/slides/_rels/slide92.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18.png"/></Relationships>
</file>

<file path=ppt/slides/_rels/slide93.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18.png"/></Relationships>
</file>

<file path=ppt/slides/_rels/slide94.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18.png"/></Relationships>
</file>

<file path=ppt/slides/_rels/slide95.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18.png"/></Relationships>
</file>

<file path=ppt/slides/_rels/slide96.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7.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8.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18.png"/></Relationships>
</file>

<file path=ppt/slides/_rels/slide99.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18.png"/></Relationships>
</file>

<file path=ppt/slides/_rels/slide100.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18.png"/></Relationships>
</file>

<file path=ppt/slides/_rels/slide101.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18.png"/></Relationships>
</file>

<file path=ppt/slides/_rels/slide102.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3.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slide" Target="slide22.xml"/><Relationship Id="rId1" Type="http://schemas.openxmlformats.org/officeDocument/2006/relationships/slideLayout" Target="../slideLayouts/slideLayout7.xml"/><Relationship Id="rId5" Type="http://schemas.openxmlformats.org/officeDocument/2006/relationships/hyperlink" Target="mailto:szymonmochort11@gmail.com?subject=windos%2098%20feedback" TargetMode="External"/><Relationship Id="rId4" Type="http://schemas.openxmlformats.org/officeDocument/2006/relationships/image" Target="../media/image18.png"/></Relationships>
</file>

<file path=ppt/slides/_rels/slide104.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slide" Target="slide25.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05.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 Target="slide25.xml"/><Relationship Id="rId1" Type="http://schemas.openxmlformats.org/officeDocument/2006/relationships/slideLayout" Target="../slideLayouts/slideLayout7.xml"/><Relationship Id="rId4" Type="http://schemas.openxmlformats.org/officeDocument/2006/relationships/image" Target="../media/image20.jpg"/></Relationships>
</file>

<file path=ppt/slides/_rels/slide110.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 Target="slide8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slide" Target="slide22.xml"/><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60392-19A1-4D8F-AD56-988F1EFC7E61}"/>
              </a:ext>
            </a:extLst>
          </p:cNvPr>
          <p:cNvSpPr/>
          <p:nvPr/>
        </p:nvSpPr>
        <p:spPr>
          <a:xfrm>
            <a:off x="0"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58E45B9F-0CF7-4499-9B05-15822017B9B6}"/>
              </a:ext>
            </a:extLst>
          </p:cNvPr>
          <p:cNvSpPr txBox="1"/>
          <p:nvPr/>
        </p:nvSpPr>
        <p:spPr>
          <a:xfrm>
            <a:off x="116958" y="106326"/>
            <a:ext cx="10568763" cy="1200329"/>
          </a:xfrm>
          <a:prstGeom prst="rect">
            <a:avLst/>
          </a:prstGeom>
          <a:noFill/>
        </p:spPr>
        <p:txBody>
          <a:bodyPr wrap="square" rtlCol="0">
            <a:spAutoFit/>
          </a:bodyPr>
          <a:lstStyle/>
          <a:p>
            <a:r>
              <a:rPr lang="en-GB" dirty="0">
                <a:solidFill>
                  <a:schemeClr val="bg1"/>
                </a:solidFill>
              </a:rPr>
              <a:t>Booting from hard disk…</a:t>
            </a:r>
          </a:p>
          <a:p>
            <a:r>
              <a:rPr lang="en-GB" dirty="0">
                <a:solidFill>
                  <a:schemeClr val="bg1"/>
                </a:solidFill>
              </a:rPr>
              <a:t>Starting Windos 98…</a:t>
            </a:r>
          </a:p>
          <a:p>
            <a:endParaRPr lang="en-GB" dirty="0">
              <a:solidFill>
                <a:schemeClr val="bg1"/>
              </a:solidFill>
            </a:endParaRPr>
          </a:p>
          <a:p>
            <a:r>
              <a:rPr lang="en-GB" dirty="0">
                <a:solidFill>
                  <a:schemeClr val="bg1"/>
                </a:solidFill>
                <a:hlinkClick r:id="rId2" action="ppaction://hlinksldjump"/>
              </a:rPr>
              <a:t>Start now </a:t>
            </a:r>
            <a:endParaRPr lang="en-GB" dirty="0">
              <a:solidFill>
                <a:schemeClr val="bg1"/>
              </a:solidFill>
            </a:endParaRPr>
          </a:p>
        </p:txBody>
      </p:sp>
      <p:sp>
        <p:nvSpPr>
          <p:cNvPr id="5" name="Speech Bubble: Rectangle 4">
            <a:extLst>
              <a:ext uri="{FF2B5EF4-FFF2-40B4-BE49-F238E27FC236}">
                <a16:creationId xmlns:a16="http://schemas.microsoft.com/office/drawing/2014/main" id="{ED4B80B5-137B-4A48-8D80-3C1ED8534A90}"/>
              </a:ext>
            </a:extLst>
          </p:cNvPr>
          <p:cNvSpPr/>
          <p:nvPr/>
        </p:nvSpPr>
        <p:spPr>
          <a:xfrm>
            <a:off x="584791" y="1637414"/>
            <a:ext cx="1998921" cy="701749"/>
          </a:xfrm>
          <a:prstGeom prst="wedgeRectCallout">
            <a:avLst>
              <a:gd name="adj1" fmla="val -37322"/>
              <a:gd name="adj2" fmla="val -1087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Tree>
    <p:extLst>
      <p:ext uri="{BB962C8B-B14F-4D97-AF65-F5344CB8AC3E}">
        <p14:creationId xmlns:p14="http://schemas.microsoft.com/office/powerpoint/2010/main" val="405778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Tree>
    <p:extLst>
      <p:ext uri="{BB962C8B-B14F-4D97-AF65-F5344CB8AC3E}">
        <p14:creationId xmlns:p14="http://schemas.microsoft.com/office/powerpoint/2010/main" val="2297475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Picture 3">
            <a:extLst>
              <a:ext uri="{FF2B5EF4-FFF2-40B4-BE49-F238E27FC236}">
                <a16:creationId xmlns:a16="http://schemas.microsoft.com/office/drawing/2014/main" id="{F0F52C57-D14E-43D0-9B67-F26CA0AEE6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0927" y="3761269"/>
            <a:ext cx="2730145" cy="476692"/>
          </a:xfrm>
          <a:prstGeom prst="rect">
            <a:avLst/>
          </a:prstGeom>
        </p:spPr>
      </p:pic>
    </p:spTree>
    <p:extLst>
      <p:ext uri="{BB962C8B-B14F-4D97-AF65-F5344CB8AC3E}">
        <p14:creationId xmlns:p14="http://schemas.microsoft.com/office/powerpoint/2010/main" val="2233623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7957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691479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84279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7222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Tree>
    <p:extLst>
      <p:ext uri="{BB962C8B-B14F-4D97-AF65-F5344CB8AC3E}">
        <p14:creationId xmlns:p14="http://schemas.microsoft.com/office/powerpoint/2010/main" val="2020040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Hello!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Are you new to Windos?</a:t>
            </a:r>
          </a:p>
          <a:p>
            <a:pPr algn="ctr"/>
            <a:r>
              <a:rPr lang="en-GB" dirty="0"/>
              <a:t>If so, </a:t>
            </a:r>
            <a:r>
              <a:rPr lang="en-GB" dirty="0">
                <a:hlinkClick r:id="rId3" action="ppaction://hlinksldjump"/>
              </a:rPr>
              <a:t>click here </a:t>
            </a:r>
            <a:r>
              <a:rPr lang="en-GB" dirty="0"/>
              <a:t>to start the welcome to Windos tour. If not, close the window.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73783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hlinkClick r:id="rId2" action="ppaction://hlinksldjump"/>
            <a:extLst>
              <a:ext uri="{FF2B5EF4-FFF2-40B4-BE49-F238E27FC236}">
                <a16:creationId xmlns:a16="http://schemas.microsoft.com/office/drawing/2014/main" id="{065C8590-AFDA-4E30-AB3C-7AA3F5DD0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to Windos 98!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Welcome to setup</a:t>
            </a:r>
          </a:p>
          <a:p>
            <a:r>
              <a:rPr lang="en-GB" dirty="0"/>
              <a:t>Close the window to start the setup wizard!</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2C1E4982-4394-439F-9641-28849C81E8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72270" y="4667692"/>
            <a:ext cx="1437167" cy="1437167"/>
          </a:xfrm>
          <a:prstGeom prst="rect">
            <a:avLst/>
          </a:prstGeom>
        </p:spPr>
      </p:pic>
    </p:spTree>
    <p:extLst>
      <p:ext uri="{BB962C8B-B14F-4D97-AF65-F5344CB8AC3E}">
        <p14:creationId xmlns:p14="http://schemas.microsoft.com/office/powerpoint/2010/main" val="1774249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t>Welcome to Windos 98!</a:t>
            </a:r>
          </a:p>
          <a:p>
            <a:pPr algn="ctr"/>
            <a:r>
              <a:rPr lang="en-GB" sz="2000" dirty="0"/>
              <a:t>This OS features:</a:t>
            </a:r>
          </a:p>
          <a:p>
            <a:pPr algn="ctr"/>
            <a:endParaRPr lang="en-GB" sz="2000" dirty="0"/>
          </a:p>
          <a:p>
            <a:pPr marL="285750" indent="-285750" algn="ctr">
              <a:buFont typeface="Arial" panose="020B0604020202020204" pitchFamily="34" charset="0"/>
              <a:buChar char="•"/>
            </a:pPr>
            <a:r>
              <a:rPr lang="en-GB" sz="2000" dirty="0"/>
              <a:t>New, tighter security</a:t>
            </a:r>
          </a:p>
          <a:p>
            <a:pPr marL="285750" indent="-285750" algn="ctr">
              <a:buFont typeface="Arial" panose="020B0604020202020204" pitchFamily="34" charset="0"/>
              <a:buChar char="•"/>
            </a:pPr>
            <a:r>
              <a:rPr lang="en-GB" sz="2000" dirty="0"/>
              <a:t>New Internet Explorer 22.5 to provide the best browsing experience</a:t>
            </a:r>
          </a:p>
          <a:p>
            <a:pPr marL="285750" indent="-285750" algn="ctr">
              <a:buFont typeface="Arial" panose="020B0604020202020204" pitchFamily="34" charset="0"/>
              <a:buChar char="•"/>
            </a:pPr>
            <a:r>
              <a:rPr lang="en-GB" sz="2000" dirty="0"/>
              <a:t>New email client to help you manage emails better</a:t>
            </a:r>
          </a:p>
          <a:p>
            <a:pPr marL="285750" indent="-285750" algn="ctr">
              <a:buFont typeface="Arial" panose="020B0604020202020204" pitchFamily="34" charset="0"/>
              <a:buChar char="•"/>
            </a:pPr>
            <a:r>
              <a:rPr lang="en-GB" sz="2000" dirty="0"/>
              <a:t>New software to get things done!</a:t>
            </a:r>
          </a:p>
          <a:p>
            <a:pPr marL="285750" indent="-285750" algn="ctr">
              <a:buFont typeface="Arial" panose="020B0604020202020204" pitchFamily="34" charset="0"/>
              <a:buChar char="•"/>
            </a:pPr>
            <a:r>
              <a:rPr lang="en-GB" sz="2000" dirty="0"/>
              <a:t>A rock- solid filesystem makes Windos a lot less prone to crashing</a:t>
            </a:r>
          </a:p>
          <a:p>
            <a:pPr marL="285750" indent="-285750" algn="ctr">
              <a:buFont typeface="Arial" panose="020B0604020202020204" pitchFamily="34" charset="0"/>
              <a:buChar char="•"/>
            </a:pPr>
            <a:r>
              <a:rPr lang="en-GB" sz="2000" dirty="0"/>
              <a:t>Alerts tell you when your security is not optimal</a:t>
            </a:r>
          </a:p>
          <a:p>
            <a:pPr marL="285750" indent="-285750" algn="ctr">
              <a:buFont typeface="Arial" panose="020B0604020202020204" pitchFamily="34" charset="0"/>
              <a:buChar char="•"/>
            </a:pPr>
            <a:r>
              <a:rPr lang="en-GB" sz="2000" dirty="0"/>
              <a:t>Many pre installed programs that are your to keep</a:t>
            </a:r>
          </a:p>
          <a:p>
            <a:pPr marL="285750" indent="-285750" algn="ctr">
              <a:buFont typeface="Arial" panose="020B0604020202020204" pitchFamily="34" charset="0"/>
              <a:buChar char="•"/>
            </a:pPr>
            <a:r>
              <a:rPr lang="en-GB" sz="2000" dirty="0"/>
              <a:t>Sleek icons</a:t>
            </a:r>
          </a:p>
          <a:p>
            <a:pPr marL="285750" indent="-285750" algn="ctr">
              <a:buFont typeface="Arial" panose="020B0604020202020204" pitchFamily="34" charset="0"/>
              <a:buChar char="•"/>
            </a:pPr>
            <a:r>
              <a:rPr lang="en-GB" sz="2000" dirty="0"/>
              <a:t>Great internet connectivity</a:t>
            </a:r>
          </a:p>
          <a:p>
            <a:pPr marL="285750" indent="-285750" algn="ctr">
              <a:buFont typeface="Arial" panose="020B0604020202020204" pitchFamily="34" charset="0"/>
              <a:buChar char="•"/>
            </a:pPr>
            <a:r>
              <a:rPr lang="en-GB" sz="2000" dirty="0"/>
              <a:t>Easy Internet Setup®</a:t>
            </a:r>
          </a:p>
          <a:p>
            <a:pPr marL="285750" indent="-285750" algn="ctr">
              <a:buFont typeface="Arial" panose="020B0604020202020204" pitchFamily="34" charset="0"/>
              <a:buChar char="•"/>
            </a:pPr>
            <a:r>
              <a:rPr lang="en-GB" sz="2000" dirty="0"/>
              <a:t>A beautiful interface which is optimised for readability</a:t>
            </a:r>
          </a:p>
          <a:p>
            <a:pPr algn="ctr"/>
            <a:r>
              <a:rPr lang="en-GB" sz="2000" dirty="0">
                <a:solidFill>
                  <a:srgbClr val="FF0000"/>
                </a:solidFill>
              </a:rPr>
              <a:t>Close window to proceed</a:t>
            </a:r>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5FF2A550-8597-4F2E-8D2C-CF98003BAA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9488" y="1925375"/>
            <a:ext cx="609600" cy="609600"/>
          </a:xfrm>
          <a:prstGeom prst="rect">
            <a:avLst/>
          </a:prstGeom>
        </p:spPr>
      </p:pic>
      <p:pic>
        <p:nvPicPr>
          <p:cNvPr id="7" name="Picture 6">
            <a:hlinkClick r:id="rId4" action="ppaction://hlinksldjump"/>
            <a:extLst>
              <a:ext uri="{FF2B5EF4-FFF2-40B4-BE49-F238E27FC236}">
                <a16:creationId xmlns:a16="http://schemas.microsoft.com/office/drawing/2014/main" id="{FE024831-1B2C-4897-A323-817D93D26E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12569" y="2488016"/>
            <a:ext cx="615950" cy="609600"/>
          </a:xfrm>
          <a:prstGeom prst="rect">
            <a:avLst/>
          </a:prstGeom>
        </p:spPr>
      </p:pic>
      <p:pic>
        <p:nvPicPr>
          <p:cNvPr id="8" name="Graphic 7">
            <a:hlinkClick r:id="rId6" action="ppaction://hlinksldjump"/>
            <a:extLst>
              <a:ext uri="{FF2B5EF4-FFF2-40B4-BE49-F238E27FC236}">
                <a16:creationId xmlns:a16="http://schemas.microsoft.com/office/drawing/2014/main" id="{1DB7EEA3-618D-4C4C-A979-DBFDB1E12E5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52612" y="2963826"/>
            <a:ext cx="451883" cy="451883"/>
          </a:xfrm>
          <a:prstGeom prst="rect">
            <a:avLst/>
          </a:prstGeom>
        </p:spPr>
      </p:pic>
      <p:pic>
        <p:nvPicPr>
          <p:cNvPr id="9" name="Picture 8">
            <a:extLst>
              <a:ext uri="{FF2B5EF4-FFF2-40B4-BE49-F238E27FC236}">
                <a16:creationId xmlns:a16="http://schemas.microsoft.com/office/drawing/2014/main" id="{ACC620B1-886C-4CE0-84C3-7E6608F1389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20884" y="3272168"/>
            <a:ext cx="523654" cy="523654"/>
          </a:xfrm>
          <a:prstGeom prst="rect">
            <a:avLst/>
          </a:prstGeom>
        </p:spPr>
      </p:pic>
      <p:pic>
        <p:nvPicPr>
          <p:cNvPr id="10" name="Picture 9">
            <a:extLst>
              <a:ext uri="{FF2B5EF4-FFF2-40B4-BE49-F238E27FC236}">
                <a16:creationId xmlns:a16="http://schemas.microsoft.com/office/drawing/2014/main" id="{5ECFEA5B-937C-499D-98DC-330061B651C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695241" y="3533995"/>
            <a:ext cx="425303" cy="425303"/>
          </a:xfrm>
          <a:prstGeom prst="rect">
            <a:avLst/>
          </a:prstGeom>
        </p:spPr>
      </p:pic>
      <p:pic>
        <p:nvPicPr>
          <p:cNvPr id="11" name="Picture 10">
            <a:extLst>
              <a:ext uri="{FF2B5EF4-FFF2-40B4-BE49-F238E27FC236}">
                <a16:creationId xmlns:a16="http://schemas.microsoft.com/office/drawing/2014/main" id="{827F91F5-33D8-455C-AB89-65CDE70E1DF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21352" y="3841011"/>
            <a:ext cx="457201" cy="457201"/>
          </a:xfrm>
          <a:prstGeom prst="rect">
            <a:avLst/>
          </a:prstGeom>
        </p:spPr>
      </p:pic>
      <p:pic>
        <p:nvPicPr>
          <p:cNvPr id="12" name="Picture 11">
            <a:extLst>
              <a:ext uri="{FF2B5EF4-FFF2-40B4-BE49-F238E27FC236}">
                <a16:creationId xmlns:a16="http://schemas.microsoft.com/office/drawing/2014/main" id="{071301B9-8A47-4857-ABF2-CCD006A5B6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880841" y="4171949"/>
            <a:ext cx="523654" cy="523654"/>
          </a:xfrm>
          <a:prstGeom prst="rect">
            <a:avLst/>
          </a:prstGeom>
        </p:spPr>
      </p:pic>
      <p:pic>
        <p:nvPicPr>
          <p:cNvPr id="13" name="Picture 12">
            <a:extLst>
              <a:ext uri="{FF2B5EF4-FFF2-40B4-BE49-F238E27FC236}">
                <a16:creationId xmlns:a16="http://schemas.microsoft.com/office/drawing/2014/main" id="{E15B0AF9-C9D5-4AC6-9850-0F6FB54D9E6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791993" y="4467003"/>
            <a:ext cx="457200" cy="457200"/>
          </a:xfrm>
          <a:prstGeom prst="rect">
            <a:avLst/>
          </a:prstGeom>
        </p:spPr>
      </p:pic>
      <p:pic>
        <p:nvPicPr>
          <p:cNvPr id="14" name="Picture 13">
            <a:extLst>
              <a:ext uri="{FF2B5EF4-FFF2-40B4-BE49-F238E27FC236}">
                <a16:creationId xmlns:a16="http://schemas.microsoft.com/office/drawing/2014/main" id="{EDC4A98D-F0FE-42CD-B47B-82BD9A4E1F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639713" y="4901607"/>
            <a:ext cx="609600" cy="609600"/>
          </a:xfrm>
          <a:prstGeom prst="rect">
            <a:avLst/>
          </a:prstGeom>
        </p:spPr>
      </p:pic>
      <p:pic>
        <p:nvPicPr>
          <p:cNvPr id="16" name="Picture 15">
            <a:extLst>
              <a:ext uri="{FF2B5EF4-FFF2-40B4-BE49-F238E27FC236}">
                <a16:creationId xmlns:a16="http://schemas.microsoft.com/office/drawing/2014/main" id="{9D22F765-436D-4438-9BB7-F9FC53BAA34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202969" y="5331340"/>
            <a:ext cx="609600" cy="609600"/>
          </a:xfrm>
          <a:prstGeom prst="rect">
            <a:avLst/>
          </a:prstGeom>
        </p:spPr>
      </p:pic>
    </p:spTree>
    <p:extLst>
      <p:ext uri="{BB962C8B-B14F-4D97-AF65-F5344CB8AC3E}">
        <p14:creationId xmlns:p14="http://schemas.microsoft.com/office/powerpoint/2010/main" val="2004276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hlinkClick r:id="rId3" action="ppaction://hlinksldjump"/>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OS is under construction.</a:t>
            </a:r>
          </a:p>
          <a:p>
            <a:pPr algn="ctr"/>
            <a:r>
              <a:rPr lang="en-GB" dirty="0"/>
              <a:t>Please only use it for testing purposes. </a:t>
            </a:r>
          </a:p>
          <a:p>
            <a:pPr algn="ctr"/>
            <a:r>
              <a:rPr lang="en-GB" dirty="0"/>
              <a:t>Please click me to continue</a:t>
            </a:r>
          </a:p>
        </p:txBody>
      </p:sp>
    </p:spTree>
    <p:extLst>
      <p:ext uri="{BB962C8B-B14F-4D97-AF65-F5344CB8AC3E}">
        <p14:creationId xmlns:p14="http://schemas.microsoft.com/office/powerpoint/2010/main" val="3178318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Installing Windos 98…</a:t>
            </a:r>
          </a:p>
        </p:txBody>
      </p:sp>
      <p:pic>
        <p:nvPicPr>
          <p:cNvPr id="4" name="Picture 3">
            <a:hlinkClick r:id="rId3" action="ppaction://hlinksldjump"/>
            <a:extLst>
              <a:ext uri="{FF2B5EF4-FFF2-40B4-BE49-F238E27FC236}">
                <a16:creationId xmlns:a16="http://schemas.microsoft.com/office/drawing/2014/main" id="{F0F52C57-D14E-43D0-9B67-F26CA0AEE6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0927" y="3761269"/>
            <a:ext cx="2730145" cy="476692"/>
          </a:xfrm>
          <a:prstGeom prst="rect">
            <a:avLst/>
          </a:prstGeom>
        </p:spPr>
      </p:pic>
    </p:spTree>
    <p:extLst>
      <p:ext uri="{BB962C8B-B14F-4D97-AF65-F5344CB8AC3E}">
        <p14:creationId xmlns:p14="http://schemas.microsoft.com/office/powerpoint/2010/main" val="1477473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Complete!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 has finished installing Windos 98.</a:t>
            </a:r>
          </a:p>
          <a:p>
            <a:pPr algn="ctr"/>
            <a:r>
              <a:rPr lang="en-GB" dirty="0"/>
              <a:t>Please close the window to proceed with setting up Windos.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021905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Welcome!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set a password to use with this computer:</a:t>
            </a:r>
          </a:p>
        </p:txBody>
      </p:sp>
      <p:sp>
        <p:nvSpPr>
          <p:cNvPr id="3" name="Rectangle 2">
            <a:extLst>
              <a:ext uri="{FF2B5EF4-FFF2-40B4-BE49-F238E27FC236}">
                <a16:creationId xmlns:a16="http://schemas.microsoft.com/office/drawing/2014/main" id="{8242BD11-B01E-4D60-99EC-567916E36982}"/>
              </a:ext>
            </a:extLst>
          </p:cNvPr>
          <p:cNvSpPr/>
          <p:nvPr/>
        </p:nvSpPr>
        <p:spPr>
          <a:xfrm>
            <a:off x="2594343" y="5220586"/>
            <a:ext cx="3211033"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C9A8879D-D434-48F5-8CC9-174D9F56322D}"/>
              </a:ext>
            </a:extLst>
          </p:cNvPr>
          <p:cNvSpPr/>
          <p:nvPr/>
        </p:nvSpPr>
        <p:spPr>
          <a:xfrm>
            <a:off x="6198781" y="5220586"/>
            <a:ext cx="914400" cy="9144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621558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Security alert</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Setting a blank password is dangerous and this allows anyone to access the system without your contest! </a:t>
            </a:r>
          </a:p>
          <a:p>
            <a:r>
              <a:rPr lang="en-GB" dirty="0"/>
              <a:t>Close to proceed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F0B89CC5-706F-4AE2-9B1F-7524282257F3}"/>
              </a:ext>
            </a:extLst>
          </p:cNvPr>
          <p:cNvSpPr/>
          <p:nvPr/>
        </p:nvSpPr>
        <p:spPr>
          <a:xfrm>
            <a:off x="609600" y="5858540"/>
            <a:ext cx="5270204" cy="7336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Go back and set a password</a:t>
            </a:r>
          </a:p>
        </p:txBody>
      </p:sp>
      <p:pic>
        <p:nvPicPr>
          <p:cNvPr id="8" name="Picture 7">
            <a:extLst>
              <a:ext uri="{FF2B5EF4-FFF2-40B4-BE49-F238E27FC236}">
                <a16:creationId xmlns:a16="http://schemas.microsoft.com/office/drawing/2014/main" id="{733D798E-6857-4963-994D-2166C7B13C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52236" y="5188688"/>
            <a:ext cx="457201" cy="457201"/>
          </a:xfrm>
          <a:prstGeom prst="rect">
            <a:avLst/>
          </a:prstGeom>
        </p:spPr>
      </p:pic>
    </p:spTree>
    <p:extLst>
      <p:ext uri="{BB962C8B-B14F-4D97-AF65-F5344CB8AC3E}">
        <p14:creationId xmlns:p14="http://schemas.microsoft.com/office/powerpoint/2010/main" val="1094361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Connecting to the Internet…</a:t>
            </a:r>
          </a:p>
        </p:txBody>
      </p:sp>
      <p:pic>
        <p:nvPicPr>
          <p:cNvPr id="4" name="Picture 3">
            <a:extLst>
              <a:ext uri="{FF2B5EF4-FFF2-40B4-BE49-F238E27FC236}">
                <a16:creationId xmlns:a16="http://schemas.microsoft.com/office/drawing/2014/main" id="{3D3A29D5-F691-43D3-ACD3-D8EDE6F12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9384" y="2647505"/>
            <a:ext cx="1031360" cy="1031360"/>
          </a:xfrm>
          <a:prstGeom prst="rect">
            <a:avLst/>
          </a:prstGeom>
        </p:spPr>
      </p:pic>
      <p:pic>
        <p:nvPicPr>
          <p:cNvPr id="5" name="Picture 4">
            <a:hlinkClick r:id="rId4" action="ppaction://hlinksldjump"/>
            <a:extLst>
              <a:ext uri="{FF2B5EF4-FFF2-40B4-BE49-F238E27FC236}">
                <a16:creationId xmlns:a16="http://schemas.microsoft.com/office/drawing/2014/main" id="{80F66593-9BB2-41CB-80CE-124FC171DC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00352" y="3563680"/>
            <a:ext cx="2730145" cy="476692"/>
          </a:xfrm>
          <a:prstGeom prst="rect">
            <a:avLst/>
          </a:prstGeom>
        </p:spPr>
      </p:pic>
    </p:spTree>
    <p:extLst>
      <p:ext uri="{BB962C8B-B14F-4D97-AF65-F5344CB8AC3E}">
        <p14:creationId xmlns:p14="http://schemas.microsoft.com/office/powerpoint/2010/main" val="1725382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Setup is ready to install updates to Windos 98.</a:t>
            </a:r>
          </a:p>
          <a:p>
            <a:pPr algn="ctr"/>
            <a:r>
              <a:rPr lang="en-GB" dirty="0"/>
              <a:t>Please close the Window to proceed. </a:t>
            </a:r>
          </a:p>
          <a:p>
            <a:pPr algn="ctr"/>
            <a:r>
              <a:rPr lang="en-GB" dirty="0">
                <a:solidFill>
                  <a:srgbClr val="FF0000"/>
                </a:solidFill>
              </a:rPr>
              <a:t>This cannot be skipped!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107804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D8A1CD2C-8108-4AB1-96E0-655FFFFB8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220"/>
            <a:ext cx="12192000" cy="6861262"/>
          </a:xfrm>
          <a:prstGeom prst="rect">
            <a:avLst/>
          </a:prstGeom>
        </p:spPr>
      </p:pic>
    </p:spTree>
    <p:extLst>
      <p:ext uri="{BB962C8B-B14F-4D97-AF65-F5344CB8AC3E}">
        <p14:creationId xmlns:p14="http://schemas.microsoft.com/office/powerpoint/2010/main" val="1468896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updater</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Updates have been installed and Windos 98 has been installed.</a:t>
            </a:r>
          </a:p>
          <a:p>
            <a:pPr algn="ctr"/>
            <a:r>
              <a:rPr lang="en-GB" dirty="0"/>
              <a:t>Please close the window and log on.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74725378"/>
      </p:ext>
    </p:extLst>
  </p:cSld>
  <p:clrMapOvr>
    <a:masterClrMapping/>
  </p:clrMapOvr>
  <mc:AlternateContent xmlns:mc="http://schemas.openxmlformats.org/markup-compatibility/2006" xmlns:p14="http://schemas.microsoft.com/office/powerpoint/2010/main">
    <mc:Choice Requires="p14">
      <p:transition spd="slow" p14:dur="2000">
        <p:sndAc>
          <p:endSnd/>
        </p:sndAc>
      </p:transition>
    </mc:Choice>
    <mc:Fallback xmlns="">
      <p:transition spd="slow">
        <p:sndAc>
          <p:endSnd/>
        </p:sndAc>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login</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press the button to sign in:</a:t>
            </a:r>
          </a:p>
        </p:txBody>
      </p:sp>
      <p:sp>
        <p:nvSpPr>
          <p:cNvPr id="3" name="Rectangle 2">
            <a:hlinkClick r:id="rId4" action="ppaction://hlinksldjump"/>
            <a:extLst>
              <a:ext uri="{FF2B5EF4-FFF2-40B4-BE49-F238E27FC236}">
                <a16:creationId xmlns:a16="http://schemas.microsoft.com/office/drawing/2014/main" id="{61384998-C49A-43F5-A143-CB355B1AC1F5}"/>
              </a:ext>
            </a:extLst>
          </p:cNvPr>
          <p:cNvSpPr/>
          <p:nvPr/>
        </p:nvSpPr>
        <p:spPr>
          <a:xfrm>
            <a:off x="1350335" y="5741581"/>
            <a:ext cx="206271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Sign in</a:t>
            </a:r>
          </a:p>
        </p:txBody>
      </p:sp>
      <p:sp>
        <p:nvSpPr>
          <p:cNvPr id="5" name="Speech Bubble: Rectangle 4">
            <a:extLst>
              <a:ext uri="{FF2B5EF4-FFF2-40B4-BE49-F238E27FC236}">
                <a16:creationId xmlns:a16="http://schemas.microsoft.com/office/drawing/2014/main" id="{54F9F190-775F-4ACA-B970-C03DCE380607}"/>
              </a:ext>
            </a:extLst>
          </p:cNvPr>
          <p:cNvSpPr/>
          <p:nvPr/>
        </p:nvSpPr>
        <p:spPr>
          <a:xfrm>
            <a:off x="6358270" y="2998381"/>
            <a:ext cx="3487479" cy="1541721"/>
          </a:xfrm>
          <a:prstGeom prst="wedgeRectCallout">
            <a:avLst>
              <a:gd name="adj1" fmla="val -72053"/>
              <a:gd name="adj2" fmla="val 9284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You need a password!</a:t>
            </a:r>
          </a:p>
          <a:p>
            <a:r>
              <a:rPr lang="en-GB" dirty="0"/>
              <a:t>Please add one by reinstalling Windos 98! </a:t>
            </a:r>
          </a:p>
        </p:txBody>
      </p:sp>
      <p:pic>
        <p:nvPicPr>
          <p:cNvPr id="8" name="Picture 7">
            <a:extLst>
              <a:ext uri="{FF2B5EF4-FFF2-40B4-BE49-F238E27FC236}">
                <a16:creationId xmlns:a16="http://schemas.microsoft.com/office/drawing/2014/main" id="{F39626D1-5F8E-497F-9F8C-E5C3BE572D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3485" y="3540640"/>
            <a:ext cx="457201" cy="457201"/>
          </a:xfrm>
          <a:prstGeom prst="rect">
            <a:avLst/>
          </a:prstGeom>
        </p:spPr>
      </p:pic>
    </p:spTree>
    <p:extLst>
      <p:ext uri="{BB962C8B-B14F-4D97-AF65-F5344CB8AC3E}">
        <p14:creationId xmlns:p14="http://schemas.microsoft.com/office/powerpoint/2010/main" val="4152177867"/>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Microsoft Windows 7 Startup Sound.wav"/>
          </p:stSnd>
        </p:sndAc>
      </p:transition>
    </mc:Choice>
    <mc:Fallback xmlns="">
      <p:transition spd="slow">
        <p:sndAc>
          <p:stSnd>
            <p:snd r:embed="rId6" name="Microsoft Windows 7 Startup Sound.wav"/>
          </p:stSnd>
        </p:sndAc>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E3C07C2F-9EB0-4D83-80B4-A93270181E43}"/>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sp>
        <p:nvSpPr>
          <p:cNvPr id="6" name="TextBox 5">
            <a:extLst>
              <a:ext uri="{FF2B5EF4-FFF2-40B4-BE49-F238E27FC236}">
                <a16:creationId xmlns:a16="http://schemas.microsoft.com/office/drawing/2014/main" id="{F9B58117-E816-4028-8A68-C24F8E057CB7}"/>
              </a:ext>
            </a:extLst>
          </p:cNvPr>
          <p:cNvSpPr txBox="1"/>
          <p:nvPr/>
        </p:nvSpPr>
        <p:spPr>
          <a:xfrm>
            <a:off x="10043447" y="5323989"/>
            <a:ext cx="2263282" cy="923330"/>
          </a:xfrm>
          <a:prstGeom prst="rect">
            <a:avLst/>
          </a:prstGeom>
          <a:noFill/>
        </p:spPr>
        <p:txBody>
          <a:bodyPr wrap="square" rtlCol="0">
            <a:spAutoFit/>
          </a:bodyPr>
          <a:lstStyle/>
          <a:p>
            <a:r>
              <a:rPr lang="en-GB" dirty="0"/>
              <a:t>Windos 98</a:t>
            </a:r>
          </a:p>
          <a:p>
            <a:r>
              <a:rPr lang="en-GB" dirty="0"/>
              <a:t>Released 20/07/2020</a:t>
            </a:r>
          </a:p>
          <a:p>
            <a:r>
              <a:rPr lang="en-GB" dirty="0"/>
              <a:t> </a:t>
            </a:r>
          </a:p>
        </p:txBody>
      </p:sp>
      <p:sp>
        <p:nvSpPr>
          <p:cNvPr id="7" name="Rectangle 6">
            <a:extLst>
              <a:ext uri="{FF2B5EF4-FFF2-40B4-BE49-F238E27FC236}">
                <a16:creationId xmlns:a16="http://schemas.microsoft.com/office/drawing/2014/main" id="{17ACA4EE-923F-4581-8BCE-9EE8635628A3}"/>
              </a:ext>
            </a:extLst>
          </p:cNvPr>
          <p:cNvSpPr/>
          <p:nvPr/>
        </p:nvSpPr>
        <p:spPr>
          <a:xfrm>
            <a:off x="1587239" y="417754"/>
            <a:ext cx="3923414" cy="52099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AED0888D-13E8-47A9-9CCA-FF06C7AE399A}"/>
              </a:ext>
            </a:extLst>
          </p:cNvPr>
          <p:cNvSpPr txBox="1"/>
          <p:nvPr/>
        </p:nvSpPr>
        <p:spPr>
          <a:xfrm>
            <a:off x="1587239" y="340241"/>
            <a:ext cx="3923414" cy="1477328"/>
          </a:xfrm>
          <a:prstGeom prst="rect">
            <a:avLst/>
          </a:prstGeom>
          <a:noFill/>
        </p:spPr>
        <p:txBody>
          <a:bodyPr wrap="square" rtlCol="0">
            <a:spAutoFit/>
          </a:bodyPr>
          <a:lstStyle/>
          <a:p>
            <a:r>
              <a:rPr lang="en-GB" u="sng" dirty="0"/>
              <a:t>What’s new:</a:t>
            </a:r>
          </a:p>
          <a:p>
            <a:pPr marL="285750" indent="-285750">
              <a:buFont typeface="Arial" panose="020B0604020202020204" pitchFamily="34" charset="0"/>
              <a:buChar char="•"/>
            </a:pPr>
            <a:r>
              <a:rPr lang="en-GB" dirty="0"/>
              <a:t>Launch version. </a:t>
            </a:r>
          </a:p>
          <a:p>
            <a:pPr marL="285750" indent="-285750">
              <a:buFont typeface="Arial" panose="020B0604020202020204" pitchFamily="34" charset="0"/>
              <a:buChar char="•"/>
            </a:pPr>
            <a:r>
              <a:rPr lang="en-GB" dirty="0">
                <a:sym typeface="Wingdings" panose="05000000000000000000" pitchFamily="2" charset="2"/>
              </a:rPr>
              <a:t>Fixed start menu button…kind </a:t>
            </a:r>
            <a:r>
              <a:rPr lang="en-GB">
                <a:sym typeface="Wingdings" panose="05000000000000000000" pitchFamily="2" charset="2"/>
              </a:rPr>
              <a:t>of.</a:t>
            </a:r>
            <a:endParaRPr lang="en-GB" dirty="0">
              <a:sym typeface="Wingdings" panose="05000000000000000000" pitchFamily="2" charset="2"/>
            </a:endParaRP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11" name="Picture 10">
            <a:hlinkClick r:id="rId3" action="ppaction://hlinksldjump"/>
            <a:extLst>
              <a:ext uri="{FF2B5EF4-FFF2-40B4-BE49-F238E27FC236}">
                <a16:creationId xmlns:a16="http://schemas.microsoft.com/office/drawing/2014/main" id="{02DE51AE-E47E-4EE8-9D65-250CA8AC3A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2" name="Picture 11">
            <a:hlinkClick r:id="rId5" action="ppaction://hlinksldjump"/>
            <a:extLst>
              <a:ext uri="{FF2B5EF4-FFF2-40B4-BE49-F238E27FC236}">
                <a16:creationId xmlns:a16="http://schemas.microsoft.com/office/drawing/2014/main" id="{287B5EE6-E564-4E01-9C9D-B6448B59AE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3" name="Picture 12">
            <a:hlinkClick r:id="rId7" action="ppaction://hlinksldjump"/>
            <a:extLst>
              <a:ext uri="{FF2B5EF4-FFF2-40B4-BE49-F238E27FC236}">
                <a16:creationId xmlns:a16="http://schemas.microsoft.com/office/drawing/2014/main" id="{4A102331-50E7-4798-A5EF-6AAC50E4F8B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4" name="Picture 13">
            <a:hlinkClick r:id="rId9" action="ppaction://hlinksldjump"/>
            <a:extLst>
              <a:ext uri="{FF2B5EF4-FFF2-40B4-BE49-F238E27FC236}">
                <a16:creationId xmlns:a16="http://schemas.microsoft.com/office/drawing/2014/main" id="{B579F1A7-CD63-4562-948F-B2054F6C015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5" name="Picture 14">
            <a:hlinkClick r:id="rId11" action="ppaction://hlinksldjump"/>
            <a:extLst>
              <a:ext uri="{FF2B5EF4-FFF2-40B4-BE49-F238E27FC236}">
                <a16:creationId xmlns:a16="http://schemas.microsoft.com/office/drawing/2014/main" id="{DEBF65E0-6EC8-4600-A35F-6953070C523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pic>
        <p:nvPicPr>
          <p:cNvPr id="16" name="Picture 15">
            <a:hlinkClick r:id="rId13" action="ppaction://hlinksldjump"/>
            <a:extLst>
              <a:ext uri="{FF2B5EF4-FFF2-40B4-BE49-F238E27FC236}">
                <a16:creationId xmlns:a16="http://schemas.microsoft.com/office/drawing/2014/main" id="{BEACF0EE-C442-4D30-AE93-CEA18F1130A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972801" y="127590"/>
            <a:ext cx="425302" cy="425302"/>
          </a:xfrm>
          <a:prstGeom prst="rect">
            <a:avLst/>
          </a:prstGeom>
        </p:spPr>
      </p:pic>
      <p:pic>
        <p:nvPicPr>
          <p:cNvPr id="17" name="Picture 16">
            <a:hlinkClick r:id="rId11" action="ppaction://hlinksldjump"/>
            <a:extLst>
              <a:ext uri="{FF2B5EF4-FFF2-40B4-BE49-F238E27FC236}">
                <a16:creationId xmlns:a16="http://schemas.microsoft.com/office/drawing/2014/main" id="{71E7874C-57F4-4596-A83F-1FC82507ECD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972801" y="765541"/>
            <a:ext cx="457200" cy="457200"/>
          </a:xfrm>
          <a:prstGeom prst="rect">
            <a:avLst/>
          </a:prstGeom>
        </p:spPr>
      </p:pic>
      <p:pic>
        <p:nvPicPr>
          <p:cNvPr id="19" name="Picture 18">
            <a:hlinkClick r:id="rId15" action="ppaction://hlinksldjump"/>
            <a:extLst>
              <a:ext uri="{FF2B5EF4-FFF2-40B4-BE49-F238E27FC236}">
                <a16:creationId xmlns:a16="http://schemas.microsoft.com/office/drawing/2014/main" id="{8142D793-CC2D-439A-970D-6484A125B27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940902" y="2396244"/>
            <a:ext cx="457200" cy="457200"/>
          </a:xfrm>
          <a:prstGeom prst="rect">
            <a:avLst/>
          </a:prstGeom>
        </p:spPr>
      </p:pic>
      <p:pic>
        <p:nvPicPr>
          <p:cNvPr id="20" name="Picture 19">
            <a:hlinkClick r:id="rId17" action="ppaction://hlinksldjump"/>
            <a:extLst>
              <a:ext uri="{FF2B5EF4-FFF2-40B4-BE49-F238E27FC236}">
                <a16:creationId xmlns:a16="http://schemas.microsoft.com/office/drawing/2014/main" id="{BB4A7464-2365-4E85-91D6-EF2EABC7A21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923625" y="2870296"/>
            <a:ext cx="523654" cy="523654"/>
          </a:xfrm>
          <a:prstGeom prst="rect">
            <a:avLst/>
          </a:prstGeom>
        </p:spPr>
      </p:pic>
      <p:pic>
        <p:nvPicPr>
          <p:cNvPr id="22" name="Picture 21">
            <a:hlinkClick r:id="rId3" action="ppaction://hlinksldjump"/>
            <a:extLst>
              <a:ext uri="{FF2B5EF4-FFF2-40B4-BE49-F238E27FC236}">
                <a16:creationId xmlns:a16="http://schemas.microsoft.com/office/drawing/2014/main" id="{9B2AD7F2-C953-40A0-8F85-F4CB4F43B8FB}"/>
              </a:ext>
            </a:extLst>
          </p:cNvPr>
          <p:cNvPicPr>
            <a:picLocks noChangeAspect="1"/>
          </p:cNvPicPr>
          <p:nvPr/>
        </p:nvPicPr>
        <p:blipFill>
          <a:blip r:embed="rId19">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10587146" y="1425486"/>
            <a:ext cx="924054" cy="914528"/>
          </a:xfrm>
          <a:prstGeom prst="rect">
            <a:avLst/>
          </a:prstGeom>
        </p:spPr>
      </p:pic>
      <p:pic>
        <p:nvPicPr>
          <p:cNvPr id="23" name="Picture 22">
            <a:hlinkClick r:id="rId20" action="ppaction://hlinksldjump"/>
            <a:extLst>
              <a:ext uri="{FF2B5EF4-FFF2-40B4-BE49-F238E27FC236}">
                <a16:creationId xmlns:a16="http://schemas.microsoft.com/office/drawing/2014/main" id="{C326429A-712E-4CFE-9B32-F518A9C7AB5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8213269" y="6235144"/>
            <a:ext cx="457200" cy="457200"/>
          </a:xfrm>
          <a:prstGeom prst="rect">
            <a:avLst/>
          </a:prstGeom>
        </p:spPr>
      </p:pic>
      <p:pic>
        <p:nvPicPr>
          <p:cNvPr id="9" name="Picture 8">
            <a:hlinkClick r:id="rId22" action="ppaction://hlinksldjump"/>
            <a:extLst>
              <a:ext uri="{FF2B5EF4-FFF2-40B4-BE49-F238E27FC236}">
                <a16:creationId xmlns:a16="http://schemas.microsoft.com/office/drawing/2014/main" id="{0326AA21-94CA-4500-A58E-7F081E743B03}"/>
              </a:ext>
            </a:extLst>
          </p:cNvPr>
          <p:cNvPicPr>
            <a:picLocks noChangeAspect="1"/>
          </p:cNvPicPr>
          <p:nvPr/>
        </p:nvPicPr>
        <p:blipFill>
          <a:blip r:embed="rId23">
            <a:extLst>
              <a:ext uri="{BEBA8EAE-BF5A-486C-A8C5-ECC9F3942E4B}">
                <a14:imgProps xmlns:a14="http://schemas.microsoft.com/office/drawing/2010/main">
                  <a14:imgLayer r:embed="rId24">
                    <a14:imgEffect>
                      <a14:backgroundRemoval t="7692" b="92308" l="8889" r="88889">
                        <a14:foregroundMark x1="88889" y1="23077" x2="91111" y2="76923"/>
                        <a14:foregroundMark x1="91111" y1="76923" x2="44444" y2="92308"/>
                        <a14:foregroundMark x1="44444" y1="92308" x2="82222" y2="58974"/>
                        <a14:foregroundMark x1="82222" y1="58974" x2="48889" y2="87179"/>
                      </a14:backgroundRemoval>
                    </a14:imgEffect>
                  </a14:imgLayer>
                </a14:imgProps>
              </a:ext>
            </a:extLst>
          </a:blip>
          <a:stretch>
            <a:fillRect/>
          </a:stretch>
        </p:blipFill>
        <p:spPr>
          <a:xfrm>
            <a:off x="-114729" y="5943600"/>
            <a:ext cx="1025424" cy="888701"/>
          </a:xfrm>
          <a:prstGeom prst="rect">
            <a:avLst/>
          </a:prstGeom>
        </p:spPr>
      </p:pic>
    </p:spTree>
    <p:extLst>
      <p:ext uri="{BB962C8B-B14F-4D97-AF65-F5344CB8AC3E}">
        <p14:creationId xmlns:p14="http://schemas.microsoft.com/office/powerpoint/2010/main" val="19870445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E3C07C2F-9EB0-4D83-80B4-A93270181E43}"/>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Oval 3">
            <a:hlinkClick r:id="rId2" action="ppaction://hlinksldjump"/>
            <a:extLst>
              <a:ext uri="{FF2B5EF4-FFF2-40B4-BE49-F238E27FC236}">
                <a16:creationId xmlns:a16="http://schemas.microsoft.com/office/drawing/2014/main" id="{208836F8-A8F6-414C-8090-59449178CCB5}"/>
              </a:ext>
            </a:extLst>
          </p:cNvPr>
          <p:cNvSpPr/>
          <p:nvPr/>
        </p:nvSpPr>
        <p:spPr>
          <a:xfrm>
            <a:off x="180754" y="6049925"/>
            <a:ext cx="609600" cy="701749"/>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Rounded Corners 4">
            <a:extLst>
              <a:ext uri="{FF2B5EF4-FFF2-40B4-BE49-F238E27FC236}">
                <a16:creationId xmlns:a16="http://schemas.microsoft.com/office/drawing/2014/main" id="{5E9EFB7F-5AD3-4FBF-981D-59C26CC17322}"/>
              </a:ext>
            </a:extLst>
          </p:cNvPr>
          <p:cNvSpPr/>
          <p:nvPr/>
        </p:nvSpPr>
        <p:spPr>
          <a:xfrm>
            <a:off x="-15013" y="1531089"/>
            <a:ext cx="2619990" cy="4423144"/>
          </a:xfrm>
          <a:custGeom>
            <a:avLst/>
            <a:gdLst>
              <a:gd name="connsiteX0" fmla="*/ 0 w 2604977"/>
              <a:gd name="connsiteY0" fmla="*/ 434172 h 4412511"/>
              <a:gd name="connsiteX1" fmla="*/ 434172 w 2604977"/>
              <a:gd name="connsiteY1" fmla="*/ 0 h 4412511"/>
              <a:gd name="connsiteX2" fmla="*/ 2170805 w 2604977"/>
              <a:gd name="connsiteY2" fmla="*/ 0 h 4412511"/>
              <a:gd name="connsiteX3" fmla="*/ 2604977 w 2604977"/>
              <a:gd name="connsiteY3" fmla="*/ 434172 h 4412511"/>
              <a:gd name="connsiteX4" fmla="*/ 2604977 w 2604977"/>
              <a:gd name="connsiteY4" fmla="*/ 3978339 h 4412511"/>
              <a:gd name="connsiteX5" fmla="*/ 2170805 w 2604977"/>
              <a:gd name="connsiteY5" fmla="*/ 4412511 h 4412511"/>
              <a:gd name="connsiteX6" fmla="*/ 434172 w 2604977"/>
              <a:gd name="connsiteY6" fmla="*/ 4412511 h 4412511"/>
              <a:gd name="connsiteX7" fmla="*/ 0 w 2604977"/>
              <a:gd name="connsiteY7" fmla="*/ 3978339 h 4412511"/>
              <a:gd name="connsiteX8" fmla="*/ 0 w 2604977"/>
              <a:gd name="connsiteY8" fmla="*/ 434172 h 4412511"/>
              <a:gd name="connsiteX0" fmla="*/ 27 w 2605004"/>
              <a:gd name="connsiteY0" fmla="*/ 434172 h 4423144"/>
              <a:gd name="connsiteX1" fmla="*/ 434199 w 2605004"/>
              <a:gd name="connsiteY1" fmla="*/ 0 h 4423144"/>
              <a:gd name="connsiteX2" fmla="*/ 2170832 w 2605004"/>
              <a:gd name="connsiteY2" fmla="*/ 0 h 4423144"/>
              <a:gd name="connsiteX3" fmla="*/ 2605004 w 2605004"/>
              <a:gd name="connsiteY3" fmla="*/ 434172 h 4423144"/>
              <a:gd name="connsiteX4" fmla="*/ 2605004 w 2605004"/>
              <a:gd name="connsiteY4" fmla="*/ 3978339 h 4423144"/>
              <a:gd name="connsiteX5" fmla="*/ 2170832 w 2605004"/>
              <a:gd name="connsiteY5" fmla="*/ 4412511 h 4423144"/>
              <a:gd name="connsiteX6" fmla="*/ 232180 w 2605004"/>
              <a:gd name="connsiteY6" fmla="*/ 4423144 h 4423144"/>
              <a:gd name="connsiteX7" fmla="*/ 27 w 2605004"/>
              <a:gd name="connsiteY7" fmla="*/ 3978339 h 4423144"/>
              <a:gd name="connsiteX8" fmla="*/ 27 w 2605004"/>
              <a:gd name="connsiteY8" fmla="*/ 434172 h 4423144"/>
              <a:gd name="connsiteX0" fmla="*/ 15013 w 2619990"/>
              <a:gd name="connsiteY0" fmla="*/ 434172 h 4423144"/>
              <a:gd name="connsiteX1" fmla="*/ 449185 w 2619990"/>
              <a:gd name="connsiteY1" fmla="*/ 0 h 4423144"/>
              <a:gd name="connsiteX2" fmla="*/ 2185818 w 2619990"/>
              <a:gd name="connsiteY2" fmla="*/ 0 h 4423144"/>
              <a:gd name="connsiteX3" fmla="*/ 2619990 w 2619990"/>
              <a:gd name="connsiteY3" fmla="*/ 434172 h 4423144"/>
              <a:gd name="connsiteX4" fmla="*/ 2619990 w 2619990"/>
              <a:gd name="connsiteY4" fmla="*/ 3978339 h 4423144"/>
              <a:gd name="connsiteX5" fmla="*/ 2185818 w 2619990"/>
              <a:gd name="connsiteY5" fmla="*/ 4412511 h 4423144"/>
              <a:gd name="connsiteX6" fmla="*/ 247166 w 2619990"/>
              <a:gd name="connsiteY6" fmla="*/ 4423144 h 4423144"/>
              <a:gd name="connsiteX7" fmla="*/ 15013 w 2619990"/>
              <a:gd name="connsiteY7" fmla="*/ 3978339 h 4423144"/>
              <a:gd name="connsiteX8" fmla="*/ 15013 w 2619990"/>
              <a:gd name="connsiteY8" fmla="*/ 434172 h 4423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9990" h="4423144">
                <a:moveTo>
                  <a:pt x="15013" y="434172"/>
                </a:moveTo>
                <a:cubicBezTo>
                  <a:pt x="15013" y="194385"/>
                  <a:pt x="209398" y="0"/>
                  <a:pt x="449185" y="0"/>
                </a:cubicBezTo>
                <a:lnTo>
                  <a:pt x="2185818" y="0"/>
                </a:lnTo>
                <a:cubicBezTo>
                  <a:pt x="2425605" y="0"/>
                  <a:pt x="2619990" y="194385"/>
                  <a:pt x="2619990" y="434172"/>
                </a:cubicBezTo>
                <a:lnTo>
                  <a:pt x="2619990" y="3978339"/>
                </a:lnTo>
                <a:cubicBezTo>
                  <a:pt x="2619990" y="4218126"/>
                  <a:pt x="2425605" y="4412511"/>
                  <a:pt x="2185818" y="4412511"/>
                </a:cubicBezTo>
                <a:lnTo>
                  <a:pt x="247166" y="4423144"/>
                </a:lnTo>
                <a:cubicBezTo>
                  <a:pt x="-88314" y="4423144"/>
                  <a:pt x="15013" y="4218126"/>
                  <a:pt x="15013" y="3978339"/>
                </a:cubicBezTo>
                <a:lnTo>
                  <a:pt x="15013" y="43417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a:p>
            <a:endParaRPr lang="en-GB" dirty="0"/>
          </a:p>
        </p:txBody>
      </p:sp>
      <p:sp>
        <p:nvSpPr>
          <p:cNvPr id="6" name="Rectangle: Rounded Corners 4">
            <a:extLst>
              <a:ext uri="{FF2B5EF4-FFF2-40B4-BE49-F238E27FC236}">
                <a16:creationId xmlns:a16="http://schemas.microsoft.com/office/drawing/2014/main" id="{2FBD5FBB-5A77-4C83-A864-6DB21C8A74FA}"/>
              </a:ext>
            </a:extLst>
          </p:cNvPr>
          <p:cNvSpPr/>
          <p:nvPr/>
        </p:nvSpPr>
        <p:spPr>
          <a:xfrm>
            <a:off x="2619990" y="1520456"/>
            <a:ext cx="2619990" cy="4423144"/>
          </a:xfrm>
          <a:custGeom>
            <a:avLst/>
            <a:gdLst>
              <a:gd name="connsiteX0" fmla="*/ 0 w 2604977"/>
              <a:gd name="connsiteY0" fmla="*/ 434172 h 4412511"/>
              <a:gd name="connsiteX1" fmla="*/ 434172 w 2604977"/>
              <a:gd name="connsiteY1" fmla="*/ 0 h 4412511"/>
              <a:gd name="connsiteX2" fmla="*/ 2170805 w 2604977"/>
              <a:gd name="connsiteY2" fmla="*/ 0 h 4412511"/>
              <a:gd name="connsiteX3" fmla="*/ 2604977 w 2604977"/>
              <a:gd name="connsiteY3" fmla="*/ 434172 h 4412511"/>
              <a:gd name="connsiteX4" fmla="*/ 2604977 w 2604977"/>
              <a:gd name="connsiteY4" fmla="*/ 3978339 h 4412511"/>
              <a:gd name="connsiteX5" fmla="*/ 2170805 w 2604977"/>
              <a:gd name="connsiteY5" fmla="*/ 4412511 h 4412511"/>
              <a:gd name="connsiteX6" fmla="*/ 434172 w 2604977"/>
              <a:gd name="connsiteY6" fmla="*/ 4412511 h 4412511"/>
              <a:gd name="connsiteX7" fmla="*/ 0 w 2604977"/>
              <a:gd name="connsiteY7" fmla="*/ 3978339 h 4412511"/>
              <a:gd name="connsiteX8" fmla="*/ 0 w 2604977"/>
              <a:gd name="connsiteY8" fmla="*/ 434172 h 4412511"/>
              <a:gd name="connsiteX0" fmla="*/ 27 w 2605004"/>
              <a:gd name="connsiteY0" fmla="*/ 434172 h 4423144"/>
              <a:gd name="connsiteX1" fmla="*/ 434199 w 2605004"/>
              <a:gd name="connsiteY1" fmla="*/ 0 h 4423144"/>
              <a:gd name="connsiteX2" fmla="*/ 2170832 w 2605004"/>
              <a:gd name="connsiteY2" fmla="*/ 0 h 4423144"/>
              <a:gd name="connsiteX3" fmla="*/ 2605004 w 2605004"/>
              <a:gd name="connsiteY3" fmla="*/ 434172 h 4423144"/>
              <a:gd name="connsiteX4" fmla="*/ 2605004 w 2605004"/>
              <a:gd name="connsiteY4" fmla="*/ 3978339 h 4423144"/>
              <a:gd name="connsiteX5" fmla="*/ 2170832 w 2605004"/>
              <a:gd name="connsiteY5" fmla="*/ 4412511 h 4423144"/>
              <a:gd name="connsiteX6" fmla="*/ 232180 w 2605004"/>
              <a:gd name="connsiteY6" fmla="*/ 4423144 h 4423144"/>
              <a:gd name="connsiteX7" fmla="*/ 27 w 2605004"/>
              <a:gd name="connsiteY7" fmla="*/ 3978339 h 4423144"/>
              <a:gd name="connsiteX8" fmla="*/ 27 w 2605004"/>
              <a:gd name="connsiteY8" fmla="*/ 434172 h 4423144"/>
              <a:gd name="connsiteX0" fmla="*/ 15013 w 2619990"/>
              <a:gd name="connsiteY0" fmla="*/ 434172 h 4423144"/>
              <a:gd name="connsiteX1" fmla="*/ 449185 w 2619990"/>
              <a:gd name="connsiteY1" fmla="*/ 0 h 4423144"/>
              <a:gd name="connsiteX2" fmla="*/ 2185818 w 2619990"/>
              <a:gd name="connsiteY2" fmla="*/ 0 h 4423144"/>
              <a:gd name="connsiteX3" fmla="*/ 2619990 w 2619990"/>
              <a:gd name="connsiteY3" fmla="*/ 434172 h 4423144"/>
              <a:gd name="connsiteX4" fmla="*/ 2619990 w 2619990"/>
              <a:gd name="connsiteY4" fmla="*/ 3978339 h 4423144"/>
              <a:gd name="connsiteX5" fmla="*/ 2185818 w 2619990"/>
              <a:gd name="connsiteY5" fmla="*/ 4412511 h 4423144"/>
              <a:gd name="connsiteX6" fmla="*/ 247166 w 2619990"/>
              <a:gd name="connsiteY6" fmla="*/ 4423144 h 4423144"/>
              <a:gd name="connsiteX7" fmla="*/ 15013 w 2619990"/>
              <a:gd name="connsiteY7" fmla="*/ 3978339 h 4423144"/>
              <a:gd name="connsiteX8" fmla="*/ 15013 w 2619990"/>
              <a:gd name="connsiteY8" fmla="*/ 434172 h 4423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19990" h="4423144">
                <a:moveTo>
                  <a:pt x="15013" y="434172"/>
                </a:moveTo>
                <a:cubicBezTo>
                  <a:pt x="15013" y="194385"/>
                  <a:pt x="209398" y="0"/>
                  <a:pt x="449185" y="0"/>
                </a:cubicBezTo>
                <a:lnTo>
                  <a:pt x="2185818" y="0"/>
                </a:lnTo>
                <a:cubicBezTo>
                  <a:pt x="2425605" y="0"/>
                  <a:pt x="2619990" y="194385"/>
                  <a:pt x="2619990" y="434172"/>
                </a:cubicBezTo>
                <a:lnTo>
                  <a:pt x="2619990" y="3978339"/>
                </a:lnTo>
                <a:cubicBezTo>
                  <a:pt x="2619990" y="4218126"/>
                  <a:pt x="2425605" y="4412511"/>
                  <a:pt x="2185818" y="4412511"/>
                </a:cubicBezTo>
                <a:lnTo>
                  <a:pt x="247166" y="4423144"/>
                </a:lnTo>
                <a:cubicBezTo>
                  <a:pt x="-88314" y="4423144"/>
                  <a:pt x="15013" y="4218126"/>
                  <a:pt x="15013" y="3978339"/>
                </a:cubicBezTo>
                <a:lnTo>
                  <a:pt x="15013" y="434172"/>
                </a:lnTo>
                <a:close/>
              </a:path>
            </a:pathLst>
          </a:cu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C4BED495-DB9A-4AC2-81EC-EEA26C944DC8}"/>
              </a:ext>
            </a:extLst>
          </p:cNvPr>
          <p:cNvSpPr txBox="1"/>
          <p:nvPr/>
        </p:nvSpPr>
        <p:spPr>
          <a:xfrm>
            <a:off x="2849526" y="1669312"/>
            <a:ext cx="2222204" cy="4247317"/>
          </a:xfrm>
          <a:prstGeom prst="rect">
            <a:avLst/>
          </a:prstGeom>
          <a:noFill/>
        </p:spPr>
        <p:txBody>
          <a:bodyPr wrap="square" rtlCol="0">
            <a:spAutoFit/>
          </a:bodyPr>
          <a:lstStyle/>
          <a:p>
            <a:r>
              <a:rPr lang="en-GB" u="sng" dirty="0"/>
              <a:t>Shortcuts:</a:t>
            </a:r>
          </a:p>
          <a:p>
            <a:endParaRPr lang="en-GB" dirty="0"/>
          </a:p>
          <a:p>
            <a:r>
              <a:rPr lang="en-GB" dirty="0">
                <a:hlinkClick r:id="rId4" action="ppaction://hlinksldjump"/>
              </a:rPr>
              <a:t>Computer</a:t>
            </a:r>
            <a:endParaRPr lang="en-GB" dirty="0"/>
          </a:p>
          <a:p>
            <a:endParaRPr lang="en-GB" dirty="0"/>
          </a:p>
          <a:p>
            <a:r>
              <a:rPr lang="en-GB" dirty="0">
                <a:hlinkClick r:id="rId5" action="ppaction://hlinksldjump"/>
              </a:rPr>
              <a:t>All Apps</a:t>
            </a:r>
            <a:endParaRPr lang="en-GB" dirty="0"/>
          </a:p>
          <a:p>
            <a:endParaRPr lang="en-GB" dirty="0"/>
          </a:p>
          <a:p>
            <a:r>
              <a:rPr lang="en-GB" dirty="0">
                <a:hlinkClick r:id="rId6" action="ppaction://hlinksldjump"/>
              </a:rPr>
              <a:t>Power Menu</a:t>
            </a:r>
            <a:endParaRPr lang="en-GB" dirty="0"/>
          </a:p>
          <a:p>
            <a:endParaRPr lang="en-GB" dirty="0"/>
          </a:p>
          <a:p>
            <a:r>
              <a:rPr lang="en-GB" dirty="0">
                <a:hlinkClick r:id="rId7" action="ppaction://hlinksldjump"/>
              </a:rPr>
              <a:t>IE225</a:t>
            </a:r>
            <a:endParaRPr lang="en-GB" dirty="0"/>
          </a:p>
          <a:p>
            <a:endParaRPr lang="en-GB" dirty="0"/>
          </a:p>
          <a:p>
            <a:r>
              <a:rPr lang="en-GB" dirty="0">
                <a:hlinkClick r:id="rId8" action="ppaction://hlinksldjump"/>
              </a:rPr>
              <a:t>shell32.dll</a:t>
            </a:r>
            <a:endParaRPr lang="en-GB" dirty="0"/>
          </a:p>
          <a:p>
            <a:endParaRPr lang="en-GB" dirty="0"/>
          </a:p>
          <a:p>
            <a:r>
              <a:rPr lang="en-GB" dirty="0">
                <a:hlinkClick r:id="rId9" action="ppaction://hlinksldjump"/>
              </a:rPr>
              <a:t>Control panel </a:t>
            </a:r>
            <a:endParaRPr lang="en-GB" dirty="0"/>
          </a:p>
          <a:p>
            <a:endParaRPr lang="en-GB" dirty="0"/>
          </a:p>
          <a:p>
            <a:endParaRPr lang="en-GB" dirty="0"/>
          </a:p>
        </p:txBody>
      </p:sp>
      <p:pic>
        <p:nvPicPr>
          <p:cNvPr id="8" name="Picture 7">
            <a:extLst>
              <a:ext uri="{FF2B5EF4-FFF2-40B4-BE49-F238E27FC236}">
                <a16:creationId xmlns:a16="http://schemas.microsoft.com/office/drawing/2014/main" id="{C4F9E5D6-6967-4801-94DB-02246409750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46576" y="2200939"/>
            <a:ext cx="425302" cy="425302"/>
          </a:xfrm>
          <a:prstGeom prst="rect">
            <a:avLst/>
          </a:prstGeom>
        </p:spPr>
      </p:pic>
      <p:pic>
        <p:nvPicPr>
          <p:cNvPr id="9" name="Picture 8">
            <a:extLst>
              <a:ext uri="{FF2B5EF4-FFF2-40B4-BE49-F238E27FC236}">
                <a16:creationId xmlns:a16="http://schemas.microsoft.com/office/drawing/2014/main" id="{1DBF6A85-E5DA-4357-A385-5D55387587F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802027" y="2750010"/>
            <a:ext cx="457200" cy="457200"/>
          </a:xfrm>
          <a:prstGeom prst="rect">
            <a:avLst/>
          </a:prstGeom>
        </p:spPr>
      </p:pic>
      <p:pic>
        <p:nvPicPr>
          <p:cNvPr id="10" name="Picture 9">
            <a:extLst>
              <a:ext uri="{FF2B5EF4-FFF2-40B4-BE49-F238E27FC236}">
                <a16:creationId xmlns:a16="http://schemas.microsoft.com/office/drawing/2014/main" id="{983EC9FB-B05B-4368-90D4-319C33EEB94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151130" y="3330979"/>
            <a:ext cx="495768" cy="495768"/>
          </a:xfrm>
          <a:prstGeom prst="rect">
            <a:avLst/>
          </a:prstGeom>
        </p:spPr>
      </p:pic>
      <p:pic>
        <p:nvPicPr>
          <p:cNvPr id="11" name="Picture 10">
            <a:hlinkClick r:id="rId13" action="ppaction://hlinksldjump"/>
            <a:extLst>
              <a:ext uri="{FF2B5EF4-FFF2-40B4-BE49-F238E27FC236}">
                <a16:creationId xmlns:a16="http://schemas.microsoft.com/office/drawing/2014/main" id="{AD7FB233-ACA6-48CF-8541-3A3C667A14A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494988" y="3799969"/>
            <a:ext cx="614077" cy="607747"/>
          </a:xfrm>
          <a:prstGeom prst="rect">
            <a:avLst/>
          </a:prstGeom>
        </p:spPr>
      </p:pic>
      <p:pic>
        <p:nvPicPr>
          <p:cNvPr id="12" name="Picture 11">
            <a:extLst>
              <a:ext uri="{FF2B5EF4-FFF2-40B4-BE49-F238E27FC236}">
                <a16:creationId xmlns:a16="http://schemas.microsoft.com/office/drawing/2014/main" id="{762A246F-1EB6-4659-8C90-F77F6592996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025311" y="4397891"/>
            <a:ext cx="523654" cy="523654"/>
          </a:xfrm>
          <a:prstGeom prst="rect">
            <a:avLst/>
          </a:prstGeom>
        </p:spPr>
      </p:pic>
      <p:pic>
        <p:nvPicPr>
          <p:cNvPr id="14" name="Picture 13">
            <a:extLst>
              <a:ext uri="{FF2B5EF4-FFF2-40B4-BE49-F238E27FC236}">
                <a16:creationId xmlns:a16="http://schemas.microsoft.com/office/drawing/2014/main" id="{B932C499-CD20-4939-96B4-689CC469B11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471878" y="4948516"/>
            <a:ext cx="457200" cy="457200"/>
          </a:xfrm>
          <a:prstGeom prst="rect">
            <a:avLst/>
          </a:prstGeom>
        </p:spPr>
      </p:pic>
      <p:pic>
        <p:nvPicPr>
          <p:cNvPr id="15" name="Picture 14">
            <a:extLst>
              <a:ext uri="{FF2B5EF4-FFF2-40B4-BE49-F238E27FC236}">
                <a16:creationId xmlns:a16="http://schemas.microsoft.com/office/drawing/2014/main" id="{45AC5043-FB20-424D-AEEE-84B2A8B8922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80754" y="4520167"/>
            <a:ext cx="1905000" cy="1257300"/>
          </a:xfrm>
          <a:prstGeom prst="rect">
            <a:avLst/>
          </a:prstGeom>
        </p:spPr>
      </p:pic>
      <p:sp>
        <p:nvSpPr>
          <p:cNvPr id="16" name="Speech Bubble: Rectangle 15">
            <a:extLst>
              <a:ext uri="{FF2B5EF4-FFF2-40B4-BE49-F238E27FC236}">
                <a16:creationId xmlns:a16="http://schemas.microsoft.com/office/drawing/2014/main" id="{F63CFA23-A4E5-4680-AD54-0D3F048A5C15}"/>
              </a:ext>
            </a:extLst>
          </p:cNvPr>
          <p:cNvSpPr/>
          <p:nvPr/>
        </p:nvSpPr>
        <p:spPr>
          <a:xfrm>
            <a:off x="180754" y="1669312"/>
            <a:ext cx="2270986" cy="2509283"/>
          </a:xfrm>
          <a:prstGeom prst="wedgeRectCallout">
            <a:avLst>
              <a:gd name="adj1" fmla="val 2545"/>
              <a:gd name="adj2" fmla="val 93908"/>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Hint of the version:</a:t>
            </a:r>
          </a:p>
          <a:p>
            <a:pPr algn="ctr"/>
            <a:r>
              <a:rPr lang="en-GB" dirty="0"/>
              <a:t>Check out all the new changes stated in the what’s new widget!  </a:t>
            </a:r>
          </a:p>
        </p:txBody>
      </p:sp>
      <p:sp>
        <p:nvSpPr>
          <p:cNvPr id="13" name="Speech Bubble: Rectangle 12">
            <a:extLst>
              <a:ext uri="{FF2B5EF4-FFF2-40B4-BE49-F238E27FC236}">
                <a16:creationId xmlns:a16="http://schemas.microsoft.com/office/drawing/2014/main" id="{F07EC295-28C5-4F9E-A15C-36FFC1EBB91D}"/>
              </a:ext>
            </a:extLst>
          </p:cNvPr>
          <p:cNvSpPr/>
          <p:nvPr/>
        </p:nvSpPr>
        <p:spPr>
          <a:xfrm>
            <a:off x="7719237" y="1743740"/>
            <a:ext cx="2828261" cy="2955851"/>
          </a:xfrm>
          <a:prstGeom prst="wedgeRectCallout">
            <a:avLst>
              <a:gd name="adj1" fmla="val 106987"/>
              <a:gd name="adj2" fmla="val -8363"/>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Want free robux?</a:t>
            </a:r>
          </a:p>
          <a:p>
            <a:pPr algn="ctr"/>
            <a:r>
              <a:rPr lang="en-GB" dirty="0"/>
              <a:t>Click here to learn how!  </a:t>
            </a:r>
          </a:p>
        </p:txBody>
      </p:sp>
    </p:spTree>
    <p:extLst>
      <p:ext uri="{BB962C8B-B14F-4D97-AF65-F5344CB8AC3E}">
        <p14:creationId xmlns:p14="http://schemas.microsoft.com/office/powerpoint/2010/main" val="656170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E3C07C2F-9EB0-4D83-80B4-A93270181E43}"/>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EA14D286-91BB-4C9C-92C9-B405F747E43F}"/>
              </a:ext>
            </a:extLst>
          </p:cNvPr>
          <p:cNvSpPr/>
          <p:nvPr/>
        </p:nvSpPr>
        <p:spPr>
          <a:xfrm>
            <a:off x="15947" y="2147777"/>
            <a:ext cx="3195086" cy="37958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189C12A3-F21A-4522-BC1D-38F92D5D9D2E}"/>
              </a:ext>
            </a:extLst>
          </p:cNvPr>
          <p:cNvSpPr/>
          <p:nvPr/>
        </p:nvSpPr>
        <p:spPr>
          <a:xfrm>
            <a:off x="3226980" y="2147777"/>
            <a:ext cx="3195086" cy="379582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19">
            <a:extLst>
              <a:ext uri="{FF2B5EF4-FFF2-40B4-BE49-F238E27FC236}">
                <a16:creationId xmlns:a16="http://schemas.microsoft.com/office/drawing/2014/main" id="{4ABEB6C5-501A-41C9-BC3F-7EFB6204DBA4}"/>
              </a:ext>
            </a:extLst>
          </p:cNvPr>
          <p:cNvSpPr/>
          <p:nvPr/>
        </p:nvSpPr>
        <p:spPr>
          <a:xfrm>
            <a:off x="6438013" y="2147777"/>
            <a:ext cx="3195086" cy="3795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feature space.</a:t>
            </a:r>
          </a:p>
          <a:p>
            <a:pPr algn="ctr"/>
            <a:r>
              <a:rPr lang="en-GB" dirty="0"/>
              <a:t>I will add something later, please be patient. </a:t>
            </a:r>
          </a:p>
        </p:txBody>
      </p:sp>
      <p:sp>
        <p:nvSpPr>
          <p:cNvPr id="21" name="Rectangle 20">
            <a:extLst>
              <a:ext uri="{FF2B5EF4-FFF2-40B4-BE49-F238E27FC236}">
                <a16:creationId xmlns:a16="http://schemas.microsoft.com/office/drawing/2014/main" id="{040A0674-E7D0-4198-A04A-B901A02201C2}"/>
              </a:ext>
            </a:extLst>
          </p:cNvPr>
          <p:cNvSpPr/>
          <p:nvPr/>
        </p:nvSpPr>
        <p:spPr>
          <a:xfrm>
            <a:off x="15947" y="1541721"/>
            <a:ext cx="9617152" cy="6060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 standard user; </a:t>
            </a:r>
            <a:r>
              <a:rPr lang="en-GB" dirty="0">
                <a:hlinkClick r:id="rId4" action="ppaction://hlinksldjump"/>
              </a:rPr>
              <a:t>click for old start menu</a:t>
            </a:r>
            <a:endParaRPr lang="en-GB" dirty="0"/>
          </a:p>
        </p:txBody>
      </p:sp>
      <p:pic>
        <p:nvPicPr>
          <p:cNvPr id="22" name="Picture 21">
            <a:extLst>
              <a:ext uri="{FF2B5EF4-FFF2-40B4-BE49-F238E27FC236}">
                <a16:creationId xmlns:a16="http://schemas.microsoft.com/office/drawing/2014/main" id="{5020B0DE-106D-42C8-B677-55351B50F7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754" y="4520167"/>
            <a:ext cx="1905000" cy="1257300"/>
          </a:xfrm>
          <a:prstGeom prst="rect">
            <a:avLst/>
          </a:prstGeom>
        </p:spPr>
      </p:pic>
      <p:sp>
        <p:nvSpPr>
          <p:cNvPr id="23" name="Speech Bubble: Rectangle 22">
            <a:extLst>
              <a:ext uri="{FF2B5EF4-FFF2-40B4-BE49-F238E27FC236}">
                <a16:creationId xmlns:a16="http://schemas.microsoft.com/office/drawing/2014/main" id="{B7CE1145-ECA2-4D5A-B363-EB2399A6C537}"/>
              </a:ext>
            </a:extLst>
          </p:cNvPr>
          <p:cNvSpPr/>
          <p:nvPr/>
        </p:nvSpPr>
        <p:spPr>
          <a:xfrm>
            <a:off x="260500" y="2337833"/>
            <a:ext cx="2519916" cy="1879306"/>
          </a:xfrm>
          <a:prstGeom prst="wedgeRectCallou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TextBox 23">
            <a:extLst>
              <a:ext uri="{FF2B5EF4-FFF2-40B4-BE49-F238E27FC236}">
                <a16:creationId xmlns:a16="http://schemas.microsoft.com/office/drawing/2014/main" id="{3BB2ADC1-2529-4641-8EB7-2023A22D7BE3}"/>
              </a:ext>
            </a:extLst>
          </p:cNvPr>
          <p:cNvSpPr txBox="1"/>
          <p:nvPr/>
        </p:nvSpPr>
        <p:spPr>
          <a:xfrm>
            <a:off x="260500" y="2424223"/>
            <a:ext cx="2519916" cy="923330"/>
          </a:xfrm>
          <a:prstGeom prst="rect">
            <a:avLst/>
          </a:prstGeom>
          <a:noFill/>
        </p:spPr>
        <p:txBody>
          <a:bodyPr wrap="square" rtlCol="0">
            <a:spAutoFit/>
          </a:bodyPr>
          <a:lstStyle/>
          <a:p>
            <a:r>
              <a:rPr lang="en-GB" u="sng" dirty="0"/>
              <a:t>Hint:</a:t>
            </a:r>
          </a:p>
          <a:p>
            <a:r>
              <a:rPr lang="en-GB" dirty="0"/>
              <a:t>read the help utility for basic help! </a:t>
            </a:r>
          </a:p>
        </p:txBody>
      </p:sp>
      <p:sp>
        <p:nvSpPr>
          <p:cNvPr id="25" name="TextBox 24">
            <a:extLst>
              <a:ext uri="{FF2B5EF4-FFF2-40B4-BE49-F238E27FC236}">
                <a16:creationId xmlns:a16="http://schemas.microsoft.com/office/drawing/2014/main" id="{224136C3-7919-4E0A-B61D-9EC70924698A}"/>
              </a:ext>
            </a:extLst>
          </p:cNvPr>
          <p:cNvSpPr txBox="1"/>
          <p:nvPr/>
        </p:nvSpPr>
        <p:spPr>
          <a:xfrm>
            <a:off x="3226980" y="2222205"/>
            <a:ext cx="3195086" cy="2585323"/>
          </a:xfrm>
          <a:prstGeom prst="rect">
            <a:avLst/>
          </a:prstGeom>
          <a:noFill/>
        </p:spPr>
        <p:txBody>
          <a:bodyPr wrap="square" rtlCol="0">
            <a:spAutoFit/>
          </a:bodyPr>
          <a:lstStyle/>
          <a:p>
            <a:r>
              <a:rPr lang="en-GB" dirty="0"/>
              <a:t>Shortcuts:</a:t>
            </a:r>
          </a:p>
          <a:p>
            <a:endParaRPr lang="en-GB" dirty="0"/>
          </a:p>
          <a:p>
            <a:r>
              <a:rPr lang="en-GB" dirty="0"/>
              <a:t>Run</a:t>
            </a:r>
          </a:p>
          <a:p>
            <a:r>
              <a:rPr lang="en-GB" dirty="0"/>
              <a:t>Find</a:t>
            </a:r>
          </a:p>
          <a:p>
            <a:r>
              <a:rPr lang="en-GB" dirty="0">
                <a:hlinkClick r:id="rId6" action="ppaction://hlinksldjump"/>
              </a:rPr>
              <a:t>Explorer</a:t>
            </a:r>
            <a:endParaRPr lang="en-GB" dirty="0"/>
          </a:p>
          <a:p>
            <a:r>
              <a:rPr lang="en-GB" dirty="0">
                <a:hlinkClick r:id="rId7" action="ppaction://hlinksldjump"/>
              </a:rPr>
              <a:t>All apps</a:t>
            </a:r>
            <a:endParaRPr lang="en-GB" dirty="0"/>
          </a:p>
          <a:p>
            <a:r>
              <a:rPr lang="en-GB" dirty="0">
                <a:hlinkClick r:id="rId8" action="ppaction://hlinksldjump"/>
              </a:rPr>
              <a:t>IE225</a:t>
            </a:r>
            <a:endParaRPr lang="en-GB" dirty="0"/>
          </a:p>
          <a:p>
            <a:r>
              <a:rPr lang="en-GB" dirty="0">
                <a:hlinkClick r:id="rId9" action="ppaction://hlinksldjump"/>
              </a:rPr>
              <a:t>Control panel</a:t>
            </a:r>
            <a:endParaRPr lang="en-GB" dirty="0"/>
          </a:p>
          <a:p>
            <a:r>
              <a:rPr lang="en-GB" dirty="0">
                <a:hlinkClick r:id="rId10" action="ppaction://hlinksldjump"/>
              </a:rPr>
              <a:t>Icon file</a:t>
            </a:r>
            <a:endParaRPr lang="en-GB" dirty="0"/>
          </a:p>
        </p:txBody>
      </p:sp>
      <p:sp>
        <p:nvSpPr>
          <p:cNvPr id="26" name="Rectangle 25">
            <a:hlinkClick r:id="rId11" action="ppaction://hlinksldjump"/>
            <a:extLst>
              <a:ext uri="{FF2B5EF4-FFF2-40B4-BE49-F238E27FC236}">
                <a16:creationId xmlns:a16="http://schemas.microsoft.com/office/drawing/2014/main" id="{CDD045C5-F603-43F5-8854-BE30599E4FF0}"/>
              </a:ext>
            </a:extLst>
          </p:cNvPr>
          <p:cNvSpPr/>
          <p:nvPr/>
        </p:nvSpPr>
        <p:spPr>
          <a:xfrm>
            <a:off x="3226979" y="5220585"/>
            <a:ext cx="3195085" cy="72301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off…</a:t>
            </a:r>
          </a:p>
        </p:txBody>
      </p:sp>
      <p:pic>
        <p:nvPicPr>
          <p:cNvPr id="5" name="Picture 4">
            <a:hlinkClick r:id="rId2" action="ppaction://hlinksldjump"/>
            <a:extLst>
              <a:ext uri="{FF2B5EF4-FFF2-40B4-BE49-F238E27FC236}">
                <a16:creationId xmlns:a16="http://schemas.microsoft.com/office/drawing/2014/main" id="{9D8A0D60-D2F4-49EE-836B-7BB9CF3890EB}"/>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10000" b="90000" l="10000" r="90000">
                        <a14:foregroundMark x1="36735" y1="87805" x2="79592" y2="85366"/>
                        <a14:foregroundMark x1="79592" y1="85366" x2="36735" y2="87805"/>
                      </a14:backgroundRemoval>
                    </a14:imgEffect>
                  </a14:imgLayer>
                </a14:imgProps>
              </a:ext>
            </a:extLst>
          </a:blip>
          <a:stretch>
            <a:fillRect/>
          </a:stretch>
        </p:blipFill>
        <p:spPr>
          <a:xfrm>
            <a:off x="15946" y="5943598"/>
            <a:ext cx="1121737" cy="938598"/>
          </a:xfrm>
          <a:prstGeom prst="rect">
            <a:avLst/>
          </a:prstGeom>
        </p:spPr>
      </p:pic>
    </p:spTree>
    <p:extLst>
      <p:ext uri="{BB962C8B-B14F-4D97-AF65-F5344CB8AC3E}">
        <p14:creationId xmlns:p14="http://schemas.microsoft.com/office/powerpoint/2010/main" val="1759541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935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0" y="935665"/>
            <a:ext cx="12192000" cy="5922335"/>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rot="5400000">
            <a:off x="11733027" y="317769"/>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0BAFD1AF-E28E-40F6-970A-DCB307E8A0AB}"/>
              </a:ext>
            </a:extLst>
          </p:cNvPr>
          <p:cNvSpPr/>
          <p:nvPr/>
        </p:nvSpPr>
        <p:spPr>
          <a:xfrm>
            <a:off x="-248094" y="18848"/>
            <a:ext cx="12440093" cy="2308324"/>
          </a:xfrm>
          <a:prstGeom prst="rect">
            <a:avLst/>
          </a:prstGeom>
        </p:spPr>
        <p:txBody>
          <a:bodyPr wrap="square">
            <a:spAutoFit/>
          </a:bodyPr>
          <a:lstStyle/>
          <a:p>
            <a:pPr algn="ctr"/>
            <a:r>
              <a:rPr lang="en-GB" dirty="0"/>
              <a:t>Internet Explorer 23; connected; DNS server 1.1.1.1; connection speed is 10mbps;</a:t>
            </a:r>
          </a:p>
          <a:p>
            <a:pPr algn="ctr"/>
            <a:r>
              <a:rPr lang="en-GB" dirty="0"/>
              <a:t>protocol is HTTPS; internet is secured by TSL encryption; cookies enabled; site uses 10 cookies; the browser is not the actual Internet Explorer. </a:t>
            </a:r>
          </a:p>
          <a:p>
            <a:pPr algn="ctr"/>
            <a:endParaRPr lang="en-GB" dirty="0"/>
          </a:p>
          <a:p>
            <a:pPr algn="ctr"/>
            <a:endParaRPr lang="en-GB" dirty="0"/>
          </a:p>
          <a:p>
            <a:pPr algn="ctr"/>
            <a:endParaRPr lang="en-GB" dirty="0"/>
          </a:p>
          <a:p>
            <a:pPr algn="ctr"/>
            <a:endParaRPr lang="en-GB" dirty="0"/>
          </a:p>
          <a:p>
            <a:pPr algn="ctr"/>
            <a:endParaRPr lang="en-GB" dirty="0"/>
          </a:p>
        </p:txBody>
      </p:sp>
      <p:sp>
        <p:nvSpPr>
          <p:cNvPr id="8" name="TextBox 7">
            <a:extLst>
              <a:ext uri="{FF2B5EF4-FFF2-40B4-BE49-F238E27FC236}">
                <a16:creationId xmlns:a16="http://schemas.microsoft.com/office/drawing/2014/main" id="{8CCBFB73-FB18-41C9-B385-B516C94A8D60}"/>
              </a:ext>
            </a:extLst>
          </p:cNvPr>
          <p:cNvSpPr txBox="1"/>
          <p:nvPr/>
        </p:nvSpPr>
        <p:spPr>
          <a:xfrm>
            <a:off x="0" y="1311509"/>
            <a:ext cx="12057321" cy="4524315"/>
          </a:xfrm>
          <a:prstGeom prst="rect">
            <a:avLst/>
          </a:prstGeom>
          <a:noFill/>
        </p:spPr>
        <p:txBody>
          <a:bodyPr wrap="square" rtlCol="0">
            <a:spAutoFit/>
          </a:bodyPr>
          <a:lstStyle/>
          <a:p>
            <a:r>
              <a:rPr lang="en-GB" dirty="0"/>
              <a:t>Welcome to the Internet!</a:t>
            </a:r>
          </a:p>
          <a:p>
            <a:r>
              <a:rPr lang="en-GB" dirty="0"/>
              <a:t>Please select one of these sites:</a:t>
            </a:r>
          </a:p>
          <a:p>
            <a:endParaRPr lang="en-GB" dirty="0"/>
          </a:p>
          <a:p>
            <a:r>
              <a:rPr lang="en-GB" dirty="0">
                <a:hlinkClick r:id="rId3" action="ppaction://hlinksldjump"/>
              </a:rPr>
              <a:t>News</a:t>
            </a:r>
            <a:endParaRPr lang="en-GB" dirty="0"/>
          </a:p>
          <a:p>
            <a:r>
              <a:rPr lang="en-GB" dirty="0">
                <a:hlinkClick r:id="rId4" action="ppaction://hlinksldjump"/>
              </a:rPr>
              <a:t>Version plan from developer</a:t>
            </a:r>
            <a:endParaRPr lang="en-GB" dirty="0"/>
          </a:p>
          <a:p>
            <a:r>
              <a:rPr lang="en-GB" dirty="0">
                <a:hlinkClick r:id="rId5" action="ppaction://hlinksldjump"/>
              </a:rPr>
              <a:t>Goggle</a:t>
            </a:r>
            <a:endParaRPr lang="en-GB" dirty="0"/>
          </a:p>
          <a:p>
            <a:r>
              <a:rPr lang="en-GB" dirty="0">
                <a:hlinkClick r:id="rId6" action="ppaction://hlinksldjump"/>
              </a:rPr>
              <a:t>Wing</a:t>
            </a:r>
            <a:endParaRPr lang="en-GB" dirty="0"/>
          </a:p>
          <a:p>
            <a:r>
              <a:rPr lang="en-GB" dirty="0">
                <a:hlinkClick r:id="rId7" action="ppaction://hlinksldjump"/>
              </a:rPr>
              <a:t>Asterisk</a:t>
            </a:r>
            <a:endParaRPr lang="en-GB" dirty="0"/>
          </a:p>
          <a:p>
            <a:r>
              <a:rPr lang="en-GB" dirty="0">
                <a:hlinkClick r:id="rId8" action="ppaction://hlinksldjump"/>
              </a:rPr>
              <a:t>Secrets</a:t>
            </a:r>
            <a:endParaRPr lang="en-GB" dirty="0"/>
          </a:p>
          <a:p>
            <a:r>
              <a:rPr lang="en-GB" dirty="0">
                <a:hlinkClick r:id="rId9" action="ppaction://hlinksldjump"/>
              </a:rPr>
              <a:t>Gacha club</a:t>
            </a:r>
            <a:endParaRPr lang="en-GB" dirty="0"/>
          </a:p>
          <a:p>
            <a:r>
              <a:rPr lang="en-GB" dirty="0">
                <a:hlinkClick r:id="rId10" action="ppaction://hlinksldjump"/>
              </a:rPr>
              <a:t>Advert</a:t>
            </a:r>
            <a:endParaRPr lang="en-GB" dirty="0"/>
          </a:p>
          <a:p>
            <a:r>
              <a:rPr lang="en-GB" dirty="0">
                <a:hlinkClick r:id="rId11" action="ppaction://hlinksldjump"/>
              </a:rPr>
              <a:t>Super secret </a:t>
            </a:r>
            <a:endParaRPr lang="en-GB" dirty="0"/>
          </a:p>
          <a:p>
            <a:r>
              <a:rPr lang="en-GB" dirty="0">
                <a:hlinkClick r:id="rId12" action="ppaction://hlinksldjump"/>
              </a:rPr>
              <a:t>Antivirus</a:t>
            </a:r>
            <a:endParaRPr lang="en-GB" dirty="0"/>
          </a:p>
          <a:p>
            <a:r>
              <a:rPr lang="en-GB" dirty="0">
                <a:hlinkClick r:id="rId13" action="ppaction://hlinksldjump"/>
              </a:rPr>
              <a:t>CLICK ME</a:t>
            </a:r>
            <a:endParaRPr lang="en-GB" dirty="0"/>
          </a:p>
          <a:p>
            <a:r>
              <a:rPr lang="en-GB" dirty="0">
                <a:hlinkClick r:id="rId14" action="ppaction://hlinksldjump"/>
              </a:rPr>
              <a:t>Free robux</a:t>
            </a:r>
            <a:endParaRPr lang="en-GB" dirty="0"/>
          </a:p>
          <a:p>
            <a:endParaRPr lang="en-GB" dirty="0"/>
          </a:p>
        </p:txBody>
      </p:sp>
    </p:spTree>
    <p:extLst>
      <p:ext uri="{BB962C8B-B14F-4D97-AF65-F5344CB8AC3E}">
        <p14:creationId xmlns:p14="http://schemas.microsoft.com/office/powerpoint/2010/main" val="673500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computer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DFE9E913-ADA2-4CCE-BE7D-76768C13B0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171" y="425302"/>
            <a:ext cx="425303" cy="425303"/>
          </a:xfrm>
          <a:prstGeom prst="rect">
            <a:avLst/>
          </a:prstGeom>
        </p:spPr>
      </p:pic>
      <p:sp>
        <p:nvSpPr>
          <p:cNvPr id="7" name="TextBox 6">
            <a:extLst>
              <a:ext uri="{FF2B5EF4-FFF2-40B4-BE49-F238E27FC236}">
                <a16:creationId xmlns:a16="http://schemas.microsoft.com/office/drawing/2014/main" id="{2B70364C-5664-4EDC-8F0E-559239AFBA65}"/>
              </a:ext>
            </a:extLst>
          </p:cNvPr>
          <p:cNvSpPr txBox="1"/>
          <p:nvPr/>
        </p:nvSpPr>
        <p:spPr>
          <a:xfrm>
            <a:off x="0" y="946298"/>
            <a:ext cx="1733107" cy="369332"/>
          </a:xfrm>
          <a:prstGeom prst="rect">
            <a:avLst/>
          </a:prstGeom>
          <a:noFill/>
        </p:spPr>
        <p:txBody>
          <a:bodyPr wrap="square" rtlCol="0">
            <a:spAutoFit/>
          </a:bodyPr>
          <a:lstStyle/>
          <a:p>
            <a:r>
              <a:rPr lang="en-GB" dirty="0"/>
              <a:t>Local Disk[C]</a:t>
            </a:r>
          </a:p>
        </p:txBody>
      </p:sp>
      <p:pic>
        <p:nvPicPr>
          <p:cNvPr id="8" name="Picture 7">
            <a:hlinkClick r:id="rId5" action="ppaction://hlinksldjump"/>
            <a:extLst>
              <a:ext uri="{FF2B5EF4-FFF2-40B4-BE49-F238E27FC236}">
                <a16:creationId xmlns:a16="http://schemas.microsoft.com/office/drawing/2014/main" id="{40EE8489-51FD-4F17-8885-773F29B8F8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33107" y="520995"/>
            <a:ext cx="457200" cy="457200"/>
          </a:xfrm>
          <a:prstGeom prst="rect">
            <a:avLst/>
          </a:prstGeom>
        </p:spPr>
      </p:pic>
      <p:sp>
        <p:nvSpPr>
          <p:cNvPr id="9" name="TextBox 8">
            <a:extLst>
              <a:ext uri="{FF2B5EF4-FFF2-40B4-BE49-F238E27FC236}">
                <a16:creationId xmlns:a16="http://schemas.microsoft.com/office/drawing/2014/main" id="{83C44D59-2F29-4232-81E5-7AAC42713CD6}"/>
              </a:ext>
            </a:extLst>
          </p:cNvPr>
          <p:cNvSpPr txBox="1"/>
          <p:nvPr/>
        </p:nvSpPr>
        <p:spPr>
          <a:xfrm>
            <a:off x="1573619" y="978195"/>
            <a:ext cx="2243469" cy="369332"/>
          </a:xfrm>
          <a:prstGeom prst="rect">
            <a:avLst/>
          </a:prstGeom>
          <a:noFill/>
        </p:spPr>
        <p:txBody>
          <a:bodyPr wrap="square" rtlCol="0">
            <a:spAutoFit/>
          </a:bodyPr>
          <a:lstStyle/>
          <a:p>
            <a:r>
              <a:rPr lang="en-GB" dirty="0"/>
              <a:t>me</a:t>
            </a:r>
          </a:p>
        </p:txBody>
      </p:sp>
    </p:spTree>
    <p:extLst>
      <p:ext uri="{BB962C8B-B14F-4D97-AF65-F5344CB8AC3E}">
        <p14:creationId xmlns:p14="http://schemas.microsoft.com/office/powerpoint/2010/main" val="2550156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All apps</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Box 6">
            <a:extLst>
              <a:ext uri="{FF2B5EF4-FFF2-40B4-BE49-F238E27FC236}">
                <a16:creationId xmlns:a16="http://schemas.microsoft.com/office/drawing/2014/main" id="{06D50642-8945-4DA4-A28D-F25A6AC2546F}"/>
              </a:ext>
            </a:extLst>
          </p:cNvPr>
          <p:cNvSpPr txBox="1"/>
          <p:nvPr/>
        </p:nvSpPr>
        <p:spPr>
          <a:xfrm>
            <a:off x="116958" y="1796902"/>
            <a:ext cx="1414130" cy="369332"/>
          </a:xfrm>
          <a:prstGeom prst="rect">
            <a:avLst/>
          </a:prstGeom>
          <a:noFill/>
        </p:spPr>
        <p:txBody>
          <a:bodyPr wrap="square" rtlCol="0">
            <a:spAutoFit/>
          </a:bodyPr>
          <a:lstStyle/>
          <a:p>
            <a:r>
              <a:rPr lang="en-GB" dirty="0"/>
              <a:t>IE22.5</a:t>
            </a:r>
          </a:p>
        </p:txBody>
      </p:sp>
      <p:pic>
        <p:nvPicPr>
          <p:cNvPr id="9" name="Graphic 8">
            <a:hlinkClick r:id="rId3" action="ppaction://hlinksldjump"/>
            <a:extLst>
              <a:ext uri="{FF2B5EF4-FFF2-40B4-BE49-F238E27FC236}">
                <a16:creationId xmlns:a16="http://schemas.microsoft.com/office/drawing/2014/main" id="{26234E25-F293-467D-AB3C-EEB6693230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85507" y="664599"/>
            <a:ext cx="914400" cy="914400"/>
          </a:xfrm>
          <a:prstGeom prst="rect">
            <a:avLst/>
          </a:prstGeom>
        </p:spPr>
      </p:pic>
      <p:sp>
        <p:nvSpPr>
          <p:cNvPr id="10" name="TextBox 9">
            <a:extLst>
              <a:ext uri="{FF2B5EF4-FFF2-40B4-BE49-F238E27FC236}">
                <a16:creationId xmlns:a16="http://schemas.microsoft.com/office/drawing/2014/main" id="{BAC85EF6-9869-45D3-A350-3166E51001B4}"/>
              </a:ext>
            </a:extLst>
          </p:cNvPr>
          <p:cNvSpPr txBox="1"/>
          <p:nvPr/>
        </p:nvSpPr>
        <p:spPr>
          <a:xfrm>
            <a:off x="1531088" y="1690577"/>
            <a:ext cx="2541182" cy="369332"/>
          </a:xfrm>
          <a:prstGeom prst="rect">
            <a:avLst/>
          </a:prstGeom>
          <a:noFill/>
        </p:spPr>
        <p:txBody>
          <a:bodyPr wrap="square" rtlCol="0">
            <a:spAutoFit/>
          </a:bodyPr>
          <a:lstStyle/>
          <a:p>
            <a:r>
              <a:rPr lang="en-GB" dirty="0"/>
              <a:t>Email 2.02</a:t>
            </a:r>
          </a:p>
        </p:txBody>
      </p:sp>
      <p:pic>
        <p:nvPicPr>
          <p:cNvPr id="11" name="Picture 10">
            <a:hlinkClick r:id="rId6" action="ppaction://hlinksldjump"/>
            <a:extLst>
              <a:ext uri="{FF2B5EF4-FFF2-40B4-BE49-F238E27FC236}">
                <a16:creationId xmlns:a16="http://schemas.microsoft.com/office/drawing/2014/main" id="{95AB141D-1113-42CF-9B27-8FC86FE309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82158" y="834720"/>
            <a:ext cx="990111" cy="990111"/>
          </a:xfrm>
          <a:prstGeom prst="rect">
            <a:avLst/>
          </a:prstGeom>
        </p:spPr>
      </p:pic>
      <p:sp>
        <p:nvSpPr>
          <p:cNvPr id="3" name="TextBox 2">
            <a:extLst>
              <a:ext uri="{FF2B5EF4-FFF2-40B4-BE49-F238E27FC236}">
                <a16:creationId xmlns:a16="http://schemas.microsoft.com/office/drawing/2014/main" id="{00300A34-0DD3-49C7-9C3F-23E57415B665}"/>
              </a:ext>
            </a:extLst>
          </p:cNvPr>
          <p:cNvSpPr txBox="1"/>
          <p:nvPr/>
        </p:nvSpPr>
        <p:spPr>
          <a:xfrm>
            <a:off x="3082158" y="1913860"/>
            <a:ext cx="2521200" cy="369332"/>
          </a:xfrm>
          <a:prstGeom prst="rect">
            <a:avLst/>
          </a:prstGeom>
          <a:noFill/>
        </p:spPr>
        <p:txBody>
          <a:bodyPr wrap="square" rtlCol="0">
            <a:spAutoFit/>
          </a:bodyPr>
          <a:lstStyle/>
          <a:p>
            <a:r>
              <a:rPr lang="en-GB" dirty="0"/>
              <a:t>computer</a:t>
            </a:r>
          </a:p>
        </p:txBody>
      </p:sp>
      <p:pic>
        <p:nvPicPr>
          <p:cNvPr id="12" name="Picture 11">
            <a:hlinkClick r:id="rId8" action="ppaction://hlinksldjump"/>
            <a:extLst>
              <a:ext uri="{FF2B5EF4-FFF2-40B4-BE49-F238E27FC236}">
                <a16:creationId xmlns:a16="http://schemas.microsoft.com/office/drawing/2014/main" id="{00F31BA8-5953-47D9-AA09-0986F817C0F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05500" y="1202807"/>
            <a:ext cx="523654" cy="523654"/>
          </a:xfrm>
          <a:prstGeom prst="rect">
            <a:avLst/>
          </a:prstGeom>
        </p:spPr>
      </p:pic>
      <p:sp>
        <p:nvSpPr>
          <p:cNvPr id="8" name="TextBox 7">
            <a:extLst>
              <a:ext uri="{FF2B5EF4-FFF2-40B4-BE49-F238E27FC236}">
                <a16:creationId xmlns:a16="http://schemas.microsoft.com/office/drawing/2014/main" id="{CA0EFAA6-B15C-4ACD-9968-C501F7826175}"/>
              </a:ext>
            </a:extLst>
          </p:cNvPr>
          <p:cNvSpPr txBox="1"/>
          <p:nvPr/>
        </p:nvSpPr>
        <p:spPr>
          <a:xfrm>
            <a:off x="4342758" y="1690577"/>
            <a:ext cx="1580553" cy="646331"/>
          </a:xfrm>
          <a:prstGeom prst="rect">
            <a:avLst/>
          </a:prstGeom>
          <a:noFill/>
        </p:spPr>
        <p:txBody>
          <a:bodyPr wrap="square" rtlCol="0">
            <a:spAutoFit/>
          </a:bodyPr>
          <a:lstStyle/>
          <a:p>
            <a:r>
              <a:rPr lang="en-GB" dirty="0"/>
              <a:t>Runtime Broker</a:t>
            </a:r>
          </a:p>
        </p:txBody>
      </p:sp>
      <p:pic>
        <p:nvPicPr>
          <p:cNvPr id="13" name="Picture 12">
            <a:hlinkClick r:id="rId10" action="ppaction://hlinksldjump"/>
            <a:extLst>
              <a:ext uri="{FF2B5EF4-FFF2-40B4-BE49-F238E27FC236}">
                <a16:creationId xmlns:a16="http://schemas.microsoft.com/office/drawing/2014/main" id="{E4C48AED-34E3-4985-8866-F9772E4A3FB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517014" y="1271810"/>
            <a:ext cx="523654" cy="523654"/>
          </a:xfrm>
          <a:prstGeom prst="rect">
            <a:avLst/>
          </a:prstGeom>
        </p:spPr>
      </p:pic>
      <p:sp>
        <p:nvSpPr>
          <p:cNvPr id="14" name="TextBox 13">
            <a:extLst>
              <a:ext uri="{FF2B5EF4-FFF2-40B4-BE49-F238E27FC236}">
                <a16:creationId xmlns:a16="http://schemas.microsoft.com/office/drawing/2014/main" id="{D7B6B52F-4414-4E1F-B8F4-EF6E281B14F3}"/>
              </a:ext>
            </a:extLst>
          </p:cNvPr>
          <p:cNvSpPr txBox="1"/>
          <p:nvPr/>
        </p:nvSpPr>
        <p:spPr>
          <a:xfrm>
            <a:off x="5517014" y="1726461"/>
            <a:ext cx="2202223" cy="369332"/>
          </a:xfrm>
          <a:prstGeom prst="rect">
            <a:avLst/>
          </a:prstGeom>
          <a:noFill/>
        </p:spPr>
        <p:txBody>
          <a:bodyPr wrap="square" rtlCol="0">
            <a:spAutoFit/>
          </a:bodyPr>
          <a:lstStyle/>
          <a:p>
            <a:r>
              <a:rPr lang="en-GB" dirty="0"/>
              <a:t>Action centre</a:t>
            </a:r>
          </a:p>
        </p:txBody>
      </p:sp>
      <p:pic>
        <p:nvPicPr>
          <p:cNvPr id="15" name="Picture 14">
            <a:hlinkClick r:id="rId12" action="ppaction://hlinksldjump"/>
            <a:extLst>
              <a:ext uri="{FF2B5EF4-FFF2-40B4-BE49-F238E27FC236}">
                <a16:creationId xmlns:a16="http://schemas.microsoft.com/office/drawing/2014/main" id="{62B175BE-F852-4226-9535-D458D18B76F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196491" y="940980"/>
            <a:ext cx="854483" cy="854483"/>
          </a:xfrm>
          <a:prstGeom prst="rect">
            <a:avLst/>
          </a:prstGeom>
        </p:spPr>
      </p:pic>
      <p:sp>
        <p:nvSpPr>
          <p:cNvPr id="16" name="TextBox 15">
            <a:extLst>
              <a:ext uri="{FF2B5EF4-FFF2-40B4-BE49-F238E27FC236}">
                <a16:creationId xmlns:a16="http://schemas.microsoft.com/office/drawing/2014/main" id="{B0B7C024-6EC4-4A40-980C-F5B0523383E8}"/>
              </a:ext>
            </a:extLst>
          </p:cNvPr>
          <p:cNvSpPr txBox="1"/>
          <p:nvPr/>
        </p:nvSpPr>
        <p:spPr>
          <a:xfrm>
            <a:off x="7196491" y="1824831"/>
            <a:ext cx="1862449" cy="646331"/>
          </a:xfrm>
          <a:prstGeom prst="rect">
            <a:avLst/>
          </a:prstGeom>
          <a:noFill/>
        </p:spPr>
        <p:txBody>
          <a:bodyPr wrap="square" rtlCol="0">
            <a:spAutoFit/>
          </a:bodyPr>
          <a:lstStyle/>
          <a:p>
            <a:r>
              <a:rPr lang="en-GB" dirty="0"/>
              <a:t>Home network manager</a:t>
            </a:r>
          </a:p>
        </p:txBody>
      </p:sp>
      <p:sp>
        <p:nvSpPr>
          <p:cNvPr id="18" name="TextBox 17">
            <a:extLst>
              <a:ext uri="{FF2B5EF4-FFF2-40B4-BE49-F238E27FC236}">
                <a16:creationId xmlns:a16="http://schemas.microsoft.com/office/drawing/2014/main" id="{CAD59D2B-FEB3-4A72-A096-2F6BD6E1E7B9}"/>
              </a:ext>
            </a:extLst>
          </p:cNvPr>
          <p:cNvSpPr txBox="1"/>
          <p:nvPr/>
        </p:nvSpPr>
        <p:spPr>
          <a:xfrm>
            <a:off x="8686800" y="1578999"/>
            <a:ext cx="2488396" cy="369332"/>
          </a:xfrm>
          <a:prstGeom prst="rect">
            <a:avLst/>
          </a:prstGeom>
          <a:noFill/>
        </p:spPr>
        <p:txBody>
          <a:bodyPr wrap="square" rtlCol="0">
            <a:spAutoFit/>
          </a:bodyPr>
          <a:lstStyle/>
          <a:p>
            <a:r>
              <a:rPr lang="en-GB" dirty="0"/>
              <a:t>Do not open</a:t>
            </a:r>
          </a:p>
        </p:txBody>
      </p:sp>
      <p:pic>
        <p:nvPicPr>
          <p:cNvPr id="19" name="Picture 18">
            <a:hlinkClick r:id="rId14" action="ppaction://hlinksldjump"/>
            <a:extLst>
              <a:ext uri="{FF2B5EF4-FFF2-40B4-BE49-F238E27FC236}">
                <a16:creationId xmlns:a16="http://schemas.microsoft.com/office/drawing/2014/main" id="{9D6D08F8-F1D3-423E-BEFD-76161EF8AC1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054397" y="1024975"/>
            <a:ext cx="554024" cy="554024"/>
          </a:xfrm>
          <a:prstGeom prst="rect">
            <a:avLst/>
          </a:prstGeom>
        </p:spPr>
      </p:pic>
      <p:pic>
        <p:nvPicPr>
          <p:cNvPr id="21" name="Picture 20">
            <a:hlinkClick r:id="rId16" action="ppaction://hlinksldjump"/>
            <a:extLst>
              <a:ext uri="{FF2B5EF4-FFF2-40B4-BE49-F238E27FC236}">
                <a16:creationId xmlns:a16="http://schemas.microsoft.com/office/drawing/2014/main" id="{B9C19D62-5DAA-4157-B4AA-C3D7BC7AF69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443146" y="834720"/>
            <a:ext cx="733425" cy="914400"/>
          </a:xfrm>
          <a:prstGeom prst="rect">
            <a:avLst/>
          </a:prstGeom>
        </p:spPr>
      </p:pic>
      <p:sp>
        <p:nvSpPr>
          <p:cNvPr id="22" name="TextBox 21">
            <a:extLst>
              <a:ext uri="{FF2B5EF4-FFF2-40B4-BE49-F238E27FC236}">
                <a16:creationId xmlns:a16="http://schemas.microsoft.com/office/drawing/2014/main" id="{86ECEF51-1428-4B9A-95C1-5492B46DAAA0}"/>
              </a:ext>
            </a:extLst>
          </p:cNvPr>
          <p:cNvSpPr txBox="1"/>
          <p:nvPr/>
        </p:nvSpPr>
        <p:spPr>
          <a:xfrm>
            <a:off x="10111563" y="1948331"/>
            <a:ext cx="1963479" cy="369332"/>
          </a:xfrm>
          <a:prstGeom prst="rect">
            <a:avLst/>
          </a:prstGeom>
          <a:noFill/>
        </p:spPr>
        <p:txBody>
          <a:bodyPr wrap="square" rtlCol="0">
            <a:spAutoFit/>
          </a:bodyPr>
          <a:lstStyle/>
          <a:p>
            <a:r>
              <a:rPr lang="en-GB" dirty="0"/>
              <a:t>MEMZ</a:t>
            </a:r>
          </a:p>
        </p:txBody>
      </p:sp>
      <p:pic>
        <p:nvPicPr>
          <p:cNvPr id="23" name="Picture 22">
            <a:hlinkClick r:id="rId18" action="ppaction://hlinksldjump"/>
            <a:extLst>
              <a:ext uri="{FF2B5EF4-FFF2-40B4-BE49-F238E27FC236}">
                <a16:creationId xmlns:a16="http://schemas.microsoft.com/office/drawing/2014/main" id="{52EA79E8-8AD7-4BFB-B8DF-E5B95DAA3999}"/>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614918" y="2451796"/>
            <a:ext cx="457200" cy="457200"/>
          </a:xfrm>
          <a:prstGeom prst="rect">
            <a:avLst/>
          </a:prstGeom>
        </p:spPr>
      </p:pic>
      <p:sp>
        <p:nvSpPr>
          <p:cNvPr id="24" name="TextBox 23">
            <a:extLst>
              <a:ext uri="{FF2B5EF4-FFF2-40B4-BE49-F238E27FC236}">
                <a16:creationId xmlns:a16="http://schemas.microsoft.com/office/drawing/2014/main" id="{0EA9C46C-B8C9-438C-9148-C36BCAB5CC96}"/>
              </a:ext>
            </a:extLst>
          </p:cNvPr>
          <p:cNvSpPr txBox="1"/>
          <p:nvPr/>
        </p:nvSpPr>
        <p:spPr>
          <a:xfrm>
            <a:off x="116958" y="2954943"/>
            <a:ext cx="1956391" cy="369332"/>
          </a:xfrm>
          <a:prstGeom prst="rect">
            <a:avLst/>
          </a:prstGeom>
          <a:noFill/>
        </p:spPr>
        <p:txBody>
          <a:bodyPr wrap="square" rtlCol="0">
            <a:spAutoFit/>
          </a:bodyPr>
          <a:lstStyle/>
          <a:p>
            <a:r>
              <a:rPr lang="en-GB" dirty="0"/>
              <a:t>Control panel</a:t>
            </a:r>
          </a:p>
        </p:txBody>
      </p:sp>
      <p:pic>
        <p:nvPicPr>
          <p:cNvPr id="25" name="Picture 24">
            <a:hlinkClick r:id="rId20" action="ppaction://hlinksldjump"/>
            <a:extLst>
              <a:ext uri="{FF2B5EF4-FFF2-40B4-BE49-F238E27FC236}">
                <a16:creationId xmlns:a16="http://schemas.microsoft.com/office/drawing/2014/main" id="{20094A27-5CD1-408E-9D1B-1B2C5A007ED8}"/>
              </a:ext>
            </a:extLst>
          </p:cNvPr>
          <p:cNvPicPr>
            <a:picLocks noChangeAspect="1"/>
          </p:cNvPicPr>
          <p:nvPr/>
        </p:nvPicPr>
        <p:blipFill>
          <a:blip r:embed="rId21">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339812" y="664471"/>
            <a:ext cx="924054" cy="914528"/>
          </a:xfrm>
          <a:prstGeom prst="rect">
            <a:avLst/>
          </a:prstGeom>
        </p:spPr>
      </p:pic>
      <p:pic>
        <p:nvPicPr>
          <p:cNvPr id="26" name="Picture 25">
            <a:hlinkClick r:id="rId22" action="ppaction://hlinksldjump"/>
            <a:extLst>
              <a:ext uri="{FF2B5EF4-FFF2-40B4-BE49-F238E27FC236}">
                <a16:creationId xmlns:a16="http://schemas.microsoft.com/office/drawing/2014/main" id="{1974F9CD-232B-4335-A749-B1CD80D441C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952848" y="2424224"/>
            <a:ext cx="457200" cy="457200"/>
          </a:xfrm>
          <a:prstGeom prst="rect">
            <a:avLst/>
          </a:prstGeom>
        </p:spPr>
      </p:pic>
      <p:sp>
        <p:nvSpPr>
          <p:cNvPr id="6" name="TextBox 5">
            <a:extLst>
              <a:ext uri="{FF2B5EF4-FFF2-40B4-BE49-F238E27FC236}">
                <a16:creationId xmlns:a16="http://schemas.microsoft.com/office/drawing/2014/main" id="{A5214745-FE84-46F7-BB56-D4450DA8D2E8}"/>
              </a:ext>
            </a:extLst>
          </p:cNvPr>
          <p:cNvSpPr txBox="1"/>
          <p:nvPr/>
        </p:nvSpPr>
        <p:spPr>
          <a:xfrm>
            <a:off x="1903228" y="2869883"/>
            <a:ext cx="2339162" cy="369332"/>
          </a:xfrm>
          <a:prstGeom prst="rect">
            <a:avLst/>
          </a:prstGeom>
          <a:noFill/>
        </p:spPr>
        <p:txBody>
          <a:bodyPr wrap="square" rtlCol="0">
            <a:spAutoFit/>
          </a:bodyPr>
          <a:lstStyle/>
          <a:p>
            <a:r>
              <a:rPr lang="en-GB" dirty="0"/>
              <a:t>Help</a:t>
            </a:r>
          </a:p>
        </p:txBody>
      </p:sp>
    </p:spTree>
    <p:extLst>
      <p:ext uri="{BB962C8B-B14F-4D97-AF65-F5344CB8AC3E}">
        <p14:creationId xmlns:p14="http://schemas.microsoft.com/office/powerpoint/2010/main" val="2023448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5FA5E-6BD8-4F2D-BDA3-1665AA20B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hlinkClick r:id="rId3" action="ppaction://hlinksldjump"/>
            <a:extLst>
              <a:ext uri="{FF2B5EF4-FFF2-40B4-BE49-F238E27FC236}">
                <a16:creationId xmlns:a16="http://schemas.microsoft.com/office/drawing/2014/main" id="{A0473E9D-2E60-4A7C-8914-E1EC101C2AFF}"/>
              </a:ext>
            </a:extLst>
          </p:cNvPr>
          <p:cNvSpPr/>
          <p:nvPr/>
        </p:nvSpPr>
        <p:spPr>
          <a:xfrm>
            <a:off x="2392325" y="1648047"/>
            <a:ext cx="6156251" cy="2594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 client</a:t>
            </a:r>
          </a:p>
          <a:p>
            <a:pPr algn="ctr"/>
            <a:r>
              <a:rPr lang="en-GB" dirty="0"/>
              <a:t>V2. 02</a:t>
            </a:r>
          </a:p>
          <a:p>
            <a:pPr algn="ctr"/>
            <a:r>
              <a:rPr lang="en-GB" dirty="0"/>
              <a:t>For Windos 98</a:t>
            </a:r>
          </a:p>
          <a:p>
            <a:pPr algn="ctr"/>
            <a:r>
              <a:rPr lang="en-GB" dirty="0"/>
              <a:t>© 2020 M1cr0$0ft c0rp. </a:t>
            </a:r>
          </a:p>
        </p:txBody>
      </p:sp>
      <p:pic>
        <p:nvPicPr>
          <p:cNvPr id="4" name="Graphic 3">
            <a:hlinkClick r:id="rId3" action="ppaction://hlinksldjump"/>
            <a:extLst>
              <a:ext uri="{FF2B5EF4-FFF2-40B4-BE49-F238E27FC236}">
                <a16:creationId xmlns:a16="http://schemas.microsoft.com/office/drawing/2014/main" id="{AB9EE351-7E08-4F84-BC17-EB6540B13C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66751" y="1897975"/>
            <a:ext cx="2004173" cy="2004173"/>
          </a:xfrm>
          <a:prstGeom prst="rect">
            <a:avLst/>
          </a:prstGeom>
        </p:spPr>
      </p:pic>
    </p:spTree>
    <p:extLst>
      <p:ext uri="{BB962C8B-B14F-4D97-AF65-F5344CB8AC3E}">
        <p14:creationId xmlns:p14="http://schemas.microsoft.com/office/powerpoint/2010/main" val="3092069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Email client v2.01 - inbox</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3" action="ppaction://hlinksldjump"/>
            <a:extLst>
              <a:ext uri="{FF2B5EF4-FFF2-40B4-BE49-F238E27FC236}">
                <a16:creationId xmlns:a16="http://schemas.microsoft.com/office/drawing/2014/main" id="{39340D2C-B736-4698-A78B-9BE0B7261A74}"/>
              </a:ext>
            </a:extLst>
          </p:cNvPr>
          <p:cNvSpPr/>
          <p:nvPr/>
        </p:nvSpPr>
        <p:spPr>
          <a:xfrm>
            <a:off x="106326" y="637953"/>
            <a:ext cx="11982892" cy="13928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From: windos98@ command.com</a:t>
            </a:r>
          </a:p>
          <a:p>
            <a:pPr algn="ctr"/>
            <a:r>
              <a:rPr lang="en-GB" dirty="0"/>
              <a:t>Subject: welcome to email</a:t>
            </a:r>
          </a:p>
        </p:txBody>
      </p:sp>
    </p:spTree>
    <p:extLst>
      <p:ext uri="{BB962C8B-B14F-4D97-AF65-F5344CB8AC3E}">
        <p14:creationId xmlns:p14="http://schemas.microsoft.com/office/powerpoint/2010/main" val="3041374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hlinkClick r:id="rId4" action="ppaction://hlinksldjump"/>
              </a:rPr>
              <a:t>Power off</a:t>
            </a:r>
            <a:endParaRPr lang="en-GB" dirty="0"/>
          </a:p>
          <a:p>
            <a:pPr algn="ctr"/>
            <a:r>
              <a:rPr lang="en-GB" dirty="0">
                <a:hlinkClick r:id="rId5" action="ppaction://hlinksldjump"/>
              </a:rPr>
              <a:t>Reboot</a:t>
            </a:r>
            <a:endParaRPr lang="en-GB" dirty="0"/>
          </a:p>
          <a:p>
            <a:pPr algn="ctr"/>
            <a:r>
              <a:rPr lang="en-GB" dirty="0">
                <a:hlinkClick r:id="rId2" action="ppaction://hlinksldjump"/>
              </a:rPr>
              <a:t>Sign out</a:t>
            </a:r>
            <a:endParaRPr lang="en-GB" dirty="0"/>
          </a:p>
          <a:p>
            <a:pPr algn="ctr"/>
            <a:r>
              <a:rPr lang="en-GB" dirty="0">
                <a:hlinkClick r:id="rId6" action="ppaction://hlinksldjump"/>
              </a:rPr>
              <a:t>Sleep</a:t>
            </a:r>
            <a:r>
              <a:rPr lang="en-GB" dirty="0"/>
              <a:t> </a:t>
            </a:r>
          </a:p>
          <a:p>
            <a:pPr algn="ctr"/>
            <a:r>
              <a:rPr lang="en-GB" dirty="0">
                <a:hlinkClick r:id="rId7" action="ppaction://hlinksldjump"/>
              </a:rPr>
              <a:t>Crash system</a:t>
            </a:r>
            <a:endParaRPr lang="en-GB" dirty="0"/>
          </a:p>
        </p:txBody>
      </p:sp>
      <p:sp>
        <p:nvSpPr>
          <p:cNvPr id="4" name="Rectangle 3">
            <a:extLst>
              <a:ext uri="{FF2B5EF4-FFF2-40B4-BE49-F238E27FC236}">
                <a16:creationId xmlns:a16="http://schemas.microsoft.com/office/drawing/2014/main" id="{8128917B-0AD5-480E-94C0-59831B491451}"/>
              </a:ext>
            </a:extLst>
          </p:cNvPr>
          <p:cNvSpPr/>
          <p:nvPr/>
        </p:nvSpPr>
        <p:spPr>
          <a:xfrm>
            <a:off x="3515834" y="1509823"/>
            <a:ext cx="5617534" cy="44656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off</a:t>
            </a:r>
          </a:p>
        </p:txBody>
      </p:sp>
    </p:spTree>
    <p:extLst>
      <p:ext uri="{BB962C8B-B14F-4D97-AF65-F5344CB8AC3E}">
        <p14:creationId xmlns:p14="http://schemas.microsoft.com/office/powerpoint/2010/main" val="3063343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Crash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 outside of window to cancel.</a:t>
            </a:r>
          </a:p>
          <a:p>
            <a:pPr algn="ctr"/>
            <a:r>
              <a:rPr lang="en-GB" dirty="0"/>
              <a:t>Close window to accept</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1286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hlinkClick r:id="rId2" action="ppaction://hlinksldjump"/>
            <a:extLst>
              <a:ext uri="{FF2B5EF4-FFF2-40B4-BE49-F238E27FC236}">
                <a16:creationId xmlns:a16="http://schemas.microsoft.com/office/drawing/2014/main" id="{69CFC9FF-0189-4100-B3DC-A5EC296FE8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69188" cy="6858000"/>
          </a:xfrm>
          <a:prstGeom prst="rect">
            <a:avLst/>
          </a:prstGeom>
        </p:spPr>
      </p:pic>
    </p:spTree>
    <p:extLst>
      <p:ext uri="{BB962C8B-B14F-4D97-AF65-F5344CB8AC3E}">
        <p14:creationId xmlns:p14="http://schemas.microsoft.com/office/powerpoint/2010/main" val="895312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Windos has been uninstalled and you may shut down</a:t>
            </a:r>
          </a:p>
          <a:p>
            <a:pPr algn="ctr"/>
            <a:r>
              <a:rPr lang="en-GB" dirty="0"/>
              <a:t>Press ESC to turn off</a:t>
            </a:r>
          </a:p>
          <a:p>
            <a:pPr algn="ctr"/>
            <a:r>
              <a:rPr lang="en-GB" dirty="0">
                <a:hlinkClick r:id="rId4" action="ppaction://hlinksldjump"/>
              </a:rPr>
              <a:t>reboot</a:t>
            </a:r>
            <a:endParaRPr lang="en-GB" dirty="0"/>
          </a:p>
        </p:txBody>
      </p:sp>
    </p:spTree>
    <p:extLst>
      <p:ext uri="{BB962C8B-B14F-4D97-AF65-F5344CB8AC3E}">
        <p14:creationId xmlns:p14="http://schemas.microsoft.com/office/powerpoint/2010/main" val="3081220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Tree>
    <p:extLst>
      <p:ext uri="{BB962C8B-B14F-4D97-AF65-F5344CB8AC3E}">
        <p14:creationId xmlns:p14="http://schemas.microsoft.com/office/powerpoint/2010/main" val="15334886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22.5:get aCCe55 </a:t>
            </a:r>
          </a:p>
        </p:txBody>
      </p:sp>
      <p:sp>
        <p:nvSpPr>
          <p:cNvPr id="4" name="Rectangle 3">
            <a:extLst>
              <a:ext uri="{FF2B5EF4-FFF2-40B4-BE49-F238E27FC236}">
                <a16:creationId xmlns:a16="http://schemas.microsoft.com/office/drawing/2014/main" id="{44103A22-3070-417F-AC0E-31410487A896}"/>
              </a:ext>
            </a:extLst>
          </p:cNvPr>
          <p:cNvSpPr/>
          <p:nvPr/>
        </p:nvSpPr>
        <p:spPr>
          <a:xfrm>
            <a:off x="0" y="446568"/>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D62C58D1-AE55-4DB8-AC13-492F84ADE25F}"/>
              </a:ext>
            </a:extLst>
          </p:cNvPr>
          <p:cNvSpPr txBox="1"/>
          <p:nvPr/>
        </p:nvSpPr>
        <p:spPr>
          <a:xfrm>
            <a:off x="180753" y="627321"/>
            <a:ext cx="11791507" cy="1200329"/>
          </a:xfrm>
          <a:prstGeom prst="rect">
            <a:avLst/>
          </a:prstGeom>
          <a:noFill/>
        </p:spPr>
        <p:txBody>
          <a:bodyPr wrap="square" rtlCol="0">
            <a:spAutoFit/>
          </a:bodyPr>
          <a:lstStyle/>
          <a:p>
            <a:r>
              <a:rPr lang="en-GB" dirty="0"/>
              <a:t>Hey! </a:t>
            </a:r>
          </a:p>
          <a:p>
            <a:r>
              <a:rPr lang="en-GB" dirty="0"/>
              <a:t>Click on da link 2 aCCe55 drive C if it is hidden in your version!</a:t>
            </a:r>
          </a:p>
          <a:p>
            <a:r>
              <a:rPr lang="en-GB" dirty="0"/>
              <a:t>BTW the drive may not be 1nd3x3d s0 u m4y h4v3 2 w41t Unt1l 1t 1s Unh1dden 2 C da full d1sk! </a:t>
            </a:r>
          </a:p>
          <a:p>
            <a:endParaRPr lang="en-GB" dirty="0"/>
          </a:p>
        </p:txBody>
      </p:sp>
      <p:sp>
        <p:nvSpPr>
          <p:cNvPr id="6" name="Rectangle 5">
            <a:hlinkClick r:id="rId3" action="ppaction://hlinksldjump"/>
            <a:extLst>
              <a:ext uri="{FF2B5EF4-FFF2-40B4-BE49-F238E27FC236}">
                <a16:creationId xmlns:a16="http://schemas.microsoft.com/office/drawing/2014/main" id="{71381D64-DCD0-43B9-9A28-4F1C8AE4AB89}"/>
              </a:ext>
            </a:extLst>
          </p:cNvPr>
          <p:cNvSpPr/>
          <p:nvPr/>
        </p:nvSpPr>
        <p:spPr>
          <a:xfrm>
            <a:off x="2254102" y="3157870"/>
            <a:ext cx="2626242"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Get aCCe55</a:t>
            </a:r>
          </a:p>
        </p:txBody>
      </p:sp>
    </p:spTree>
    <p:extLst>
      <p:ext uri="{BB962C8B-B14F-4D97-AF65-F5344CB8AC3E}">
        <p14:creationId xmlns:p14="http://schemas.microsoft.com/office/powerpoint/2010/main" val="652823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r>
              <a:rPr lang="en-GB" dirty="0">
                <a:sym typeface="Wingdings" panose="05000000000000000000" pitchFamily="2" charset="2"/>
              </a:rPr>
              <a:t>:\Windos\shell32.dll</a:t>
            </a:r>
          </a:p>
        </p:txBody>
      </p:sp>
      <p:pic>
        <p:nvPicPr>
          <p:cNvPr id="8" name="Picture 7">
            <a:extLst>
              <a:ext uri="{FF2B5EF4-FFF2-40B4-BE49-F238E27FC236}">
                <a16:creationId xmlns:a16="http://schemas.microsoft.com/office/drawing/2014/main" id="{0A4BC3AA-0580-4917-A509-BAB3B6A05F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2018" y="903767"/>
            <a:ext cx="523654" cy="523654"/>
          </a:xfrm>
          <a:prstGeom prst="rect">
            <a:avLst/>
          </a:prstGeom>
        </p:spPr>
      </p:pic>
      <p:pic>
        <p:nvPicPr>
          <p:cNvPr id="10" name="Picture 9">
            <a:extLst>
              <a:ext uri="{FF2B5EF4-FFF2-40B4-BE49-F238E27FC236}">
                <a16:creationId xmlns:a16="http://schemas.microsoft.com/office/drawing/2014/main" id="{BF378AAD-0FC9-40A7-8417-1925869210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96240" y="1326410"/>
            <a:ext cx="523654" cy="523654"/>
          </a:xfrm>
          <a:prstGeom prst="rect">
            <a:avLst/>
          </a:prstGeom>
        </p:spPr>
      </p:pic>
      <p:pic>
        <p:nvPicPr>
          <p:cNvPr id="11" name="Picture 10">
            <a:extLst>
              <a:ext uri="{FF2B5EF4-FFF2-40B4-BE49-F238E27FC236}">
                <a16:creationId xmlns:a16="http://schemas.microsoft.com/office/drawing/2014/main" id="{F2E48B7A-FD73-420E-997F-4F9FF12AE6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4260" y="1424762"/>
            <a:ext cx="425302" cy="425302"/>
          </a:xfrm>
          <a:prstGeom prst="rect">
            <a:avLst/>
          </a:prstGeom>
        </p:spPr>
      </p:pic>
      <p:pic>
        <p:nvPicPr>
          <p:cNvPr id="13" name="Picture 12">
            <a:extLst>
              <a:ext uri="{FF2B5EF4-FFF2-40B4-BE49-F238E27FC236}">
                <a16:creationId xmlns:a16="http://schemas.microsoft.com/office/drawing/2014/main" id="{98B8A4A9-6836-4B54-89B4-8BEB0B63D76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19915" y="2583710"/>
            <a:ext cx="425303" cy="425303"/>
          </a:xfrm>
          <a:prstGeom prst="rect">
            <a:avLst/>
          </a:prstGeom>
        </p:spPr>
      </p:pic>
      <p:pic>
        <p:nvPicPr>
          <p:cNvPr id="17" name="Picture 16">
            <a:extLst>
              <a:ext uri="{FF2B5EF4-FFF2-40B4-BE49-F238E27FC236}">
                <a16:creationId xmlns:a16="http://schemas.microsoft.com/office/drawing/2014/main" id="{CCC541A8-F9C5-4D8A-B890-47EA12D3D1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49604" y="2466751"/>
            <a:ext cx="425303" cy="425303"/>
          </a:xfrm>
          <a:prstGeom prst="rect">
            <a:avLst/>
          </a:prstGeom>
        </p:spPr>
      </p:pic>
      <p:pic>
        <p:nvPicPr>
          <p:cNvPr id="19" name="Picture 18">
            <a:extLst>
              <a:ext uri="{FF2B5EF4-FFF2-40B4-BE49-F238E27FC236}">
                <a16:creationId xmlns:a16="http://schemas.microsoft.com/office/drawing/2014/main" id="{6E637D94-6628-4F31-B1D8-66AD074E34A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67400" y="3200400"/>
            <a:ext cx="457200" cy="457200"/>
          </a:xfrm>
          <a:prstGeom prst="rect">
            <a:avLst/>
          </a:prstGeom>
        </p:spPr>
      </p:pic>
      <p:pic>
        <p:nvPicPr>
          <p:cNvPr id="25" name="Picture 24">
            <a:extLst>
              <a:ext uri="{FF2B5EF4-FFF2-40B4-BE49-F238E27FC236}">
                <a16:creationId xmlns:a16="http://schemas.microsoft.com/office/drawing/2014/main" id="{BBA22942-0F45-4D45-A460-954D544C2A1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78379" y="2161951"/>
            <a:ext cx="609600" cy="609600"/>
          </a:xfrm>
          <a:prstGeom prst="rect">
            <a:avLst/>
          </a:prstGeom>
        </p:spPr>
      </p:pic>
      <p:pic>
        <p:nvPicPr>
          <p:cNvPr id="27" name="Picture 26">
            <a:extLst>
              <a:ext uri="{FF2B5EF4-FFF2-40B4-BE49-F238E27FC236}">
                <a16:creationId xmlns:a16="http://schemas.microsoft.com/office/drawing/2014/main" id="{FA668D47-CC64-499A-B281-BB89E30B36B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011979" y="2759149"/>
            <a:ext cx="457200" cy="457200"/>
          </a:xfrm>
          <a:prstGeom prst="rect">
            <a:avLst/>
          </a:prstGeom>
        </p:spPr>
      </p:pic>
      <p:pic>
        <p:nvPicPr>
          <p:cNvPr id="29" name="Picture 28">
            <a:extLst>
              <a:ext uri="{FF2B5EF4-FFF2-40B4-BE49-F238E27FC236}">
                <a16:creationId xmlns:a16="http://schemas.microsoft.com/office/drawing/2014/main" id="{58E388C2-CC13-468E-9862-1BD8BEEDC5E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219894" y="3993413"/>
            <a:ext cx="304800" cy="304800"/>
          </a:xfrm>
          <a:prstGeom prst="rect">
            <a:avLst/>
          </a:prstGeom>
        </p:spPr>
      </p:pic>
      <p:pic>
        <p:nvPicPr>
          <p:cNvPr id="31" name="Picture 30">
            <a:extLst>
              <a:ext uri="{FF2B5EF4-FFF2-40B4-BE49-F238E27FC236}">
                <a16:creationId xmlns:a16="http://schemas.microsoft.com/office/drawing/2014/main" id="{A51280DA-8210-4AB8-8D22-74B5CBA449F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60607" y="4214480"/>
            <a:ext cx="228600" cy="228600"/>
          </a:xfrm>
          <a:prstGeom prst="rect">
            <a:avLst/>
          </a:prstGeom>
        </p:spPr>
      </p:pic>
      <p:pic>
        <p:nvPicPr>
          <p:cNvPr id="33" name="Picture 32">
            <a:extLst>
              <a:ext uri="{FF2B5EF4-FFF2-40B4-BE49-F238E27FC236}">
                <a16:creationId xmlns:a16="http://schemas.microsoft.com/office/drawing/2014/main" id="{B73C82FB-1307-47A2-8B95-8286C22021B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068780" y="3168502"/>
            <a:ext cx="457200" cy="457200"/>
          </a:xfrm>
          <a:prstGeom prst="rect">
            <a:avLst/>
          </a:prstGeom>
        </p:spPr>
      </p:pic>
      <p:pic>
        <p:nvPicPr>
          <p:cNvPr id="35" name="Picture 34">
            <a:extLst>
              <a:ext uri="{FF2B5EF4-FFF2-40B4-BE49-F238E27FC236}">
                <a16:creationId xmlns:a16="http://schemas.microsoft.com/office/drawing/2014/main" id="{717E8ED6-E46F-4EC6-9278-168D6507A4D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314657" y="1795127"/>
            <a:ext cx="457201" cy="457201"/>
          </a:xfrm>
          <a:prstGeom prst="rect">
            <a:avLst/>
          </a:prstGeom>
        </p:spPr>
      </p:pic>
      <p:pic>
        <p:nvPicPr>
          <p:cNvPr id="37" name="Picture 36">
            <a:extLst>
              <a:ext uri="{FF2B5EF4-FFF2-40B4-BE49-F238E27FC236}">
                <a16:creationId xmlns:a16="http://schemas.microsoft.com/office/drawing/2014/main" id="{23FA127A-88E8-42D3-99BD-7F9DA11C1E3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552466" y="1690575"/>
            <a:ext cx="425303" cy="425303"/>
          </a:xfrm>
          <a:prstGeom prst="rect">
            <a:avLst/>
          </a:prstGeom>
        </p:spPr>
      </p:pic>
      <p:pic>
        <p:nvPicPr>
          <p:cNvPr id="41" name="Picture 40">
            <a:extLst>
              <a:ext uri="{FF2B5EF4-FFF2-40B4-BE49-F238E27FC236}">
                <a16:creationId xmlns:a16="http://schemas.microsoft.com/office/drawing/2014/main" id="{462D4155-9127-4ACB-881C-22CD3F2DAD4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383673" y="5037175"/>
            <a:ext cx="457200" cy="457200"/>
          </a:xfrm>
          <a:prstGeom prst="rect">
            <a:avLst/>
          </a:prstGeom>
        </p:spPr>
      </p:pic>
      <p:pic>
        <p:nvPicPr>
          <p:cNvPr id="43" name="Picture 42">
            <a:extLst>
              <a:ext uri="{FF2B5EF4-FFF2-40B4-BE49-F238E27FC236}">
                <a16:creationId xmlns:a16="http://schemas.microsoft.com/office/drawing/2014/main" id="{C8A092F1-744E-43D0-908A-5EC550FADDD6}"/>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578549" y="4633137"/>
            <a:ext cx="228600" cy="228600"/>
          </a:xfrm>
          <a:prstGeom prst="rect">
            <a:avLst/>
          </a:prstGeom>
        </p:spPr>
      </p:pic>
      <p:pic>
        <p:nvPicPr>
          <p:cNvPr id="49" name="Picture 48">
            <a:extLst>
              <a:ext uri="{FF2B5EF4-FFF2-40B4-BE49-F238E27FC236}">
                <a16:creationId xmlns:a16="http://schemas.microsoft.com/office/drawing/2014/main" id="{00297EC6-EAB5-41B9-963A-78AE514681E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605973" y="3549502"/>
            <a:ext cx="609600" cy="609600"/>
          </a:xfrm>
          <a:prstGeom prst="rect">
            <a:avLst/>
          </a:prstGeom>
        </p:spPr>
      </p:pic>
      <p:pic>
        <p:nvPicPr>
          <p:cNvPr id="51" name="Picture 50">
            <a:extLst>
              <a:ext uri="{FF2B5EF4-FFF2-40B4-BE49-F238E27FC236}">
                <a16:creationId xmlns:a16="http://schemas.microsoft.com/office/drawing/2014/main" id="{2575D466-80DC-4E0E-8C03-B7B446989710}"/>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475714" y="4921990"/>
            <a:ext cx="457200" cy="457200"/>
          </a:xfrm>
          <a:prstGeom prst="rect">
            <a:avLst/>
          </a:prstGeom>
        </p:spPr>
      </p:pic>
      <p:pic>
        <p:nvPicPr>
          <p:cNvPr id="54" name="Picture 53">
            <a:extLst>
              <a:ext uri="{FF2B5EF4-FFF2-40B4-BE49-F238E27FC236}">
                <a16:creationId xmlns:a16="http://schemas.microsoft.com/office/drawing/2014/main" id="{93795278-6F7D-466E-8E98-786299D08AE5}"/>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578549" y="2263405"/>
            <a:ext cx="457200" cy="457200"/>
          </a:xfrm>
          <a:prstGeom prst="rect">
            <a:avLst/>
          </a:prstGeom>
        </p:spPr>
      </p:pic>
      <p:pic>
        <p:nvPicPr>
          <p:cNvPr id="55" name="Picture 54">
            <a:hlinkClick r:id="rId22" action="ppaction://hlinksldjump"/>
            <a:extLst>
              <a:ext uri="{FF2B5EF4-FFF2-40B4-BE49-F238E27FC236}">
                <a16:creationId xmlns:a16="http://schemas.microsoft.com/office/drawing/2014/main" id="{FE4163AF-B01A-4813-B2EB-8ECE3EAFBC57}"/>
              </a:ext>
            </a:extLst>
          </p:cNvPr>
          <p:cNvPicPr>
            <a:picLocks noChangeAspect="1"/>
          </p:cNvPicPr>
          <p:nvPr/>
        </p:nvPicPr>
        <p:blipFill>
          <a:blip r:embed="rId23">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371834" y="2759085"/>
            <a:ext cx="924054" cy="914528"/>
          </a:xfrm>
          <a:prstGeom prst="rect">
            <a:avLst/>
          </a:prstGeom>
        </p:spPr>
      </p:pic>
      <p:pic>
        <p:nvPicPr>
          <p:cNvPr id="56" name="Picture 55">
            <a:extLst>
              <a:ext uri="{FF2B5EF4-FFF2-40B4-BE49-F238E27FC236}">
                <a16:creationId xmlns:a16="http://schemas.microsoft.com/office/drawing/2014/main" id="{AA1E1AAD-6A3A-431F-8C59-6560B6E2020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729909" y="5558171"/>
            <a:ext cx="2730145" cy="476692"/>
          </a:xfrm>
          <a:prstGeom prst="rect">
            <a:avLst/>
          </a:prstGeom>
        </p:spPr>
      </p:pic>
      <p:pic>
        <p:nvPicPr>
          <p:cNvPr id="57" name="Picture 56">
            <a:extLst>
              <a:ext uri="{FF2B5EF4-FFF2-40B4-BE49-F238E27FC236}">
                <a16:creationId xmlns:a16="http://schemas.microsoft.com/office/drawing/2014/main" id="{6A9E1A0B-659E-429E-BF3C-DA7D87766910}"/>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005276" y="3184450"/>
            <a:ext cx="365051" cy="365051"/>
          </a:xfrm>
          <a:prstGeom prst="rect">
            <a:avLst/>
          </a:prstGeom>
        </p:spPr>
      </p:pic>
      <p:pic>
        <p:nvPicPr>
          <p:cNvPr id="58" name="Picture 57">
            <a:extLst>
              <a:ext uri="{FF2B5EF4-FFF2-40B4-BE49-F238E27FC236}">
                <a16:creationId xmlns:a16="http://schemas.microsoft.com/office/drawing/2014/main" id="{6C304CF6-250F-444C-A08E-31BF978706AF}"/>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1278565" y="966234"/>
            <a:ext cx="457200" cy="457200"/>
          </a:xfrm>
          <a:prstGeom prst="rect">
            <a:avLst/>
          </a:prstGeom>
        </p:spPr>
      </p:pic>
      <p:pic>
        <p:nvPicPr>
          <p:cNvPr id="61" name="Picture 60">
            <a:extLst>
              <a:ext uri="{FF2B5EF4-FFF2-40B4-BE49-F238E27FC236}">
                <a16:creationId xmlns:a16="http://schemas.microsoft.com/office/drawing/2014/main" id="{C90C0575-D872-4AF1-9BB6-FA915A58FFF6}"/>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5981700" y="4747437"/>
            <a:ext cx="457200" cy="457200"/>
          </a:xfrm>
          <a:prstGeom prst="rect">
            <a:avLst/>
          </a:prstGeom>
        </p:spPr>
      </p:pic>
      <p:pic>
        <p:nvPicPr>
          <p:cNvPr id="63" name="Picture 62">
            <a:extLst>
              <a:ext uri="{FF2B5EF4-FFF2-40B4-BE49-F238E27FC236}">
                <a16:creationId xmlns:a16="http://schemas.microsoft.com/office/drawing/2014/main" id="{7072ED46-9EC2-47FE-9917-FE33A380131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981162" y="4921990"/>
            <a:ext cx="495742" cy="495742"/>
          </a:xfrm>
          <a:prstGeom prst="rect">
            <a:avLst/>
          </a:prstGeom>
        </p:spPr>
      </p:pic>
      <p:pic>
        <p:nvPicPr>
          <p:cNvPr id="65" name="Picture 64">
            <a:extLst>
              <a:ext uri="{FF2B5EF4-FFF2-40B4-BE49-F238E27FC236}">
                <a16:creationId xmlns:a16="http://schemas.microsoft.com/office/drawing/2014/main" id="{C6CF968F-8215-4735-B706-506AA6460F48}"/>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10272379" y="2164610"/>
            <a:ext cx="419100" cy="419100"/>
          </a:xfrm>
          <a:prstGeom prst="rect">
            <a:avLst/>
          </a:prstGeom>
        </p:spPr>
      </p:pic>
      <p:pic>
        <p:nvPicPr>
          <p:cNvPr id="67" name="Picture 66">
            <a:extLst>
              <a:ext uri="{FF2B5EF4-FFF2-40B4-BE49-F238E27FC236}">
                <a16:creationId xmlns:a16="http://schemas.microsoft.com/office/drawing/2014/main" id="{9A1EF82B-9E24-4646-8FD7-F6E5A7E62706}"/>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932914" y="3707218"/>
            <a:ext cx="735862" cy="735862"/>
          </a:xfrm>
          <a:prstGeom prst="rect">
            <a:avLst/>
          </a:prstGeom>
        </p:spPr>
      </p:pic>
      <p:pic>
        <p:nvPicPr>
          <p:cNvPr id="69" name="Picture 68">
            <a:extLst>
              <a:ext uri="{FF2B5EF4-FFF2-40B4-BE49-F238E27FC236}">
                <a16:creationId xmlns:a16="http://schemas.microsoft.com/office/drawing/2014/main" id="{68E19A63-ED59-4F3E-8719-F1C335B41110}"/>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5031859" y="3716081"/>
            <a:ext cx="582131" cy="582131"/>
          </a:xfrm>
          <a:prstGeom prst="rect">
            <a:avLst/>
          </a:prstGeom>
        </p:spPr>
      </p:pic>
      <p:pic>
        <p:nvPicPr>
          <p:cNvPr id="9" name="Picture 8">
            <a:extLst>
              <a:ext uri="{FF2B5EF4-FFF2-40B4-BE49-F238E27FC236}">
                <a16:creationId xmlns:a16="http://schemas.microsoft.com/office/drawing/2014/main" id="{FA177EAB-D575-437C-ADDE-81DC434F680F}"/>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5981700" y="3854302"/>
            <a:ext cx="360178" cy="360178"/>
          </a:xfrm>
          <a:prstGeom prst="rect">
            <a:avLst/>
          </a:prstGeom>
        </p:spPr>
      </p:pic>
      <p:pic>
        <p:nvPicPr>
          <p:cNvPr id="14" name="Picture 13">
            <a:extLst>
              <a:ext uri="{FF2B5EF4-FFF2-40B4-BE49-F238E27FC236}">
                <a16:creationId xmlns:a16="http://schemas.microsoft.com/office/drawing/2014/main" id="{59E5C0A3-F3A2-4FF2-AC6C-4276DB593116}"/>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6389281" y="3895692"/>
            <a:ext cx="358913" cy="358913"/>
          </a:xfrm>
          <a:prstGeom prst="rect">
            <a:avLst/>
          </a:prstGeom>
        </p:spPr>
      </p:pic>
      <p:pic>
        <p:nvPicPr>
          <p:cNvPr id="16" name="Picture 15">
            <a:extLst>
              <a:ext uri="{FF2B5EF4-FFF2-40B4-BE49-F238E27FC236}">
                <a16:creationId xmlns:a16="http://schemas.microsoft.com/office/drawing/2014/main" id="{D73793C8-966B-4875-B38D-F389570CC555}"/>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10302063" y="5588294"/>
            <a:ext cx="1905000" cy="1257300"/>
          </a:xfrm>
          <a:prstGeom prst="rect">
            <a:avLst/>
          </a:prstGeom>
        </p:spPr>
      </p:pic>
    </p:spTree>
    <p:extLst>
      <p:ext uri="{BB962C8B-B14F-4D97-AF65-F5344CB8AC3E}">
        <p14:creationId xmlns:p14="http://schemas.microsoft.com/office/powerpoint/2010/main" val="1944246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p>
        </p:txBody>
      </p:sp>
      <p:pic>
        <p:nvPicPr>
          <p:cNvPr id="8" name="Picture 7">
            <a:hlinkClick r:id="rId5" action="ppaction://hlinksldjump"/>
            <a:extLst>
              <a:ext uri="{FF2B5EF4-FFF2-40B4-BE49-F238E27FC236}">
                <a16:creationId xmlns:a16="http://schemas.microsoft.com/office/drawing/2014/main" id="{D912FA9F-D97A-4E95-8213-B09E366A9D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2018" y="903767"/>
            <a:ext cx="523654" cy="523654"/>
          </a:xfrm>
          <a:prstGeom prst="rect">
            <a:avLst/>
          </a:prstGeom>
        </p:spPr>
      </p:pic>
      <p:pic>
        <p:nvPicPr>
          <p:cNvPr id="9" name="Picture 8">
            <a:hlinkClick r:id="rId7" action="ppaction://hlinksldjump"/>
            <a:extLst>
              <a:ext uri="{FF2B5EF4-FFF2-40B4-BE49-F238E27FC236}">
                <a16:creationId xmlns:a16="http://schemas.microsoft.com/office/drawing/2014/main" id="{16F1EB47-C093-4E47-8C5F-E9CF6F6BD1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78565" y="966234"/>
            <a:ext cx="457200" cy="457200"/>
          </a:xfrm>
          <a:prstGeom prst="rect">
            <a:avLst/>
          </a:prstGeom>
        </p:spPr>
      </p:pic>
      <p:sp>
        <p:nvSpPr>
          <p:cNvPr id="3" name="TextBox 2">
            <a:extLst>
              <a:ext uri="{FF2B5EF4-FFF2-40B4-BE49-F238E27FC236}">
                <a16:creationId xmlns:a16="http://schemas.microsoft.com/office/drawing/2014/main" id="{7157D74C-74F2-4440-BA49-91DFA090B4A9}"/>
              </a:ext>
            </a:extLst>
          </p:cNvPr>
          <p:cNvSpPr txBox="1"/>
          <p:nvPr/>
        </p:nvSpPr>
        <p:spPr>
          <a:xfrm>
            <a:off x="0" y="1427421"/>
            <a:ext cx="927690" cy="369332"/>
          </a:xfrm>
          <a:prstGeom prst="rect">
            <a:avLst/>
          </a:prstGeom>
          <a:noFill/>
        </p:spPr>
        <p:txBody>
          <a:bodyPr wrap="square" rtlCol="0">
            <a:spAutoFit/>
          </a:bodyPr>
          <a:lstStyle/>
          <a:p>
            <a:r>
              <a:rPr lang="en-GB" dirty="0"/>
              <a:t>Windos</a:t>
            </a:r>
          </a:p>
        </p:txBody>
      </p:sp>
      <p:sp>
        <p:nvSpPr>
          <p:cNvPr id="10" name="TextBox 9">
            <a:extLst>
              <a:ext uri="{FF2B5EF4-FFF2-40B4-BE49-F238E27FC236}">
                <a16:creationId xmlns:a16="http://schemas.microsoft.com/office/drawing/2014/main" id="{9E2A5E05-222A-4345-BA2A-AAEEC68C7AB5}"/>
              </a:ext>
            </a:extLst>
          </p:cNvPr>
          <p:cNvSpPr txBox="1"/>
          <p:nvPr/>
        </p:nvSpPr>
        <p:spPr>
          <a:xfrm>
            <a:off x="1095153" y="1423434"/>
            <a:ext cx="1881963" cy="369332"/>
          </a:xfrm>
          <a:prstGeom prst="rect">
            <a:avLst/>
          </a:prstGeom>
          <a:noFill/>
        </p:spPr>
        <p:txBody>
          <a:bodyPr wrap="square" rtlCol="0">
            <a:spAutoFit/>
          </a:bodyPr>
          <a:lstStyle/>
          <a:p>
            <a:r>
              <a:rPr lang="en-GB" dirty="0"/>
              <a:t>Username</a:t>
            </a:r>
          </a:p>
        </p:txBody>
      </p:sp>
      <p:pic>
        <p:nvPicPr>
          <p:cNvPr id="11" name="Picture 10">
            <a:hlinkClick r:id="rId9" action="ppaction://hlinksldjump"/>
            <a:extLst>
              <a:ext uri="{FF2B5EF4-FFF2-40B4-BE49-F238E27FC236}">
                <a16:creationId xmlns:a16="http://schemas.microsoft.com/office/drawing/2014/main" id="{C76F10ED-6EBD-4B31-AC53-2DB63E1FC9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03328" y="966234"/>
            <a:ext cx="457200" cy="457200"/>
          </a:xfrm>
          <a:prstGeom prst="rect">
            <a:avLst/>
          </a:prstGeom>
        </p:spPr>
      </p:pic>
      <p:sp>
        <p:nvSpPr>
          <p:cNvPr id="12" name="TextBox 11">
            <a:extLst>
              <a:ext uri="{FF2B5EF4-FFF2-40B4-BE49-F238E27FC236}">
                <a16:creationId xmlns:a16="http://schemas.microsoft.com/office/drawing/2014/main" id="{5D84FCE1-224E-43F2-BCE6-D3D06D33E348}"/>
              </a:ext>
            </a:extLst>
          </p:cNvPr>
          <p:cNvSpPr txBox="1"/>
          <p:nvPr/>
        </p:nvSpPr>
        <p:spPr>
          <a:xfrm>
            <a:off x="2416695" y="1423434"/>
            <a:ext cx="1506719" cy="369332"/>
          </a:xfrm>
          <a:prstGeom prst="rect">
            <a:avLst/>
          </a:prstGeom>
          <a:noFill/>
        </p:spPr>
        <p:txBody>
          <a:bodyPr wrap="square" rtlCol="0">
            <a:spAutoFit/>
          </a:bodyPr>
          <a:lstStyle/>
          <a:p>
            <a:r>
              <a:rPr lang="en-GB" dirty="0"/>
              <a:t>admin</a:t>
            </a:r>
          </a:p>
        </p:txBody>
      </p:sp>
      <p:pic>
        <p:nvPicPr>
          <p:cNvPr id="13" name="Picture 12">
            <a:hlinkClick r:id="rId9" action="ppaction://hlinksldjump"/>
            <a:extLst>
              <a:ext uri="{FF2B5EF4-FFF2-40B4-BE49-F238E27FC236}">
                <a16:creationId xmlns:a16="http://schemas.microsoft.com/office/drawing/2014/main" id="{14736E9E-4729-459C-8E27-D5E88A4238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13984" y="982922"/>
            <a:ext cx="457200" cy="457200"/>
          </a:xfrm>
          <a:prstGeom prst="rect">
            <a:avLst/>
          </a:prstGeom>
        </p:spPr>
      </p:pic>
      <p:sp>
        <p:nvSpPr>
          <p:cNvPr id="14" name="TextBox 13">
            <a:extLst>
              <a:ext uri="{FF2B5EF4-FFF2-40B4-BE49-F238E27FC236}">
                <a16:creationId xmlns:a16="http://schemas.microsoft.com/office/drawing/2014/main" id="{165E77D1-0E0E-4ED5-B0B8-EB9A58C87146}"/>
              </a:ext>
            </a:extLst>
          </p:cNvPr>
          <p:cNvSpPr txBox="1"/>
          <p:nvPr/>
        </p:nvSpPr>
        <p:spPr>
          <a:xfrm>
            <a:off x="3558143" y="1453338"/>
            <a:ext cx="2092402" cy="369332"/>
          </a:xfrm>
          <a:prstGeom prst="rect">
            <a:avLst/>
          </a:prstGeom>
          <a:noFill/>
        </p:spPr>
        <p:txBody>
          <a:bodyPr wrap="square" rtlCol="0">
            <a:spAutoFit/>
          </a:bodyPr>
          <a:lstStyle/>
          <a:p>
            <a:r>
              <a:rPr lang="en-GB" dirty="0"/>
              <a:t>SYSTEM</a:t>
            </a:r>
          </a:p>
        </p:txBody>
      </p:sp>
      <p:pic>
        <p:nvPicPr>
          <p:cNvPr id="15" name="Picture 14">
            <a:hlinkClick r:id="rId10" action="ppaction://hlinksldjump"/>
            <a:extLst>
              <a:ext uri="{FF2B5EF4-FFF2-40B4-BE49-F238E27FC236}">
                <a16:creationId xmlns:a16="http://schemas.microsoft.com/office/drawing/2014/main" id="{F107188A-F27D-48C6-88CC-6F5BF9D6D3C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24640" y="1028036"/>
            <a:ext cx="523654" cy="523654"/>
          </a:xfrm>
          <a:prstGeom prst="rect">
            <a:avLst/>
          </a:prstGeom>
        </p:spPr>
      </p:pic>
      <p:sp>
        <p:nvSpPr>
          <p:cNvPr id="16" name="TextBox 15">
            <a:extLst>
              <a:ext uri="{FF2B5EF4-FFF2-40B4-BE49-F238E27FC236}">
                <a16:creationId xmlns:a16="http://schemas.microsoft.com/office/drawing/2014/main" id="{98AAF3BC-393B-45B4-91F6-68581DC658E7}"/>
              </a:ext>
            </a:extLst>
          </p:cNvPr>
          <p:cNvSpPr txBox="1"/>
          <p:nvPr/>
        </p:nvSpPr>
        <p:spPr>
          <a:xfrm>
            <a:off x="4924640" y="1453338"/>
            <a:ext cx="1720709" cy="369332"/>
          </a:xfrm>
          <a:prstGeom prst="rect">
            <a:avLst/>
          </a:prstGeom>
          <a:noFill/>
        </p:spPr>
        <p:txBody>
          <a:bodyPr wrap="square" rtlCol="0">
            <a:spAutoFit/>
          </a:bodyPr>
          <a:lstStyle/>
          <a:p>
            <a:r>
              <a:rPr lang="en-GB" dirty="0"/>
              <a:t>windos.exe</a:t>
            </a:r>
          </a:p>
        </p:txBody>
      </p:sp>
      <p:pic>
        <p:nvPicPr>
          <p:cNvPr id="17" name="Picture 16">
            <a:hlinkClick r:id="rId12" action="ppaction://hlinksldjump"/>
            <a:extLst>
              <a:ext uri="{FF2B5EF4-FFF2-40B4-BE49-F238E27FC236}">
                <a16:creationId xmlns:a16="http://schemas.microsoft.com/office/drawing/2014/main" id="{BCA47D79-BA3E-45EB-A55F-E7D751C9534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737724" y="931012"/>
            <a:ext cx="457200" cy="457200"/>
          </a:xfrm>
          <a:prstGeom prst="rect">
            <a:avLst/>
          </a:prstGeom>
        </p:spPr>
      </p:pic>
      <p:sp>
        <p:nvSpPr>
          <p:cNvPr id="18" name="TextBox 17">
            <a:extLst>
              <a:ext uri="{FF2B5EF4-FFF2-40B4-BE49-F238E27FC236}">
                <a16:creationId xmlns:a16="http://schemas.microsoft.com/office/drawing/2014/main" id="{410A0C82-E09F-4D88-90DE-7FEFA8160594}"/>
              </a:ext>
            </a:extLst>
          </p:cNvPr>
          <p:cNvSpPr txBox="1"/>
          <p:nvPr/>
        </p:nvSpPr>
        <p:spPr>
          <a:xfrm>
            <a:off x="6182393" y="1420775"/>
            <a:ext cx="2006009" cy="369332"/>
          </a:xfrm>
          <a:prstGeom prst="rect">
            <a:avLst/>
          </a:prstGeom>
          <a:noFill/>
        </p:spPr>
        <p:txBody>
          <a:bodyPr wrap="square" rtlCol="0">
            <a:spAutoFit/>
          </a:bodyPr>
          <a:lstStyle/>
          <a:p>
            <a:r>
              <a:rPr lang="en-GB" dirty="0"/>
              <a:t>Welcome.exe</a:t>
            </a:r>
          </a:p>
        </p:txBody>
      </p:sp>
      <p:pic>
        <p:nvPicPr>
          <p:cNvPr id="19" name="Picture 18">
            <a:hlinkClick r:id="rId2" action="ppaction://hlinksldjump"/>
            <a:extLst>
              <a:ext uri="{FF2B5EF4-FFF2-40B4-BE49-F238E27FC236}">
                <a16:creationId xmlns:a16="http://schemas.microsoft.com/office/drawing/2014/main" id="{BE446616-A9A1-408D-835B-40638777DB8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203252" y="985133"/>
            <a:ext cx="609600" cy="609600"/>
          </a:xfrm>
          <a:prstGeom prst="rect">
            <a:avLst/>
          </a:prstGeom>
        </p:spPr>
      </p:pic>
      <p:sp>
        <p:nvSpPr>
          <p:cNvPr id="20" name="TextBox 19">
            <a:extLst>
              <a:ext uri="{FF2B5EF4-FFF2-40B4-BE49-F238E27FC236}">
                <a16:creationId xmlns:a16="http://schemas.microsoft.com/office/drawing/2014/main" id="{F1A1585D-8D89-4EEC-8E78-DA2B7CCEA1DD}"/>
              </a:ext>
            </a:extLst>
          </p:cNvPr>
          <p:cNvSpPr txBox="1"/>
          <p:nvPr/>
        </p:nvSpPr>
        <p:spPr>
          <a:xfrm>
            <a:off x="7783033" y="1605441"/>
            <a:ext cx="2092402" cy="369332"/>
          </a:xfrm>
          <a:prstGeom prst="rect">
            <a:avLst/>
          </a:prstGeom>
          <a:noFill/>
        </p:spPr>
        <p:txBody>
          <a:bodyPr wrap="square" rtlCol="0">
            <a:spAutoFit/>
          </a:bodyPr>
          <a:lstStyle/>
          <a:p>
            <a:r>
              <a:rPr lang="en-GB" dirty="0"/>
              <a:t>Explorer. exe</a:t>
            </a:r>
          </a:p>
        </p:txBody>
      </p:sp>
      <p:pic>
        <p:nvPicPr>
          <p:cNvPr id="21" name="Picture 20">
            <a:hlinkClick r:id="rId2" action="ppaction://hlinksldjump"/>
            <a:extLst>
              <a:ext uri="{FF2B5EF4-FFF2-40B4-BE49-F238E27FC236}">
                <a16:creationId xmlns:a16="http://schemas.microsoft.com/office/drawing/2014/main" id="{C0ED8756-D8FF-4768-9971-BD7C884A804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294853" y="997391"/>
            <a:ext cx="640613" cy="640613"/>
          </a:xfrm>
          <a:prstGeom prst="rect">
            <a:avLst/>
          </a:prstGeom>
        </p:spPr>
      </p:pic>
      <p:sp>
        <p:nvSpPr>
          <p:cNvPr id="22" name="TextBox 21">
            <a:extLst>
              <a:ext uri="{FF2B5EF4-FFF2-40B4-BE49-F238E27FC236}">
                <a16:creationId xmlns:a16="http://schemas.microsoft.com/office/drawing/2014/main" id="{81759905-2BE5-4246-80D9-B009F3FB6F62}"/>
              </a:ext>
            </a:extLst>
          </p:cNvPr>
          <p:cNvSpPr txBox="1"/>
          <p:nvPr/>
        </p:nvSpPr>
        <p:spPr>
          <a:xfrm>
            <a:off x="9380581" y="1628037"/>
            <a:ext cx="1392865" cy="369332"/>
          </a:xfrm>
          <a:prstGeom prst="rect">
            <a:avLst/>
          </a:prstGeom>
          <a:noFill/>
        </p:spPr>
        <p:txBody>
          <a:bodyPr wrap="square" rtlCol="0">
            <a:spAutoFit/>
          </a:bodyPr>
          <a:lstStyle/>
          <a:p>
            <a:r>
              <a:rPr lang="en-GB" dirty="0"/>
              <a:t>bin</a:t>
            </a:r>
          </a:p>
        </p:txBody>
      </p:sp>
    </p:spTree>
    <p:extLst>
      <p:ext uri="{BB962C8B-B14F-4D97-AF65-F5344CB8AC3E}">
        <p14:creationId xmlns:p14="http://schemas.microsoft.com/office/powerpoint/2010/main" val="42108620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C:\windos</a:t>
            </a:r>
          </a:p>
        </p:txBody>
      </p:sp>
      <p:pic>
        <p:nvPicPr>
          <p:cNvPr id="8" name="Picture 7">
            <a:hlinkClick r:id="rId5" action="ppaction://hlinksldjump"/>
            <a:extLst>
              <a:ext uri="{FF2B5EF4-FFF2-40B4-BE49-F238E27FC236}">
                <a16:creationId xmlns:a16="http://schemas.microsoft.com/office/drawing/2014/main" id="{3C1C8066-D6D9-425B-B2A5-E4AE2031F0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3845" y="956930"/>
            <a:ext cx="523654" cy="523654"/>
          </a:xfrm>
          <a:prstGeom prst="rect">
            <a:avLst/>
          </a:prstGeom>
        </p:spPr>
      </p:pic>
      <p:sp>
        <p:nvSpPr>
          <p:cNvPr id="3" name="TextBox 2">
            <a:extLst>
              <a:ext uri="{FF2B5EF4-FFF2-40B4-BE49-F238E27FC236}">
                <a16:creationId xmlns:a16="http://schemas.microsoft.com/office/drawing/2014/main" id="{7572EAA5-2865-42F1-89F3-30B50CD095EF}"/>
              </a:ext>
            </a:extLst>
          </p:cNvPr>
          <p:cNvSpPr txBox="1"/>
          <p:nvPr/>
        </p:nvSpPr>
        <p:spPr>
          <a:xfrm>
            <a:off x="202018" y="1427421"/>
            <a:ext cx="1935126" cy="369332"/>
          </a:xfrm>
          <a:prstGeom prst="rect">
            <a:avLst/>
          </a:prstGeom>
          <a:noFill/>
        </p:spPr>
        <p:txBody>
          <a:bodyPr wrap="square" rtlCol="0">
            <a:spAutoFit/>
          </a:bodyPr>
          <a:lstStyle/>
          <a:p>
            <a:r>
              <a:rPr lang="en-GB" dirty="0"/>
              <a:t>system32</a:t>
            </a:r>
          </a:p>
        </p:txBody>
      </p:sp>
      <p:pic>
        <p:nvPicPr>
          <p:cNvPr id="9" name="Picture 8">
            <a:hlinkClick r:id="rId5" action="ppaction://hlinksldjump"/>
            <a:extLst>
              <a:ext uri="{FF2B5EF4-FFF2-40B4-BE49-F238E27FC236}">
                <a16:creationId xmlns:a16="http://schemas.microsoft.com/office/drawing/2014/main" id="{2C137519-EE38-4C4C-BBD1-7B5BBEF657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8870" y="1014079"/>
            <a:ext cx="523654" cy="523654"/>
          </a:xfrm>
          <a:prstGeom prst="rect">
            <a:avLst/>
          </a:prstGeom>
        </p:spPr>
      </p:pic>
      <p:sp>
        <p:nvSpPr>
          <p:cNvPr id="10" name="TextBox 9">
            <a:extLst>
              <a:ext uri="{FF2B5EF4-FFF2-40B4-BE49-F238E27FC236}">
                <a16:creationId xmlns:a16="http://schemas.microsoft.com/office/drawing/2014/main" id="{BBEFC5AB-1824-43A2-B41E-749FDF085C21}"/>
              </a:ext>
            </a:extLst>
          </p:cNvPr>
          <p:cNvSpPr txBox="1"/>
          <p:nvPr/>
        </p:nvSpPr>
        <p:spPr>
          <a:xfrm>
            <a:off x="1428749" y="1537733"/>
            <a:ext cx="2569093" cy="369332"/>
          </a:xfrm>
          <a:prstGeom prst="rect">
            <a:avLst/>
          </a:prstGeom>
          <a:noFill/>
        </p:spPr>
        <p:txBody>
          <a:bodyPr wrap="square" rtlCol="0">
            <a:spAutoFit/>
          </a:bodyPr>
          <a:lstStyle/>
          <a:p>
            <a:r>
              <a:rPr lang="en-GB" dirty="0"/>
              <a:t>winSxS</a:t>
            </a:r>
          </a:p>
        </p:txBody>
      </p:sp>
      <p:pic>
        <p:nvPicPr>
          <p:cNvPr id="11" name="Picture 10">
            <a:hlinkClick r:id="rId5" action="ppaction://hlinksldjump"/>
            <a:extLst>
              <a:ext uri="{FF2B5EF4-FFF2-40B4-BE49-F238E27FC236}">
                <a16:creationId xmlns:a16="http://schemas.microsoft.com/office/drawing/2014/main" id="{5D6000EA-9AC9-401C-A3A9-0818719ADD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43839" y="1063255"/>
            <a:ext cx="523654" cy="523654"/>
          </a:xfrm>
          <a:prstGeom prst="rect">
            <a:avLst/>
          </a:prstGeom>
        </p:spPr>
      </p:pic>
      <p:sp>
        <p:nvSpPr>
          <p:cNvPr id="12" name="TextBox 11">
            <a:extLst>
              <a:ext uri="{FF2B5EF4-FFF2-40B4-BE49-F238E27FC236}">
                <a16:creationId xmlns:a16="http://schemas.microsoft.com/office/drawing/2014/main" id="{55170121-ABD6-460F-A0C8-DD997BF1EB5C}"/>
              </a:ext>
            </a:extLst>
          </p:cNvPr>
          <p:cNvSpPr txBox="1"/>
          <p:nvPr/>
        </p:nvSpPr>
        <p:spPr>
          <a:xfrm>
            <a:off x="2543839" y="1586909"/>
            <a:ext cx="1935126" cy="369332"/>
          </a:xfrm>
          <a:prstGeom prst="rect">
            <a:avLst/>
          </a:prstGeom>
          <a:noFill/>
        </p:spPr>
        <p:txBody>
          <a:bodyPr wrap="square" rtlCol="0">
            <a:spAutoFit/>
          </a:bodyPr>
          <a:lstStyle/>
          <a:p>
            <a:r>
              <a:rPr lang="en-GB" dirty="0"/>
              <a:t>war</a:t>
            </a:r>
          </a:p>
        </p:txBody>
      </p:sp>
      <p:pic>
        <p:nvPicPr>
          <p:cNvPr id="13" name="Picture 12">
            <a:hlinkClick r:id="rId7" action="ppaction://hlinksldjump"/>
            <a:extLst>
              <a:ext uri="{FF2B5EF4-FFF2-40B4-BE49-F238E27FC236}">
                <a16:creationId xmlns:a16="http://schemas.microsoft.com/office/drawing/2014/main" id="{64D694DB-E024-4411-AFB9-E938DD872C2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49255" y="1088433"/>
            <a:ext cx="523654" cy="523654"/>
          </a:xfrm>
          <a:prstGeom prst="rect">
            <a:avLst/>
          </a:prstGeom>
        </p:spPr>
      </p:pic>
      <p:sp>
        <p:nvSpPr>
          <p:cNvPr id="14" name="TextBox 13">
            <a:extLst>
              <a:ext uri="{FF2B5EF4-FFF2-40B4-BE49-F238E27FC236}">
                <a16:creationId xmlns:a16="http://schemas.microsoft.com/office/drawing/2014/main" id="{D033CDD0-616A-482F-8653-2FCD5E10A356}"/>
              </a:ext>
            </a:extLst>
          </p:cNvPr>
          <p:cNvSpPr txBox="1"/>
          <p:nvPr/>
        </p:nvSpPr>
        <p:spPr>
          <a:xfrm>
            <a:off x="3067493" y="1612087"/>
            <a:ext cx="1935126" cy="369332"/>
          </a:xfrm>
          <a:prstGeom prst="rect">
            <a:avLst/>
          </a:prstGeom>
          <a:noFill/>
        </p:spPr>
        <p:txBody>
          <a:bodyPr wrap="square" rtlCol="0">
            <a:spAutoFit/>
          </a:bodyPr>
          <a:lstStyle/>
          <a:p>
            <a:r>
              <a:rPr lang="en-GB" dirty="0"/>
              <a:t>shell32.dll</a:t>
            </a:r>
          </a:p>
        </p:txBody>
      </p:sp>
    </p:spTree>
    <p:extLst>
      <p:ext uri="{BB962C8B-B14F-4D97-AF65-F5344CB8AC3E}">
        <p14:creationId xmlns:p14="http://schemas.microsoft.com/office/powerpoint/2010/main" val="362519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Access denied!</a:t>
            </a:r>
          </a:p>
          <a:p>
            <a:pPr algn="ctr"/>
            <a:r>
              <a:rPr lang="en-GB" dirty="0"/>
              <a:t>The system does not let you access that!</a:t>
            </a:r>
          </a:p>
          <a:p>
            <a:pPr algn="ctr"/>
            <a:r>
              <a:rPr lang="en-GB" dirty="0"/>
              <a:t>This is to protect the system</a:t>
            </a:r>
          </a:p>
          <a:p>
            <a:pPr algn="ctr"/>
            <a:r>
              <a:rPr lang="en-GB" dirty="0"/>
              <a:t>Click outside to exit</a:t>
            </a:r>
          </a:p>
        </p:txBody>
      </p:sp>
    </p:spTree>
    <p:extLst>
      <p:ext uri="{BB962C8B-B14F-4D97-AF65-F5344CB8AC3E}">
        <p14:creationId xmlns:p14="http://schemas.microsoft.com/office/powerpoint/2010/main" val="24715720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Access denied!</a:t>
            </a:r>
          </a:p>
          <a:p>
            <a:pPr algn="ctr"/>
            <a:r>
              <a:rPr lang="en-GB" dirty="0"/>
              <a:t>The system does not let you access other user folders!</a:t>
            </a:r>
          </a:p>
          <a:p>
            <a:pPr algn="ctr"/>
            <a:r>
              <a:rPr lang="en-GB" dirty="0"/>
              <a:t>This is to protect their privacy! </a:t>
            </a:r>
          </a:p>
          <a:p>
            <a:pPr algn="ctr"/>
            <a:r>
              <a:rPr lang="en-GB" dirty="0"/>
              <a:t>Would you like it if someone looked at your documents?</a:t>
            </a:r>
          </a:p>
          <a:p>
            <a:pPr algn="ctr"/>
            <a:r>
              <a:rPr lang="en-GB" dirty="0"/>
              <a:t>Click outside to exit</a:t>
            </a:r>
          </a:p>
        </p:txBody>
      </p:sp>
    </p:spTree>
    <p:extLst>
      <p:ext uri="{BB962C8B-B14F-4D97-AF65-F5344CB8AC3E}">
        <p14:creationId xmlns:p14="http://schemas.microsoft.com/office/powerpoint/2010/main" val="4916874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6F23FE59-5C66-4A70-A972-C8C604A1F29A}"/>
              </a:ext>
            </a:extLst>
          </p:cNvPr>
          <p:cNvSpPr/>
          <p:nvPr/>
        </p:nvSpPr>
        <p:spPr>
          <a:xfrm>
            <a:off x="3515834" y="1520456"/>
            <a:ext cx="5617534" cy="288142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u="sng" dirty="0"/>
              <a:t>Access denied!</a:t>
            </a:r>
          </a:p>
          <a:p>
            <a:pPr algn="ctr"/>
            <a:r>
              <a:rPr lang="en-GB" dirty="0"/>
              <a:t>The system does not let you access your user’s system folder!</a:t>
            </a:r>
          </a:p>
          <a:p>
            <a:pPr algn="ctr"/>
            <a:r>
              <a:rPr lang="en-GB" dirty="0"/>
              <a:t>This is to protect the system files associated with this user profile</a:t>
            </a:r>
          </a:p>
          <a:p>
            <a:pPr algn="ctr"/>
            <a:r>
              <a:rPr lang="en-GB" dirty="0"/>
              <a:t>Thank us later for the security! </a:t>
            </a:r>
          </a:p>
          <a:p>
            <a:pPr algn="ctr"/>
            <a:r>
              <a:rPr lang="en-GB" dirty="0"/>
              <a:t>Click outside to exit</a:t>
            </a:r>
          </a:p>
        </p:txBody>
      </p:sp>
    </p:spTree>
    <p:extLst>
      <p:ext uri="{BB962C8B-B14F-4D97-AF65-F5344CB8AC3E}">
        <p14:creationId xmlns:p14="http://schemas.microsoft.com/office/powerpoint/2010/main" val="1165634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0B23959F-27CC-4A91-8A0C-4483CE26AD11}"/>
              </a:ext>
            </a:extLst>
          </p:cNvPr>
          <p:cNvSpPr txBox="1"/>
          <p:nvPr/>
        </p:nvSpPr>
        <p:spPr>
          <a:xfrm>
            <a:off x="116958" y="574158"/>
            <a:ext cx="11887200" cy="2862322"/>
          </a:xfrm>
          <a:prstGeom prst="rect">
            <a:avLst/>
          </a:prstGeom>
          <a:noFill/>
        </p:spPr>
        <p:txBody>
          <a:bodyPr wrap="square" rtlCol="0">
            <a:spAutoFit/>
          </a:bodyPr>
          <a:lstStyle/>
          <a:p>
            <a:r>
              <a:rPr lang="en-GB" dirty="0"/>
              <a:t>Hello! </a:t>
            </a:r>
          </a:p>
          <a:p>
            <a:r>
              <a:rPr lang="en-GB" dirty="0"/>
              <a:t>As you probably know Windos 98 has blocked you from accessing your documents located at C:\username</a:t>
            </a:r>
          </a:p>
          <a:p>
            <a:r>
              <a:rPr lang="en-GB" dirty="0"/>
              <a:t> Click on the link to be redirected to the folder now!</a:t>
            </a:r>
          </a:p>
          <a:p>
            <a:r>
              <a:rPr lang="en-GB" dirty="0"/>
              <a:t>Note: in a future update this bug may be patched</a:t>
            </a:r>
          </a:p>
          <a:p>
            <a:r>
              <a:rPr lang="en-GB" dirty="0"/>
              <a:t>Note 2: Only Windos can add in documents, as the folder is read only. </a:t>
            </a:r>
          </a:p>
          <a:p>
            <a:r>
              <a:rPr lang="en-GB" dirty="0"/>
              <a:t>Note 3: please do not delete this folder as the system needs it</a:t>
            </a:r>
          </a:p>
          <a:p>
            <a:r>
              <a:rPr lang="en-GB" dirty="0"/>
              <a:t>Note 4: do not try and open the system sub folder.</a:t>
            </a:r>
          </a:p>
          <a:p>
            <a:r>
              <a:rPr lang="en-GB" dirty="0"/>
              <a:t>Note 5: you may not be allowed to access sub folders. </a:t>
            </a:r>
          </a:p>
          <a:p>
            <a:r>
              <a:rPr lang="en-GB" dirty="0"/>
              <a:t>Note 6: I refuse to update this site if the glitch is patched</a:t>
            </a:r>
          </a:p>
          <a:p>
            <a:r>
              <a:rPr lang="en-GB" dirty="0"/>
              <a:t>Note 7: this site may be taken down, so I will hack beta 1 so that it has the shortcut in the C:\ folder. </a:t>
            </a:r>
          </a:p>
        </p:txBody>
      </p:sp>
      <p:sp>
        <p:nvSpPr>
          <p:cNvPr id="6" name="Rectangle 5">
            <a:hlinkClick r:id="rId3" action="ppaction://hlinksldjump"/>
            <a:extLst>
              <a:ext uri="{FF2B5EF4-FFF2-40B4-BE49-F238E27FC236}">
                <a16:creationId xmlns:a16="http://schemas.microsoft.com/office/drawing/2014/main" id="{C3431E15-282C-48F2-B7FF-CE7C3C003204}"/>
              </a:ext>
            </a:extLst>
          </p:cNvPr>
          <p:cNvSpPr/>
          <p:nvPr/>
        </p:nvSpPr>
        <p:spPr>
          <a:xfrm>
            <a:off x="4231758" y="4541184"/>
            <a:ext cx="2806996" cy="1212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Go to C:\Username</a:t>
            </a:r>
          </a:p>
        </p:txBody>
      </p:sp>
      <p:sp>
        <p:nvSpPr>
          <p:cNvPr id="7" name="Speech Bubble: Rectangle 6">
            <a:extLst>
              <a:ext uri="{FF2B5EF4-FFF2-40B4-BE49-F238E27FC236}">
                <a16:creationId xmlns:a16="http://schemas.microsoft.com/office/drawing/2014/main" id="{BD2B4A97-3220-40A0-A65C-FFCDDBC9FFA0}"/>
              </a:ext>
            </a:extLst>
          </p:cNvPr>
          <p:cNvSpPr/>
          <p:nvPr/>
        </p:nvSpPr>
        <p:spPr>
          <a:xfrm>
            <a:off x="8261498" y="3585336"/>
            <a:ext cx="3327990" cy="1741576"/>
          </a:xfrm>
          <a:prstGeom prst="wedgeRectCallout">
            <a:avLst>
              <a:gd name="adj1" fmla="val -102303"/>
              <a:gd name="adj2" fmla="val 5883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Windos has patched the bug before it reached consumers! </a:t>
            </a:r>
          </a:p>
        </p:txBody>
      </p:sp>
    </p:spTree>
    <p:extLst>
      <p:ext uri="{BB962C8B-B14F-4D97-AF65-F5344CB8AC3E}">
        <p14:creationId xmlns:p14="http://schemas.microsoft.com/office/powerpoint/2010/main" val="32858614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news</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3725AD5C-3B16-4907-9364-AE338550FA8C}"/>
              </a:ext>
            </a:extLst>
          </p:cNvPr>
          <p:cNvSpPr txBox="1"/>
          <p:nvPr/>
        </p:nvSpPr>
        <p:spPr>
          <a:xfrm>
            <a:off x="74428" y="510363"/>
            <a:ext cx="11919098" cy="1477328"/>
          </a:xfrm>
          <a:prstGeom prst="rect">
            <a:avLst/>
          </a:prstGeom>
          <a:noFill/>
        </p:spPr>
        <p:txBody>
          <a:bodyPr wrap="square" rtlCol="0">
            <a:spAutoFit/>
          </a:bodyPr>
          <a:lstStyle/>
          <a:p>
            <a:r>
              <a:rPr lang="en-GB" dirty="0"/>
              <a:t>News:</a:t>
            </a:r>
          </a:p>
          <a:p>
            <a:endParaRPr lang="en-GB" dirty="0"/>
          </a:p>
          <a:p>
            <a:endParaRPr lang="en-GB" dirty="0"/>
          </a:p>
          <a:p>
            <a:r>
              <a:rPr lang="en-GB" dirty="0"/>
              <a:t>Hello there.</a:t>
            </a:r>
          </a:p>
          <a:p>
            <a:r>
              <a:rPr lang="en-GB" dirty="0"/>
              <a:t>Added things can be found in the what’s new section of the desktop. </a:t>
            </a:r>
          </a:p>
        </p:txBody>
      </p:sp>
    </p:spTree>
    <p:extLst>
      <p:ext uri="{BB962C8B-B14F-4D97-AF65-F5344CB8AC3E}">
        <p14:creationId xmlns:p14="http://schemas.microsoft.com/office/powerpoint/2010/main" val="2344538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hlinkClick r:id="rId2" action="ppaction://hlinksldjump"/>
            <a:extLst>
              <a:ext uri="{FF2B5EF4-FFF2-40B4-BE49-F238E27FC236}">
                <a16:creationId xmlns:a16="http://schemas.microsoft.com/office/drawing/2014/main" id="{F185FA5E-6BD8-4F2D-BDA3-1665AA20B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Speech Bubble: Rectangle 1">
            <a:extLst>
              <a:ext uri="{FF2B5EF4-FFF2-40B4-BE49-F238E27FC236}">
                <a16:creationId xmlns:a16="http://schemas.microsoft.com/office/drawing/2014/main" id="{E4AD550F-0B42-4F95-A2F7-674B1C465921}"/>
              </a:ext>
            </a:extLst>
          </p:cNvPr>
          <p:cNvSpPr/>
          <p:nvPr/>
        </p:nvSpPr>
        <p:spPr>
          <a:xfrm>
            <a:off x="8729330" y="1326261"/>
            <a:ext cx="3040912" cy="5252483"/>
          </a:xfrm>
          <a:prstGeom prst="wedgeRectCallout">
            <a:avLst>
              <a:gd name="adj1" fmla="val -20134"/>
              <a:gd name="adj2" fmla="val 5561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Box 3">
            <a:extLst>
              <a:ext uri="{FF2B5EF4-FFF2-40B4-BE49-F238E27FC236}">
                <a16:creationId xmlns:a16="http://schemas.microsoft.com/office/drawing/2014/main" id="{7617717F-6C63-4F15-8528-BA5A9A6A718C}"/>
              </a:ext>
            </a:extLst>
          </p:cNvPr>
          <p:cNvSpPr txBox="1"/>
          <p:nvPr/>
        </p:nvSpPr>
        <p:spPr>
          <a:xfrm>
            <a:off x="8835656" y="1520456"/>
            <a:ext cx="2828260" cy="923330"/>
          </a:xfrm>
          <a:prstGeom prst="rect">
            <a:avLst/>
          </a:prstGeom>
          <a:noFill/>
        </p:spPr>
        <p:txBody>
          <a:bodyPr wrap="square" rtlCol="0">
            <a:spAutoFit/>
          </a:bodyPr>
          <a:lstStyle/>
          <a:p>
            <a:r>
              <a:rPr lang="en-GB" u="sng" dirty="0"/>
              <a:t>Action centre:</a:t>
            </a:r>
          </a:p>
          <a:p>
            <a:r>
              <a:rPr lang="en-GB" dirty="0"/>
              <a:t>Here are your system settings in a nutshell:</a:t>
            </a:r>
          </a:p>
        </p:txBody>
      </p:sp>
      <p:pic>
        <p:nvPicPr>
          <p:cNvPr id="6" name="Picture 5">
            <a:extLst>
              <a:ext uri="{FF2B5EF4-FFF2-40B4-BE49-F238E27FC236}">
                <a16:creationId xmlns:a16="http://schemas.microsoft.com/office/drawing/2014/main" id="{3E4AF3E0-9C84-47AC-8203-FDD4E4E63A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35656" y="2794588"/>
            <a:ext cx="457201" cy="457201"/>
          </a:xfrm>
          <a:prstGeom prst="rect">
            <a:avLst/>
          </a:prstGeom>
        </p:spPr>
      </p:pic>
      <p:sp>
        <p:nvSpPr>
          <p:cNvPr id="7" name="TextBox 6">
            <a:extLst>
              <a:ext uri="{FF2B5EF4-FFF2-40B4-BE49-F238E27FC236}">
                <a16:creationId xmlns:a16="http://schemas.microsoft.com/office/drawing/2014/main" id="{C881F311-1B80-42FA-86EE-88198E743AA6}"/>
              </a:ext>
            </a:extLst>
          </p:cNvPr>
          <p:cNvSpPr txBox="1"/>
          <p:nvPr/>
        </p:nvSpPr>
        <p:spPr>
          <a:xfrm>
            <a:off x="9292857" y="2794588"/>
            <a:ext cx="2477385" cy="646331"/>
          </a:xfrm>
          <a:prstGeom prst="rect">
            <a:avLst/>
          </a:prstGeom>
          <a:noFill/>
        </p:spPr>
        <p:txBody>
          <a:bodyPr wrap="square" rtlCol="0">
            <a:spAutoFit/>
          </a:bodyPr>
          <a:lstStyle/>
          <a:p>
            <a:r>
              <a:rPr lang="en-GB" dirty="0">
                <a:hlinkClick r:id="rId5" action="ppaction://hlinksldjump"/>
              </a:rPr>
              <a:t>Set a password for this PC</a:t>
            </a:r>
            <a:endParaRPr lang="en-GB" dirty="0"/>
          </a:p>
        </p:txBody>
      </p:sp>
      <p:pic>
        <p:nvPicPr>
          <p:cNvPr id="8" name="Picture 7">
            <a:extLst>
              <a:ext uri="{FF2B5EF4-FFF2-40B4-BE49-F238E27FC236}">
                <a16:creationId xmlns:a16="http://schemas.microsoft.com/office/drawing/2014/main" id="{132257C4-0F82-42E8-A6E5-B3DC0DFECF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5656" y="3583171"/>
            <a:ext cx="425303" cy="425303"/>
          </a:xfrm>
          <a:prstGeom prst="rect">
            <a:avLst/>
          </a:prstGeom>
        </p:spPr>
      </p:pic>
      <p:sp>
        <p:nvSpPr>
          <p:cNvPr id="10" name="TextBox 9">
            <a:extLst>
              <a:ext uri="{FF2B5EF4-FFF2-40B4-BE49-F238E27FC236}">
                <a16:creationId xmlns:a16="http://schemas.microsoft.com/office/drawing/2014/main" id="{41E620BF-4292-46B3-9AD8-05DFF446375F}"/>
              </a:ext>
            </a:extLst>
          </p:cNvPr>
          <p:cNvSpPr txBox="1"/>
          <p:nvPr/>
        </p:nvSpPr>
        <p:spPr>
          <a:xfrm>
            <a:off x="9260959" y="3583171"/>
            <a:ext cx="2509283" cy="369332"/>
          </a:xfrm>
          <a:prstGeom prst="rect">
            <a:avLst/>
          </a:prstGeom>
          <a:noFill/>
        </p:spPr>
        <p:txBody>
          <a:bodyPr wrap="square" rtlCol="0">
            <a:spAutoFit/>
          </a:bodyPr>
          <a:lstStyle/>
          <a:p>
            <a:r>
              <a:rPr lang="en-GB" dirty="0"/>
              <a:t>Firewall is ON</a:t>
            </a:r>
          </a:p>
        </p:txBody>
      </p:sp>
      <p:pic>
        <p:nvPicPr>
          <p:cNvPr id="11" name="Picture 10">
            <a:extLst>
              <a:ext uri="{FF2B5EF4-FFF2-40B4-BE49-F238E27FC236}">
                <a16:creationId xmlns:a16="http://schemas.microsoft.com/office/drawing/2014/main" id="{039BE1B8-4236-4D7C-8207-90D4F407E54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03759" y="4185615"/>
            <a:ext cx="457200" cy="457200"/>
          </a:xfrm>
          <a:prstGeom prst="rect">
            <a:avLst/>
          </a:prstGeom>
        </p:spPr>
      </p:pic>
      <p:sp>
        <p:nvSpPr>
          <p:cNvPr id="12" name="TextBox 11">
            <a:extLst>
              <a:ext uri="{FF2B5EF4-FFF2-40B4-BE49-F238E27FC236}">
                <a16:creationId xmlns:a16="http://schemas.microsoft.com/office/drawing/2014/main" id="{0981FF16-4CA0-46BB-947F-3F2091893F72}"/>
              </a:ext>
            </a:extLst>
          </p:cNvPr>
          <p:cNvSpPr txBox="1"/>
          <p:nvPr/>
        </p:nvSpPr>
        <p:spPr>
          <a:xfrm>
            <a:off x="9292857" y="4185615"/>
            <a:ext cx="2477385" cy="369332"/>
          </a:xfrm>
          <a:prstGeom prst="rect">
            <a:avLst/>
          </a:prstGeom>
          <a:noFill/>
        </p:spPr>
        <p:txBody>
          <a:bodyPr wrap="square" rtlCol="0">
            <a:spAutoFit/>
          </a:bodyPr>
          <a:lstStyle/>
          <a:p>
            <a:r>
              <a:rPr lang="en-GB" dirty="0">
                <a:hlinkClick r:id="rId8" action="ppaction://hlinksldjump"/>
              </a:rPr>
              <a:t>Home network detected</a:t>
            </a:r>
            <a:endParaRPr lang="en-GB" dirty="0"/>
          </a:p>
        </p:txBody>
      </p:sp>
      <p:pic>
        <p:nvPicPr>
          <p:cNvPr id="13" name="Picture 12">
            <a:extLst>
              <a:ext uri="{FF2B5EF4-FFF2-40B4-BE49-F238E27FC236}">
                <a16:creationId xmlns:a16="http://schemas.microsoft.com/office/drawing/2014/main" id="{872540A3-4A8C-4E45-B73F-E20A15A8B7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03758" y="4836408"/>
            <a:ext cx="457201" cy="457201"/>
          </a:xfrm>
          <a:prstGeom prst="rect">
            <a:avLst/>
          </a:prstGeom>
        </p:spPr>
      </p:pic>
      <p:sp>
        <p:nvSpPr>
          <p:cNvPr id="14" name="TextBox 13">
            <a:extLst>
              <a:ext uri="{FF2B5EF4-FFF2-40B4-BE49-F238E27FC236}">
                <a16:creationId xmlns:a16="http://schemas.microsoft.com/office/drawing/2014/main" id="{7F9B5F6D-6636-4F8E-8DC3-8EB640C66A57}"/>
              </a:ext>
            </a:extLst>
          </p:cNvPr>
          <p:cNvSpPr txBox="1"/>
          <p:nvPr/>
        </p:nvSpPr>
        <p:spPr>
          <a:xfrm>
            <a:off x="9292857" y="4944140"/>
            <a:ext cx="2551813" cy="369332"/>
          </a:xfrm>
          <a:prstGeom prst="rect">
            <a:avLst/>
          </a:prstGeom>
          <a:noFill/>
        </p:spPr>
        <p:txBody>
          <a:bodyPr wrap="square" rtlCol="0">
            <a:spAutoFit/>
          </a:bodyPr>
          <a:lstStyle/>
          <a:p>
            <a:r>
              <a:rPr lang="en-GB" dirty="0">
                <a:hlinkClick r:id="rId9" action="ppaction://hlinksldjump"/>
              </a:rPr>
              <a:t>Web protection 2.0 OFF</a:t>
            </a:r>
            <a:endParaRPr lang="en-GB" dirty="0"/>
          </a:p>
        </p:txBody>
      </p:sp>
      <p:sp>
        <p:nvSpPr>
          <p:cNvPr id="16" name="TextBox 15">
            <a:extLst>
              <a:ext uri="{FF2B5EF4-FFF2-40B4-BE49-F238E27FC236}">
                <a16:creationId xmlns:a16="http://schemas.microsoft.com/office/drawing/2014/main" id="{AEDDF66F-AC4F-4D95-88DD-59FB45CD056A}"/>
              </a:ext>
            </a:extLst>
          </p:cNvPr>
          <p:cNvSpPr txBox="1"/>
          <p:nvPr/>
        </p:nvSpPr>
        <p:spPr>
          <a:xfrm>
            <a:off x="9388549" y="5725630"/>
            <a:ext cx="2300177" cy="369332"/>
          </a:xfrm>
          <a:prstGeom prst="rect">
            <a:avLst/>
          </a:prstGeom>
          <a:noFill/>
        </p:spPr>
        <p:txBody>
          <a:bodyPr wrap="square" rtlCol="0">
            <a:spAutoFit/>
          </a:bodyPr>
          <a:lstStyle/>
          <a:p>
            <a:r>
              <a:rPr lang="en-GB" dirty="0">
                <a:hlinkClick r:id="rId10" action="ppaction://hlinksldjump"/>
              </a:rPr>
              <a:t>Web protection ON</a:t>
            </a:r>
            <a:endParaRPr lang="en-GB" dirty="0"/>
          </a:p>
        </p:txBody>
      </p:sp>
      <p:sp>
        <p:nvSpPr>
          <p:cNvPr id="5" name="Rectangle 4">
            <a:extLst>
              <a:ext uri="{FF2B5EF4-FFF2-40B4-BE49-F238E27FC236}">
                <a16:creationId xmlns:a16="http://schemas.microsoft.com/office/drawing/2014/main" id="{118FE0E8-A1D4-491A-B3BE-4CBDC2781DB5}"/>
              </a:ext>
            </a:extLst>
          </p:cNvPr>
          <p:cNvSpPr/>
          <p:nvPr/>
        </p:nvSpPr>
        <p:spPr>
          <a:xfrm>
            <a:off x="11582400" y="-16835"/>
            <a:ext cx="6096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7" name="Picture 16">
            <a:extLst>
              <a:ext uri="{FF2B5EF4-FFF2-40B4-BE49-F238E27FC236}">
                <a16:creationId xmlns:a16="http://schemas.microsoft.com/office/drawing/2014/main" id="{BFF1D126-D300-443D-B40C-4653E946E1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56921" y="5660732"/>
            <a:ext cx="425303" cy="425303"/>
          </a:xfrm>
          <a:prstGeom prst="rect">
            <a:avLst/>
          </a:prstGeom>
        </p:spPr>
      </p:pic>
    </p:spTree>
    <p:extLst>
      <p:ext uri="{BB962C8B-B14F-4D97-AF65-F5344CB8AC3E}">
        <p14:creationId xmlns:p14="http://schemas.microsoft.com/office/powerpoint/2010/main" val="38522061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Password protection</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Hey. </a:t>
            </a:r>
          </a:p>
          <a:p>
            <a:pPr algn="ctr"/>
            <a:r>
              <a:rPr lang="en-GB" dirty="0"/>
              <a:t>You need to set a password to your system!</a:t>
            </a:r>
          </a:p>
          <a:p>
            <a:pPr algn="ctr"/>
            <a:r>
              <a:rPr lang="en-GB" dirty="0"/>
              <a:t>Please reinstall the system and set one.</a:t>
            </a:r>
          </a:p>
          <a:p>
            <a:pPr algn="ctr"/>
            <a:r>
              <a:rPr lang="en-GB" dirty="0"/>
              <a:t>How to reinstall Windos</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936799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 network</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Your PC is visible to devices on the network as Windos detected it as a home network.</a:t>
            </a:r>
          </a:p>
          <a:p>
            <a:pPr algn="ctr"/>
            <a:endParaRPr lang="en-GB" dirty="0"/>
          </a:p>
          <a:p>
            <a:pPr algn="ctr"/>
            <a:r>
              <a:rPr lang="en-GB" dirty="0">
                <a:hlinkClick r:id="rId3" action="ppaction://hlinksldjump"/>
              </a:rPr>
              <a:t>It is a work network</a:t>
            </a:r>
            <a:endParaRPr lang="en-GB" dirty="0"/>
          </a:p>
          <a:p>
            <a:pPr algn="ctr"/>
            <a:r>
              <a:rPr lang="en-GB" dirty="0">
                <a:hlinkClick r:id="rId4" action="ppaction://hlinksldjump"/>
              </a:rPr>
              <a:t>It I a public network</a:t>
            </a:r>
            <a:endParaRPr lang="en-GB" dirty="0"/>
          </a:p>
        </p:txBody>
      </p:sp>
      <p:sp>
        <p:nvSpPr>
          <p:cNvPr id="5" name="Rectangle 4">
            <a:hlinkClick r:id="rId5"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61987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 protection 2.0</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 protection 1.0 alerted you when you opened a dangerous site. It does not block it. Web protection 2.0 does. It is disabled by default to reduce lag.  If you want it press </a:t>
            </a:r>
            <a:r>
              <a:rPr lang="en-GB" dirty="0">
                <a:hlinkClick r:id="rId3" action="ppaction://hlinksldjump"/>
              </a:rPr>
              <a:t>here</a:t>
            </a:r>
            <a:endParaRPr lang="en-GB" dirty="0"/>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7588365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 protection</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Web protection has been enabled. You will be protected from:</a:t>
            </a:r>
          </a:p>
          <a:p>
            <a:pPr marL="342900" indent="-342900" algn="ctr">
              <a:buAutoNum type="arabicPeriod"/>
            </a:pPr>
            <a:r>
              <a:rPr lang="en-GB" dirty="0"/>
              <a:t>Scam websites</a:t>
            </a:r>
          </a:p>
          <a:p>
            <a:pPr marL="342900" indent="-342900" algn="ctr">
              <a:buAutoNum type="arabicPeriod"/>
            </a:pPr>
            <a:r>
              <a:rPr lang="en-GB" dirty="0"/>
              <a:t>Malware sites</a:t>
            </a:r>
          </a:p>
          <a:p>
            <a:pPr marL="342900" indent="-342900" algn="ctr">
              <a:buAutoNum type="arabicPeriod"/>
            </a:pPr>
            <a:r>
              <a:rPr lang="en-GB" dirty="0"/>
              <a:t>Other nasties</a:t>
            </a:r>
          </a:p>
          <a:p>
            <a:pPr algn="ctr"/>
            <a:r>
              <a:rPr lang="en-GB" dirty="0"/>
              <a:t>Please keep it on to surf safely. </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5280490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version plan from dev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C6C48F3A-D83B-446F-8458-88A48D608C79}"/>
              </a:ext>
            </a:extLst>
          </p:cNvPr>
          <p:cNvSpPr txBox="1"/>
          <p:nvPr/>
        </p:nvSpPr>
        <p:spPr>
          <a:xfrm>
            <a:off x="102782" y="627321"/>
            <a:ext cx="11986436" cy="3416320"/>
          </a:xfrm>
          <a:prstGeom prst="rect">
            <a:avLst/>
          </a:prstGeom>
          <a:noFill/>
        </p:spPr>
        <p:txBody>
          <a:bodyPr wrap="square" rtlCol="0">
            <a:spAutoFit/>
          </a:bodyPr>
          <a:lstStyle/>
          <a:p>
            <a:r>
              <a:rPr lang="en-GB" dirty="0"/>
              <a:t>Beta 1:</a:t>
            </a:r>
          </a:p>
          <a:p>
            <a:r>
              <a:rPr lang="en-GB" dirty="0"/>
              <a:t>An app update</a:t>
            </a:r>
          </a:p>
          <a:p>
            <a:r>
              <a:rPr lang="en-GB" dirty="0"/>
              <a:t>Beta 2:</a:t>
            </a:r>
          </a:p>
          <a:p>
            <a:r>
              <a:rPr lang="en-GB" dirty="0"/>
              <a:t>Control Panel update</a:t>
            </a:r>
          </a:p>
          <a:p>
            <a:r>
              <a:rPr lang="en-GB" dirty="0"/>
              <a:t>Beta 3:</a:t>
            </a:r>
          </a:p>
          <a:p>
            <a:r>
              <a:rPr lang="en-GB" dirty="0"/>
              <a:t>Background stuff update</a:t>
            </a:r>
          </a:p>
          <a:p>
            <a:r>
              <a:rPr lang="en-GB" dirty="0"/>
              <a:t>Beta 4:</a:t>
            </a:r>
          </a:p>
          <a:p>
            <a:r>
              <a:rPr lang="en-GB" dirty="0"/>
              <a:t>Help update</a:t>
            </a:r>
          </a:p>
          <a:p>
            <a:r>
              <a:rPr lang="en-GB" dirty="0"/>
              <a:t>Beta 5:</a:t>
            </a:r>
          </a:p>
          <a:p>
            <a:r>
              <a:rPr lang="en-GB" dirty="0"/>
              <a:t>Final touches</a:t>
            </a:r>
          </a:p>
          <a:p>
            <a:r>
              <a:rPr lang="en-GB" dirty="0"/>
              <a:t>V1. 00:</a:t>
            </a:r>
          </a:p>
          <a:p>
            <a:r>
              <a:rPr lang="en-GB" dirty="0"/>
              <a:t>Launch update, will add more apps. </a:t>
            </a:r>
          </a:p>
        </p:txBody>
      </p:sp>
    </p:spTree>
    <p:extLst>
      <p:ext uri="{BB962C8B-B14F-4D97-AF65-F5344CB8AC3E}">
        <p14:creationId xmlns:p14="http://schemas.microsoft.com/office/powerpoint/2010/main" val="3777734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\username</a:t>
            </a:r>
          </a:p>
        </p:txBody>
      </p:sp>
      <p:pic>
        <p:nvPicPr>
          <p:cNvPr id="8" name="Picture 7">
            <a:hlinkClick r:id="rId5" action="ppaction://hlinksldjump"/>
            <a:extLst>
              <a:ext uri="{FF2B5EF4-FFF2-40B4-BE49-F238E27FC236}">
                <a16:creationId xmlns:a16="http://schemas.microsoft.com/office/drawing/2014/main" id="{B83DB702-1A27-4FFD-ADB8-4259C978B1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3468" y="1275906"/>
            <a:ext cx="457200" cy="457200"/>
          </a:xfrm>
          <a:prstGeom prst="rect">
            <a:avLst/>
          </a:prstGeom>
        </p:spPr>
      </p:pic>
      <p:sp>
        <p:nvSpPr>
          <p:cNvPr id="3" name="TextBox 2">
            <a:extLst>
              <a:ext uri="{FF2B5EF4-FFF2-40B4-BE49-F238E27FC236}">
                <a16:creationId xmlns:a16="http://schemas.microsoft.com/office/drawing/2014/main" id="{7E17FEB8-0B92-4AF0-8E34-8EEDC3AB9D2F}"/>
              </a:ext>
            </a:extLst>
          </p:cNvPr>
          <p:cNvSpPr txBox="1"/>
          <p:nvPr/>
        </p:nvSpPr>
        <p:spPr>
          <a:xfrm>
            <a:off x="170121" y="1733106"/>
            <a:ext cx="2115879" cy="369332"/>
          </a:xfrm>
          <a:prstGeom prst="rect">
            <a:avLst/>
          </a:prstGeom>
          <a:noFill/>
        </p:spPr>
        <p:txBody>
          <a:bodyPr wrap="square" rtlCol="0">
            <a:spAutoFit/>
          </a:bodyPr>
          <a:lstStyle/>
          <a:p>
            <a:r>
              <a:rPr lang="en-GB" dirty="0"/>
              <a:t>documents</a:t>
            </a:r>
          </a:p>
        </p:txBody>
      </p:sp>
      <p:pic>
        <p:nvPicPr>
          <p:cNvPr id="11" name="Picture 10">
            <a:hlinkClick r:id="rId7" action="ppaction://hlinksldjump"/>
            <a:extLst>
              <a:ext uri="{FF2B5EF4-FFF2-40B4-BE49-F238E27FC236}">
                <a16:creationId xmlns:a16="http://schemas.microsoft.com/office/drawing/2014/main" id="{FAD9E0FA-7776-412A-BC2B-F1095C4DF3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46521" y="1275906"/>
            <a:ext cx="609600" cy="609600"/>
          </a:xfrm>
          <a:prstGeom prst="rect">
            <a:avLst/>
          </a:prstGeom>
        </p:spPr>
      </p:pic>
      <p:sp>
        <p:nvSpPr>
          <p:cNvPr id="12" name="TextBox 11">
            <a:extLst>
              <a:ext uri="{FF2B5EF4-FFF2-40B4-BE49-F238E27FC236}">
                <a16:creationId xmlns:a16="http://schemas.microsoft.com/office/drawing/2014/main" id="{D23AC4D2-B233-44F9-A484-B0BF63164C3D}"/>
              </a:ext>
            </a:extLst>
          </p:cNvPr>
          <p:cNvSpPr txBox="1"/>
          <p:nvPr/>
        </p:nvSpPr>
        <p:spPr>
          <a:xfrm>
            <a:off x="1846521" y="1917772"/>
            <a:ext cx="1928037" cy="369332"/>
          </a:xfrm>
          <a:prstGeom prst="rect">
            <a:avLst/>
          </a:prstGeom>
          <a:noFill/>
        </p:spPr>
        <p:txBody>
          <a:bodyPr wrap="square" rtlCol="0">
            <a:spAutoFit/>
          </a:bodyPr>
          <a:lstStyle/>
          <a:p>
            <a:r>
              <a:rPr lang="en-GB" dirty="0"/>
              <a:t>system</a:t>
            </a:r>
          </a:p>
        </p:txBody>
      </p:sp>
      <p:pic>
        <p:nvPicPr>
          <p:cNvPr id="13" name="Picture 12">
            <a:hlinkClick r:id="rId9" action="ppaction://hlinksldjump"/>
            <a:extLst>
              <a:ext uri="{FF2B5EF4-FFF2-40B4-BE49-F238E27FC236}">
                <a16:creationId xmlns:a16="http://schemas.microsoft.com/office/drawing/2014/main" id="{F36023D4-0B7C-4EF6-9D49-178A91157D1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313374" y="1275906"/>
            <a:ext cx="641866" cy="641866"/>
          </a:xfrm>
          <a:prstGeom prst="rect">
            <a:avLst/>
          </a:prstGeom>
        </p:spPr>
      </p:pic>
      <p:sp>
        <p:nvSpPr>
          <p:cNvPr id="14" name="TextBox 13">
            <a:extLst>
              <a:ext uri="{FF2B5EF4-FFF2-40B4-BE49-F238E27FC236}">
                <a16:creationId xmlns:a16="http://schemas.microsoft.com/office/drawing/2014/main" id="{BC7EADE4-612D-41DB-9844-32E2B1D84F5E}"/>
              </a:ext>
            </a:extLst>
          </p:cNvPr>
          <p:cNvSpPr txBox="1"/>
          <p:nvPr/>
        </p:nvSpPr>
        <p:spPr>
          <a:xfrm>
            <a:off x="2939682" y="1950038"/>
            <a:ext cx="2045435" cy="369332"/>
          </a:xfrm>
          <a:prstGeom prst="rect">
            <a:avLst/>
          </a:prstGeom>
          <a:noFill/>
        </p:spPr>
        <p:txBody>
          <a:bodyPr wrap="square" rtlCol="0">
            <a:spAutoFit/>
          </a:bodyPr>
          <a:lstStyle/>
          <a:p>
            <a:r>
              <a:rPr lang="en-GB" dirty="0"/>
              <a:t>Elvis Playlist</a:t>
            </a:r>
          </a:p>
        </p:txBody>
      </p:sp>
      <p:pic>
        <p:nvPicPr>
          <p:cNvPr id="15" name="Picture 14">
            <a:hlinkClick r:id="rId11" action="ppaction://hlinksldjump"/>
            <a:extLst>
              <a:ext uri="{FF2B5EF4-FFF2-40B4-BE49-F238E27FC236}">
                <a16:creationId xmlns:a16="http://schemas.microsoft.com/office/drawing/2014/main" id="{E2F33BDB-0DF7-4CD8-8B2A-AE11D3A27EF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631177" y="1332835"/>
            <a:ext cx="495742" cy="495742"/>
          </a:xfrm>
          <a:prstGeom prst="rect">
            <a:avLst/>
          </a:prstGeom>
        </p:spPr>
      </p:pic>
      <p:sp>
        <p:nvSpPr>
          <p:cNvPr id="16" name="TextBox 15">
            <a:extLst>
              <a:ext uri="{FF2B5EF4-FFF2-40B4-BE49-F238E27FC236}">
                <a16:creationId xmlns:a16="http://schemas.microsoft.com/office/drawing/2014/main" id="{C7A02162-19E9-44C4-8F45-7C69932B0753}"/>
              </a:ext>
            </a:extLst>
          </p:cNvPr>
          <p:cNvSpPr txBox="1"/>
          <p:nvPr/>
        </p:nvSpPr>
        <p:spPr>
          <a:xfrm>
            <a:off x="4631177" y="1885506"/>
            <a:ext cx="1716460" cy="369332"/>
          </a:xfrm>
          <a:prstGeom prst="rect">
            <a:avLst/>
          </a:prstGeom>
          <a:noFill/>
        </p:spPr>
        <p:txBody>
          <a:bodyPr wrap="square" rtlCol="0">
            <a:spAutoFit/>
          </a:bodyPr>
          <a:lstStyle/>
          <a:p>
            <a:r>
              <a:rPr lang="en-GB" dirty="0"/>
              <a:t>IE225 files</a:t>
            </a:r>
          </a:p>
        </p:txBody>
      </p:sp>
      <p:pic>
        <p:nvPicPr>
          <p:cNvPr id="17" name="Picture 16">
            <a:hlinkClick r:id="rId13" action="ppaction://hlinksldjump"/>
            <a:extLst>
              <a:ext uri="{FF2B5EF4-FFF2-40B4-BE49-F238E27FC236}">
                <a16:creationId xmlns:a16="http://schemas.microsoft.com/office/drawing/2014/main" id="{15D22271-B508-497A-B5C0-F9A50718B46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138087" y="1294956"/>
            <a:ext cx="641866" cy="641866"/>
          </a:xfrm>
          <a:prstGeom prst="rect">
            <a:avLst/>
          </a:prstGeom>
        </p:spPr>
      </p:pic>
      <p:sp>
        <p:nvSpPr>
          <p:cNvPr id="18" name="TextBox 17">
            <a:extLst>
              <a:ext uri="{FF2B5EF4-FFF2-40B4-BE49-F238E27FC236}">
                <a16:creationId xmlns:a16="http://schemas.microsoft.com/office/drawing/2014/main" id="{2E740200-A8F1-4ACB-B096-C1A8D582C4BA}"/>
              </a:ext>
            </a:extLst>
          </p:cNvPr>
          <p:cNvSpPr txBox="1"/>
          <p:nvPr/>
        </p:nvSpPr>
        <p:spPr>
          <a:xfrm>
            <a:off x="6138087" y="2102438"/>
            <a:ext cx="1155848" cy="646331"/>
          </a:xfrm>
          <a:prstGeom prst="rect">
            <a:avLst/>
          </a:prstGeom>
          <a:noFill/>
        </p:spPr>
        <p:txBody>
          <a:bodyPr wrap="square" rtlCol="0">
            <a:spAutoFit/>
          </a:bodyPr>
          <a:lstStyle/>
          <a:p>
            <a:r>
              <a:rPr lang="en-GB" dirty="0"/>
              <a:t>Email people</a:t>
            </a:r>
          </a:p>
        </p:txBody>
      </p:sp>
    </p:spTree>
    <p:extLst>
      <p:ext uri="{BB962C8B-B14F-4D97-AF65-F5344CB8AC3E}">
        <p14:creationId xmlns:p14="http://schemas.microsoft.com/office/powerpoint/2010/main" val="19484986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\\\documents</a:t>
            </a:r>
          </a:p>
        </p:txBody>
      </p:sp>
      <p:pic>
        <p:nvPicPr>
          <p:cNvPr id="8" name="Picture 7">
            <a:hlinkClick r:id="rId5" action="ppaction://hlinksldjump"/>
            <a:extLst>
              <a:ext uri="{FF2B5EF4-FFF2-40B4-BE49-F238E27FC236}">
                <a16:creationId xmlns:a16="http://schemas.microsoft.com/office/drawing/2014/main" id="{D06BF4D8-D1CC-40AA-8AF4-D1CA145395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7896" y="1063256"/>
            <a:ext cx="457200" cy="457200"/>
          </a:xfrm>
          <a:prstGeom prst="rect">
            <a:avLst/>
          </a:prstGeom>
        </p:spPr>
      </p:pic>
      <p:sp>
        <p:nvSpPr>
          <p:cNvPr id="9" name="TextBox 8">
            <a:extLst>
              <a:ext uri="{FF2B5EF4-FFF2-40B4-BE49-F238E27FC236}">
                <a16:creationId xmlns:a16="http://schemas.microsoft.com/office/drawing/2014/main" id="{852EFDBE-894A-4987-820B-8A65D38429C9}"/>
              </a:ext>
            </a:extLst>
          </p:cNvPr>
          <p:cNvSpPr txBox="1"/>
          <p:nvPr/>
        </p:nvSpPr>
        <p:spPr>
          <a:xfrm>
            <a:off x="138223" y="1488558"/>
            <a:ext cx="2785730" cy="369332"/>
          </a:xfrm>
          <a:prstGeom prst="rect">
            <a:avLst/>
          </a:prstGeom>
          <a:noFill/>
        </p:spPr>
        <p:txBody>
          <a:bodyPr wrap="square" rtlCol="0">
            <a:spAutoFit/>
          </a:bodyPr>
          <a:lstStyle/>
          <a:p>
            <a:r>
              <a:rPr lang="en-GB" dirty="0"/>
              <a:t>Test.txt</a:t>
            </a:r>
          </a:p>
        </p:txBody>
      </p:sp>
    </p:spTree>
    <p:extLst>
      <p:ext uri="{BB962C8B-B14F-4D97-AF65-F5344CB8AC3E}">
        <p14:creationId xmlns:p14="http://schemas.microsoft.com/office/powerpoint/2010/main" val="27545563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\\\elvis</a:t>
            </a:r>
          </a:p>
        </p:txBody>
      </p:sp>
      <p:sp>
        <p:nvSpPr>
          <p:cNvPr id="3" name="TextBox 2">
            <a:extLst>
              <a:ext uri="{FF2B5EF4-FFF2-40B4-BE49-F238E27FC236}">
                <a16:creationId xmlns:a16="http://schemas.microsoft.com/office/drawing/2014/main" id="{A440027E-7CF7-49FD-B9B4-491E011BE944}"/>
              </a:ext>
            </a:extLst>
          </p:cNvPr>
          <p:cNvSpPr txBox="1"/>
          <p:nvPr/>
        </p:nvSpPr>
        <p:spPr>
          <a:xfrm>
            <a:off x="202019" y="1041991"/>
            <a:ext cx="11887199" cy="5909310"/>
          </a:xfrm>
          <a:prstGeom prst="rect">
            <a:avLst/>
          </a:prstGeom>
          <a:noFill/>
        </p:spPr>
        <p:txBody>
          <a:bodyPr wrap="square" rtlCol="0">
            <a:spAutoFit/>
          </a:bodyPr>
          <a:lstStyle/>
          <a:p>
            <a:pPr marL="342900" indent="-342900">
              <a:buFont typeface="+mj-lt"/>
              <a:buAutoNum type="arabicPeriod"/>
            </a:pPr>
            <a:r>
              <a:rPr lang="en-GB" dirty="0"/>
              <a:t>,Paradise Hawaiian Style</a:t>
            </a:r>
          </a:p>
          <a:p>
            <a:pPr marL="342900" indent="-342900">
              <a:buFont typeface="+mj-lt"/>
              <a:buAutoNum type="arabicPeriod"/>
            </a:pPr>
            <a:r>
              <a:rPr lang="en-GB" dirty="0"/>
              <a:t>See,  See rider</a:t>
            </a:r>
          </a:p>
          <a:p>
            <a:pPr marL="342900" indent="-342900">
              <a:buFont typeface="+mj-lt"/>
              <a:buAutoNum type="arabicPeriod"/>
            </a:pPr>
            <a:r>
              <a:rPr lang="en-GB" dirty="0"/>
              <a:t>Burning love</a:t>
            </a:r>
          </a:p>
          <a:p>
            <a:pPr marL="342900" indent="-342900">
              <a:buFont typeface="+mj-lt"/>
              <a:buAutoNum type="arabicPeriod"/>
            </a:pPr>
            <a:r>
              <a:rPr lang="en-GB" dirty="0"/>
              <a:t>Something</a:t>
            </a:r>
          </a:p>
          <a:p>
            <a:pPr marL="342900" indent="-342900">
              <a:buFont typeface="+mj-lt"/>
              <a:buAutoNum type="arabicPeriod"/>
            </a:pPr>
            <a:r>
              <a:rPr lang="en-GB" dirty="0"/>
              <a:t>You gave me a mountain</a:t>
            </a:r>
          </a:p>
          <a:p>
            <a:pPr marL="342900" indent="-342900">
              <a:buFont typeface="+mj-lt"/>
              <a:buAutoNum type="arabicPeriod"/>
            </a:pPr>
            <a:r>
              <a:rPr lang="en-GB" dirty="0"/>
              <a:t>Steamroller blues</a:t>
            </a:r>
          </a:p>
          <a:p>
            <a:pPr marL="342900" indent="-342900">
              <a:buFont typeface="+mj-lt"/>
              <a:buAutoNum type="arabicPeriod"/>
            </a:pPr>
            <a:r>
              <a:rPr lang="en-GB" dirty="0"/>
              <a:t>My way</a:t>
            </a:r>
          </a:p>
          <a:p>
            <a:pPr marL="342900" indent="-342900">
              <a:buFont typeface="+mj-lt"/>
              <a:buAutoNum type="arabicPeriod"/>
            </a:pPr>
            <a:r>
              <a:rPr lang="en-GB" dirty="0"/>
              <a:t>Love me</a:t>
            </a:r>
          </a:p>
          <a:p>
            <a:pPr marL="342900" indent="-342900">
              <a:buFont typeface="+mj-lt"/>
              <a:buAutoNum type="arabicPeriod"/>
            </a:pPr>
            <a:r>
              <a:rPr lang="en-GB" dirty="0"/>
              <a:t>Johnny B Goode</a:t>
            </a:r>
          </a:p>
          <a:p>
            <a:pPr marL="342900" indent="-342900">
              <a:buFont typeface="+mj-lt"/>
              <a:buAutoNum type="arabicPeriod"/>
            </a:pPr>
            <a:r>
              <a:rPr lang="en-GB" dirty="0"/>
              <a:t>Blue Suede Shoes</a:t>
            </a:r>
          </a:p>
          <a:p>
            <a:pPr marL="342900" indent="-342900">
              <a:buFont typeface="+mj-lt"/>
              <a:buAutoNum type="arabicPeriod"/>
            </a:pPr>
            <a:r>
              <a:rPr lang="en-GB" dirty="0"/>
              <a:t>I’m so lonesome I could cry</a:t>
            </a:r>
          </a:p>
          <a:p>
            <a:pPr marL="342900" indent="-342900">
              <a:buFont typeface="+mj-lt"/>
              <a:buAutoNum type="arabicPeriod"/>
            </a:pPr>
            <a:r>
              <a:rPr lang="en-GB" dirty="0"/>
              <a:t>I can’t stop loving you</a:t>
            </a:r>
          </a:p>
          <a:p>
            <a:pPr marL="342900" indent="-342900">
              <a:buFont typeface="+mj-lt"/>
              <a:buAutoNum type="arabicPeriod"/>
            </a:pPr>
            <a:r>
              <a:rPr lang="en-GB" dirty="0"/>
              <a:t>Hound dog</a:t>
            </a:r>
          </a:p>
          <a:p>
            <a:pPr marL="342900" indent="-342900">
              <a:buFont typeface="+mj-lt"/>
              <a:buAutoNum type="arabicPeriod"/>
            </a:pPr>
            <a:r>
              <a:rPr lang="en-GB" dirty="0"/>
              <a:t>What now my love</a:t>
            </a:r>
          </a:p>
          <a:p>
            <a:pPr marL="342900" indent="-342900">
              <a:buFont typeface="+mj-lt"/>
              <a:buAutoNum type="arabicPeriod"/>
            </a:pPr>
            <a:r>
              <a:rPr lang="en-GB" dirty="0"/>
              <a:t>Fever</a:t>
            </a:r>
          </a:p>
          <a:p>
            <a:pPr marL="342900" indent="-342900">
              <a:buFont typeface="+mj-lt"/>
              <a:buAutoNum type="arabicPeriod"/>
            </a:pPr>
            <a:r>
              <a:rPr lang="en-GB" dirty="0"/>
              <a:t>Welcome to my world</a:t>
            </a:r>
          </a:p>
          <a:p>
            <a:pPr marL="342900" indent="-342900">
              <a:buFont typeface="+mj-lt"/>
              <a:buAutoNum type="arabicPeriod"/>
            </a:pPr>
            <a:r>
              <a:rPr lang="en-GB" dirty="0"/>
              <a:t>Suspicious minds</a:t>
            </a:r>
          </a:p>
          <a:p>
            <a:pPr marL="342900" indent="-342900">
              <a:buFont typeface="+mj-lt"/>
              <a:buAutoNum type="arabicPeriod"/>
            </a:pPr>
            <a:r>
              <a:rPr lang="en-GB" dirty="0"/>
              <a:t>I’ll remember you </a:t>
            </a:r>
          </a:p>
          <a:p>
            <a:pPr marL="342900" indent="-342900">
              <a:buFont typeface="+mj-lt"/>
              <a:buAutoNum type="arabicPeriod"/>
            </a:pPr>
            <a:r>
              <a:rPr lang="en-GB" dirty="0"/>
              <a:t>long tall sally</a:t>
            </a:r>
          </a:p>
          <a:p>
            <a:pPr marL="342900" indent="-342900">
              <a:buFont typeface="+mj-lt"/>
              <a:buAutoNum type="arabicPeriod"/>
            </a:pPr>
            <a:r>
              <a:rPr lang="en-GB" dirty="0"/>
              <a:t>An American trilogy </a:t>
            </a:r>
          </a:p>
          <a:p>
            <a:pPr marL="342900" indent="-342900">
              <a:buFont typeface="+mj-lt"/>
              <a:buAutoNum type="arabicPeriod"/>
            </a:pPr>
            <a:endParaRPr lang="en-GB" dirty="0"/>
          </a:p>
        </p:txBody>
      </p:sp>
      <p:sp>
        <p:nvSpPr>
          <p:cNvPr id="9" name="TextBox 8">
            <a:extLst>
              <a:ext uri="{FF2B5EF4-FFF2-40B4-BE49-F238E27FC236}">
                <a16:creationId xmlns:a16="http://schemas.microsoft.com/office/drawing/2014/main" id="{6DBA69D0-4F27-477B-9A3A-FB5575F3FA24}"/>
              </a:ext>
            </a:extLst>
          </p:cNvPr>
          <p:cNvSpPr txBox="1"/>
          <p:nvPr/>
        </p:nvSpPr>
        <p:spPr>
          <a:xfrm>
            <a:off x="4527698" y="1392865"/>
            <a:ext cx="3583172" cy="646331"/>
          </a:xfrm>
          <a:prstGeom prst="rect">
            <a:avLst/>
          </a:prstGeom>
          <a:noFill/>
        </p:spPr>
        <p:txBody>
          <a:bodyPr wrap="square" rtlCol="0">
            <a:spAutoFit/>
          </a:bodyPr>
          <a:lstStyle/>
          <a:p>
            <a:pPr marL="342900" indent="-342900">
              <a:buFont typeface="+mj-lt"/>
              <a:buAutoNum type="arabicPeriod"/>
            </a:pPr>
            <a:r>
              <a:rPr lang="en-GB" dirty="0"/>
              <a:t>A big hunk of love</a:t>
            </a:r>
          </a:p>
          <a:p>
            <a:pPr marL="342900" indent="-342900">
              <a:buFont typeface="+mj-lt"/>
              <a:buAutoNum type="arabicPeriod"/>
            </a:pPr>
            <a:r>
              <a:rPr lang="en-GB" dirty="0"/>
              <a:t> can’t help falling in love</a:t>
            </a:r>
          </a:p>
        </p:txBody>
      </p:sp>
      <p:sp>
        <p:nvSpPr>
          <p:cNvPr id="10" name="TextBox 9">
            <a:extLst>
              <a:ext uri="{FF2B5EF4-FFF2-40B4-BE49-F238E27FC236}">
                <a16:creationId xmlns:a16="http://schemas.microsoft.com/office/drawing/2014/main" id="{DB921DE0-6638-4D2D-B625-1E71DF35E264}"/>
              </a:ext>
            </a:extLst>
          </p:cNvPr>
          <p:cNvSpPr txBox="1"/>
          <p:nvPr/>
        </p:nvSpPr>
        <p:spPr>
          <a:xfrm>
            <a:off x="4316819" y="1392865"/>
            <a:ext cx="210878" cy="646331"/>
          </a:xfrm>
          <a:prstGeom prst="rect">
            <a:avLst/>
          </a:prstGeom>
          <a:noFill/>
        </p:spPr>
        <p:txBody>
          <a:bodyPr wrap="square" rtlCol="0">
            <a:spAutoFit/>
          </a:bodyPr>
          <a:lstStyle/>
          <a:p>
            <a:r>
              <a:rPr lang="en-GB" dirty="0"/>
              <a:t>2</a:t>
            </a:r>
          </a:p>
          <a:p>
            <a:r>
              <a:rPr lang="en-GB" dirty="0"/>
              <a:t>2</a:t>
            </a:r>
          </a:p>
        </p:txBody>
      </p:sp>
    </p:spTree>
    <p:extLst>
      <p:ext uri="{BB962C8B-B14F-4D97-AF65-F5344CB8AC3E}">
        <p14:creationId xmlns:p14="http://schemas.microsoft.com/office/powerpoint/2010/main" val="31273410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\\\ie225</a:t>
            </a:r>
          </a:p>
        </p:txBody>
      </p:sp>
      <p:sp>
        <p:nvSpPr>
          <p:cNvPr id="3" name="TextBox 2">
            <a:extLst>
              <a:ext uri="{FF2B5EF4-FFF2-40B4-BE49-F238E27FC236}">
                <a16:creationId xmlns:a16="http://schemas.microsoft.com/office/drawing/2014/main" id="{07528F51-CDBB-4C81-B953-52B7FFC29CB9}"/>
              </a:ext>
            </a:extLst>
          </p:cNvPr>
          <p:cNvSpPr txBox="1"/>
          <p:nvPr/>
        </p:nvSpPr>
        <p:spPr>
          <a:xfrm>
            <a:off x="318977" y="1653806"/>
            <a:ext cx="2307265" cy="369332"/>
          </a:xfrm>
          <a:prstGeom prst="rect">
            <a:avLst/>
          </a:prstGeom>
          <a:noFill/>
        </p:spPr>
        <p:txBody>
          <a:bodyPr wrap="square" rtlCol="0">
            <a:spAutoFit/>
          </a:bodyPr>
          <a:lstStyle/>
          <a:p>
            <a:r>
              <a:rPr lang="en-GB" dirty="0"/>
              <a:t>Open me.mp3.exe</a:t>
            </a:r>
          </a:p>
        </p:txBody>
      </p:sp>
      <p:pic>
        <p:nvPicPr>
          <p:cNvPr id="10" name="Picture 9">
            <a:hlinkClick r:id="rId5" action="ppaction://hlinksldjump"/>
            <a:extLst>
              <a:ext uri="{FF2B5EF4-FFF2-40B4-BE49-F238E27FC236}">
                <a16:creationId xmlns:a16="http://schemas.microsoft.com/office/drawing/2014/main" id="{463B22FF-466E-4E87-8518-B87179F232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8955" y="1130152"/>
            <a:ext cx="523654" cy="523654"/>
          </a:xfrm>
          <a:prstGeom prst="rect">
            <a:avLst/>
          </a:prstGeom>
        </p:spPr>
      </p:pic>
    </p:spTree>
    <p:extLst>
      <p:ext uri="{BB962C8B-B14F-4D97-AF65-F5344CB8AC3E}">
        <p14:creationId xmlns:p14="http://schemas.microsoft.com/office/powerpoint/2010/main" val="35866287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explorer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hlinkClick r:id="rId3" action="ppaction://hlinksldjump"/>
            <a:extLst>
              <a:ext uri="{FF2B5EF4-FFF2-40B4-BE49-F238E27FC236}">
                <a16:creationId xmlns:a16="http://schemas.microsoft.com/office/drawing/2014/main" id="{5FB3FE7A-9B98-42C3-BAA5-B80BA70E9D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25963" y="-31898"/>
            <a:ext cx="457200" cy="457200"/>
          </a:xfrm>
          <a:prstGeom prst="rect">
            <a:avLst/>
          </a:prstGeom>
        </p:spPr>
      </p:pic>
      <p:sp>
        <p:nvSpPr>
          <p:cNvPr id="7" name="Rectangle 6">
            <a:extLst>
              <a:ext uri="{FF2B5EF4-FFF2-40B4-BE49-F238E27FC236}">
                <a16:creationId xmlns:a16="http://schemas.microsoft.com/office/drawing/2014/main" id="{ED5B876B-ABBB-4489-B384-7BA132941D1E}"/>
              </a:ext>
            </a:extLst>
          </p:cNvPr>
          <p:cNvSpPr/>
          <p:nvPr/>
        </p:nvSpPr>
        <p:spPr>
          <a:xfrm>
            <a:off x="0" y="425302"/>
            <a:ext cx="12192000" cy="425302"/>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\\\people</a:t>
            </a:r>
          </a:p>
        </p:txBody>
      </p:sp>
      <p:sp>
        <p:nvSpPr>
          <p:cNvPr id="8" name="Rectangle 7">
            <a:extLst>
              <a:ext uri="{FF2B5EF4-FFF2-40B4-BE49-F238E27FC236}">
                <a16:creationId xmlns:a16="http://schemas.microsoft.com/office/drawing/2014/main" id="{BED57B62-88A0-4A0D-B69F-69DA285882D0}"/>
              </a:ext>
            </a:extLst>
          </p:cNvPr>
          <p:cNvSpPr/>
          <p:nvPr/>
        </p:nvSpPr>
        <p:spPr>
          <a:xfrm>
            <a:off x="5638800" y="3184451"/>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empty</a:t>
            </a:r>
          </a:p>
        </p:txBody>
      </p:sp>
    </p:spTree>
    <p:extLst>
      <p:ext uri="{BB962C8B-B14F-4D97-AF65-F5344CB8AC3E}">
        <p14:creationId xmlns:p14="http://schemas.microsoft.com/office/powerpoint/2010/main" val="13326288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Change to work network?</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requires admin rights!</a:t>
            </a:r>
          </a:p>
          <a:p>
            <a:pPr algn="ctr"/>
            <a:r>
              <a:rPr lang="en-GB" dirty="0">
                <a:hlinkClick r:id="rId3" action="ppaction://hlinksldjump"/>
              </a:rPr>
              <a:t>Yes</a:t>
            </a:r>
            <a:r>
              <a:rPr lang="en-GB" dirty="0"/>
              <a:t>	 </a:t>
            </a:r>
            <a:r>
              <a:rPr lang="en-GB" dirty="0">
                <a:hlinkClick r:id="rId4" action="ppaction://hlinksldjump"/>
              </a:rPr>
              <a:t>no</a:t>
            </a:r>
            <a:r>
              <a:rPr lang="en-GB" dirty="0"/>
              <a:t>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20134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UAC</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 program requested admin access.</a:t>
            </a:r>
          </a:p>
          <a:p>
            <a:pPr algn="ctr"/>
            <a:r>
              <a:rPr lang="en-GB" dirty="0"/>
              <a:t>Enter the admin password:</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extLst>
              <a:ext uri="{FF2B5EF4-FFF2-40B4-BE49-F238E27FC236}">
                <a16:creationId xmlns:a16="http://schemas.microsoft.com/office/drawing/2014/main" id="{0A0C380A-3CE7-4E03-BB80-7A1FE6C74ACE}"/>
              </a:ext>
            </a:extLst>
          </p:cNvPr>
          <p:cNvSpPr/>
          <p:nvPr/>
        </p:nvSpPr>
        <p:spPr>
          <a:xfrm>
            <a:off x="0" y="5693735"/>
            <a:ext cx="5975498" cy="584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hlinkClick r:id="rId4" action="ppaction://hlinksldjump"/>
            <a:extLst>
              <a:ext uri="{FF2B5EF4-FFF2-40B4-BE49-F238E27FC236}">
                <a16:creationId xmlns:a16="http://schemas.microsoft.com/office/drawing/2014/main" id="{99E77A7F-AEBE-4F76-B69A-3D0F9BECE0B6}"/>
              </a:ext>
            </a:extLst>
          </p:cNvPr>
          <p:cNvSpPr/>
          <p:nvPr/>
        </p:nvSpPr>
        <p:spPr>
          <a:xfrm>
            <a:off x="0" y="6275867"/>
            <a:ext cx="2679405" cy="58479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10" name="Rectangle 9">
            <a:hlinkClick r:id="rId3" action="ppaction://hlinksldjump"/>
            <a:extLst>
              <a:ext uri="{FF2B5EF4-FFF2-40B4-BE49-F238E27FC236}">
                <a16:creationId xmlns:a16="http://schemas.microsoft.com/office/drawing/2014/main" id="{FD94C9DB-68FD-4EFD-A839-533439B1CDAD}"/>
              </a:ext>
            </a:extLst>
          </p:cNvPr>
          <p:cNvSpPr/>
          <p:nvPr/>
        </p:nvSpPr>
        <p:spPr>
          <a:xfrm>
            <a:off x="2679405" y="6270551"/>
            <a:ext cx="3296093" cy="58479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Tree>
    <p:extLst>
      <p:ext uri="{BB962C8B-B14F-4D97-AF65-F5344CB8AC3E}">
        <p14:creationId xmlns:p14="http://schemas.microsoft.com/office/powerpoint/2010/main" val="3680564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error</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admin password was incorrect</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9061066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Disconnect from the Internet?</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requires admin rights!</a:t>
            </a:r>
          </a:p>
          <a:p>
            <a:pPr algn="ctr"/>
            <a:r>
              <a:rPr lang="en-GB" dirty="0">
                <a:hlinkClick r:id="rId3" action="ppaction://hlinksldjump"/>
              </a:rPr>
              <a:t>Yes</a:t>
            </a:r>
            <a:r>
              <a:rPr lang="en-GB" dirty="0"/>
              <a:t>	 </a:t>
            </a:r>
            <a:r>
              <a:rPr lang="en-GB" dirty="0">
                <a:hlinkClick r:id="rId4" action="ppaction://hlinksldjump"/>
              </a:rPr>
              <a:t>no</a:t>
            </a:r>
            <a:r>
              <a:rPr lang="en-GB" dirty="0"/>
              <a:t>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2035415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Home network manager</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B7A74246-4EFB-4224-8666-ACCFE1D32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1088" y="1307804"/>
            <a:ext cx="425302" cy="425302"/>
          </a:xfrm>
          <a:prstGeom prst="rect">
            <a:avLst/>
          </a:prstGeom>
        </p:spPr>
      </p:pic>
      <p:pic>
        <p:nvPicPr>
          <p:cNvPr id="7" name="Picture 6">
            <a:extLst>
              <a:ext uri="{FF2B5EF4-FFF2-40B4-BE49-F238E27FC236}">
                <a16:creationId xmlns:a16="http://schemas.microsoft.com/office/drawing/2014/main" id="{04C025EE-9FE9-4032-A438-2303DFC8F9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9788" y="2731684"/>
            <a:ext cx="457200" cy="457200"/>
          </a:xfrm>
          <a:prstGeom prst="rect">
            <a:avLst/>
          </a:prstGeom>
        </p:spPr>
      </p:pic>
      <p:pic>
        <p:nvPicPr>
          <p:cNvPr id="8" name="Picture 7">
            <a:extLst>
              <a:ext uri="{FF2B5EF4-FFF2-40B4-BE49-F238E27FC236}">
                <a16:creationId xmlns:a16="http://schemas.microsoft.com/office/drawing/2014/main" id="{6194ECDF-BF31-42C0-BE16-ACA69466DF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0697" y="1233375"/>
            <a:ext cx="425303" cy="425303"/>
          </a:xfrm>
          <a:prstGeom prst="rect">
            <a:avLst/>
          </a:prstGeom>
        </p:spPr>
      </p:pic>
      <p:cxnSp>
        <p:nvCxnSpPr>
          <p:cNvPr id="9" name="Straight Arrow Connector 8">
            <a:extLst>
              <a:ext uri="{FF2B5EF4-FFF2-40B4-BE49-F238E27FC236}">
                <a16:creationId xmlns:a16="http://schemas.microsoft.com/office/drawing/2014/main" id="{D29ACF6F-9362-49E5-95F4-879BAEE3974C}"/>
              </a:ext>
            </a:extLst>
          </p:cNvPr>
          <p:cNvCxnSpPr/>
          <p:nvPr/>
        </p:nvCxnSpPr>
        <p:spPr>
          <a:xfrm>
            <a:off x="2169042" y="1733106"/>
            <a:ext cx="2222205" cy="1116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6E9EA8C-A8EF-48F9-95D0-5630170B4C5A}"/>
              </a:ext>
            </a:extLst>
          </p:cNvPr>
          <p:cNvCxnSpPr/>
          <p:nvPr/>
        </p:nvCxnSpPr>
        <p:spPr>
          <a:xfrm flipV="1">
            <a:off x="5167423" y="1733106"/>
            <a:ext cx="715925" cy="998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1BBF302-5C2A-4275-BA8B-530027FF15AA}"/>
              </a:ext>
            </a:extLst>
          </p:cNvPr>
          <p:cNvCxnSpPr/>
          <p:nvPr/>
        </p:nvCxnSpPr>
        <p:spPr>
          <a:xfrm flipH="1">
            <a:off x="2026390" y="1446026"/>
            <a:ext cx="34989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67B86735-3431-4741-BF7E-066AFF5196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46134" y="1736206"/>
            <a:ext cx="523654" cy="523654"/>
          </a:xfrm>
          <a:prstGeom prst="rect">
            <a:avLst/>
          </a:prstGeom>
        </p:spPr>
      </p:pic>
      <p:cxnSp>
        <p:nvCxnSpPr>
          <p:cNvPr id="16" name="Straight Arrow Connector 15">
            <a:extLst>
              <a:ext uri="{FF2B5EF4-FFF2-40B4-BE49-F238E27FC236}">
                <a16:creationId xmlns:a16="http://schemas.microsoft.com/office/drawing/2014/main" id="{B83AE42E-189B-4A02-A3C4-3562F1831571}"/>
              </a:ext>
            </a:extLst>
          </p:cNvPr>
          <p:cNvCxnSpPr>
            <a:cxnSpLocks/>
            <a:stCxn id="6" idx="3"/>
          </p:cNvCxnSpPr>
          <p:nvPr/>
        </p:nvCxnSpPr>
        <p:spPr>
          <a:xfrm>
            <a:off x="2026390" y="1520455"/>
            <a:ext cx="1931140" cy="476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45170AD-DD07-4061-8594-AC095C3A0254}"/>
              </a:ext>
            </a:extLst>
          </p:cNvPr>
          <p:cNvCxnSpPr/>
          <p:nvPr/>
        </p:nvCxnSpPr>
        <p:spPr>
          <a:xfrm flipV="1">
            <a:off x="4391247" y="1520455"/>
            <a:ext cx="1403497" cy="477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CDDF8D7-0883-4075-9F1A-A36CB1D115BE}"/>
              </a:ext>
            </a:extLst>
          </p:cNvPr>
          <p:cNvCxnSpPr/>
          <p:nvPr/>
        </p:nvCxnSpPr>
        <p:spPr>
          <a:xfrm>
            <a:off x="4391247" y="2094614"/>
            <a:ext cx="265813" cy="63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440F8E7-9E74-45E3-82B4-FAFC7FC127AD}"/>
              </a:ext>
            </a:extLst>
          </p:cNvPr>
          <p:cNvSpPr txBox="1"/>
          <p:nvPr/>
        </p:nvSpPr>
        <p:spPr>
          <a:xfrm>
            <a:off x="6762307" y="829340"/>
            <a:ext cx="4727944" cy="646331"/>
          </a:xfrm>
          <a:prstGeom prst="rect">
            <a:avLst/>
          </a:prstGeom>
          <a:noFill/>
        </p:spPr>
        <p:txBody>
          <a:bodyPr wrap="square" rtlCol="0">
            <a:spAutoFit/>
          </a:bodyPr>
          <a:lstStyle/>
          <a:p>
            <a:r>
              <a:rPr lang="en-GB" dirty="0"/>
              <a:t>Your device is connected to a home network.</a:t>
            </a:r>
          </a:p>
          <a:p>
            <a:r>
              <a:rPr lang="en-GB" dirty="0"/>
              <a:t>Connection type: ethernet </a:t>
            </a:r>
          </a:p>
        </p:txBody>
      </p:sp>
      <p:pic>
        <p:nvPicPr>
          <p:cNvPr id="22" name="Picture 21">
            <a:extLst>
              <a:ext uri="{FF2B5EF4-FFF2-40B4-BE49-F238E27FC236}">
                <a16:creationId xmlns:a16="http://schemas.microsoft.com/office/drawing/2014/main" id="{A12F8DE3-18A6-43AA-82BF-A86BDB8F8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209" y="3400646"/>
            <a:ext cx="425302" cy="425302"/>
          </a:xfrm>
          <a:prstGeom prst="rect">
            <a:avLst/>
          </a:prstGeom>
        </p:spPr>
      </p:pic>
      <p:pic>
        <p:nvPicPr>
          <p:cNvPr id="23" name="Picture 22">
            <a:extLst>
              <a:ext uri="{FF2B5EF4-FFF2-40B4-BE49-F238E27FC236}">
                <a16:creationId xmlns:a16="http://schemas.microsoft.com/office/drawing/2014/main" id="{D0AB097B-CFE6-4973-BF0E-2754EA19F6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0857" y="3989423"/>
            <a:ext cx="523654" cy="523654"/>
          </a:xfrm>
          <a:prstGeom prst="rect">
            <a:avLst/>
          </a:prstGeom>
        </p:spPr>
      </p:pic>
      <p:pic>
        <p:nvPicPr>
          <p:cNvPr id="24" name="Picture 23">
            <a:extLst>
              <a:ext uri="{FF2B5EF4-FFF2-40B4-BE49-F238E27FC236}">
                <a16:creationId xmlns:a16="http://schemas.microsoft.com/office/drawing/2014/main" id="{75426EE7-B83B-4F2C-BCC0-3C9910AAF9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876" y="4676993"/>
            <a:ext cx="457200" cy="457200"/>
          </a:xfrm>
          <a:prstGeom prst="rect">
            <a:avLst/>
          </a:prstGeom>
        </p:spPr>
      </p:pic>
      <p:pic>
        <p:nvPicPr>
          <p:cNvPr id="25" name="Picture 24">
            <a:extLst>
              <a:ext uri="{FF2B5EF4-FFF2-40B4-BE49-F238E27FC236}">
                <a16:creationId xmlns:a16="http://schemas.microsoft.com/office/drawing/2014/main" id="{29E6BB92-5825-4DC2-9D78-98CF3C85E0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6876" y="5361903"/>
            <a:ext cx="425303" cy="425303"/>
          </a:xfrm>
          <a:prstGeom prst="rect">
            <a:avLst/>
          </a:prstGeom>
        </p:spPr>
      </p:pic>
      <p:sp>
        <p:nvSpPr>
          <p:cNvPr id="26" name="TextBox 25">
            <a:extLst>
              <a:ext uri="{FF2B5EF4-FFF2-40B4-BE49-F238E27FC236}">
                <a16:creationId xmlns:a16="http://schemas.microsoft.com/office/drawing/2014/main" id="{063230D3-7F39-4F3D-887A-D134E252A76B}"/>
              </a:ext>
            </a:extLst>
          </p:cNvPr>
          <p:cNvSpPr txBox="1"/>
          <p:nvPr/>
        </p:nvSpPr>
        <p:spPr>
          <a:xfrm>
            <a:off x="1601088" y="3400646"/>
            <a:ext cx="3055972" cy="646331"/>
          </a:xfrm>
          <a:prstGeom prst="rect">
            <a:avLst/>
          </a:prstGeom>
          <a:noFill/>
        </p:spPr>
        <p:txBody>
          <a:bodyPr wrap="square" rtlCol="0">
            <a:spAutoFit/>
          </a:bodyPr>
          <a:lstStyle/>
          <a:p>
            <a:r>
              <a:rPr lang="en-GB" dirty="0"/>
              <a:t>Computer is connected  via ethernet</a:t>
            </a:r>
          </a:p>
        </p:txBody>
      </p:sp>
      <p:sp>
        <p:nvSpPr>
          <p:cNvPr id="27" name="TextBox 26">
            <a:extLst>
              <a:ext uri="{FF2B5EF4-FFF2-40B4-BE49-F238E27FC236}">
                <a16:creationId xmlns:a16="http://schemas.microsoft.com/office/drawing/2014/main" id="{510AC798-97BE-4125-9948-891CA9BFB4C2}"/>
              </a:ext>
            </a:extLst>
          </p:cNvPr>
          <p:cNvSpPr txBox="1"/>
          <p:nvPr/>
        </p:nvSpPr>
        <p:spPr>
          <a:xfrm>
            <a:off x="1601088" y="4082902"/>
            <a:ext cx="3194196" cy="369332"/>
          </a:xfrm>
          <a:prstGeom prst="rect">
            <a:avLst/>
          </a:prstGeom>
          <a:noFill/>
        </p:spPr>
        <p:txBody>
          <a:bodyPr wrap="square" rtlCol="0">
            <a:spAutoFit/>
          </a:bodyPr>
          <a:lstStyle/>
          <a:p>
            <a:r>
              <a:rPr lang="en-GB" dirty="0"/>
              <a:t>Gateway is enabled </a:t>
            </a:r>
          </a:p>
        </p:txBody>
      </p:sp>
      <p:sp>
        <p:nvSpPr>
          <p:cNvPr id="28" name="TextBox 27">
            <a:extLst>
              <a:ext uri="{FF2B5EF4-FFF2-40B4-BE49-F238E27FC236}">
                <a16:creationId xmlns:a16="http://schemas.microsoft.com/office/drawing/2014/main" id="{9EC98B46-0DA1-48CE-BDC7-5E91314645ED}"/>
              </a:ext>
            </a:extLst>
          </p:cNvPr>
          <p:cNvSpPr txBox="1"/>
          <p:nvPr/>
        </p:nvSpPr>
        <p:spPr>
          <a:xfrm>
            <a:off x="1601088" y="4784651"/>
            <a:ext cx="4193656" cy="369332"/>
          </a:xfrm>
          <a:prstGeom prst="rect">
            <a:avLst/>
          </a:prstGeom>
          <a:noFill/>
        </p:spPr>
        <p:txBody>
          <a:bodyPr wrap="square" rtlCol="0">
            <a:spAutoFit/>
          </a:bodyPr>
          <a:lstStyle/>
          <a:p>
            <a:r>
              <a:rPr lang="en-GB" dirty="0"/>
              <a:t>Home network enabled</a:t>
            </a:r>
          </a:p>
        </p:txBody>
      </p:sp>
      <p:sp>
        <p:nvSpPr>
          <p:cNvPr id="29" name="TextBox 28">
            <a:extLst>
              <a:ext uri="{FF2B5EF4-FFF2-40B4-BE49-F238E27FC236}">
                <a16:creationId xmlns:a16="http://schemas.microsoft.com/office/drawing/2014/main" id="{C95D9B7D-21D4-49FC-9266-9F0E3CC66035}"/>
              </a:ext>
            </a:extLst>
          </p:cNvPr>
          <p:cNvSpPr txBox="1"/>
          <p:nvPr/>
        </p:nvSpPr>
        <p:spPr>
          <a:xfrm>
            <a:off x="1434511" y="5465135"/>
            <a:ext cx="3055972" cy="369332"/>
          </a:xfrm>
          <a:prstGeom prst="rect">
            <a:avLst/>
          </a:prstGeom>
          <a:noFill/>
        </p:spPr>
        <p:txBody>
          <a:bodyPr wrap="square" rtlCol="0">
            <a:spAutoFit/>
          </a:bodyPr>
          <a:lstStyle/>
          <a:p>
            <a:r>
              <a:rPr lang="en-GB" dirty="0"/>
              <a:t>Internet</a:t>
            </a:r>
          </a:p>
        </p:txBody>
      </p:sp>
      <p:pic>
        <p:nvPicPr>
          <p:cNvPr id="31" name="Picture 30">
            <a:extLst>
              <a:ext uri="{FF2B5EF4-FFF2-40B4-BE49-F238E27FC236}">
                <a16:creationId xmlns:a16="http://schemas.microsoft.com/office/drawing/2014/main" id="{5FBA3032-D77A-4261-A1E6-730248DCBD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55068" y="409796"/>
            <a:ext cx="582131" cy="582131"/>
          </a:xfrm>
          <a:prstGeom prst="rect">
            <a:avLst/>
          </a:prstGeom>
        </p:spPr>
      </p:pic>
      <p:cxnSp>
        <p:nvCxnSpPr>
          <p:cNvPr id="33" name="Straight Arrow Connector 32">
            <a:extLst>
              <a:ext uri="{FF2B5EF4-FFF2-40B4-BE49-F238E27FC236}">
                <a16:creationId xmlns:a16="http://schemas.microsoft.com/office/drawing/2014/main" id="{32E26E59-C6E2-43C9-85B0-EFD6D9B71055}"/>
              </a:ext>
            </a:extLst>
          </p:cNvPr>
          <p:cNvCxnSpPr>
            <a:stCxn id="6" idx="0"/>
          </p:cNvCxnSpPr>
          <p:nvPr/>
        </p:nvCxnSpPr>
        <p:spPr>
          <a:xfrm flipV="1">
            <a:off x="1813739" y="829340"/>
            <a:ext cx="1884177" cy="478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B4C67CA-D82F-420D-9868-2308EC9F7B66}"/>
              </a:ext>
            </a:extLst>
          </p:cNvPr>
          <p:cNvCxnSpPr/>
          <p:nvPr/>
        </p:nvCxnSpPr>
        <p:spPr>
          <a:xfrm flipH="1" flipV="1">
            <a:off x="4157330" y="829340"/>
            <a:ext cx="1637414" cy="478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05402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MEMZ</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Whoops! </a:t>
            </a:r>
          </a:p>
          <a:p>
            <a:pPr algn="ctr"/>
            <a:r>
              <a:rPr lang="en-GB" dirty="0"/>
              <a:t>You messed up! </a:t>
            </a:r>
          </a:p>
        </p:txBody>
      </p:sp>
      <p:sp>
        <p:nvSpPr>
          <p:cNvPr id="5" name="Rectangle 4">
            <a:hlinkClick r:id="rId4"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33192721"/>
      </p:ext>
    </p:extLst>
  </p:cSld>
  <p:clrMapOvr>
    <a:masterClrMapping/>
  </p:clrMapOvr>
  <mc:AlternateContent xmlns:mc="http://schemas.openxmlformats.org/markup-compatibility/2006" xmlns:p14="http://schemas.microsoft.com/office/powerpoint/2010/main">
    <mc:Choice Requires="p14">
      <p:transition spd="slow" p14:dur="2000">
        <p:sndAc>
          <p:stSnd>
            <p:snd r:embed="rId2" name="cashreg.wav"/>
          </p:stSnd>
        </p:sndAc>
      </p:transition>
    </mc:Choice>
    <mc:Fallback xmlns="">
      <p:transition spd="slow">
        <p:sndAc>
          <p:stSnd>
            <p:snd r:embed="rId5" name="cashreg.wav"/>
          </p:stSnd>
        </p:sndAc>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Control panel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BDF0FE34-03E1-4A32-AAB3-AA7E96DD8784}"/>
              </a:ext>
            </a:extLst>
          </p:cNvPr>
          <p:cNvSpPr txBox="1"/>
          <p:nvPr/>
        </p:nvSpPr>
        <p:spPr>
          <a:xfrm>
            <a:off x="212651" y="1504571"/>
            <a:ext cx="3147237" cy="369332"/>
          </a:xfrm>
          <a:prstGeom prst="rect">
            <a:avLst/>
          </a:prstGeom>
          <a:noFill/>
        </p:spPr>
        <p:txBody>
          <a:bodyPr wrap="square" rtlCol="0">
            <a:spAutoFit/>
          </a:bodyPr>
          <a:lstStyle/>
          <a:p>
            <a:r>
              <a:rPr lang="en-GB" dirty="0"/>
              <a:t>IE 22.5</a:t>
            </a:r>
          </a:p>
        </p:txBody>
      </p:sp>
      <p:pic>
        <p:nvPicPr>
          <p:cNvPr id="7" name="Picture 6">
            <a:extLst>
              <a:ext uri="{FF2B5EF4-FFF2-40B4-BE49-F238E27FC236}">
                <a16:creationId xmlns:a16="http://schemas.microsoft.com/office/drawing/2014/main" id="{55D3FFA5-9F06-4F27-9EEE-2871D3F40B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3339" y="834720"/>
            <a:ext cx="457200" cy="457200"/>
          </a:xfrm>
          <a:prstGeom prst="rect">
            <a:avLst/>
          </a:prstGeom>
        </p:spPr>
      </p:pic>
      <p:sp>
        <p:nvSpPr>
          <p:cNvPr id="8" name="TextBox 7">
            <a:extLst>
              <a:ext uri="{FF2B5EF4-FFF2-40B4-BE49-F238E27FC236}">
                <a16:creationId xmlns:a16="http://schemas.microsoft.com/office/drawing/2014/main" id="{020D144A-D8C1-4790-8F1C-BC539D10D067}"/>
              </a:ext>
            </a:extLst>
          </p:cNvPr>
          <p:cNvSpPr txBox="1"/>
          <p:nvPr/>
        </p:nvSpPr>
        <p:spPr>
          <a:xfrm>
            <a:off x="1658679" y="1392865"/>
            <a:ext cx="2700670" cy="369332"/>
          </a:xfrm>
          <a:prstGeom prst="rect">
            <a:avLst/>
          </a:prstGeom>
          <a:noFill/>
        </p:spPr>
        <p:txBody>
          <a:bodyPr wrap="square" rtlCol="0">
            <a:spAutoFit/>
          </a:bodyPr>
          <a:lstStyle/>
          <a:p>
            <a:r>
              <a:rPr lang="en-GB" dirty="0"/>
              <a:t>users</a:t>
            </a:r>
          </a:p>
        </p:txBody>
      </p:sp>
      <p:pic>
        <p:nvPicPr>
          <p:cNvPr id="9" name="Picture 8">
            <a:hlinkClick r:id="rId4" action="ppaction://hlinksldjump"/>
            <a:extLst>
              <a:ext uri="{FF2B5EF4-FFF2-40B4-BE49-F238E27FC236}">
                <a16:creationId xmlns:a16="http://schemas.microsoft.com/office/drawing/2014/main" id="{4586A2A6-710D-4A1A-AFB6-27C6C17A60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09014" y="801493"/>
            <a:ext cx="523654" cy="523654"/>
          </a:xfrm>
          <a:prstGeom prst="rect">
            <a:avLst/>
          </a:prstGeom>
        </p:spPr>
      </p:pic>
      <p:sp>
        <p:nvSpPr>
          <p:cNvPr id="10" name="TextBox 9">
            <a:extLst>
              <a:ext uri="{FF2B5EF4-FFF2-40B4-BE49-F238E27FC236}">
                <a16:creationId xmlns:a16="http://schemas.microsoft.com/office/drawing/2014/main" id="{07AE0D37-463B-4253-AFF0-635804A5D1CA}"/>
              </a:ext>
            </a:extLst>
          </p:cNvPr>
          <p:cNvSpPr txBox="1"/>
          <p:nvPr/>
        </p:nvSpPr>
        <p:spPr>
          <a:xfrm>
            <a:off x="3009014" y="1392865"/>
            <a:ext cx="1350335" cy="369332"/>
          </a:xfrm>
          <a:prstGeom prst="rect">
            <a:avLst/>
          </a:prstGeom>
          <a:noFill/>
        </p:spPr>
        <p:txBody>
          <a:bodyPr wrap="square" rtlCol="0">
            <a:spAutoFit/>
          </a:bodyPr>
          <a:lstStyle/>
          <a:p>
            <a:r>
              <a:rPr lang="en-GB" dirty="0"/>
              <a:t>programs</a:t>
            </a:r>
          </a:p>
        </p:txBody>
      </p:sp>
      <p:pic>
        <p:nvPicPr>
          <p:cNvPr id="12" name="Picture 11">
            <a:extLst>
              <a:ext uri="{FF2B5EF4-FFF2-40B4-BE49-F238E27FC236}">
                <a16:creationId xmlns:a16="http://schemas.microsoft.com/office/drawing/2014/main" id="{70456078-5122-42EC-820A-02E55DE582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0596" y="660136"/>
            <a:ext cx="609600" cy="609600"/>
          </a:xfrm>
          <a:prstGeom prst="rect">
            <a:avLst/>
          </a:prstGeom>
        </p:spPr>
      </p:pic>
      <p:sp>
        <p:nvSpPr>
          <p:cNvPr id="13" name="TextBox 12">
            <a:extLst>
              <a:ext uri="{FF2B5EF4-FFF2-40B4-BE49-F238E27FC236}">
                <a16:creationId xmlns:a16="http://schemas.microsoft.com/office/drawing/2014/main" id="{1B9196D1-846D-49FF-9ED9-3BA9415F2799}"/>
              </a:ext>
            </a:extLst>
          </p:cNvPr>
          <p:cNvSpPr txBox="1"/>
          <p:nvPr/>
        </p:nvSpPr>
        <p:spPr>
          <a:xfrm>
            <a:off x="4603898" y="1504571"/>
            <a:ext cx="2615609" cy="369332"/>
          </a:xfrm>
          <a:prstGeom prst="rect">
            <a:avLst/>
          </a:prstGeom>
          <a:noFill/>
        </p:spPr>
        <p:txBody>
          <a:bodyPr wrap="square" rtlCol="0">
            <a:spAutoFit/>
          </a:bodyPr>
          <a:lstStyle/>
          <a:p>
            <a:r>
              <a:rPr lang="en-GB" dirty="0"/>
              <a:t>explorer</a:t>
            </a:r>
          </a:p>
        </p:txBody>
      </p:sp>
      <p:pic>
        <p:nvPicPr>
          <p:cNvPr id="14" name="Picture 13">
            <a:hlinkClick r:id="rId7" action="ppaction://hlinksldjump"/>
            <a:extLst>
              <a:ext uri="{FF2B5EF4-FFF2-40B4-BE49-F238E27FC236}">
                <a16:creationId xmlns:a16="http://schemas.microsoft.com/office/drawing/2014/main" id="{6C61849D-F2F2-4E36-943A-CF79F95A7B4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12707" y="696432"/>
            <a:ext cx="425303" cy="425303"/>
          </a:xfrm>
          <a:prstGeom prst="rect">
            <a:avLst/>
          </a:prstGeom>
        </p:spPr>
      </p:pic>
      <p:sp>
        <p:nvSpPr>
          <p:cNvPr id="11" name="TextBox 10">
            <a:extLst>
              <a:ext uri="{FF2B5EF4-FFF2-40B4-BE49-F238E27FC236}">
                <a16:creationId xmlns:a16="http://schemas.microsoft.com/office/drawing/2014/main" id="{7DF242FB-528C-4579-901A-2D120497CB32}"/>
              </a:ext>
            </a:extLst>
          </p:cNvPr>
          <p:cNvSpPr txBox="1"/>
          <p:nvPr/>
        </p:nvSpPr>
        <p:spPr>
          <a:xfrm>
            <a:off x="5837274" y="1269736"/>
            <a:ext cx="2317898" cy="369332"/>
          </a:xfrm>
          <a:prstGeom prst="rect">
            <a:avLst/>
          </a:prstGeom>
          <a:noFill/>
        </p:spPr>
        <p:txBody>
          <a:bodyPr wrap="square" rtlCol="0">
            <a:spAutoFit/>
          </a:bodyPr>
          <a:lstStyle/>
          <a:p>
            <a:r>
              <a:rPr lang="en-GB" dirty="0"/>
              <a:t>Internet</a:t>
            </a:r>
          </a:p>
        </p:txBody>
      </p:sp>
      <p:pic>
        <p:nvPicPr>
          <p:cNvPr id="15" name="Picture 14">
            <a:hlinkClick r:id="rId9" action="ppaction://hlinksldjump"/>
            <a:extLst>
              <a:ext uri="{FF2B5EF4-FFF2-40B4-BE49-F238E27FC236}">
                <a16:creationId xmlns:a16="http://schemas.microsoft.com/office/drawing/2014/main" id="{BDE46CC6-FD78-4F16-A609-54F83D357C1C}"/>
              </a:ext>
            </a:extLst>
          </p:cNvPr>
          <p:cNvPicPr>
            <a:picLocks noChangeAspect="1"/>
          </p:cNvPicPr>
          <p:nvPr/>
        </p:nvPicPr>
        <p:blipFill>
          <a:blip r:embed="rId10">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266150" y="590043"/>
            <a:ext cx="924054" cy="914528"/>
          </a:xfrm>
          <a:prstGeom prst="rect">
            <a:avLst/>
          </a:prstGeom>
        </p:spPr>
      </p:pic>
    </p:spTree>
    <p:extLst>
      <p:ext uri="{BB962C8B-B14F-4D97-AF65-F5344CB8AC3E}">
        <p14:creationId xmlns:p14="http://schemas.microsoft.com/office/powerpoint/2010/main" val="11707844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pic>
        <p:nvPicPr>
          <p:cNvPr id="8" name="Picture 7">
            <a:extLst>
              <a:ext uri="{FF2B5EF4-FFF2-40B4-BE49-F238E27FC236}">
                <a16:creationId xmlns:a16="http://schemas.microsoft.com/office/drawing/2014/main" id="{0240D35A-A509-4FBF-A637-D89F1E9597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00" y="1718444"/>
            <a:ext cx="457200" cy="457200"/>
          </a:xfrm>
          <a:prstGeom prst="rect">
            <a:avLst/>
          </a:prstGeom>
        </p:spPr>
      </p:pic>
      <p:pic>
        <p:nvPicPr>
          <p:cNvPr id="9" name="Picture 8">
            <a:extLst>
              <a:ext uri="{FF2B5EF4-FFF2-40B4-BE49-F238E27FC236}">
                <a16:creationId xmlns:a16="http://schemas.microsoft.com/office/drawing/2014/main" id="{A4E94A12-28C8-46D8-8761-F318C7A8F5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999" y="3829736"/>
            <a:ext cx="457200" cy="457200"/>
          </a:xfrm>
          <a:prstGeom prst="rect">
            <a:avLst/>
          </a:prstGeom>
        </p:spPr>
      </p:pic>
      <p:pic>
        <p:nvPicPr>
          <p:cNvPr id="10" name="Picture 9">
            <a:extLst>
              <a:ext uri="{FF2B5EF4-FFF2-40B4-BE49-F238E27FC236}">
                <a16:creationId xmlns:a16="http://schemas.microsoft.com/office/drawing/2014/main" id="{39838E19-DC10-449D-9BE5-1CB8924470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999" y="2634860"/>
            <a:ext cx="457200" cy="457200"/>
          </a:xfrm>
          <a:prstGeom prst="rect">
            <a:avLst/>
          </a:prstGeom>
        </p:spPr>
      </p:pic>
      <p:sp>
        <p:nvSpPr>
          <p:cNvPr id="11" name="TextBox 10">
            <a:extLst>
              <a:ext uri="{FF2B5EF4-FFF2-40B4-BE49-F238E27FC236}">
                <a16:creationId xmlns:a16="http://schemas.microsoft.com/office/drawing/2014/main" id="{C827AF10-AE24-43D4-91F9-BBBAC811EFCD}"/>
              </a:ext>
            </a:extLst>
          </p:cNvPr>
          <p:cNvSpPr txBox="1"/>
          <p:nvPr/>
        </p:nvSpPr>
        <p:spPr>
          <a:xfrm>
            <a:off x="949199" y="1718444"/>
            <a:ext cx="4069368" cy="646331"/>
          </a:xfrm>
          <a:prstGeom prst="rect">
            <a:avLst/>
          </a:prstGeom>
          <a:noFill/>
        </p:spPr>
        <p:txBody>
          <a:bodyPr wrap="square" rtlCol="0">
            <a:spAutoFit/>
          </a:bodyPr>
          <a:lstStyle/>
          <a:p>
            <a:r>
              <a:rPr lang="en-GB" dirty="0"/>
              <a:t>username; current user; standard user; default</a:t>
            </a:r>
          </a:p>
        </p:txBody>
      </p:sp>
      <p:sp>
        <p:nvSpPr>
          <p:cNvPr id="12" name="TextBox 11">
            <a:extLst>
              <a:ext uri="{FF2B5EF4-FFF2-40B4-BE49-F238E27FC236}">
                <a16:creationId xmlns:a16="http://schemas.microsoft.com/office/drawing/2014/main" id="{16E10FD4-2772-4007-92EC-18059DB99C1F}"/>
              </a:ext>
            </a:extLst>
          </p:cNvPr>
          <p:cNvSpPr txBox="1"/>
          <p:nvPr/>
        </p:nvSpPr>
        <p:spPr>
          <a:xfrm>
            <a:off x="1105786" y="2634860"/>
            <a:ext cx="4065182" cy="369332"/>
          </a:xfrm>
          <a:prstGeom prst="rect">
            <a:avLst/>
          </a:prstGeom>
          <a:noFill/>
        </p:spPr>
        <p:txBody>
          <a:bodyPr wrap="square" rtlCol="0">
            <a:spAutoFit/>
          </a:bodyPr>
          <a:lstStyle/>
          <a:p>
            <a:r>
              <a:rPr lang="en-GB" dirty="0"/>
              <a:t>Administrator; admin; system</a:t>
            </a:r>
          </a:p>
        </p:txBody>
      </p:sp>
      <p:sp>
        <p:nvSpPr>
          <p:cNvPr id="13" name="TextBox 12">
            <a:extLst>
              <a:ext uri="{FF2B5EF4-FFF2-40B4-BE49-F238E27FC236}">
                <a16:creationId xmlns:a16="http://schemas.microsoft.com/office/drawing/2014/main" id="{7E8C46AE-3622-4828-A501-89041232D820}"/>
              </a:ext>
            </a:extLst>
          </p:cNvPr>
          <p:cNvSpPr txBox="1"/>
          <p:nvPr/>
        </p:nvSpPr>
        <p:spPr>
          <a:xfrm>
            <a:off x="1031358" y="3753293"/>
            <a:ext cx="4065182" cy="369332"/>
          </a:xfrm>
          <a:prstGeom prst="rect">
            <a:avLst/>
          </a:prstGeom>
          <a:noFill/>
        </p:spPr>
        <p:txBody>
          <a:bodyPr wrap="square" rtlCol="0">
            <a:spAutoFit/>
          </a:bodyPr>
          <a:lstStyle/>
          <a:p>
            <a:r>
              <a:rPr lang="en-GB" dirty="0"/>
              <a:t>SYSTEM, power user; system</a:t>
            </a:r>
          </a:p>
        </p:txBody>
      </p:sp>
      <p:sp>
        <p:nvSpPr>
          <p:cNvPr id="14" name="Rectangle 13">
            <a:extLst>
              <a:ext uri="{FF2B5EF4-FFF2-40B4-BE49-F238E27FC236}">
                <a16:creationId xmlns:a16="http://schemas.microsoft.com/office/drawing/2014/main" id="{3D8E6675-AB0E-4668-AE84-CB8C24AD0209}"/>
              </a:ext>
            </a:extLst>
          </p:cNvPr>
          <p:cNvSpPr/>
          <p:nvPr/>
        </p:nvSpPr>
        <p:spPr>
          <a:xfrm>
            <a:off x="381000" y="4561367"/>
            <a:ext cx="4318591" cy="949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Only admins can manage user accounts! </a:t>
            </a:r>
          </a:p>
        </p:txBody>
      </p:sp>
    </p:spTree>
    <p:extLst>
      <p:ext uri="{BB962C8B-B14F-4D97-AF65-F5344CB8AC3E}">
        <p14:creationId xmlns:p14="http://schemas.microsoft.com/office/powerpoint/2010/main" val="34263557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IE 22.5</a:t>
            </a:r>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9" name="TextBox 8">
            <a:extLst>
              <a:ext uri="{FF2B5EF4-FFF2-40B4-BE49-F238E27FC236}">
                <a16:creationId xmlns:a16="http://schemas.microsoft.com/office/drawing/2014/main" id="{79DCDE18-D70F-4F44-AC65-7CFCB1A0E56E}"/>
              </a:ext>
            </a:extLst>
          </p:cNvPr>
          <p:cNvSpPr txBox="1"/>
          <p:nvPr/>
        </p:nvSpPr>
        <p:spPr>
          <a:xfrm>
            <a:off x="1147827" y="1637414"/>
            <a:ext cx="3944678" cy="369332"/>
          </a:xfrm>
          <a:prstGeom prst="rect">
            <a:avLst/>
          </a:prstGeom>
          <a:noFill/>
        </p:spPr>
        <p:txBody>
          <a:bodyPr wrap="square" rtlCol="0">
            <a:spAutoFit/>
          </a:bodyPr>
          <a:lstStyle/>
          <a:p>
            <a:r>
              <a:rPr lang="en-GB" dirty="0"/>
              <a:t>Internet Explorer 23</a:t>
            </a:r>
          </a:p>
        </p:txBody>
      </p:sp>
      <p:sp>
        <p:nvSpPr>
          <p:cNvPr id="10" name="TextBox 9">
            <a:extLst>
              <a:ext uri="{FF2B5EF4-FFF2-40B4-BE49-F238E27FC236}">
                <a16:creationId xmlns:a16="http://schemas.microsoft.com/office/drawing/2014/main" id="{79BD29D3-072B-4875-BE49-42AB805F96CB}"/>
              </a:ext>
            </a:extLst>
          </p:cNvPr>
          <p:cNvSpPr txBox="1"/>
          <p:nvPr/>
        </p:nvSpPr>
        <p:spPr>
          <a:xfrm>
            <a:off x="287079" y="2636874"/>
            <a:ext cx="4883889" cy="1754326"/>
          </a:xfrm>
          <a:prstGeom prst="rect">
            <a:avLst/>
          </a:prstGeom>
          <a:noFill/>
        </p:spPr>
        <p:txBody>
          <a:bodyPr wrap="square" rtlCol="0">
            <a:spAutoFit/>
          </a:bodyPr>
          <a:lstStyle/>
          <a:p>
            <a:r>
              <a:rPr lang="en-GB" dirty="0"/>
              <a:t>Web protection 1.0 is OFF</a:t>
            </a:r>
          </a:p>
          <a:p>
            <a:r>
              <a:rPr lang="en-GB" dirty="0"/>
              <a:t>Web protection 2.0 is OFF</a:t>
            </a:r>
          </a:p>
          <a:p>
            <a:r>
              <a:rPr lang="en-GB" dirty="0"/>
              <a:t>Firewall is ON</a:t>
            </a:r>
          </a:p>
          <a:p>
            <a:r>
              <a:rPr lang="en-GB" dirty="0"/>
              <a:t>Pop up blocker ON without pop ups</a:t>
            </a:r>
          </a:p>
          <a:p>
            <a:r>
              <a:rPr lang="en-GB" dirty="0"/>
              <a:t>Up to date browser.</a:t>
            </a:r>
          </a:p>
          <a:p>
            <a:r>
              <a:rPr lang="en-GB" dirty="0"/>
              <a:t>22.5.0.1.12.16</a:t>
            </a:r>
          </a:p>
        </p:txBody>
      </p:sp>
      <p:sp>
        <p:nvSpPr>
          <p:cNvPr id="11" name="Rectangle 10">
            <a:extLst>
              <a:ext uri="{FF2B5EF4-FFF2-40B4-BE49-F238E27FC236}">
                <a16:creationId xmlns:a16="http://schemas.microsoft.com/office/drawing/2014/main" id="{179D9C05-CD8C-4FA9-AB23-6732DBEB6377}"/>
              </a:ext>
            </a:extLst>
          </p:cNvPr>
          <p:cNvSpPr/>
          <p:nvPr/>
        </p:nvSpPr>
        <p:spPr>
          <a:xfrm>
            <a:off x="361507" y="4625163"/>
            <a:ext cx="4730998" cy="1275905"/>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Please reinstall IE22.5 in order to change the settings! </a:t>
            </a:r>
          </a:p>
        </p:txBody>
      </p:sp>
      <p:pic>
        <p:nvPicPr>
          <p:cNvPr id="12" name="Picture 11">
            <a:hlinkClick r:id="rId5" action="ppaction://hlinksldjump"/>
            <a:extLst>
              <a:ext uri="{FF2B5EF4-FFF2-40B4-BE49-F238E27FC236}">
                <a16:creationId xmlns:a16="http://schemas.microsoft.com/office/drawing/2014/main" id="{F0DCEE6A-46E0-4B8A-9D82-CD01D336DA3C}"/>
              </a:ext>
            </a:extLst>
          </p:cNvPr>
          <p:cNvPicPr>
            <a:picLocks noChangeAspect="1"/>
          </p:cNvPicPr>
          <p:nvPr/>
        </p:nvPicPr>
        <p:blipFill>
          <a:blip r:embed="rId6">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147573" y="1477928"/>
            <a:ext cx="924054" cy="914528"/>
          </a:xfrm>
          <a:prstGeom prst="rect">
            <a:avLst/>
          </a:prstGeom>
        </p:spPr>
      </p:pic>
    </p:spTree>
    <p:extLst>
      <p:ext uri="{BB962C8B-B14F-4D97-AF65-F5344CB8AC3E}">
        <p14:creationId xmlns:p14="http://schemas.microsoft.com/office/powerpoint/2010/main" val="35895920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Programs and features</a:t>
            </a:r>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Installed app list:</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8" name="TextBox 7">
            <a:extLst>
              <a:ext uri="{FF2B5EF4-FFF2-40B4-BE49-F238E27FC236}">
                <a16:creationId xmlns:a16="http://schemas.microsoft.com/office/drawing/2014/main" id="{3C3C14AF-1305-4630-A03E-39E3A33BF1D9}"/>
              </a:ext>
            </a:extLst>
          </p:cNvPr>
          <p:cNvSpPr txBox="1"/>
          <p:nvPr/>
        </p:nvSpPr>
        <p:spPr>
          <a:xfrm>
            <a:off x="350874" y="2158409"/>
            <a:ext cx="4820094" cy="2031325"/>
          </a:xfrm>
          <a:prstGeom prst="rect">
            <a:avLst/>
          </a:prstGeom>
          <a:noFill/>
        </p:spPr>
        <p:txBody>
          <a:bodyPr wrap="square" rtlCol="0">
            <a:spAutoFit/>
          </a:bodyPr>
          <a:lstStyle/>
          <a:p>
            <a:r>
              <a:rPr lang="en-GB" dirty="0"/>
              <a:t>No apps installed by users</a:t>
            </a:r>
          </a:p>
          <a:p>
            <a:endParaRPr lang="en-GB" dirty="0"/>
          </a:p>
          <a:p>
            <a:r>
              <a:rPr lang="en-GB" dirty="0">
                <a:hlinkClick r:id="rId5" action="ppaction://hlinksldjump"/>
              </a:rPr>
              <a:t>Show all apps</a:t>
            </a:r>
            <a:endParaRPr lang="en-GB" dirty="0"/>
          </a:p>
          <a:p>
            <a:endParaRPr lang="en-GB" dirty="0"/>
          </a:p>
          <a:p>
            <a:r>
              <a:rPr lang="en-GB" dirty="0">
                <a:hlinkClick r:id="rId6" action="ppaction://hlinksldjump"/>
              </a:rPr>
              <a:t>Manage system apps</a:t>
            </a:r>
          </a:p>
          <a:p>
            <a:endParaRPr lang="en-GB" dirty="0">
              <a:hlinkClick r:id="rId6" action="ppaction://hlinksldjump"/>
            </a:endParaRPr>
          </a:p>
          <a:p>
            <a:r>
              <a:rPr lang="en-GB" dirty="0">
                <a:hlinkClick r:id="rId6" action="ppaction://hlinksldjump"/>
              </a:rPr>
              <a:t>Install an app</a:t>
            </a:r>
            <a:endParaRPr lang="en-GB" dirty="0"/>
          </a:p>
        </p:txBody>
      </p:sp>
    </p:spTree>
    <p:extLst>
      <p:ext uri="{BB962C8B-B14F-4D97-AF65-F5344CB8AC3E}">
        <p14:creationId xmlns:p14="http://schemas.microsoft.com/office/powerpoint/2010/main" val="22412834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956932"/>
            <a:ext cx="531627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settings</a:t>
            </a:r>
          </a:p>
        </p:txBody>
      </p:sp>
      <p:sp>
        <p:nvSpPr>
          <p:cNvPr id="4" name="Rectangle 3">
            <a:extLst>
              <a:ext uri="{FF2B5EF4-FFF2-40B4-BE49-F238E27FC236}">
                <a16:creationId xmlns:a16="http://schemas.microsoft.com/office/drawing/2014/main" id="{44103A22-3070-417F-AC0E-31410487A896}"/>
              </a:ext>
            </a:extLst>
          </p:cNvPr>
          <p:cNvSpPr/>
          <p:nvPr/>
        </p:nvSpPr>
        <p:spPr>
          <a:xfrm>
            <a:off x="-1" y="1382234"/>
            <a:ext cx="5316279" cy="5475766"/>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4572001" y="1010095"/>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4" action="ppaction://hlinksldjump"/>
            <a:extLst>
              <a:ext uri="{FF2B5EF4-FFF2-40B4-BE49-F238E27FC236}">
                <a16:creationId xmlns:a16="http://schemas.microsoft.com/office/drawing/2014/main" id="{553AEDC6-4809-4B6B-835F-2F34448F20A9}"/>
              </a:ext>
            </a:extLst>
          </p:cNvPr>
          <p:cNvSpPr/>
          <p:nvPr/>
        </p:nvSpPr>
        <p:spPr>
          <a:xfrm>
            <a:off x="0" y="5996762"/>
            <a:ext cx="2488020" cy="8187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OK</a:t>
            </a:r>
          </a:p>
        </p:txBody>
      </p:sp>
      <p:sp>
        <p:nvSpPr>
          <p:cNvPr id="6" name="Rectangle 5">
            <a:hlinkClick r:id="rId4" action="ppaction://hlinksldjump"/>
            <a:extLst>
              <a:ext uri="{FF2B5EF4-FFF2-40B4-BE49-F238E27FC236}">
                <a16:creationId xmlns:a16="http://schemas.microsoft.com/office/drawing/2014/main" id="{740EC372-516E-4866-9AD8-C4F176F331ED}"/>
              </a:ext>
            </a:extLst>
          </p:cNvPr>
          <p:cNvSpPr/>
          <p:nvPr/>
        </p:nvSpPr>
        <p:spPr>
          <a:xfrm>
            <a:off x="2477385" y="5996763"/>
            <a:ext cx="2838893" cy="818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cancel</a:t>
            </a:r>
          </a:p>
        </p:txBody>
      </p:sp>
      <p:sp>
        <p:nvSpPr>
          <p:cNvPr id="8" name="TextBox 7">
            <a:extLst>
              <a:ext uri="{FF2B5EF4-FFF2-40B4-BE49-F238E27FC236}">
                <a16:creationId xmlns:a16="http://schemas.microsoft.com/office/drawing/2014/main" id="{EC9348AA-BEC7-40CD-8BE7-B8278B348280}"/>
              </a:ext>
            </a:extLst>
          </p:cNvPr>
          <p:cNvSpPr txBox="1"/>
          <p:nvPr/>
        </p:nvSpPr>
        <p:spPr>
          <a:xfrm>
            <a:off x="0" y="1541721"/>
            <a:ext cx="5316278" cy="2031325"/>
          </a:xfrm>
          <a:prstGeom prst="rect">
            <a:avLst/>
          </a:prstGeom>
          <a:noFill/>
        </p:spPr>
        <p:txBody>
          <a:bodyPr wrap="square" rtlCol="0">
            <a:spAutoFit/>
          </a:bodyPr>
          <a:lstStyle/>
          <a:p>
            <a:r>
              <a:rPr lang="en-GB" dirty="0"/>
              <a:t>Ha</a:t>
            </a:r>
          </a:p>
          <a:p>
            <a:r>
              <a:rPr lang="en-GB" dirty="0"/>
              <a:t>Only da admin can see zis</a:t>
            </a:r>
          </a:p>
          <a:p>
            <a:r>
              <a:rPr lang="en-GB" dirty="0"/>
              <a:t>Ha</a:t>
            </a:r>
          </a:p>
          <a:p>
            <a:r>
              <a:rPr lang="en-GB" dirty="0"/>
              <a:t>Ha</a:t>
            </a:r>
          </a:p>
          <a:p>
            <a:r>
              <a:rPr lang="en-GB" dirty="0"/>
              <a:t>Ha</a:t>
            </a:r>
          </a:p>
          <a:p>
            <a:r>
              <a:rPr lang="en-GB" dirty="0"/>
              <a:t>U doomed</a:t>
            </a:r>
          </a:p>
          <a:p>
            <a:r>
              <a:rPr lang="en-GB" dirty="0"/>
              <a:t>Pls h3lp m3 d3str0y m1cr0$0ft 4nd 3nd IE22.5 </a:t>
            </a:r>
          </a:p>
        </p:txBody>
      </p:sp>
    </p:spTree>
    <p:extLst>
      <p:ext uri="{BB962C8B-B14F-4D97-AF65-F5344CB8AC3E}">
        <p14:creationId xmlns:p14="http://schemas.microsoft.com/office/powerpoint/2010/main" val="5155498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Tree>
    <p:extLst>
      <p:ext uri="{BB962C8B-B14F-4D97-AF65-F5344CB8AC3E}">
        <p14:creationId xmlns:p14="http://schemas.microsoft.com/office/powerpoint/2010/main" val="1348517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439860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
        <p:nvSpPr>
          <p:cNvPr id="5" name="TextBox 4">
            <a:extLst>
              <a:ext uri="{FF2B5EF4-FFF2-40B4-BE49-F238E27FC236}">
                <a16:creationId xmlns:a16="http://schemas.microsoft.com/office/drawing/2014/main" id="{99BAD984-DEEA-4611-8830-BF4F25EA2844}"/>
              </a:ext>
            </a:extLst>
          </p:cNvPr>
          <p:cNvSpPr txBox="1"/>
          <p:nvPr/>
        </p:nvSpPr>
        <p:spPr>
          <a:xfrm>
            <a:off x="255181" y="659219"/>
            <a:ext cx="9253870" cy="1200329"/>
          </a:xfrm>
          <a:prstGeom prst="rect">
            <a:avLst/>
          </a:prstGeom>
          <a:noFill/>
        </p:spPr>
        <p:txBody>
          <a:bodyPr wrap="square" rtlCol="0">
            <a:spAutoFit/>
          </a:bodyPr>
          <a:lstStyle/>
          <a:p>
            <a:r>
              <a:rPr lang="en-GB" dirty="0"/>
              <a:t>Welcome to Windos 98, a parody of Windows!</a:t>
            </a:r>
          </a:p>
          <a:p>
            <a:r>
              <a:rPr lang="en-GB" dirty="0"/>
              <a:t>This OS is just for the fun of it, so do as you wish!</a:t>
            </a:r>
          </a:p>
          <a:p>
            <a:r>
              <a:rPr lang="en-GB" dirty="0"/>
              <a:t>It was made by one person using PowerPoint. </a:t>
            </a:r>
          </a:p>
          <a:p>
            <a:r>
              <a:rPr lang="en-GB" dirty="0"/>
              <a:t>Ok, enough rambling. Let’s learn about how to use it. </a:t>
            </a:r>
          </a:p>
        </p:txBody>
      </p:sp>
    </p:spTree>
    <p:extLst>
      <p:ext uri="{BB962C8B-B14F-4D97-AF65-F5344CB8AC3E}">
        <p14:creationId xmlns:p14="http://schemas.microsoft.com/office/powerpoint/2010/main" val="4322621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peech Bubble: Rectangle 2">
            <a:extLst>
              <a:ext uri="{FF2B5EF4-FFF2-40B4-BE49-F238E27FC236}">
                <a16:creationId xmlns:a16="http://schemas.microsoft.com/office/drawing/2014/main" id="{87C7B004-06D2-4608-9B40-F052652CFE4F}"/>
              </a:ext>
            </a:extLst>
          </p:cNvPr>
          <p:cNvSpPr/>
          <p:nvPr/>
        </p:nvSpPr>
        <p:spPr>
          <a:xfrm>
            <a:off x="2488019" y="2286000"/>
            <a:ext cx="4114800" cy="925033"/>
          </a:xfrm>
          <a:prstGeom prst="wedgeRectCallout">
            <a:avLst>
              <a:gd name="adj1" fmla="val 53519"/>
              <a:gd name="adj2" fmla="val -2667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title bar tells you where in the system you are. read it. It might be handy to know if you were redirected. </a:t>
            </a:r>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Tree>
    <p:extLst>
      <p:ext uri="{BB962C8B-B14F-4D97-AF65-F5344CB8AC3E}">
        <p14:creationId xmlns:p14="http://schemas.microsoft.com/office/powerpoint/2010/main" val="42485366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174818" y="5752214"/>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7" name="Speech Bubble: Rectangle 6">
            <a:extLst>
              <a:ext uri="{FF2B5EF4-FFF2-40B4-BE49-F238E27FC236}">
                <a16:creationId xmlns:a16="http://schemas.microsoft.com/office/drawing/2014/main" id="{03AF87F1-4EC7-49BC-B014-1596098EEF39}"/>
              </a:ext>
            </a:extLst>
          </p:cNvPr>
          <p:cNvSpPr/>
          <p:nvPr/>
        </p:nvSpPr>
        <p:spPr>
          <a:xfrm>
            <a:off x="9888279" y="4380614"/>
            <a:ext cx="1924493" cy="914400"/>
          </a:xfrm>
          <a:prstGeom prst="wedgeRectCallout">
            <a:avLst>
              <a:gd name="adj1" fmla="val 38283"/>
              <a:gd name="adj2" fmla="val 1183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click</a:t>
            </a:r>
          </a:p>
        </p:txBody>
      </p:sp>
      <p:sp>
        <p:nvSpPr>
          <p:cNvPr id="3" name="TextBox 2">
            <a:extLst>
              <a:ext uri="{FF2B5EF4-FFF2-40B4-BE49-F238E27FC236}">
                <a16:creationId xmlns:a16="http://schemas.microsoft.com/office/drawing/2014/main" id="{866244AE-FAEC-4218-BB2A-C5646C84EFBD}"/>
              </a:ext>
            </a:extLst>
          </p:cNvPr>
          <p:cNvSpPr txBox="1"/>
          <p:nvPr/>
        </p:nvSpPr>
        <p:spPr>
          <a:xfrm>
            <a:off x="340242" y="1541721"/>
            <a:ext cx="8282763" cy="923330"/>
          </a:xfrm>
          <a:prstGeom prst="rect">
            <a:avLst/>
          </a:prstGeom>
          <a:noFill/>
        </p:spPr>
        <p:txBody>
          <a:bodyPr wrap="square" rtlCol="0">
            <a:spAutoFit/>
          </a:bodyPr>
          <a:lstStyle/>
          <a:p>
            <a:r>
              <a:rPr lang="en-GB" dirty="0"/>
              <a:t>Buttons are there to help you move around.</a:t>
            </a:r>
          </a:p>
          <a:p>
            <a:r>
              <a:rPr lang="en-GB" dirty="0"/>
              <a:t>All you need is a mouse and you need to look out for what your mouse looks like when you hover over the next button. This varies by OS, but you should recognise it. </a:t>
            </a:r>
          </a:p>
        </p:txBody>
      </p:sp>
    </p:spTree>
    <p:extLst>
      <p:ext uri="{BB962C8B-B14F-4D97-AF65-F5344CB8AC3E}">
        <p14:creationId xmlns:p14="http://schemas.microsoft.com/office/powerpoint/2010/main" val="20534007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sp>
        <p:nvSpPr>
          <p:cNvPr id="3" name="Speech Bubble: Rectangle 2">
            <a:extLst>
              <a:ext uri="{FF2B5EF4-FFF2-40B4-BE49-F238E27FC236}">
                <a16:creationId xmlns:a16="http://schemas.microsoft.com/office/drawing/2014/main" id="{476E9F51-6F1D-46E1-878E-0D5216BF24D4}"/>
              </a:ext>
            </a:extLst>
          </p:cNvPr>
          <p:cNvSpPr/>
          <p:nvPr/>
        </p:nvSpPr>
        <p:spPr>
          <a:xfrm>
            <a:off x="3359888" y="1531088"/>
            <a:ext cx="5475768" cy="3306726"/>
          </a:xfrm>
          <a:prstGeom prst="wedgeRectCallout">
            <a:avLst>
              <a:gd name="adj1" fmla="val -34814"/>
              <a:gd name="adj2" fmla="val 978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the taskbar. This lets you open the start menu and interact with the icons on the right.  </a:t>
            </a:r>
          </a:p>
        </p:txBody>
      </p:sp>
    </p:spTree>
    <p:extLst>
      <p:ext uri="{BB962C8B-B14F-4D97-AF65-F5344CB8AC3E}">
        <p14:creationId xmlns:p14="http://schemas.microsoft.com/office/powerpoint/2010/main" val="17863204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291112A0-4B1F-4F8C-9BDC-BBBCD346C367}"/>
              </a:ext>
            </a:extLst>
          </p:cNvPr>
          <p:cNvSpPr/>
          <p:nvPr/>
        </p:nvSpPr>
        <p:spPr>
          <a:xfrm>
            <a:off x="6921795" y="1977656"/>
            <a:ext cx="4019107" cy="2860158"/>
          </a:xfrm>
          <a:prstGeom prst="wedgeRectCallout">
            <a:avLst>
              <a:gd name="adj1" fmla="val 22818"/>
              <a:gd name="adj2" fmla="val 862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Here are the icons I was talking about.</a:t>
            </a:r>
          </a:p>
          <a:p>
            <a:pPr algn="ctr"/>
            <a:r>
              <a:rPr lang="en-GB" dirty="0"/>
              <a:t>Click on one to access the corresponding element. This is as of beta 3 by the way, so there may be more icons than this. </a:t>
            </a:r>
          </a:p>
        </p:txBody>
      </p:sp>
    </p:spTree>
    <p:extLst>
      <p:ext uri="{BB962C8B-B14F-4D97-AF65-F5344CB8AC3E}">
        <p14:creationId xmlns:p14="http://schemas.microsoft.com/office/powerpoint/2010/main" val="4004342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E5D67259-6605-49A9-AB8D-B15DF64CC6F9}"/>
              </a:ext>
            </a:extLst>
          </p:cNvPr>
          <p:cNvSpPr/>
          <p:nvPr/>
        </p:nvSpPr>
        <p:spPr>
          <a:xfrm>
            <a:off x="6900530" y="2700670"/>
            <a:ext cx="3636335" cy="2328530"/>
          </a:xfrm>
          <a:prstGeom prst="wedgeRectCallout">
            <a:avLst>
              <a:gd name="adj1" fmla="val 8114"/>
              <a:gd name="adj2" fmla="val 1040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takes you to All Apps. From there you can see all the apps installed on the OS. There are not many as of beta 3 but there will be more! </a:t>
            </a:r>
          </a:p>
        </p:txBody>
      </p:sp>
    </p:spTree>
    <p:extLst>
      <p:ext uri="{BB962C8B-B14F-4D97-AF65-F5344CB8AC3E}">
        <p14:creationId xmlns:p14="http://schemas.microsoft.com/office/powerpoint/2010/main" val="32172243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18420"/>
              <a:gd name="adj2" fmla="val 768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icon does nothing as of beta 3, but it will open a volume mixer!</a:t>
            </a:r>
          </a:p>
          <a:p>
            <a:pPr algn="ctr"/>
            <a:r>
              <a:rPr lang="en-GB" dirty="0"/>
              <a:t>Click on it to open a volume mixer in future releases.  </a:t>
            </a:r>
          </a:p>
        </p:txBody>
      </p:sp>
    </p:spTree>
    <p:extLst>
      <p:ext uri="{BB962C8B-B14F-4D97-AF65-F5344CB8AC3E}">
        <p14:creationId xmlns:p14="http://schemas.microsoft.com/office/powerpoint/2010/main" val="4964225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38046"/>
              <a:gd name="adj2" fmla="val 7404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icon indicates that you are on a home network. Open it to go to the Home Network Manager. </a:t>
            </a:r>
          </a:p>
        </p:txBody>
      </p:sp>
    </p:spTree>
    <p:extLst>
      <p:ext uri="{BB962C8B-B14F-4D97-AF65-F5344CB8AC3E}">
        <p14:creationId xmlns:p14="http://schemas.microsoft.com/office/powerpoint/2010/main" val="36316226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52238"/>
              <a:gd name="adj2" fmla="val 726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 action centre is a place to see what security issues you may have. It is an X because some settings are poorly configured. </a:t>
            </a:r>
          </a:p>
        </p:txBody>
      </p:sp>
    </p:spTree>
    <p:extLst>
      <p:ext uri="{BB962C8B-B14F-4D97-AF65-F5344CB8AC3E}">
        <p14:creationId xmlns:p14="http://schemas.microsoft.com/office/powerpoint/2010/main" val="25216553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3" name="Speech Bubble: Rectangle 2">
            <a:extLst>
              <a:ext uri="{FF2B5EF4-FFF2-40B4-BE49-F238E27FC236}">
                <a16:creationId xmlns:a16="http://schemas.microsoft.com/office/drawing/2014/main" id="{082A8915-8818-4711-A6B9-6AEC30B5A7F2}"/>
              </a:ext>
            </a:extLst>
          </p:cNvPr>
          <p:cNvSpPr/>
          <p:nvPr/>
        </p:nvSpPr>
        <p:spPr>
          <a:xfrm>
            <a:off x="7283303" y="3429000"/>
            <a:ext cx="3521370" cy="2301947"/>
          </a:xfrm>
          <a:prstGeom prst="wedgeRectCallout">
            <a:avLst>
              <a:gd name="adj1" fmla="val 77601"/>
              <a:gd name="adj2" fmla="val 828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opens the web browser, Internet Explorer 23. you can view websites added on to the OS. </a:t>
            </a:r>
          </a:p>
        </p:txBody>
      </p:sp>
    </p:spTree>
    <p:extLst>
      <p:ext uri="{BB962C8B-B14F-4D97-AF65-F5344CB8AC3E}">
        <p14:creationId xmlns:p14="http://schemas.microsoft.com/office/powerpoint/2010/main" val="11564911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pic>
        <p:nvPicPr>
          <p:cNvPr id="14" name="Picture 13">
            <a:extLst>
              <a:ext uri="{FF2B5EF4-FFF2-40B4-BE49-F238E27FC236}">
                <a16:creationId xmlns:a16="http://schemas.microsoft.com/office/drawing/2014/main" id="{365AAB9B-0691-47A1-AE77-709BAC0A1E2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33800" y="4473649"/>
            <a:ext cx="1905000" cy="1257300"/>
          </a:xfrm>
          <a:prstGeom prst="rect">
            <a:avLst/>
          </a:prstGeom>
        </p:spPr>
      </p:pic>
      <p:sp>
        <p:nvSpPr>
          <p:cNvPr id="3" name="Speech Bubble: Rectangle 2">
            <a:extLst>
              <a:ext uri="{FF2B5EF4-FFF2-40B4-BE49-F238E27FC236}">
                <a16:creationId xmlns:a16="http://schemas.microsoft.com/office/drawing/2014/main" id="{91CCC154-D6AC-4DB1-B5FD-38C26D49FFB4}"/>
              </a:ext>
            </a:extLst>
          </p:cNvPr>
          <p:cNvSpPr/>
          <p:nvPr/>
        </p:nvSpPr>
        <p:spPr>
          <a:xfrm>
            <a:off x="3965944" y="1924493"/>
            <a:ext cx="2892056" cy="1786270"/>
          </a:xfrm>
          <a:prstGeom prst="wedgeRectCallout">
            <a:avLst>
              <a:gd name="adj1" fmla="val -29289"/>
              <a:gd name="adj2" fmla="val 1059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Here is who was talking to you the whole time!   </a:t>
            </a:r>
          </a:p>
        </p:txBody>
      </p:sp>
    </p:spTree>
    <p:extLst>
      <p:ext uri="{BB962C8B-B14F-4D97-AF65-F5344CB8AC3E}">
        <p14:creationId xmlns:p14="http://schemas.microsoft.com/office/powerpoint/2010/main" val="42150278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peech Bubble: Rectangle 2">
            <a:extLst>
              <a:ext uri="{FF2B5EF4-FFF2-40B4-BE49-F238E27FC236}">
                <a16:creationId xmlns:a16="http://schemas.microsoft.com/office/drawing/2014/main" id="{A45D01A6-4877-4265-ACD9-884120425C63}"/>
              </a:ext>
            </a:extLst>
          </p:cNvPr>
          <p:cNvSpPr/>
          <p:nvPr/>
        </p:nvSpPr>
        <p:spPr>
          <a:xfrm>
            <a:off x="1350335" y="1711842"/>
            <a:ext cx="4412512" cy="3508744"/>
          </a:xfrm>
          <a:prstGeom prst="wedgeRectCallout">
            <a:avLst>
              <a:gd name="adj1" fmla="val -66616"/>
              <a:gd name="adj2" fmla="val 791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opens the start menu. Nothing new, but it offers links to major areas of the system and shows a hint from Clippy. </a:t>
            </a:r>
          </a:p>
        </p:txBody>
      </p:sp>
    </p:spTree>
    <p:extLst>
      <p:ext uri="{BB962C8B-B14F-4D97-AF65-F5344CB8AC3E}">
        <p14:creationId xmlns:p14="http://schemas.microsoft.com/office/powerpoint/2010/main" val="853294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Speech Bubble: Rectangle 4">
            <a:extLst>
              <a:ext uri="{FF2B5EF4-FFF2-40B4-BE49-F238E27FC236}">
                <a16:creationId xmlns:a16="http://schemas.microsoft.com/office/drawing/2014/main" id="{ECFFCF14-562B-4EE2-B29A-7D999E58A32C}"/>
              </a:ext>
            </a:extLst>
          </p:cNvPr>
          <p:cNvSpPr/>
          <p:nvPr/>
        </p:nvSpPr>
        <p:spPr>
          <a:xfrm>
            <a:off x="4391247" y="1360967"/>
            <a:ext cx="3763925" cy="2068033"/>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So, Windos is built like windows. But how do I log on and start? </a:t>
            </a:r>
          </a:p>
        </p:txBody>
      </p:sp>
      <p:pic>
        <p:nvPicPr>
          <p:cNvPr id="16" name="Picture 15">
            <a:extLst>
              <a:ext uri="{FF2B5EF4-FFF2-40B4-BE49-F238E27FC236}">
                <a16:creationId xmlns:a16="http://schemas.microsoft.com/office/drawing/2014/main" id="{6F732381-2859-4F5F-A901-56B8D0757CC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58833" y="3714750"/>
            <a:ext cx="1905000" cy="1257300"/>
          </a:xfrm>
          <a:prstGeom prst="rect">
            <a:avLst/>
          </a:prstGeom>
        </p:spPr>
      </p:pic>
    </p:spTree>
    <p:extLst>
      <p:ext uri="{BB962C8B-B14F-4D97-AF65-F5344CB8AC3E}">
        <p14:creationId xmlns:p14="http://schemas.microsoft.com/office/powerpoint/2010/main" val="36260876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tutorial</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hlinkClick r:id="rId2" action="ppaction://hlinksldjump"/>
            <a:extLst>
              <a:ext uri="{FF2B5EF4-FFF2-40B4-BE49-F238E27FC236}">
                <a16:creationId xmlns:a16="http://schemas.microsoft.com/office/drawing/2014/main" id="{96FEE326-E842-43A2-9D2D-830D5F0F8BDD}"/>
              </a:ext>
            </a:extLst>
          </p:cNvPr>
          <p:cNvSpPr/>
          <p:nvPr/>
        </p:nvSpPr>
        <p:spPr>
          <a:xfrm>
            <a:off x="11277600" y="5029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
        <p:nvSpPr>
          <p:cNvPr id="8" name="Rectangle 7">
            <a:extLst>
              <a:ext uri="{FF2B5EF4-FFF2-40B4-BE49-F238E27FC236}">
                <a16:creationId xmlns:a16="http://schemas.microsoft.com/office/drawing/2014/main" id="{ADB4B94E-9C05-4A99-A2B2-953F538A0990}"/>
              </a:ext>
            </a:extLst>
          </p:cNvPr>
          <p:cNvSpPr/>
          <p:nvPr/>
        </p:nvSpPr>
        <p:spPr>
          <a:xfrm>
            <a:off x="0" y="5943600"/>
            <a:ext cx="121920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dirty="0"/>
          </a:p>
        </p:txBody>
      </p:sp>
      <p:pic>
        <p:nvPicPr>
          <p:cNvPr id="9" name="Picture 8">
            <a:extLst>
              <a:ext uri="{FF2B5EF4-FFF2-40B4-BE49-F238E27FC236}">
                <a16:creationId xmlns:a16="http://schemas.microsoft.com/office/drawing/2014/main" id="{732F8FC6-9290-4A79-BC89-996FBD41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6188147"/>
            <a:ext cx="425303" cy="425303"/>
          </a:xfrm>
          <a:prstGeom prst="rect">
            <a:avLst/>
          </a:prstGeom>
        </p:spPr>
      </p:pic>
      <p:pic>
        <p:nvPicPr>
          <p:cNvPr id="10" name="Picture 9">
            <a:extLst>
              <a:ext uri="{FF2B5EF4-FFF2-40B4-BE49-F238E27FC236}">
                <a16:creationId xmlns:a16="http://schemas.microsoft.com/office/drawing/2014/main" id="{B87C6483-8146-4DB5-8ED4-033E64B1B6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0902" y="6156249"/>
            <a:ext cx="457201" cy="457201"/>
          </a:xfrm>
          <a:prstGeom prst="rect">
            <a:avLst/>
          </a:prstGeom>
        </p:spPr>
      </p:pic>
      <p:pic>
        <p:nvPicPr>
          <p:cNvPr id="11" name="Picture 10">
            <a:extLst>
              <a:ext uri="{FF2B5EF4-FFF2-40B4-BE49-F238E27FC236}">
                <a16:creationId xmlns:a16="http://schemas.microsoft.com/office/drawing/2014/main" id="{0CEB643A-CF84-4A5E-8C4F-51EC100D0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7472" y="6172198"/>
            <a:ext cx="457200" cy="457200"/>
          </a:xfrm>
          <a:prstGeom prst="rect">
            <a:avLst/>
          </a:prstGeom>
        </p:spPr>
      </p:pic>
      <p:pic>
        <p:nvPicPr>
          <p:cNvPr id="12" name="Picture 11">
            <a:extLst>
              <a:ext uri="{FF2B5EF4-FFF2-40B4-BE49-F238E27FC236}">
                <a16:creationId xmlns:a16="http://schemas.microsoft.com/office/drawing/2014/main" id="{1479965A-4D1A-41D8-A7F5-72C3173C6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798" y="6055924"/>
            <a:ext cx="926551" cy="695750"/>
          </a:xfrm>
          <a:prstGeom prst="rect">
            <a:avLst/>
          </a:prstGeom>
        </p:spPr>
      </p:pic>
      <p:pic>
        <p:nvPicPr>
          <p:cNvPr id="13" name="Picture 12">
            <a:extLst>
              <a:ext uri="{FF2B5EF4-FFF2-40B4-BE49-F238E27FC236}">
                <a16:creationId xmlns:a16="http://schemas.microsoft.com/office/drawing/2014/main" id="{531B8B29-4324-4C47-97AE-540A0A0E28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45450" y="6188147"/>
            <a:ext cx="457200" cy="457200"/>
          </a:xfrm>
          <a:prstGeom prst="rect">
            <a:avLst/>
          </a:prstGeom>
        </p:spPr>
      </p:pic>
      <p:sp>
        <p:nvSpPr>
          <p:cNvPr id="14" name="Oval 13">
            <a:extLst>
              <a:ext uri="{FF2B5EF4-FFF2-40B4-BE49-F238E27FC236}">
                <a16:creationId xmlns:a16="http://schemas.microsoft.com/office/drawing/2014/main" id="{87233BE1-5564-484A-8F4A-BDE0C5987DAB}"/>
              </a:ext>
            </a:extLst>
          </p:cNvPr>
          <p:cNvSpPr/>
          <p:nvPr/>
        </p:nvSpPr>
        <p:spPr>
          <a:xfrm>
            <a:off x="180754" y="6049925"/>
            <a:ext cx="609600" cy="70174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Speech Bubble: Rectangle 4">
            <a:extLst>
              <a:ext uri="{FF2B5EF4-FFF2-40B4-BE49-F238E27FC236}">
                <a16:creationId xmlns:a16="http://schemas.microsoft.com/office/drawing/2014/main" id="{ECFFCF14-562B-4EE2-B29A-7D999E58A32C}"/>
              </a:ext>
            </a:extLst>
          </p:cNvPr>
          <p:cNvSpPr/>
          <p:nvPr/>
        </p:nvSpPr>
        <p:spPr>
          <a:xfrm>
            <a:off x="4391247" y="1360967"/>
            <a:ext cx="3763925" cy="2068033"/>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need to close this terrible tour and start the setup wizard. Click on the next button to exit. </a:t>
            </a:r>
          </a:p>
        </p:txBody>
      </p:sp>
      <p:pic>
        <p:nvPicPr>
          <p:cNvPr id="16" name="Picture 15">
            <a:extLst>
              <a:ext uri="{FF2B5EF4-FFF2-40B4-BE49-F238E27FC236}">
                <a16:creationId xmlns:a16="http://schemas.microsoft.com/office/drawing/2014/main" id="{6F732381-2859-4F5F-A901-56B8D0757CC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58833" y="3714750"/>
            <a:ext cx="1905000" cy="1257300"/>
          </a:xfrm>
          <a:prstGeom prst="rect">
            <a:avLst/>
          </a:prstGeom>
        </p:spPr>
      </p:pic>
    </p:spTree>
    <p:extLst>
      <p:ext uri="{BB962C8B-B14F-4D97-AF65-F5344CB8AC3E}">
        <p14:creationId xmlns:p14="http://schemas.microsoft.com/office/powerpoint/2010/main" val="40097768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You found my Easter egg! </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Elvis Presley once said:</a:t>
            </a:r>
          </a:p>
          <a:p>
            <a:pPr algn="ctr"/>
            <a:r>
              <a:rPr lang="en-GB" dirty="0"/>
              <a:t>‘Truth is like the sun. you can shut it away for a time, but it ain’t going away.’</a:t>
            </a:r>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190311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hlinkClick r:id="rId2" action="ppaction://hlinksldjump"/>
            <a:extLst>
              <a:ext uri="{FF2B5EF4-FFF2-40B4-BE49-F238E27FC236}">
                <a16:creationId xmlns:a16="http://schemas.microsoft.com/office/drawing/2014/main" id="{7B249E7B-0FF9-4C83-B498-1E06312D9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extLst>
      <p:ext uri="{BB962C8B-B14F-4D97-AF65-F5344CB8AC3E}">
        <p14:creationId xmlns:p14="http://schemas.microsoft.com/office/powerpoint/2010/main" val="8829926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65C8590-AFDA-4E30-AB3C-7AA3F5DD0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0"/>
            <a:ext cx="10972800" cy="6858000"/>
          </a:xfrm>
          <a:prstGeom prst="rect">
            <a:avLst/>
          </a:prstGeom>
        </p:spPr>
      </p:pic>
      <p:sp>
        <p:nvSpPr>
          <p:cNvPr id="2" name="Rectangle 1">
            <a:extLst>
              <a:ext uri="{FF2B5EF4-FFF2-40B4-BE49-F238E27FC236}">
                <a16:creationId xmlns:a16="http://schemas.microsoft.com/office/drawing/2014/main" id="{F7DFC1DC-E152-47E7-A162-62DDDAD54A4E}"/>
              </a:ext>
            </a:extLst>
          </p:cNvPr>
          <p:cNvSpPr/>
          <p:nvPr/>
        </p:nvSpPr>
        <p:spPr>
          <a:xfrm>
            <a:off x="0" y="3274828"/>
            <a:ext cx="5975498"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Volume mixer 1.02</a:t>
            </a:r>
          </a:p>
        </p:txBody>
      </p:sp>
      <p:sp>
        <p:nvSpPr>
          <p:cNvPr id="4" name="Rectangle 3">
            <a:extLst>
              <a:ext uri="{FF2B5EF4-FFF2-40B4-BE49-F238E27FC236}">
                <a16:creationId xmlns:a16="http://schemas.microsoft.com/office/drawing/2014/main" id="{44103A22-3070-417F-AC0E-31410487A896}"/>
              </a:ext>
            </a:extLst>
          </p:cNvPr>
          <p:cNvSpPr/>
          <p:nvPr/>
        </p:nvSpPr>
        <p:spPr>
          <a:xfrm>
            <a:off x="0" y="3700130"/>
            <a:ext cx="5975498" cy="3157869"/>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5280837" y="3327991"/>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8CCE70D6-581A-4F71-80EE-A1A7272438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859" y="4003840"/>
            <a:ext cx="926551" cy="695750"/>
          </a:xfrm>
          <a:prstGeom prst="rect">
            <a:avLst/>
          </a:prstGeom>
        </p:spPr>
      </p:pic>
      <p:sp>
        <p:nvSpPr>
          <p:cNvPr id="3" name="TextBox 2">
            <a:extLst>
              <a:ext uri="{FF2B5EF4-FFF2-40B4-BE49-F238E27FC236}">
                <a16:creationId xmlns:a16="http://schemas.microsoft.com/office/drawing/2014/main" id="{6C3D4E2A-C389-46AF-AFD4-CE881403DD12}"/>
              </a:ext>
            </a:extLst>
          </p:cNvPr>
          <p:cNvSpPr txBox="1"/>
          <p:nvPr/>
        </p:nvSpPr>
        <p:spPr>
          <a:xfrm>
            <a:off x="1541721" y="4003840"/>
            <a:ext cx="3739116" cy="3139321"/>
          </a:xfrm>
          <a:prstGeom prst="rect">
            <a:avLst/>
          </a:prstGeom>
          <a:noFill/>
        </p:spPr>
        <p:txBody>
          <a:bodyPr wrap="square" rtlCol="0">
            <a:spAutoFit/>
          </a:bodyPr>
          <a:lstStyle/>
          <a:p>
            <a:r>
              <a:rPr lang="en-GB" dirty="0"/>
              <a:t>Master Volume is 100%</a:t>
            </a:r>
          </a:p>
          <a:p>
            <a:endParaRPr lang="en-GB" dirty="0"/>
          </a:p>
          <a:p>
            <a:endParaRPr lang="en-GB" dirty="0"/>
          </a:p>
          <a:p>
            <a:r>
              <a:rPr lang="en-GB" dirty="0"/>
              <a:t>System 100%</a:t>
            </a:r>
          </a:p>
          <a:p>
            <a:r>
              <a:rPr lang="en-GB" dirty="0"/>
              <a:t>Apps 100%</a:t>
            </a:r>
          </a:p>
          <a:p>
            <a:r>
              <a:rPr lang="en-GB" dirty="0"/>
              <a:t>Games 100%</a:t>
            </a:r>
          </a:p>
          <a:p>
            <a:r>
              <a:rPr lang="en-GB" dirty="0"/>
              <a:t>Music 0%</a:t>
            </a:r>
          </a:p>
          <a:p>
            <a:r>
              <a:rPr lang="en-GB" dirty="0"/>
              <a:t>Etc 100%</a:t>
            </a:r>
          </a:p>
          <a:p>
            <a:endParaRPr lang="en-GB" dirty="0"/>
          </a:p>
          <a:p>
            <a:r>
              <a:rPr lang="en-GB" dirty="0"/>
              <a:t>Hahaha please do not quieten it</a:t>
            </a:r>
          </a:p>
          <a:p>
            <a:endParaRPr lang="en-GB" dirty="0"/>
          </a:p>
        </p:txBody>
      </p:sp>
    </p:spTree>
    <p:extLst>
      <p:ext uri="{BB962C8B-B14F-4D97-AF65-F5344CB8AC3E}">
        <p14:creationId xmlns:p14="http://schemas.microsoft.com/office/powerpoint/2010/main" val="18956366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5" y="514350"/>
            <a:ext cx="6981825" cy="5355312"/>
          </a:xfrm>
          <a:prstGeom prst="rect">
            <a:avLst/>
          </a:prstGeom>
          <a:noFill/>
        </p:spPr>
        <p:txBody>
          <a:bodyPr wrap="square" rtlCol="0">
            <a:spAutoFit/>
          </a:bodyPr>
          <a:lstStyle/>
          <a:p>
            <a:pPr marL="342900" indent="-342900">
              <a:buAutoNum type="arabicPeriod"/>
            </a:pPr>
            <a:r>
              <a:rPr lang="en-GB" dirty="0">
                <a:hlinkClick r:id="rId3" action="ppaction://hlinksldjump"/>
              </a:rPr>
              <a:t>Using Help</a:t>
            </a:r>
            <a:endParaRPr lang="en-GB" dirty="0"/>
          </a:p>
          <a:p>
            <a:pPr marL="342900" indent="-342900">
              <a:buAutoNum type="arabicPeriod"/>
            </a:pPr>
            <a:r>
              <a:rPr lang="en-GB" dirty="0">
                <a:hlinkClick r:id="rId4" action="ppaction://hlinksldjump"/>
              </a:rPr>
              <a:t>What is Windos?</a:t>
            </a:r>
            <a:endParaRPr lang="en-GB" dirty="0"/>
          </a:p>
          <a:p>
            <a:pPr marL="342900" indent="-342900">
              <a:buAutoNum type="arabicPeriod"/>
            </a:pPr>
            <a:r>
              <a:rPr lang="en-GB" dirty="0">
                <a:hlinkClick r:id="rId5" action="ppaction://hlinksldjump"/>
              </a:rPr>
              <a:t>Getting started</a:t>
            </a:r>
            <a:endParaRPr lang="en-GB" dirty="0"/>
          </a:p>
          <a:p>
            <a:pPr marL="342900" indent="-342900">
              <a:buAutoNum type="arabicPeriod"/>
            </a:pPr>
            <a:r>
              <a:rPr lang="en-GB" dirty="0">
                <a:hlinkClick r:id="rId6" action="ppaction://hlinksldjump"/>
              </a:rPr>
              <a:t>The tutorial</a:t>
            </a:r>
            <a:endParaRPr lang="en-GB" dirty="0"/>
          </a:p>
          <a:p>
            <a:pPr marL="342900" indent="-342900">
              <a:buAutoNum type="arabicPeriod"/>
            </a:pPr>
            <a:r>
              <a:rPr lang="en-GB" dirty="0">
                <a:hlinkClick r:id="rId7" action="ppaction://hlinksldjump"/>
              </a:rPr>
              <a:t>Setup wizard</a:t>
            </a:r>
            <a:endParaRPr lang="en-GB" dirty="0"/>
          </a:p>
          <a:p>
            <a:pPr marL="342900" indent="-342900">
              <a:buAutoNum type="arabicPeriod"/>
            </a:pPr>
            <a:r>
              <a:rPr lang="en-GB" dirty="0">
                <a:hlinkClick r:id="rId8" action="ppaction://hlinksldjump"/>
              </a:rPr>
              <a:t>Desktop</a:t>
            </a:r>
            <a:endParaRPr lang="en-GB" dirty="0"/>
          </a:p>
          <a:p>
            <a:pPr marL="342900" indent="-342900">
              <a:buAutoNum type="arabicPeriod"/>
            </a:pPr>
            <a:r>
              <a:rPr lang="en-GB" dirty="0">
                <a:hlinkClick r:id="rId9" action="ppaction://hlinksldjump"/>
              </a:rPr>
              <a:t>Start menu</a:t>
            </a:r>
            <a:endParaRPr lang="en-GB" dirty="0"/>
          </a:p>
          <a:p>
            <a:pPr marL="342900" indent="-342900">
              <a:buAutoNum type="arabicPeriod"/>
            </a:pPr>
            <a:r>
              <a:rPr lang="en-GB" dirty="0">
                <a:hlinkClick r:id="rId10" action="ppaction://hlinksldjump"/>
              </a:rPr>
              <a:t>Explorer</a:t>
            </a:r>
            <a:endParaRPr lang="en-GB" dirty="0"/>
          </a:p>
          <a:p>
            <a:pPr marL="342900" indent="-342900">
              <a:buAutoNum type="arabicPeriod"/>
            </a:pPr>
            <a:r>
              <a:rPr lang="en-GB" dirty="0">
                <a:hlinkClick r:id="rId11" action="ppaction://hlinksldjump"/>
              </a:rPr>
              <a:t>IE 23</a:t>
            </a:r>
            <a:endParaRPr lang="en-GB" dirty="0"/>
          </a:p>
          <a:p>
            <a:pPr marL="342900" indent="-342900">
              <a:buAutoNum type="arabicPeriod"/>
            </a:pPr>
            <a:r>
              <a:rPr lang="en-GB" dirty="0">
                <a:hlinkClick r:id="rId12" action="ppaction://hlinksldjump"/>
              </a:rPr>
              <a:t>Accessing websites</a:t>
            </a:r>
            <a:endParaRPr lang="en-GB" dirty="0"/>
          </a:p>
          <a:p>
            <a:pPr marL="342900" indent="-342900">
              <a:buAutoNum type="arabicPeriod"/>
            </a:pPr>
            <a:r>
              <a:rPr lang="en-GB" dirty="0">
                <a:hlinkClick r:id="rId13" action="ppaction://hlinksldjump"/>
              </a:rPr>
              <a:t>Basic elements</a:t>
            </a:r>
            <a:endParaRPr lang="en-GB" dirty="0"/>
          </a:p>
          <a:p>
            <a:pPr marL="342900" indent="-342900">
              <a:buAutoNum type="arabicPeriod"/>
            </a:pPr>
            <a:r>
              <a:rPr lang="en-GB" dirty="0">
                <a:hlinkClick r:id="rId14" action="ppaction://hlinksldjump"/>
              </a:rPr>
              <a:t>Email</a:t>
            </a:r>
            <a:endParaRPr lang="en-GB" dirty="0"/>
          </a:p>
          <a:p>
            <a:pPr marL="342900" indent="-342900">
              <a:buAutoNum type="arabicPeriod"/>
            </a:pPr>
            <a:r>
              <a:rPr lang="en-GB" dirty="0">
                <a:hlinkClick r:id="rId15" action="ppaction://hlinksldjump"/>
              </a:rPr>
              <a:t>Windows</a:t>
            </a:r>
            <a:endParaRPr lang="en-GB" dirty="0"/>
          </a:p>
          <a:p>
            <a:pPr marL="342900" indent="-342900">
              <a:buAutoNum type="arabicPeriod"/>
            </a:pPr>
            <a:r>
              <a:rPr lang="en-GB" dirty="0">
                <a:hlinkClick r:id="rId16" action="ppaction://hlinksldjump"/>
              </a:rPr>
              <a:t>Message boxes</a:t>
            </a:r>
            <a:endParaRPr lang="en-GB" dirty="0"/>
          </a:p>
          <a:p>
            <a:pPr marL="342900" indent="-342900">
              <a:buAutoNum type="arabicPeriod"/>
            </a:pPr>
            <a:r>
              <a:rPr lang="en-GB" dirty="0">
                <a:hlinkClick r:id="rId17" action="ppaction://hlinksldjump"/>
              </a:rPr>
              <a:t>Pop ups</a:t>
            </a:r>
            <a:endParaRPr lang="en-GB" dirty="0"/>
          </a:p>
          <a:p>
            <a:pPr marL="342900" indent="-342900">
              <a:buAutoNum type="arabicPeriod"/>
            </a:pPr>
            <a:r>
              <a:rPr lang="en-GB" dirty="0">
                <a:hlinkClick r:id="rId18" action="ppaction://hlinksldjump"/>
              </a:rPr>
              <a:t>Icons</a:t>
            </a:r>
            <a:endParaRPr lang="en-GB" dirty="0"/>
          </a:p>
          <a:p>
            <a:pPr marL="342900" indent="-342900">
              <a:buAutoNum type="arabicPeriod"/>
            </a:pPr>
            <a:r>
              <a:rPr lang="en-GB" dirty="0">
                <a:hlinkClick r:id="rId19" action="ppaction://hlinksldjump"/>
              </a:rPr>
              <a:t>Modifying Windos</a:t>
            </a:r>
            <a:endParaRPr lang="en-GB" dirty="0"/>
          </a:p>
          <a:p>
            <a:pPr marL="342900" indent="-342900">
              <a:buAutoNum type="arabicPeriod"/>
            </a:pPr>
            <a:r>
              <a:rPr lang="en-GB" dirty="0">
                <a:hlinkClick r:id="rId20" action="ppaction://hlinksldjump"/>
              </a:rPr>
              <a:t>Feedback</a:t>
            </a:r>
            <a:endParaRPr lang="en-GB" dirty="0"/>
          </a:p>
          <a:p>
            <a:pPr marL="342900" indent="-342900">
              <a:buAutoNum type="arabicPeriod"/>
            </a:pPr>
            <a:r>
              <a:rPr lang="en-GB" dirty="0">
                <a:hlinkClick r:id="rId21" action="ppaction://hlinksldjump"/>
              </a:rPr>
              <a:t>notifications</a:t>
            </a:r>
            <a:endParaRPr lang="en-GB" dirty="0"/>
          </a:p>
        </p:txBody>
      </p:sp>
      <p:pic>
        <p:nvPicPr>
          <p:cNvPr id="7" name="Picture 6">
            <a:hlinkClick r:id="rId22" action="ppaction://hlinksldjump"/>
            <a:extLst>
              <a:ext uri="{FF2B5EF4-FFF2-40B4-BE49-F238E27FC236}">
                <a16:creationId xmlns:a16="http://schemas.microsoft.com/office/drawing/2014/main" id="{217980A2-1FEB-4ABB-8AAB-498224B95176}"/>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19924996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862322"/>
          </a:xfrm>
          <a:prstGeom prst="rect">
            <a:avLst/>
          </a:prstGeom>
          <a:noFill/>
        </p:spPr>
        <p:txBody>
          <a:bodyPr wrap="square" rtlCol="0">
            <a:spAutoFit/>
          </a:bodyPr>
          <a:lstStyle/>
          <a:p>
            <a:r>
              <a:rPr lang="en-GB" u="sng" dirty="0"/>
              <a:t>Intro:</a:t>
            </a:r>
          </a:p>
          <a:p>
            <a:endParaRPr lang="en-GB" dirty="0"/>
          </a:p>
          <a:p>
            <a:r>
              <a:rPr lang="en-GB" dirty="0"/>
              <a:t>This help utility tries to answer common questions people may have while using Windos 98. navigate through the use of hyperlinks and read the help text.</a:t>
            </a:r>
          </a:p>
          <a:p>
            <a:r>
              <a:rPr lang="en-GB" dirty="0"/>
              <a:t>Click on the ? Icon next to the close button to go back to the index.  </a:t>
            </a:r>
          </a:p>
          <a:p>
            <a:endParaRPr lang="en-GB" dirty="0"/>
          </a:p>
          <a:p>
            <a:r>
              <a:rPr lang="en-GB" dirty="0"/>
              <a:t>See also:</a:t>
            </a:r>
          </a:p>
          <a:p>
            <a:r>
              <a:rPr lang="en-GB" dirty="0"/>
              <a:t>Getting started</a:t>
            </a:r>
          </a:p>
          <a:p>
            <a:r>
              <a:rPr lang="en-GB" dirty="0"/>
              <a:t>Desktop</a:t>
            </a:r>
          </a:p>
          <a:p>
            <a:r>
              <a:rPr lang="en-GB" dirty="0"/>
              <a:t>Setup wizard</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41831929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1754326"/>
          </a:xfrm>
          <a:prstGeom prst="rect">
            <a:avLst/>
          </a:prstGeom>
          <a:noFill/>
        </p:spPr>
        <p:txBody>
          <a:bodyPr wrap="square" rtlCol="0">
            <a:spAutoFit/>
          </a:bodyPr>
          <a:lstStyle/>
          <a:p>
            <a:r>
              <a:rPr lang="en-GB" u="sng" dirty="0"/>
              <a:t>What is Windos?</a:t>
            </a:r>
          </a:p>
          <a:p>
            <a:endParaRPr lang="en-GB" u="sng" dirty="0"/>
          </a:p>
          <a:p>
            <a:r>
              <a:rPr lang="en-GB" dirty="0"/>
              <a:t>Windos 98 is a parody of Windows.</a:t>
            </a:r>
          </a:p>
          <a:p>
            <a:r>
              <a:rPr lang="en-GB" dirty="0"/>
              <a:t>It is supposed to look like Windows but with a basic UI and limited features. To get help, click on one of the see also links.  </a:t>
            </a:r>
          </a:p>
          <a:p>
            <a:endParaRPr lang="en-GB"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6275775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632311"/>
          </a:xfrm>
          <a:prstGeom prst="rect">
            <a:avLst/>
          </a:prstGeom>
          <a:noFill/>
        </p:spPr>
        <p:txBody>
          <a:bodyPr wrap="square" rtlCol="0">
            <a:spAutoFit/>
          </a:bodyPr>
          <a:lstStyle/>
          <a:p>
            <a:r>
              <a:rPr lang="en-GB" u="sng" dirty="0"/>
              <a:t>Getting started</a:t>
            </a:r>
          </a:p>
          <a:p>
            <a:endParaRPr lang="en-GB" u="sng" dirty="0"/>
          </a:p>
          <a:p>
            <a:r>
              <a:rPr lang="en-GB" dirty="0"/>
              <a:t>Windos 98 is a basic OS if you learn how to use it.</a:t>
            </a:r>
          </a:p>
          <a:p>
            <a:r>
              <a:rPr lang="en-GB" dirty="0"/>
              <a:t>It contains many elements, Easter eggs and jokes. </a:t>
            </a:r>
          </a:p>
          <a:p>
            <a:r>
              <a:rPr lang="en-GB" dirty="0"/>
              <a:t>When you first booted up you pressed the start now button.</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This redirected you to a  prompt asking you if you wanted to use the tutorial. You probably pressed yes. When you hover over a clickable element, your cursor changed. Make sure to recognise it otherwise you will move onto the next slide. `</a:t>
            </a:r>
          </a:p>
          <a:p>
            <a:r>
              <a:rPr lang="en-GB" dirty="0"/>
              <a:t>select one of the following:</a:t>
            </a:r>
          </a:p>
          <a:p>
            <a:endParaRPr lang="en-GB" dirty="0"/>
          </a:p>
          <a:p>
            <a:r>
              <a:rPr lang="en-GB" dirty="0"/>
              <a:t>The tutorial</a:t>
            </a:r>
          </a:p>
          <a:p>
            <a:r>
              <a:rPr lang="en-GB" dirty="0"/>
              <a:t>Desktop</a:t>
            </a:r>
          </a:p>
          <a:p>
            <a:r>
              <a:rPr lang="en-GB" dirty="0"/>
              <a:t>What is Windos?</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94A10F8F-F949-41C7-9259-AB59007BF1ED}"/>
              </a:ext>
            </a:extLst>
          </p:cNvPr>
          <p:cNvPicPr>
            <a:picLocks noChangeAspect="1"/>
          </p:cNvPicPr>
          <p:nvPr/>
        </p:nvPicPr>
        <p:blipFill>
          <a:blip r:embed="rId5"/>
          <a:stretch>
            <a:fillRect/>
          </a:stretch>
        </p:blipFill>
        <p:spPr>
          <a:xfrm>
            <a:off x="285516" y="2142946"/>
            <a:ext cx="2543409" cy="1950910"/>
          </a:xfrm>
          <a:prstGeom prst="rect">
            <a:avLst/>
          </a:prstGeom>
        </p:spPr>
      </p:pic>
    </p:spTree>
    <p:extLst>
      <p:ext uri="{BB962C8B-B14F-4D97-AF65-F5344CB8AC3E}">
        <p14:creationId xmlns:p14="http://schemas.microsoft.com/office/powerpoint/2010/main" val="7844655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585323"/>
          </a:xfrm>
          <a:prstGeom prst="rect">
            <a:avLst/>
          </a:prstGeom>
          <a:noFill/>
        </p:spPr>
        <p:txBody>
          <a:bodyPr wrap="square" rtlCol="0">
            <a:spAutoFit/>
          </a:bodyPr>
          <a:lstStyle/>
          <a:p>
            <a:r>
              <a:rPr lang="en-GB" u="sng" dirty="0"/>
              <a:t>The Tutorial</a:t>
            </a:r>
          </a:p>
          <a:p>
            <a:endParaRPr lang="en-GB" dirty="0"/>
          </a:p>
          <a:p>
            <a:r>
              <a:rPr lang="en-GB" dirty="0"/>
              <a:t>The tutorial tells you what the desktop looks like in an nutshell. It does not go to very deep context on what the entire OS does. To open it, you need to reboot and accept he request to open it.</a:t>
            </a:r>
          </a:p>
          <a:p>
            <a:endParaRPr lang="en-GB" dirty="0"/>
          </a:p>
          <a:p>
            <a:r>
              <a:rPr lang="en-GB" dirty="0"/>
              <a:t>See also:</a:t>
            </a:r>
          </a:p>
          <a:p>
            <a:r>
              <a:rPr lang="en-GB" dirty="0"/>
              <a:t>Desktop</a:t>
            </a:r>
          </a:p>
          <a:p>
            <a:r>
              <a:rPr lang="en-GB" dirty="0"/>
              <a:t>Getting started</a:t>
            </a:r>
          </a:p>
          <a:p>
            <a:r>
              <a:rPr lang="en-GB" dirty="0"/>
              <a:t>Using help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5110010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1754326"/>
          </a:xfrm>
          <a:prstGeom prst="rect">
            <a:avLst/>
          </a:prstGeom>
          <a:noFill/>
        </p:spPr>
        <p:txBody>
          <a:bodyPr wrap="square" rtlCol="0">
            <a:spAutoFit/>
          </a:bodyPr>
          <a:lstStyle/>
          <a:p>
            <a:r>
              <a:rPr lang="en-GB" u="sng" dirty="0"/>
              <a:t>Setup wizard</a:t>
            </a:r>
          </a:p>
          <a:p>
            <a:endParaRPr lang="en-GB" u="sng" dirty="0"/>
          </a:p>
          <a:p>
            <a:r>
              <a:rPr lang="en-GB" dirty="0"/>
              <a:t>The setup wizard helps you install Windos. It is designed to annoy you and imitate installing Windos. Please note that it existed when Windos was 1</a:t>
            </a:r>
            <a:r>
              <a:rPr lang="en-GB" baseline="30000" dirty="0"/>
              <a:t>st</a:t>
            </a:r>
            <a:r>
              <a:rPr lang="en-GB" dirty="0"/>
              <a:t> created. You need to follow the instructions, close windows, click on boxes, click outside of them, install updates, etc. </a:t>
            </a:r>
          </a:p>
          <a:p>
            <a:r>
              <a:rPr lang="en-GB" dirty="0"/>
              <a:t>Follow the on-screen instructions to get onto the desktop.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2697001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923330"/>
          </a:xfrm>
          <a:prstGeom prst="rect">
            <a:avLst/>
          </a:prstGeom>
          <a:noFill/>
        </p:spPr>
        <p:txBody>
          <a:bodyPr wrap="square" rtlCol="0">
            <a:spAutoFit/>
          </a:bodyPr>
          <a:lstStyle/>
          <a:p>
            <a:r>
              <a:rPr lang="en-GB" u="sng" dirty="0"/>
              <a:t>Desktop</a:t>
            </a:r>
          </a:p>
          <a:p>
            <a:endParaRPr lang="en-GB" u="sng"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4D795D93-D549-4825-861A-B25208F05EE4}"/>
              </a:ext>
            </a:extLst>
          </p:cNvPr>
          <p:cNvPicPr>
            <a:picLocks noChangeAspect="1"/>
          </p:cNvPicPr>
          <p:nvPr/>
        </p:nvPicPr>
        <p:blipFill>
          <a:blip r:embed="rId5"/>
          <a:stretch>
            <a:fillRect/>
          </a:stretch>
        </p:blipFill>
        <p:spPr>
          <a:xfrm>
            <a:off x="1051774" y="868327"/>
            <a:ext cx="9878495" cy="5564371"/>
          </a:xfrm>
          <a:prstGeom prst="rect">
            <a:avLst/>
          </a:prstGeom>
        </p:spPr>
      </p:pic>
      <p:sp>
        <p:nvSpPr>
          <p:cNvPr id="8" name="Speech Bubble: Rectangle 7">
            <a:extLst>
              <a:ext uri="{FF2B5EF4-FFF2-40B4-BE49-F238E27FC236}">
                <a16:creationId xmlns:a16="http://schemas.microsoft.com/office/drawing/2014/main" id="{3B3E3CAD-CCE7-459C-B8A9-E2A41A4727A7}"/>
              </a:ext>
            </a:extLst>
          </p:cNvPr>
          <p:cNvSpPr/>
          <p:nvPr/>
        </p:nvSpPr>
        <p:spPr>
          <a:xfrm>
            <a:off x="5895975" y="1619250"/>
            <a:ext cx="2228850" cy="2181225"/>
          </a:xfrm>
          <a:prstGeom prst="wedgeRectCallout">
            <a:avLst>
              <a:gd name="adj1" fmla="val -135955"/>
              <a:gd name="adj2" fmla="val 498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What’s new  screen shows what was updated in the version of Windos</a:t>
            </a:r>
          </a:p>
        </p:txBody>
      </p:sp>
      <p:sp>
        <p:nvSpPr>
          <p:cNvPr id="9" name="Speech Bubble: Rectangle 8">
            <a:extLst>
              <a:ext uri="{FF2B5EF4-FFF2-40B4-BE49-F238E27FC236}">
                <a16:creationId xmlns:a16="http://schemas.microsoft.com/office/drawing/2014/main" id="{D041D461-B010-45A8-A2A0-89BD7F3AC680}"/>
              </a:ext>
            </a:extLst>
          </p:cNvPr>
          <p:cNvSpPr/>
          <p:nvPr/>
        </p:nvSpPr>
        <p:spPr>
          <a:xfrm>
            <a:off x="8304028" y="3530009"/>
            <a:ext cx="1722474" cy="1084521"/>
          </a:xfrm>
          <a:prstGeom prst="wedgeRectCallout">
            <a:avLst>
              <a:gd name="adj1" fmla="val -463"/>
              <a:gd name="adj2" fmla="val -1424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Desktop icons to get to places</a:t>
            </a:r>
          </a:p>
        </p:txBody>
      </p:sp>
      <p:sp>
        <p:nvSpPr>
          <p:cNvPr id="10" name="Speech Bubble: Rectangle 9">
            <a:extLst>
              <a:ext uri="{FF2B5EF4-FFF2-40B4-BE49-F238E27FC236}">
                <a16:creationId xmlns:a16="http://schemas.microsoft.com/office/drawing/2014/main" id="{C7EB922F-D396-4260-B773-FC4458CBD668}"/>
              </a:ext>
            </a:extLst>
          </p:cNvPr>
          <p:cNvSpPr/>
          <p:nvPr/>
        </p:nvSpPr>
        <p:spPr>
          <a:xfrm>
            <a:off x="6687879" y="4614530"/>
            <a:ext cx="1722474" cy="923330"/>
          </a:xfrm>
          <a:prstGeom prst="wedgeRectCallout">
            <a:avLst>
              <a:gd name="adj1" fmla="val 145834"/>
              <a:gd name="adj2" fmla="val 383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Build info states the Windos version</a:t>
            </a:r>
          </a:p>
        </p:txBody>
      </p:sp>
      <p:sp>
        <p:nvSpPr>
          <p:cNvPr id="11" name="Speech Bubble: Rectangle 10">
            <a:extLst>
              <a:ext uri="{FF2B5EF4-FFF2-40B4-BE49-F238E27FC236}">
                <a16:creationId xmlns:a16="http://schemas.microsoft.com/office/drawing/2014/main" id="{957F5C63-F2F4-4D89-94C9-AC17B3567CB1}"/>
              </a:ext>
            </a:extLst>
          </p:cNvPr>
          <p:cNvSpPr/>
          <p:nvPr/>
        </p:nvSpPr>
        <p:spPr>
          <a:xfrm>
            <a:off x="3795823" y="4157330"/>
            <a:ext cx="2300177" cy="1380530"/>
          </a:xfrm>
          <a:prstGeom prst="wedgeRectCallout">
            <a:avLst>
              <a:gd name="adj1" fmla="val -19619"/>
              <a:gd name="adj2" fmla="val 984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Taskbar with icons to access some areas. Learn more in the tutorial</a:t>
            </a:r>
          </a:p>
        </p:txBody>
      </p:sp>
      <p:sp>
        <p:nvSpPr>
          <p:cNvPr id="12" name="Speech Bubble: Rectangle 11">
            <a:extLst>
              <a:ext uri="{FF2B5EF4-FFF2-40B4-BE49-F238E27FC236}">
                <a16:creationId xmlns:a16="http://schemas.microsoft.com/office/drawing/2014/main" id="{A3078B42-0E91-4BD5-A9BA-90FD8AA9353F}"/>
              </a:ext>
            </a:extLst>
          </p:cNvPr>
          <p:cNvSpPr/>
          <p:nvPr/>
        </p:nvSpPr>
        <p:spPr>
          <a:xfrm>
            <a:off x="1488558" y="3646967"/>
            <a:ext cx="2052084" cy="1190847"/>
          </a:xfrm>
          <a:prstGeom prst="wedgeRectCallout">
            <a:avLst>
              <a:gd name="adj1" fmla="val -52439"/>
              <a:gd name="adj2" fmla="val 1553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Start button opens start menu</a:t>
            </a:r>
          </a:p>
        </p:txBody>
      </p:sp>
    </p:spTree>
    <p:extLst>
      <p:ext uri="{BB962C8B-B14F-4D97-AF65-F5344CB8AC3E}">
        <p14:creationId xmlns:p14="http://schemas.microsoft.com/office/powerpoint/2010/main" val="11608821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646331"/>
          </a:xfrm>
          <a:prstGeom prst="rect">
            <a:avLst/>
          </a:prstGeom>
          <a:noFill/>
        </p:spPr>
        <p:txBody>
          <a:bodyPr wrap="square" rtlCol="0">
            <a:spAutoFit/>
          </a:bodyPr>
          <a:lstStyle/>
          <a:p>
            <a:r>
              <a:rPr lang="en-GB" u="sng" dirty="0"/>
              <a:t>Start menu:</a:t>
            </a:r>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13" name="Picture 12">
            <a:extLst>
              <a:ext uri="{FF2B5EF4-FFF2-40B4-BE49-F238E27FC236}">
                <a16:creationId xmlns:a16="http://schemas.microsoft.com/office/drawing/2014/main" id="{0ECC5B7B-21D9-4480-B989-570ABDFB970F}"/>
              </a:ext>
            </a:extLst>
          </p:cNvPr>
          <p:cNvPicPr>
            <a:picLocks noChangeAspect="1"/>
          </p:cNvPicPr>
          <p:nvPr/>
        </p:nvPicPr>
        <p:blipFill>
          <a:blip r:embed="rId5"/>
          <a:stretch>
            <a:fillRect/>
          </a:stretch>
        </p:blipFill>
        <p:spPr>
          <a:xfrm>
            <a:off x="492588" y="1585983"/>
            <a:ext cx="8697539" cy="3953427"/>
          </a:xfrm>
          <a:prstGeom prst="rect">
            <a:avLst/>
          </a:prstGeom>
        </p:spPr>
      </p:pic>
      <p:sp>
        <p:nvSpPr>
          <p:cNvPr id="14" name="Speech Bubble: Rectangle 13">
            <a:extLst>
              <a:ext uri="{FF2B5EF4-FFF2-40B4-BE49-F238E27FC236}">
                <a16:creationId xmlns:a16="http://schemas.microsoft.com/office/drawing/2014/main" id="{4810BBB8-FC91-4D80-B514-F6505D6BDA03}"/>
              </a:ext>
            </a:extLst>
          </p:cNvPr>
          <p:cNvSpPr/>
          <p:nvPr/>
        </p:nvSpPr>
        <p:spPr>
          <a:xfrm>
            <a:off x="7400260" y="888222"/>
            <a:ext cx="2558903" cy="723014"/>
          </a:xfrm>
          <a:prstGeom prst="wedgeRectCallout">
            <a:avLst>
              <a:gd name="adj1" fmla="val -51581"/>
              <a:gd name="adj2" fmla="val 1183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User info and access to old start menu</a:t>
            </a:r>
          </a:p>
        </p:txBody>
      </p:sp>
      <p:sp>
        <p:nvSpPr>
          <p:cNvPr id="16" name="Rectangle 15">
            <a:extLst>
              <a:ext uri="{FF2B5EF4-FFF2-40B4-BE49-F238E27FC236}">
                <a16:creationId xmlns:a16="http://schemas.microsoft.com/office/drawing/2014/main" id="{6AB8D05B-15B6-4F8A-AABB-58EBA75E8F9B}"/>
              </a:ext>
            </a:extLst>
          </p:cNvPr>
          <p:cNvSpPr/>
          <p:nvPr/>
        </p:nvSpPr>
        <p:spPr>
          <a:xfrm>
            <a:off x="6315740" y="2137144"/>
            <a:ext cx="2874387" cy="34022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Speech Bubble: Rectangle 16">
            <a:extLst>
              <a:ext uri="{FF2B5EF4-FFF2-40B4-BE49-F238E27FC236}">
                <a16:creationId xmlns:a16="http://schemas.microsoft.com/office/drawing/2014/main" id="{993197B0-232F-4DC9-9F88-4129FED3354D}"/>
              </a:ext>
            </a:extLst>
          </p:cNvPr>
          <p:cNvSpPr/>
          <p:nvPr/>
        </p:nvSpPr>
        <p:spPr>
          <a:xfrm>
            <a:off x="1782725" y="332469"/>
            <a:ext cx="2013098" cy="1253514"/>
          </a:xfrm>
          <a:prstGeom prst="wedgeRectCallout">
            <a:avLst>
              <a:gd name="adj1" fmla="val -18877"/>
              <a:gd name="adj2" fmla="val 1006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Clippy gives a hint every few versions. They can reveal Easter eggs</a:t>
            </a:r>
          </a:p>
        </p:txBody>
      </p:sp>
      <p:sp>
        <p:nvSpPr>
          <p:cNvPr id="18" name="Speech Bubble: Rectangle 17">
            <a:extLst>
              <a:ext uri="{FF2B5EF4-FFF2-40B4-BE49-F238E27FC236}">
                <a16:creationId xmlns:a16="http://schemas.microsoft.com/office/drawing/2014/main" id="{391F1664-7C2B-4113-8338-8FD3889DAF90}"/>
              </a:ext>
            </a:extLst>
          </p:cNvPr>
          <p:cNvSpPr/>
          <p:nvPr/>
        </p:nvSpPr>
        <p:spPr>
          <a:xfrm>
            <a:off x="4997302" y="5422605"/>
            <a:ext cx="3072810" cy="1010093"/>
          </a:xfrm>
          <a:prstGeom prst="wedgeRectCallout">
            <a:avLst>
              <a:gd name="adj1" fmla="val -62009"/>
              <a:gd name="adj2" fmla="val -553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menu access. </a:t>
            </a:r>
          </a:p>
        </p:txBody>
      </p:sp>
      <p:sp>
        <p:nvSpPr>
          <p:cNvPr id="19" name="Speech Bubble: Rectangle 18">
            <a:extLst>
              <a:ext uri="{FF2B5EF4-FFF2-40B4-BE49-F238E27FC236}">
                <a16:creationId xmlns:a16="http://schemas.microsoft.com/office/drawing/2014/main" id="{812CD0AC-0FC9-43B0-9393-CD05B6A2906B}"/>
              </a:ext>
            </a:extLst>
          </p:cNvPr>
          <p:cNvSpPr/>
          <p:nvPr/>
        </p:nvSpPr>
        <p:spPr>
          <a:xfrm>
            <a:off x="8963247" y="2551814"/>
            <a:ext cx="1733106" cy="1977656"/>
          </a:xfrm>
          <a:prstGeom prst="wedgeRectCallout">
            <a:avLst>
              <a:gd name="adj1" fmla="val -282796"/>
              <a:gd name="adj2" fmla="val 71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Shortcuts for easy access to system areas. </a:t>
            </a:r>
          </a:p>
        </p:txBody>
      </p:sp>
    </p:spTree>
    <p:extLst>
      <p:ext uri="{BB962C8B-B14F-4D97-AF65-F5344CB8AC3E}">
        <p14:creationId xmlns:p14="http://schemas.microsoft.com/office/powerpoint/2010/main" val="37144064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632311"/>
          </a:xfrm>
          <a:prstGeom prst="rect">
            <a:avLst/>
          </a:prstGeom>
          <a:noFill/>
        </p:spPr>
        <p:txBody>
          <a:bodyPr wrap="square" rtlCol="0">
            <a:spAutoFit/>
          </a:bodyPr>
          <a:lstStyle/>
          <a:p>
            <a:r>
              <a:rPr lang="en-GB" u="sng" dirty="0"/>
              <a:t>Explorer:</a:t>
            </a:r>
          </a:p>
          <a:p>
            <a:endParaRPr lang="en-GB" u="sng" dirty="0"/>
          </a:p>
          <a:p>
            <a:r>
              <a:rPr lang="en-GB" dirty="0"/>
              <a:t>File explorer lets you access the C drive and your personal folder. It looks like this when opened:</a:t>
            </a:r>
          </a:p>
          <a:p>
            <a:endParaRPr lang="en-GB" dirty="0"/>
          </a:p>
          <a:p>
            <a:endParaRPr lang="en-GB" dirty="0"/>
          </a:p>
          <a:p>
            <a:endParaRPr lang="en-GB" dirty="0"/>
          </a:p>
          <a:p>
            <a:endParaRPr lang="en-GB" dirty="0"/>
          </a:p>
          <a:p>
            <a:r>
              <a:rPr lang="en-GB" dirty="0"/>
              <a:t>The explorer icons can be pressed to view the corresponding file or folder. some areas just give you an access denied prompt and take you to the desktop. It looks like this: </a:t>
            </a:r>
          </a:p>
          <a:p>
            <a:endParaRPr lang="en-GB" dirty="0"/>
          </a:p>
          <a:p>
            <a:endParaRPr lang="en-GB" dirty="0"/>
          </a:p>
          <a:p>
            <a:endParaRPr lang="en-GB" dirty="0"/>
          </a:p>
          <a:p>
            <a:endParaRPr lang="en-GB" dirty="0"/>
          </a:p>
          <a:p>
            <a:endParaRPr lang="en-GB" dirty="0"/>
          </a:p>
          <a:p>
            <a:endParaRPr lang="en-GB" dirty="0"/>
          </a:p>
          <a:p>
            <a:r>
              <a:rPr lang="en-GB" dirty="0"/>
              <a:t>Click outside of the pop up to close it. </a:t>
            </a:r>
          </a:p>
          <a:p>
            <a:r>
              <a:rPr lang="en-GB" dirty="0"/>
              <a:t>See also:</a:t>
            </a:r>
          </a:p>
          <a:p>
            <a:r>
              <a:rPr lang="en-GB" dirty="0"/>
              <a:t>IE 23</a:t>
            </a:r>
          </a:p>
          <a:p>
            <a:r>
              <a:rPr lang="en-GB" dirty="0"/>
              <a:t>Email </a:t>
            </a:r>
          </a:p>
          <a:p>
            <a:r>
              <a:rPr lang="en-GB" dirty="0"/>
              <a:t>Using Help</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5DA9A25A-23F1-49F9-94EB-074BEA67853C}"/>
              </a:ext>
            </a:extLst>
          </p:cNvPr>
          <p:cNvPicPr>
            <a:picLocks noChangeAspect="1"/>
          </p:cNvPicPr>
          <p:nvPr/>
        </p:nvPicPr>
        <p:blipFill>
          <a:blip r:embed="rId5"/>
          <a:stretch>
            <a:fillRect/>
          </a:stretch>
        </p:blipFill>
        <p:spPr>
          <a:xfrm>
            <a:off x="142875" y="1611628"/>
            <a:ext cx="6608800" cy="782243"/>
          </a:xfrm>
          <a:prstGeom prst="rect">
            <a:avLst/>
          </a:prstGeom>
        </p:spPr>
      </p:pic>
      <p:pic>
        <p:nvPicPr>
          <p:cNvPr id="9" name="Picture 8">
            <a:extLst>
              <a:ext uri="{FF2B5EF4-FFF2-40B4-BE49-F238E27FC236}">
                <a16:creationId xmlns:a16="http://schemas.microsoft.com/office/drawing/2014/main" id="{EEB2E8B0-D842-4DEA-B82F-0A7C169CF8E7}"/>
              </a:ext>
            </a:extLst>
          </p:cNvPr>
          <p:cNvPicPr>
            <a:picLocks noChangeAspect="1"/>
          </p:cNvPicPr>
          <p:nvPr/>
        </p:nvPicPr>
        <p:blipFill>
          <a:blip r:embed="rId6"/>
          <a:stretch>
            <a:fillRect/>
          </a:stretch>
        </p:blipFill>
        <p:spPr>
          <a:xfrm>
            <a:off x="324935" y="3083724"/>
            <a:ext cx="3109381" cy="1586776"/>
          </a:xfrm>
          <a:prstGeom prst="rect">
            <a:avLst/>
          </a:prstGeom>
        </p:spPr>
      </p:pic>
    </p:spTree>
    <p:extLst>
      <p:ext uri="{BB962C8B-B14F-4D97-AF65-F5344CB8AC3E}">
        <p14:creationId xmlns:p14="http://schemas.microsoft.com/office/powerpoint/2010/main" val="32407550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6186309"/>
          </a:xfrm>
          <a:prstGeom prst="rect">
            <a:avLst/>
          </a:prstGeom>
          <a:noFill/>
        </p:spPr>
        <p:txBody>
          <a:bodyPr wrap="square" rtlCol="0">
            <a:spAutoFit/>
          </a:bodyPr>
          <a:lstStyle/>
          <a:p>
            <a:r>
              <a:rPr lang="en-GB" u="sng" dirty="0"/>
              <a:t>IE 23:</a:t>
            </a:r>
          </a:p>
          <a:p>
            <a:endParaRPr lang="en-GB" u="sng" dirty="0"/>
          </a:p>
          <a:p>
            <a:r>
              <a:rPr lang="en-GB" dirty="0"/>
              <a:t>The web browser, Internet Explorer 23, can be opened in several ways. Click on the desktop icon, start menu entry, network icon on taskbar, etc.  </a:t>
            </a:r>
          </a:p>
          <a:p>
            <a:r>
              <a:rPr lang="en-GB" dirty="0"/>
              <a:t>The home screen looks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Click on a link to access a website and press the close button to exit.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C6786C29-21FA-469E-9A78-5988051CB18C}"/>
              </a:ext>
            </a:extLst>
          </p:cNvPr>
          <p:cNvPicPr>
            <a:picLocks noChangeAspect="1"/>
          </p:cNvPicPr>
          <p:nvPr/>
        </p:nvPicPr>
        <p:blipFill>
          <a:blip r:embed="rId5"/>
          <a:stretch>
            <a:fillRect/>
          </a:stretch>
        </p:blipFill>
        <p:spPr>
          <a:xfrm>
            <a:off x="251322" y="1991678"/>
            <a:ext cx="7297794" cy="41354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844302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6186309"/>
          </a:xfrm>
          <a:prstGeom prst="rect">
            <a:avLst/>
          </a:prstGeom>
          <a:noFill/>
        </p:spPr>
        <p:txBody>
          <a:bodyPr wrap="square" rtlCol="0">
            <a:spAutoFit/>
          </a:bodyPr>
          <a:lstStyle/>
          <a:p>
            <a:r>
              <a:rPr lang="en-GB" u="sng" dirty="0"/>
              <a:t>Accessing websites</a:t>
            </a:r>
          </a:p>
          <a:p>
            <a:endParaRPr lang="en-GB" u="sng" dirty="0"/>
          </a:p>
          <a:p>
            <a:r>
              <a:rPr lang="en-GB" dirty="0"/>
              <a:t>When you are on  a website you can browse it by clicking on links. As of beta 4 there are 4 websites added. One website looks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This is a static web page. You can read It and click on links.</a:t>
            </a:r>
          </a:p>
          <a:p>
            <a:r>
              <a:rPr lang="en-GB" dirty="0"/>
              <a:t>Close the window to go back to the IE 23 homepage. </a:t>
            </a:r>
          </a:p>
          <a:p>
            <a:r>
              <a:rPr lang="en-GB" dirty="0"/>
              <a: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8" name="Picture 7">
            <a:extLst>
              <a:ext uri="{FF2B5EF4-FFF2-40B4-BE49-F238E27FC236}">
                <a16:creationId xmlns:a16="http://schemas.microsoft.com/office/drawing/2014/main" id="{30212363-2CED-42F0-9A73-1AA3840D1E10}"/>
              </a:ext>
            </a:extLst>
          </p:cNvPr>
          <p:cNvPicPr>
            <a:picLocks noChangeAspect="1"/>
          </p:cNvPicPr>
          <p:nvPr/>
        </p:nvPicPr>
        <p:blipFill>
          <a:blip r:embed="rId5"/>
          <a:stretch>
            <a:fillRect/>
          </a:stretch>
        </p:blipFill>
        <p:spPr>
          <a:xfrm>
            <a:off x="294959" y="1698168"/>
            <a:ext cx="6871385" cy="3886966"/>
          </a:xfrm>
          <a:prstGeom prst="rect">
            <a:avLst/>
          </a:prstGeom>
        </p:spPr>
      </p:pic>
    </p:spTree>
    <p:extLst>
      <p:ext uri="{BB962C8B-B14F-4D97-AF65-F5344CB8AC3E}">
        <p14:creationId xmlns:p14="http://schemas.microsoft.com/office/powerpoint/2010/main" val="27892513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3139321"/>
          </a:xfrm>
          <a:prstGeom prst="rect">
            <a:avLst/>
          </a:prstGeom>
          <a:noFill/>
        </p:spPr>
        <p:txBody>
          <a:bodyPr wrap="square" rtlCol="0">
            <a:spAutoFit/>
          </a:bodyPr>
          <a:lstStyle/>
          <a:p>
            <a:r>
              <a:rPr lang="en-GB" u="sng" dirty="0"/>
              <a:t>Basic element:</a:t>
            </a:r>
          </a:p>
          <a:p>
            <a:endParaRPr lang="en-GB" u="sng" dirty="0"/>
          </a:p>
          <a:p>
            <a:r>
              <a:rPr lang="en-GB" dirty="0"/>
              <a:t>This is a link page. It redirects you to other help pages about something related to this.</a:t>
            </a:r>
          </a:p>
          <a:p>
            <a:endParaRPr lang="en-GB" dirty="0"/>
          </a:p>
          <a:p>
            <a:endParaRPr lang="en-GB" dirty="0"/>
          </a:p>
          <a:p>
            <a:r>
              <a:rPr lang="en-GB" dirty="0"/>
              <a:t>Help on message boxes</a:t>
            </a:r>
          </a:p>
          <a:p>
            <a:r>
              <a:rPr lang="en-GB" dirty="0"/>
              <a:t>Pop ups</a:t>
            </a:r>
          </a:p>
          <a:p>
            <a:r>
              <a:rPr lang="en-GB" dirty="0"/>
              <a:t>Windows</a:t>
            </a:r>
          </a:p>
          <a:p>
            <a:r>
              <a:rPr lang="en-GB" dirty="0"/>
              <a:t>Message boxes </a:t>
            </a:r>
          </a:p>
          <a:p>
            <a:r>
              <a:rPr lang="en-GB" dirty="0"/>
              <a:t>Icons</a:t>
            </a:r>
          </a:p>
          <a:p>
            <a:r>
              <a:rPr lang="en-GB" dirty="0"/>
              <a:t>buttons</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11206422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1200329"/>
          </a:xfrm>
          <a:prstGeom prst="rect">
            <a:avLst/>
          </a:prstGeom>
          <a:noFill/>
        </p:spPr>
        <p:txBody>
          <a:bodyPr wrap="square" rtlCol="0">
            <a:spAutoFit/>
          </a:bodyPr>
          <a:lstStyle/>
          <a:p>
            <a:r>
              <a:rPr lang="en-GB" u="sng" dirty="0"/>
              <a:t>Email:</a:t>
            </a:r>
          </a:p>
          <a:p>
            <a:endParaRPr lang="en-GB" u="sng" dirty="0"/>
          </a:p>
          <a:p>
            <a:r>
              <a:rPr lang="en-GB" dirty="0"/>
              <a:t>The email client lets you read emails. It also lets you contact the developer. Email is discontinued and has no emails as of beta 4 but this may change.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16633355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632311"/>
          </a:xfrm>
          <a:prstGeom prst="rect">
            <a:avLst/>
          </a:prstGeom>
          <a:noFill/>
        </p:spPr>
        <p:txBody>
          <a:bodyPr wrap="square" rtlCol="0">
            <a:spAutoFit/>
          </a:bodyPr>
          <a:lstStyle/>
          <a:p>
            <a:r>
              <a:rPr lang="en-GB" u="sng" dirty="0"/>
              <a:t>Windows</a:t>
            </a:r>
          </a:p>
          <a:p>
            <a:endParaRPr lang="en-GB" u="sng" dirty="0"/>
          </a:p>
          <a:p>
            <a:r>
              <a:rPr lang="en-GB" dirty="0"/>
              <a:t>Windows look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They are full screen items that can be interacted with.</a:t>
            </a:r>
          </a:p>
          <a:p>
            <a:r>
              <a:rPr lang="en-GB" dirty="0"/>
              <a:t>Click the close button to close it.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6D876EA1-92E6-49E7-8648-AADD861C212F}"/>
              </a:ext>
            </a:extLst>
          </p:cNvPr>
          <p:cNvPicPr>
            <a:picLocks noChangeAspect="1"/>
          </p:cNvPicPr>
          <p:nvPr/>
        </p:nvPicPr>
        <p:blipFill>
          <a:blip r:embed="rId5"/>
          <a:stretch>
            <a:fillRect/>
          </a:stretch>
        </p:blipFill>
        <p:spPr>
          <a:xfrm>
            <a:off x="142874" y="1605047"/>
            <a:ext cx="6442764" cy="3647906"/>
          </a:xfrm>
          <a:prstGeom prst="rect">
            <a:avLst/>
          </a:prstGeom>
        </p:spPr>
      </p:pic>
      <p:cxnSp>
        <p:nvCxnSpPr>
          <p:cNvPr id="9" name="Straight Connector 8">
            <a:extLst>
              <a:ext uri="{FF2B5EF4-FFF2-40B4-BE49-F238E27FC236}">
                <a16:creationId xmlns:a16="http://schemas.microsoft.com/office/drawing/2014/main" id="{7E4DB0BC-185C-4E60-9300-E3FBD1CE0161}"/>
              </a:ext>
            </a:extLst>
          </p:cNvPr>
          <p:cNvCxnSpPr/>
          <p:nvPr/>
        </p:nvCxnSpPr>
        <p:spPr>
          <a:xfrm flipV="1">
            <a:off x="6400800" y="1456660"/>
            <a:ext cx="2307265" cy="255182"/>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FEE8EAE-C8F3-473D-96CF-223D6B296E30}"/>
              </a:ext>
            </a:extLst>
          </p:cNvPr>
          <p:cNvSpPr txBox="1"/>
          <p:nvPr/>
        </p:nvSpPr>
        <p:spPr>
          <a:xfrm>
            <a:off x="8708065" y="1190847"/>
            <a:ext cx="2634880" cy="369332"/>
          </a:xfrm>
          <a:prstGeom prst="rect">
            <a:avLst/>
          </a:prstGeom>
          <a:noFill/>
        </p:spPr>
        <p:txBody>
          <a:bodyPr wrap="square" rtlCol="0">
            <a:spAutoFit/>
          </a:bodyPr>
          <a:lstStyle/>
          <a:p>
            <a:r>
              <a:rPr lang="en-GB" dirty="0"/>
              <a:t>Close button</a:t>
            </a:r>
          </a:p>
        </p:txBody>
      </p:sp>
      <p:cxnSp>
        <p:nvCxnSpPr>
          <p:cNvPr id="12" name="Straight Connector 11">
            <a:extLst>
              <a:ext uri="{FF2B5EF4-FFF2-40B4-BE49-F238E27FC236}">
                <a16:creationId xmlns:a16="http://schemas.microsoft.com/office/drawing/2014/main" id="{DCA98B5C-5C50-463C-8732-753394AC1886}"/>
              </a:ext>
            </a:extLst>
          </p:cNvPr>
          <p:cNvCxnSpPr/>
          <p:nvPr/>
        </p:nvCxnSpPr>
        <p:spPr>
          <a:xfrm>
            <a:off x="4869712" y="1605047"/>
            <a:ext cx="2860158" cy="1053093"/>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36EBD6F-4D56-43D3-9E4B-FFB0AFDED58C}"/>
              </a:ext>
            </a:extLst>
          </p:cNvPr>
          <p:cNvSpPr txBox="1"/>
          <p:nvPr/>
        </p:nvSpPr>
        <p:spPr>
          <a:xfrm>
            <a:off x="7872744" y="2502489"/>
            <a:ext cx="2796362" cy="369332"/>
          </a:xfrm>
          <a:prstGeom prst="rect">
            <a:avLst/>
          </a:prstGeom>
          <a:noFill/>
        </p:spPr>
        <p:txBody>
          <a:bodyPr wrap="square" rtlCol="0">
            <a:spAutoFit/>
          </a:bodyPr>
          <a:lstStyle/>
          <a:p>
            <a:r>
              <a:rPr lang="en-GB" dirty="0"/>
              <a:t>Title bar</a:t>
            </a:r>
          </a:p>
        </p:txBody>
      </p:sp>
      <p:cxnSp>
        <p:nvCxnSpPr>
          <p:cNvPr id="15" name="Straight Connector 14">
            <a:extLst>
              <a:ext uri="{FF2B5EF4-FFF2-40B4-BE49-F238E27FC236}">
                <a16:creationId xmlns:a16="http://schemas.microsoft.com/office/drawing/2014/main" id="{5A0AC9F7-10BD-4EB4-9009-3229875F790B}"/>
              </a:ext>
            </a:extLst>
          </p:cNvPr>
          <p:cNvCxnSpPr/>
          <p:nvPr/>
        </p:nvCxnSpPr>
        <p:spPr>
          <a:xfrm>
            <a:off x="4869712" y="2687155"/>
            <a:ext cx="3391786" cy="1587133"/>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A9703CB-66EE-4685-9815-D8C710037BA4}"/>
              </a:ext>
            </a:extLst>
          </p:cNvPr>
          <p:cNvSpPr txBox="1"/>
          <p:nvPr/>
        </p:nvSpPr>
        <p:spPr>
          <a:xfrm>
            <a:off x="8378456" y="3902149"/>
            <a:ext cx="2964489" cy="369332"/>
          </a:xfrm>
          <a:prstGeom prst="rect">
            <a:avLst/>
          </a:prstGeom>
          <a:noFill/>
        </p:spPr>
        <p:txBody>
          <a:bodyPr wrap="square" rtlCol="0">
            <a:spAutoFit/>
          </a:bodyPr>
          <a:lstStyle/>
          <a:p>
            <a:r>
              <a:rPr lang="en-GB" dirty="0"/>
              <a:t>Window</a:t>
            </a:r>
          </a:p>
        </p:txBody>
      </p:sp>
    </p:spTree>
    <p:extLst>
      <p:ext uri="{BB962C8B-B14F-4D97-AF65-F5344CB8AC3E}">
        <p14:creationId xmlns:p14="http://schemas.microsoft.com/office/powerpoint/2010/main" val="20312053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5909310"/>
          </a:xfrm>
          <a:prstGeom prst="rect">
            <a:avLst/>
          </a:prstGeom>
          <a:noFill/>
        </p:spPr>
        <p:txBody>
          <a:bodyPr wrap="square" rtlCol="0">
            <a:spAutoFit/>
          </a:bodyPr>
          <a:lstStyle/>
          <a:p>
            <a:r>
              <a:rPr lang="en-GB" u="sng" dirty="0"/>
              <a:t>Message boxes</a:t>
            </a:r>
          </a:p>
          <a:p>
            <a:endParaRPr lang="en-GB" u="sng" dirty="0"/>
          </a:p>
          <a:p>
            <a:r>
              <a:rPr lang="en-GB" dirty="0"/>
              <a:t>Message boxes look like this:</a:t>
            </a:r>
          </a:p>
          <a:p>
            <a:endParaRPr lang="en-GB" dirty="0"/>
          </a:p>
          <a:p>
            <a:endParaRPr lang="en-GB" dirty="0"/>
          </a:p>
          <a:p>
            <a:endParaRPr lang="en-GB" dirty="0"/>
          </a:p>
          <a:p>
            <a:endParaRPr lang="en-GB" dirty="0"/>
          </a:p>
          <a:p>
            <a:endParaRPr lang="en-GB" dirty="0"/>
          </a:p>
          <a:p>
            <a:endParaRPr lang="en-GB" dirty="0"/>
          </a:p>
          <a:p>
            <a:endParaRPr lang="en-GB" dirty="0"/>
          </a:p>
          <a:p>
            <a:r>
              <a:rPr lang="en-GB" dirty="0"/>
              <a:t>they occupy the bottom left of the screen. You often need to close the window to proceed. Some message boxes have buttons.  Such boxes look like this:</a:t>
            </a:r>
          </a:p>
          <a:p>
            <a:endParaRPr lang="en-GB" dirty="0"/>
          </a:p>
          <a:p>
            <a:endParaRPr lang="en-GB" dirty="0"/>
          </a:p>
          <a:p>
            <a:endParaRPr lang="en-GB" dirty="0"/>
          </a:p>
          <a:p>
            <a:endParaRPr lang="en-GB" dirty="0"/>
          </a:p>
          <a:p>
            <a:endParaRPr lang="en-GB" dirty="0"/>
          </a:p>
          <a:p>
            <a:endParaRPr lang="en-GB" dirty="0"/>
          </a:p>
          <a:p>
            <a:endParaRPr lang="en-GB" dirty="0"/>
          </a:p>
          <a:p>
            <a:r>
              <a:rPr lang="en-GB" dirty="0"/>
              <a:t>You either close the box or press the button to choose an option. </a:t>
            </a:r>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8" name="Picture 7">
            <a:extLst>
              <a:ext uri="{FF2B5EF4-FFF2-40B4-BE49-F238E27FC236}">
                <a16:creationId xmlns:a16="http://schemas.microsoft.com/office/drawing/2014/main" id="{905F5E4B-49C4-4A63-8ADC-FBD8A3081EF9}"/>
              </a:ext>
            </a:extLst>
          </p:cNvPr>
          <p:cNvPicPr>
            <a:picLocks noChangeAspect="1"/>
          </p:cNvPicPr>
          <p:nvPr/>
        </p:nvPicPr>
        <p:blipFill>
          <a:blip r:embed="rId5"/>
          <a:stretch>
            <a:fillRect/>
          </a:stretch>
        </p:blipFill>
        <p:spPr>
          <a:xfrm>
            <a:off x="289473" y="1489440"/>
            <a:ext cx="2952014" cy="1765983"/>
          </a:xfrm>
          <a:prstGeom prst="rect">
            <a:avLst/>
          </a:prstGeom>
        </p:spPr>
      </p:pic>
      <p:pic>
        <p:nvPicPr>
          <p:cNvPr id="11" name="Picture 10">
            <a:extLst>
              <a:ext uri="{FF2B5EF4-FFF2-40B4-BE49-F238E27FC236}">
                <a16:creationId xmlns:a16="http://schemas.microsoft.com/office/drawing/2014/main" id="{0D3524E5-90CC-464D-823A-6A4FC518517F}"/>
              </a:ext>
            </a:extLst>
          </p:cNvPr>
          <p:cNvPicPr>
            <a:picLocks noChangeAspect="1"/>
          </p:cNvPicPr>
          <p:nvPr/>
        </p:nvPicPr>
        <p:blipFill>
          <a:blip r:embed="rId6"/>
          <a:stretch>
            <a:fillRect/>
          </a:stretch>
        </p:blipFill>
        <p:spPr>
          <a:xfrm>
            <a:off x="492935" y="3836537"/>
            <a:ext cx="2952014" cy="1788137"/>
          </a:xfrm>
          <a:prstGeom prst="rect">
            <a:avLst/>
          </a:prstGeom>
        </p:spPr>
      </p:pic>
    </p:spTree>
    <p:extLst>
      <p:ext uri="{BB962C8B-B14F-4D97-AF65-F5344CB8AC3E}">
        <p14:creationId xmlns:p14="http://schemas.microsoft.com/office/powerpoint/2010/main" val="36766619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8679299"/>
          </a:xfrm>
          <a:prstGeom prst="rect">
            <a:avLst/>
          </a:prstGeom>
          <a:noFill/>
        </p:spPr>
        <p:txBody>
          <a:bodyPr wrap="square" rtlCol="0">
            <a:spAutoFit/>
          </a:bodyPr>
          <a:lstStyle/>
          <a:p>
            <a:r>
              <a:rPr lang="en-GB" u="sng" dirty="0"/>
              <a:t>Pop ups</a:t>
            </a:r>
          </a:p>
          <a:p>
            <a:endParaRPr lang="en-GB" u="sng" dirty="0"/>
          </a:p>
          <a:p>
            <a:r>
              <a:rPr lang="en-GB" dirty="0"/>
              <a:t>Pop ups look like this: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You need to read the last line to determine how to exit. Sometimes you click outside of it, sometimes it.</a:t>
            </a:r>
          </a:p>
          <a:p>
            <a:r>
              <a:rPr lang="en-GB" dirty="0"/>
              <a:t>Some pop ups have loading bars:</a:t>
            </a:r>
          </a:p>
          <a:p>
            <a:endParaRPr lang="en-GB" dirty="0"/>
          </a:p>
          <a:p>
            <a:endParaRPr lang="en-GB" dirty="0"/>
          </a:p>
          <a:p>
            <a:endParaRPr lang="en-GB" dirty="0"/>
          </a:p>
          <a:p>
            <a:endParaRPr lang="en-GB" dirty="0"/>
          </a:p>
          <a:p>
            <a:endParaRPr lang="en-GB" dirty="0"/>
          </a:p>
          <a:p>
            <a:endParaRPr lang="en-GB" dirty="0"/>
          </a:p>
          <a:p>
            <a:endParaRPr lang="en-GB" dirty="0"/>
          </a:p>
          <a:p>
            <a:r>
              <a:rPr lang="en-GB" dirty="0"/>
              <a:t>Click on the bar to exit. </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9" name="Picture 8">
            <a:extLst>
              <a:ext uri="{FF2B5EF4-FFF2-40B4-BE49-F238E27FC236}">
                <a16:creationId xmlns:a16="http://schemas.microsoft.com/office/drawing/2014/main" id="{C9D4ACBA-4430-4DA0-9D92-C469B58B77F0}"/>
              </a:ext>
            </a:extLst>
          </p:cNvPr>
          <p:cNvPicPr>
            <a:picLocks noChangeAspect="1"/>
          </p:cNvPicPr>
          <p:nvPr/>
        </p:nvPicPr>
        <p:blipFill>
          <a:blip r:embed="rId5"/>
          <a:stretch>
            <a:fillRect/>
          </a:stretch>
        </p:blipFill>
        <p:spPr>
          <a:xfrm>
            <a:off x="274324" y="1524035"/>
            <a:ext cx="3840476" cy="1942059"/>
          </a:xfrm>
          <a:prstGeom prst="rect">
            <a:avLst/>
          </a:prstGeom>
        </p:spPr>
      </p:pic>
      <p:pic>
        <p:nvPicPr>
          <p:cNvPr id="10" name="Picture 9">
            <a:extLst>
              <a:ext uri="{FF2B5EF4-FFF2-40B4-BE49-F238E27FC236}">
                <a16:creationId xmlns:a16="http://schemas.microsoft.com/office/drawing/2014/main" id="{F6260ED6-2133-4F22-BEB4-CBB967E85E23}"/>
              </a:ext>
            </a:extLst>
          </p:cNvPr>
          <p:cNvPicPr>
            <a:picLocks noChangeAspect="1"/>
          </p:cNvPicPr>
          <p:nvPr/>
        </p:nvPicPr>
        <p:blipFill>
          <a:blip r:embed="rId6"/>
          <a:stretch>
            <a:fillRect/>
          </a:stretch>
        </p:blipFill>
        <p:spPr>
          <a:xfrm>
            <a:off x="380650" y="4218031"/>
            <a:ext cx="3627825" cy="1851631"/>
          </a:xfrm>
          <a:prstGeom prst="rect">
            <a:avLst/>
          </a:prstGeom>
        </p:spPr>
      </p:pic>
    </p:spTree>
    <p:extLst>
      <p:ext uri="{BB962C8B-B14F-4D97-AF65-F5344CB8AC3E}">
        <p14:creationId xmlns:p14="http://schemas.microsoft.com/office/powerpoint/2010/main" val="9157376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862322"/>
          </a:xfrm>
          <a:prstGeom prst="rect">
            <a:avLst/>
          </a:prstGeom>
          <a:noFill/>
        </p:spPr>
        <p:txBody>
          <a:bodyPr wrap="square" rtlCol="0">
            <a:spAutoFit/>
          </a:bodyPr>
          <a:lstStyle/>
          <a:p>
            <a:r>
              <a:rPr lang="en-GB" u="sng" dirty="0"/>
              <a:t>Icons</a:t>
            </a:r>
          </a:p>
          <a:p>
            <a:endParaRPr lang="en-GB" u="sng" dirty="0"/>
          </a:p>
          <a:p>
            <a:r>
              <a:rPr lang="en-GB" dirty="0"/>
              <a:t>Windos 98  uses many icons taken  from Windows 7, Office,  and the Internet. To see all icons:</a:t>
            </a:r>
          </a:p>
          <a:p>
            <a:pPr marL="342900" indent="-342900">
              <a:buAutoNum type="arabicPeriod"/>
            </a:pPr>
            <a:r>
              <a:rPr lang="en-GB" dirty="0"/>
              <a:t>Open explorer</a:t>
            </a:r>
          </a:p>
          <a:p>
            <a:pPr marL="342900" indent="-342900">
              <a:buAutoNum type="arabicPeriod"/>
            </a:pPr>
            <a:r>
              <a:rPr lang="en-GB" dirty="0"/>
              <a:t>Go to C:\</a:t>
            </a:r>
          </a:p>
          <a:p>
            <a:pPr marL="342900" indent="-342900">
              <a:buAutoNum type="arabicPeriod"/>
            </a:pPr>
            <a:r>
              <a:rPr lang="en-GB" dirty="0"/>
              <a:t>Go to Windos</a:t>
            </a:r>
          </a:p>
          <a:p>
            <a:pPr marL="342900" indent="-342900">
              <a:buAutoNum type="arabicPeriod"/>
            </a:pPr>
            <a:r>
              <a:rPr lang="en-GB" dirty="0"/>
              <a:t>Click on shell32.dll</a:t>
            </a:r>
          </a:p>
          <a:p>
            <a:r>
              <a:rPr lang="en-GB" dirty="0"/>
              <a:t>There are many icons, as you can see. All the icons are:</a:t>
            </a:r>
          </a:p>
          <a:p>
            <a:endParaRPr lang="en-GB" dirty="0"/>
          </a:p>
          <a:p>
            <a:endParaRPr lang="en-GB" dirty="0"/>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pic>
        <p:nvPicPr>
          <p:cNvPr id="6" name="Picture 5">
            <a:extLst>
              <a:ext uri="{FF2B5EF4-FFF2-40B4-BE49-F238E27FC236}">
                <a16:creationId xmlns:a16="http://schemas.microsoft.com/office/drawing/2014/main" id="{2B7716F3-F0C0-4B1E-A8D3-49FAA1B90D28}"/>
              </a:ext>
            </a:extLst>
          </p:cNvPr>
          <p:cNvPicPr>
            <a:picLocks noChangeAspect="1"/>
          </p:cNvPicPr>
          <p:nvPr/>
        </p:nvPicPr>
        <p:blipFill>
          <a:blip r:embed="rId5"/>
          <a:stretch>
            <a:fillRect/>
          </a:stretch>
        </p:blipFill>
        <p:spPr>
          <a:xfrm>
            <a:off x="1249338" y="3056184"/>
            <a:ext cx="6533694" cy="3229821"/>
          </a:xfrm>
          <a:prstGeom prst="rect">
            <a:avLst/>
          </a:prstGeom>
        </p:spPr>
      </p:pic>
    </p:spTree>
    <p:extLst>
      <p:ext uri="{BB962C8B-B14F-4D97-AF65-F5344CB8AC3E}">
        <p14:creationId xmlns:p14="http://schemas.microsoft.com/office/powerpoint/2010/main" val="219722076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2862322"/>
          </a:xfrm>
          <a:prstGeom prst="rect">
            <a:avLst/>
          </a:prstGeom>
          <a:noFill/>
        </p:spPr>
        <p:txBody>
          <a:bodyPr wrap="square" rtlCol="0">
            <a:spAutoFit/>
          </a:bodyPr>
          <a:lstStyle/>
          <a:p>
            <a:r>
              <a:rPr lang="en-GB" u="sng" dirty="0"/>
              <a:t>Modifying Windos</a:t>
            </a:r>
          </a:p>
          <a:p>
            <a:endParaRPr lang="en-GB" u="sng" dirty="0"/>
          </a:p>
          <a:p>
            <a:r>
              <a:rPr lang="en-GB" dirty="0"/>
              <a:t>You are allowed to modify the code of Windos 98, as long as you:</a:t>
            </a:r>
          </a:p>
          <a:p>
            <a:endParaRPr lang="en-GB" dirty="0"/>
          </a:p>
          <a:p>
            <a:pPr marL="342900" indent="-342900">
              <a:buAutoNum type="arabicPeriod"/>
            </a:pPr>
            <a:r>
              <a:rPr lang="en-GB" dirty="0"/>
              <a:t>Ensure that the developer’s name is NOT in the OS. </a:t>
            </a:r>
          </a:p>
          <a:p>
            <a:pPr marL="342900" indent="-342900">
              <a:buAutoNum type="arabicPeriod"/>
            </a:pPr>
            <a:r>
              <a:rPr lang="en-GB" dirty="0"/>
              <a:t>Name it something else</a:t>
            </a:r>
          </a:p>
          <a:p>
            <a:pPr marL="342900" indent="-342900">
              <a:buAutoNum type="arabicPeriod"/>
            </a:pPr>
            <a:r>
              <a:rPr lang="en-GB" dirty="0"/>
              <a:t>Not make money from it. </a:t>
            </a:r>
          </a:p>
          <a:p>
            <a:pPr marL="342900" indent="-342900">
              <a:buAutoNum type="arabicPeriod"/>
            </a:pPr>
            <a:endParaRPr lang="en-GB" dirty="0"/>
          </a:p>
          <a:p>
            <a:r>
              <a:rPr lang="en-GB" dirty="0"/>
              <a:t>Feel free to open up PowerPoint and start making changes!</a:t>
            </a:r>
          </a:p>
          <a:p>
            <a:r>
              <a:rPr lang="en-GB" dirty="0"/>
              <a:t>Windos 98 is open source.</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Tree>
    <p:extLst>
      <p:ext uri="{BB962C8B-B14F-4D97-AF65-F5344CB8AC3E}">
        <p14:creationId xmlns:p14="http://schemas.microsoft.com/office/powerpoint/2010/main" val="282681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6E044111-9A1C-4D33-9100-67B84DE12E4C}"/>
              </a:ext>
            </a:extLst>
          </p:cNvPr>
          <p:cNvSpPr txBox="1"/>
          <p:nvPr/>
        </p:nvSpPr>
        <p:spPr>
          <a:xfrm>
            <a:off x="142874" y="514350"/>
            <a:ext cx="11946343" cy="4247317"/>
          </a:xfrm>
          <a:prstGeom prst="rect">
            <a:avLst/>
          </a:prstGeom>
          <a:noFill/>
        </p:spPr>
        <p:txBody>
          <a:bodyPr wrap="square" rtlCol="0">
            <a:spAutoFit/>
          </a:bodyPr>
          <a:lstStyle/>
          <a:p>
            <a:r>
              <a:rPr lang="en-GB" u="sng" dirty="0"/>
              <a:t>Feedback</a:t>
            </a:r>
          </a:p>
          <a:p>
            <a:endParaRPr lang="en-GB" u="sng" dirty="0"/>
          </a:p>
          <a:p>
            <a:r>
              <a:rPr lang="en-GB" dirty="0"/>
              <a:t>Click the button below to give feedback:</a:t>
            </a:r>
          </a:p>
          <a:p>
            <a:endParaRPr lang="en-GB" dirty="0"/>
          </a:p>
          <a:p>
            <a:endParaRPr lang="en-GB" dirty="0"/>
          </a:p>
          <a:p>
            <a:endParaRPr lang="en-GB" dirty="0"/>
          </a:p>
          <a:p>
            <a:endParaRPr lang="en-GB" dirty="0"/>
          </a:p>
          <a:p>
            <a:endParaRPr lang="en-GB" dirty="0"/>
          </a:p>
          <a:p>
            <a:endParaRPr lang="en-GB" dirty="0"/>
          </a:p>
          <a:p>
            <a:endParaRPr lang="en-GB" dirty="0"/>
          </a:p>
          <a:p>
            <a:r>
              <a:rPr lang="en-GB" dirty="0"/>
              <a:t>Be sure to state the:</a:t>
            </a:r>
          </a:p>
          <a:p>
            <a:endParaRPr lang="en-GB" dirty="0"/>
          </a:p>
          <a:p>
            <a:pPr marL="342900" indent="-342900">
              <a:buAutoNum type="arabicPeriod"/>
            </a:pPr>
            <a:r>
              <a:rPr lang="en-GB" dirty="0"/>
              <a:t>Version of Windos 98</a:t>
            </a:r>
          </a:p>
          <a:p>
            <a:pPr marL="342900" indent="-342900">
              <a:buAutoNum type="arabicPeriod"/>
            </a:pPr>
            <a:r>
              <a:rPr lang="en-GB" dirty="0"/>
              <a:t>The issue or suggestion</a:t>
            </a:r>
          </a:p>
          <a:p>
            <a:pPr marL="342900" indent="-342900">
              <a:buAutoNum type="arabicPeriod"/>
            </a:pPr>
            <a:r>
              <a:rPr lang="en-GB" dirty="0"/>
              <a:t>If you want a reply or not. </a:t>
            </a:r>
          </a:p>
        </p:txBody>
      </p:sp>
      <p:pic>
        <p:nvPicPr>
          <p:cNvPr id="7" name="Picture 6">
            <a:hlinkClick r:id="rId3" action="ppaction://hlinksldjump"/>
            <a:extLst>
              <a:ext uri="{FF2B5EF4-FFF2-40B4-BE49-F238E27FC236}">
                <a16:creationId xmlns:a16="http://schemas.microsoft.com/office/drawing/2014/main" id="{F0DF16A6-FE4B-4652-B9B8-0E707F8725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0269" y="12626"/>
            <a:ext cx="412676" cy="412676"/>
          </a:xfrm>
          <a:prstGeom prst="rect">
            <a:avLst/>
          </a:prstGeom>
        </p:spPr>
      </p:pic>
      <p:sp>
        <p:nvSpPr>
          <p:cNvPr id="6" name="Rectangle 5">
            <a:hlinkClick r:id="rId5"/>
            <a:extLst>
              <a:ext uri="{FF2B5EF4-FFF2-40B4-BE49-F238E27FC236}">
                <a16:creationId xmlns:a16="http://schemas.microsoft.com/office/drawing/2014/main" id="{F33F525A-A29D-4D08-B861-BEB47322873C}"/>
              </a:ext>
            </a:extLst>
          </p:cNvPr>
          <p:cNvSpPr/>
          <p:nvPr/>
        </p:nvSpPr>
        <p:spPr>
          <a:xfrm>
            <a:off x="3944679" y="2221062"/>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&gt;</a:t>
            </a:r>
          </a:p>
        </p:txBody>
      </p:sp>
    </p:spTree>
    <p:extLst>
      <p:ext uri="{BB962C8B-B14F-4D97-AF65-F5344CB8AC3E}">
        <p14:creationId xmlns:p14="http://schemas.microsoft.com/office/powerpoint/2010/main" val="4520484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Goggle  WARNING INSECURE</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D571958F-F176-4BD8-950A-50BDDC5B8CFF}"/>
              </a:ext>
            </a:extLst>
          </p:cNvPr>
          <p:cNvPicPr>
            <a:picLocks noChangeAspect="1"/>
          </p:cNvPicPr>
          <p:nvPr/>
        </p:nvPicPr>
        <p:blipFill>
          <a:blip r:embed="rId3"/>
          <a:stretch>
            <a:fillRect/>
          </a:stretch>
        </p:blipFill>
        <p:spPr>
          <a:xfrm>
            <a:off x="3866092" y="1568580"/>
            <a:ext cx="4048690" cy="1086002"/>
          </a:xfrm>
          <a:prstGeom prst="rect">
            <a:avLst/>
          </a:prstGeom>
        </p:spPr>
      </p:pic>
      <p:pic>
        <p:nvPicPr>
          <p:cNvPr id="7" name="Picture 6">
            <a:extLst>
              <a:ext uri="{FF2B5EF4-FFF2-40B4-BE49-F238E27FC236}">
                <a16:creationId xmlns:a16="http://schemas.microsoft.com/office/drawing/2014/main" id="{4F8CE922-2649-4B5C-8E52-CB194CC22C90}"/>
              </a:ext>
            </a:extLst>
          </p:cNvPr>
          <p:cNvPicPr>
            <a:picLocks noChangeAspect="1"/>
          </p:cNvPicPr>
          <p:nvPr/>
        </p:nvPicPr>
        <p:blipFill>
          <a:blip r:embed="rId4"/>
          <a:stretch>
            <a:fillRect/>
          </a:stretch>
        </p:blipFill>
        <p:spPr>
          <a:xfrm>
            <a:off x="4387911" y="3302526"/>
            <a:ext cx="3267531" cy="581106"/>
          </a:xfrm>
          <a:prstGeom prst="rect">
            <a:avLst/>
          </a:prstGeom>
        </p:spPr>
      </p:pic>
      <p:pic>
        <p:nvPicPr>
          <p:cNvPr id="8" name="Picture 7">
            <a:extLst>
              <a:ext uri="{FF2B5EF4-FFF2-40B4-BE49-F238E27FC236}">
                <a16:creationId xmlns:a16="http://schemas.microsoft.com/office/drawing/2014/main" id="{70D77C51-7A83-4C3B-9760-C0ACAA873FFF}"/>
              </a:ext>
            </a:extLst>
          </p:cNvPr>
          <p:cNvPicPr>
            <a:picLocks noChangeAspect="1"/>
          </p:cNvPicPr>
          <p:nvPr/>
        </p:nvPicPr>
        <p:blipFill>
          <a:blip r:embed="rId5"/>
          <a:stretch>
            <a:fillRect/>
          </a:stretch>
        </p:blipFill>
        <p:spPr>
          <a:xfrm>
            <a:off x="4499593" y="4069702"/>
            <a:ext cx="1390844" cy="333422"/>
          </a:xfrm>
          <a:prstGeom prst="rect">
            <a:avLst/>
          </a:prstGeom>
        </p:spPr>
      </p:pic>
      <p:pic>
        <p:nvPicPr>
          <p:cNvPr id="9" name="Picture 8">
            <a:extLst>
              <a:ext uri="{FF2B5EF4-FFF2-40B4-BE49-F238E27FC236}">
                <a16:creationId xmlns:a16="http://schemas.microsoft.com/office/drawing/2014/main" id="{5022B0A5-7C63-42CF-8210-5CEBDD6768DC}"/>
              </a:ext>
            </a:extLst>
          </p:cNvPr>
          <p:cNvPicPr>
            <a:picLocks noChangeAspect="1"/>
          </p:cNvPicPr>
          <p:nvPr/>
        </p:nvPicPr>
        <p:blipFill>
          <a:blip r:embed="rId6"/>
          <a:stretch>
            <a:fillRect/>
          </a:stretch>
        </p:blipFill>
        <p:spPr>
          <a:xfrm>
            <a:off x="6021676" y="4093518"/>
            <a:ext cx="1343212" cy="285790"/>
          </a:xfrm>
          <a:prstGeom prst="rect">
            <a:avLst/>
          </a:prstGeom>
        </p:spPr>
      </p:pic>
      <p:pic>
        <p:nvPicPr>
          <p:cNvPr id="10" name="Picture 9">
            <a:extLst>
              <a:ext uri="{FF2B5EF4-FFF2-40B4-BE49-F238E27FC236}">
                <a16:creationId xmlns:a16="http://schemas.microsoft.com/office/drawing/2014/main" id="{A15BC193-4B30-4DA6-8A12-2805676C1F2A}"/>
              </a:ext>
            </a:extLst>
          </p:cNvPr>
          <p:cNvPicPr>
            <a:picLocks noChangeAspect="1"/>
          </p:cNvPicPr>
          <p:nvPr/>
        </p:nvPicPr>
        <p:blipFill>
          <a:blip r:embed="rId7"/>
          <a:stretch>
            <a:fillRect/>
          </a:stretch>
        </p:blipFill>
        <p:spPr>
          <a:xfrm>
            <a:off x="4768963" y="4851195"/>
            <a:ext cx="1924319" cy="657317"/>
          </a:xfrm>
          <a:prstGeom prst="rect">
            <a:avLst/>
          </a:prstGeom>
        </p:spPr>
      </p:pic>
      <p:sp>
        <p:nvSpPr>
          <p:cNvPr id="11" name="TextBox 10">
            <a:extLst>
              <a:ext uri="{FF2B5EF4-FFF2-40B4-BE49-F238E27FC236}">
                <a16:creationId xmlns:a16="http://schemas.microsoft.com/office/drawing/2014/main" id="{627932E0-DAA7-4E8F-BE18-82180DDFC24B}"/>
              </a:ext>
            </a:extLst>
          </p:cNvPr>
          <p:cNvSpPr txBox="1"/>
          <p:nvPr/>
        </p:nvSpPr>
        <p:spPr>
          <a:xfrm>
            <a:off x="0" y="499730"/>
            <a:ext cx="12089218" cy="369332"/>
          </a:xfrm>
          <a:prstGeom prst="rect">
            <a:avLst/>
          </a:prstGeom>
          <a:noFill/>
        </p:spPr>
        <p:txBody>
          <a:bodyPr wrap="square" rtlCol="0">
            <a:spAutoFit/>
          </a:bodyPr>
          <a:lstStyle/>
          <a:p>
            <a:r>
              <a:rPr lang="en-GB" dirty="0"/>
              <a:t>Error cannot show HTML 1.0 element</a:t>
            </a:r>
          </a:p>
        </p:txBody>
      </p:sp>
    </p:spTree>
    <p:extLst>
      <p:ext uri="{BB962C8B-B14F-4D97-AF65-F5344CB8AC3E}">
        <p14:creationId xmlns:p14="http://schemas.microsoft.com/office/powerpoint/2010/main" val="23764895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wing no images loaded due to scam site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44CED90A-3119-4D11-971E-D6C02251A52C}"/>
              </a:ext>
            </a:extLst>
          </p:cNvPr>
          <p:cNvSpPr txBox="1"/>
          <p:nvPr/>
        </p:nvSpPr>
        <p:spPr>
          <a:xfrm>
            <a:off x="0" y="574158"/>
            <a:ext cx="12089218" cy="6740307"/>
          </a:xfrm>
          <a:prstGeom prst="rect">
            <a:avLst/>
          </a:prstGeom>
          <a:noFill/>
        </p:spPr>
        <p:txBody>
          <a:bodyPr wrap="square" rtlCol="0">
            <a:spAutoFit/>
          </a:bodyPr>
          <a:lstStyle/>
          <a:p>
            <a:r>
              <a:rPr lang="en-GB" dirty="0"/>
              <a:t>Search the web with Bing:</a:t>
            </a:r>
          </a:p>
          <a:p>
            <a:endParaRPr lang="en-GB" dirty="0"/>
          </a:p>
          <a:p>
            <a:endParaRPr lang="en-GB" dirty="0"/>
          </a:p>
          <a:p>
            <a:r>
              <a:rPr lang="en-GB" dirty="0"/>
              <a:t>____________________________________________________ search</a:t>
            </a:r>
          </a:p>
          <a:p>
            <a:endParaRPr lang="en-GB" dirty="0"/>
          </a:p>
          <a:p>
            <a:endParaRPr lang="en-GB" dirty="0"/>
          </a:p>
          <a:p>
            <a:endParaRPr lang="en-GB" dirty="0"/>
          </a:p>
          <a:p>
            <a:r>
              <a:rPr lang="en-GB" dirty="0"/>
              <a:t>© 2020 Bing.com. All rights reserved.</a:t>
            </a:r>
          </a:p>
          <a:p>
            <a:endParaRPr lang="en-GB" dirty="0"/>
          </a:p>
          <a:p>
            <a:endParaRPr lang="en-GB" dirty="0"/>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endParaRPr lang="en-GB" dirty="0"/>
          </a:p>
          <a:p>
            <a:endParaRPr lang="en-GB" dirty="0"/>
          </a:p>
        </p:txBody>
      </p:sp>
      <p:sp>
        <p:nvSpPr>
          <p:cNvPr id="7" name="Rectangle 6">
            <a:extLst>
              <a:ext uri="{FF2B5EF4-FFF2-40B4-BE49-F238E27FC236}">
                <a16:creationId xmlns:a16="http://schemas.microsoft.com/office/drawing/2014/main" id="{50DFE5C2-B3CF-4FAF-96A3-2AE7D452E5DB}"/>
              </a:ext>
            </a:extLst>
          </p:cNvPr>
          <p:cNvSpPr/>
          <p:nvPr/>
        </p:nvSpPr>
        <p:spPr>
          <a:xfrm>
            <a:off x="1857154" y="3305092"/>
            <a:ext cx="6096000" cy="3416320"/>
          </a:xfrm>
          <a:prstGeom prst="rect">
            <a:avLst/>
          </a:prstGeom>
        </p:spPr>
        <p:txBody>
          <a:bodyPr>
            <a:spAutoFit/>
          </a:bodyPr>
          <a:lstStyle/>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p:txBody>
      </p:sp>
      <p:sp>
        <p:nvSpPr>
          <p:cNvPr id="8" name="Rectangle 7">
            <a:extLst>
              <a:ext uri="{FF2B5EF4-FFF2-40B4-BE49-F238E27FC236}">
                <a16:creationId xmlns:a16="http://schemas.microsoft.com/office/drawing/2014/main" id="{8FCB30C8-CC32-4112-96D2-C84CD8AC80D3}"/>
              </a:ext>
            </a:extLst>
          </p:cNvPr>
          <p:cNvSpPr/>
          <p:nvPr/>
        </p:nvSpPr>
        <p:spPr>
          <a:xfrm>
            <a:off x="3611525" y="3305092"/>
            <a:ext cx="6096000" cy="3416320"/>
          </a:xfrm>
          <a:prstGeom prst="rect">
            <a:avLst/>
          </a:prstGeom>
        </p:spPr>
        <p:txBody>
          <a:bodyPr>
            <a:spAutoFit/>
          </a:bodyPr>
          <a:lstStyle/>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p:txBody>
      </p:sp>
      <p:sp>
        <p:nvSpPr>
          <p:cNvPr id="10" name="Rectangle 9">
            <a:extLst>
              <a:ext uri="{FF2B5EF4-FFF2-40B4-BE49-F238E27FC236}">
                <a16:creationId xmlns:a16="http://schemas.microsoft.com/office/drawing/2014/main" id="{E8786C10-4CBB-4D07-AA27-4A678B7A5969}"/>
              </a:ext>
            </a:extLst>
          </p:cNvPr>
          <p:cNvSpPr/>
          <p:nvPr/>
        </p:nvSpPr>
        <p:spPr>
          <a:xfrm>
            <a:off x="7449879" y="3305092"/>
            <a:ext cx="6096000" cy="3416320"/>
          </a:xfrm>
          <a:prstGeom prst="rect">
            <a:avLst/>
          </a:prstGeom>
        </p:spPr>
        <p:txBody>
          <a:bodyPr>
            <a:spAutoFit/>
          </a:bodyPr>
          <a:lstStyle/>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endParaRPr lang="en-GB" dirty="0"/>
          </a:p>
        </p:txBody>
      </p:sp>
      <p:sp>
        <p:nvSpPr>
          <p:cNvPr id="11" name="Rectangle 10">
            <a:extLst>
              <a:ext uri="{FF2B5EF4-FFF2-40B4-BE49-F238E27FC236}">
                <a16:creationId xmlns:a16="http://schemas.microsoft.com/office/drawing/2014/main" id="{ECFA27B9-2E62-4458-9250-2833B743F997}"/>
              </a:ext>
            </a:extLst>
          </p:cNvPr>
          <p:cNvSpPr/>
          <p:nvPr/>
        </p:nvSpPr>
        <p:spPr>
          <a:xfrm>
            <a:off x="5482856" y="3305092"/>
            <a:ext cx="6096000" cy="3416320"/>
          </a:xfrm>
          <a:prstGeom prst="rect">
            <a:avLst/>
          </a:prstGeom>
        </p:spPr>
        <p:txBody>
          <a:bodyPr>
            <a:spAutoFit/>
          </a:bodyPr>
          <a:lstStyle/>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p>
          <a:p>
            <a:r>
              <a:rPr lang="en-GB"/>
              <a:t>Error cannot load</a:t>
            </a:r>
            <a:endParaRPr lang="en-GB" dirty="0"/>
          </a:p>
        </p:txBody>
      </p:sp>
      <p:sp>
        <p:nvSpPr>
          <p:cNvPr id="12" name="Rectangle 11">
            <a:extLst>
              <a:ext uri="{FF2B5EF4-FFF2-40B4-BE49-F238E27FC236}">
                <a16:creationId xmlns:a16="http://schemas.microsoft.com/office/drawing/2014/main" id="{2C9A04E9-A9B3-4862-A721-C41A08E58229}"/>
              </a:ext>
            </a:extLst>
          </p:cNvPr>
          <p:cNvSpPr/>
          <p:nvPr/>
        </p:nvSpPr>
        <p:spPr>
          <a:xfrm>
            <a:off x="9360195" y="3251929"/>
            <a:ext cx="2101701" cy="3416320"/>
          </a:xfrm>
          <a:prstGeom prst="rect">
            <a:avLst/>
          </a:prstGeom>
        </p:spPr>
        <p:txBody>
          <a:bodyPr wrap="square">
            <a:spAutoFit/>
          </a:bodyPr>
          <a:lstStyle/>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a:p>
            <a:r>
              <a:rPr lang="en-GB" dirty="0"/>
              <a:t>Error cannot load</a:t>
            </a:r>
          </a:p>
        </p:txBody>
      </p:sp>
    </p:spTree>
    <p:extLst>
      <p:ext uri="{BB962C8B-B14F-4D97-AF65-F5344CB8AC3E}">
        <p14:creationId xmlns:p14="http://schemas.microsoft.com/office/powerpoint/2010/main" val="413408092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asterisk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44CED90A-3119-4D11-971E-D6C02251A52C}"/>
              </a:ext>
            </a:extLst>
          </p:cNvPr>
          <p:cNvSpPr txBox="1"/>
          <p:nvPr/>
        </p:nvSpPr>
        <p:spPr>
          <a:xfrm>
            <a:off x="0" y="574158"/>
            <a:ext cx="12089218" cy="369332"/>
          </a:xfrm>
          <a:prstGeom prst="rect">
            <a:avLst/>
          </a:prstGeom>
          <a:noFill/>
        </p:spPr>
        <p:txBody>
          <a:bodyPr wrap="square" rtlCol="0">
            <a:spAutoFit/>
          </a:bodyPr>
          <a:lstStyle/>
          <a:p>
            <a:endParaRPr lang="en-GB" dirty="0"/>
          </a:p>
        </p:txBody>
      </p:sp>
      <p:sp>
        <p:nvSpPr>
          <p:cNvPr id="7" name="Rectangle 6">
            <a:extLst>
              <a:ext uri="{FF2B5EF4-FFF2-40B4-BE49-F238E27FC236}">
                <a16:creationId xmlns:a16="http://schemas.microsoft.com/office/drawing/2014/main" id="{50DFE5C2-B3CF-4FAF-96A3-2AE7D452E5DB}"/>
              </a:ext>
            </a:extLst>
          </p:cNvPr>
          <p:cNvSpPr/>
          <p:nvPr/>
        </p:nvSpPr>
        <p:spPr>
          <a:xfrm>
            <a:off x="1857154" y="3305092"/>
            <a:ext cx="6096000" cy="369332"/>
          </a:xfrm>
          <a:prstGeom prst="rect">
            <a:avLst/>
          </a:prstGeom>
        </p:spPr>
        <p:txBody>
          <a:bodyPr>
            <a:spAutoFit/>
          </a:bodyPr>
          <a:lstStyle/>
          <a:p>
            <a:endParaRPr lang="en-GB" dirty="0"/>
          </a:p>
        </p:txBody>
      </p:sp>
      <p:sp>
        <p:nvSpPr>
          <p:cNvPr id="8" name="Rectangle 7">
            <a:extLst>
              <a:ext uri="{FF2B5EF4-FFF2-40B4-BE49-F238E27FC236}">
                <a16:creationId xmlns:a16="http://schemas.microsoft.com/office/drawing/2014/main" id="{8FCB30C8-CC32-4112-96D2-C84CD8AC80D3}"/>
              </a:ext>
            </a:extLst>
          </p:cNvPr>
          <p:cNvSpPr/>
          <p:nvPr/>
        </p:nvSpPr>
        <p:spPr>
          <a:xfrm>
            <a:off x="3611525" y="3305092"/>
            <a:ext cx="6096000" cy="369332"/>
          </a:xfrm>
          <a:prstGeom prst="rect">
            <a:avLst/>
          </a:prstGeom>
        </p:spPr>
        <p:txBody>
          <a:bodyPr>
            <a:spAutoFit/>
          </a:bodyPr>
          <a:lstStyle/>
          <a:p>
            <a:endParaRPr lang="en-GB" dirty="0"/>
          </a:p>
        </p:txBody>
      </p:sp>
      <p:pic>
        <p:nvPicPr>
          <p:cNvPr id="13" name="Picture 4" descr="Ask Jeeves : 90s">
            <a:extLst>
              <a:ext uri="{FF2B5EF4-FFF2-40B4-BE49-F238E27FC236}">
                <a16:creationId xmlns:a16="http://schemas.microsoft.com/office/drawing/2014/main" id="{DA3D269C-C515-468A-A381-85E159AD76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597" y="1307805"/>
            <a:ext cx="9096375" cy="505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59943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secrets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C731BCAF-A847-482C-9BDE-108EA3C53D35}"/>
              </a:ext>
            </a:extLst>
          </p:cNvPr>
          <p:cNvSpPr txBox="1"/>
          <p:nvPr/>
        </p:nvSpPr>
        <p:spPr>
          <a:xfrm>
            <a:off x="0" y="425302"/>
            <a:ext cx="12192000" cy="6186309"/>
          </a:xfrm>
          <a:prstGeom prst="rect">
            <a:avLst/>
          </a:prstGeom>
          <a:noFill/>
        </p:spPr>
        <p:txBody>
          <a:bodyPr wrap="square" rtlCol="0">
            <a:spAutoFit/>
          </a:bodyPr>
          <a:lstStyle/>
          <a:p>
            <a:r>
              <a:rPr lang="en-GB" dirty="0"/>
              <a:t>Secrets: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This guy will replace Clippy in Windos 2000! </a:t>
            </a:r>
          </a:p>
          <a:p>
            <a:endParaRPr lang="en-GB" dirty="0"/>
          </a:p>
        </p:txBody>
      </p:sp>
      <p:pic>
        <p:nvPicPr>
          <p:cNvPr id="6" name="Picture 4" descr="Ask Jeeves : 90s">
            <a:extLst>
              <a:ext uri="{FF2B5EF4-FFF2-40B4-BE49-F238E27FC236}">
                <a16:creationId xmlns:a16="http://schemas.microsoft.com/office/drawing/2014/main" id="{B608F9B8-1952-4C77-B85F-90A5D5F0A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15385"/>
            <a:ext cx="9096375" cy="505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4105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secrets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C731BCAF-A847-482C-9BDE-108EA3C53D35}"/>
              </a:ext>
            </a:extLst>
          </p:cNvPr>
          <p:cNvSpPr txBox="1"/>
          <p:nvPr/>
        </p:nvSpPr>
        <p:spPr>
          <a:xfrm>
            <a:off x="0" y="425302"/>
            <a:ext cx="12192000" cy="4801314"/>
          </a:xfrm>
          <a:prstGeom prst="rect">
            <a:avLst/>
          </a:prstGeom>
          <a:noFill/>
        </p:spPr>
        <p:txBody>
          <a:bodyPr wrap="square" rtlCol="0">
            <a:spAutoFit/>
          </a:bodyPr>
          <a:lstStyle/>
          <a:p>
            <a:r>
              <a:rPr lang="en-GB" dirty="0"/>
              <a:t>Secrets:</a:t>
            </a:r>
          </a:p>
          <a:p>
            <a:endParaRPr lang="en-GB" dirty="0"/>
          </a:p>
          <a:p>
            <a:r>
              <a:rPr lang="en-GB" dirty="0"/>
              <a:t>The login to a Windos 98 admin account:</a:t>
            </a:r>
          </a:p>
          <a:p>
            <a:endParaRPr lang="en-GB" dirty="0"/>
          </a:p>
          <a:p>
            <a:r>
              <a:rPr lang="en-GB" dirty="0"/>
              <a:t>Adminplusplus</a:t>
            </a:r>
          </a:p>
          <a:p>
            <a:r>
              <a:rPr lang="en-GB" dirty="0"/>
              <a:t>Passwordplusplus</a:t>
            </a:r>
          </a:p>
          <a:p>
            <a:endParaRPr lang="en-GB" dirty="0"/>
          </a:p>
          <a:p>
            <a:r>
              <a:rPr lang="en-GB" dirty="0"/>
              <a:t>Use it well!</a:t>
            </a:r>
          </a:p>
          <a:p>
            <a:endParaRPr lang="en-GB" dirty="0"/>
          </a:p>
          <a:p>
            <a:r>
              <a:rPr lang="en-GB" dirty="0"/>
              <a:t>BTW you need to create it as a guest and a glitch will cause it to load as an admin. You then need to open regedit and go to :</a:t>
            </a:r>
            <a:br>
              <a:rPr lang="en-GB" dirty="0"/>
            </a:br>
            <a:br>
              <a:rPr lang="en-GB" dirty="0"/>
            </a:br>
            <a:r>
              <a:rPr lang="en-GB" dirty="0"/>
              <a:t>HKLM\SOFTWARE\CLASSES </a:t>
            </a:r>
          </a:p>
          <a:p>
            <a:r>
              <a:rPr lang="en-GB" dirty="0"/>
              <a:t>And delete the * key. </a:t>
            </a:r>
          </a:p>
          <a:p>
            <a:endParaRPr lang="en-GB" dirty="0"/>
          </a:p>
          <a:p>
            <a:r>
              <a:rPr lang="en-GB" dirty="0"/>
              <a:t>ONLY DO THIS ON A Windos COMPUTER AND NOT A REAL MACHINE! MODIFYING THE REGISTRY IS DANGEROUS! </a:t>
            </a:r>
          </a:p>
          <a:p>
            <a:r>
              <a:rPr lang="en-GB" dirty="0"/>
              <a:t> </a:t>
            </a:r>
          </a:p>
          <a:p>
            <a:endParaRPr lang="en-GB" dirty="0"/>
          </a:p>
        </p:txBody>
      </p:sp>
      <p:sp>
        <p:nvSpPr>
          <p:cNvPr id="7" name="Speech Bubble: Rectangle 6">
            <a:extLst>
              <a:ext uri="{FF2B5EF4-FFF2-40B4-BE49-F238E27FC236}">
                <a16:creationId xmlns:a16="http://schemas.microsoft.com/office/drawing/2014/main" id="{E02E6CE9-C9B6-4EE1-9613-534D6F7106B2}"/>
              </a:ext>
            </a:extLst>
          </p:cNvPr>
          <p:cNvSpPr/>
          <p:nvPr/>
        </p:nvSpPr>
        <p:spPr>
          <a:xfrm>
            <a:off x="5411972" y="4986670"/>
            <a:ext cx="4008475" cy="1148316"/>
          </a:xfrm>
          <a:prstGeom prst="wedgeRectCallout">
            <a:avLst>
              <a:gd name="adj1" fmla="val -22425"/>
              <a:gd name="adj2" fmla="val 1069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fake tutorial. Please ignore it. Doing what it says will harm this computer. </a:t>
            </a:r>
          </a:p>
        </p:txBody>
      </p:sp>
    </p:spTree>
    <p:extLst>
      <p:ext uri="{BB962C8B-B14F-4D97-AF65-F5344CB8AC3E}">
        <p14:creationId xmlns:p14="http://schemas.microsoft.com/office/powerpoint/2010/main" val="325860433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ALERT YOU HAVE VIRUS</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6CAEC1A2-8802-46B1-9229-766E0552C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5276" y="3184450"/>
            <a:ext cx="365051" cy="365051"/>
          </a:xfrm>
          <a:prstGeom prst="rect">
            <a:avLst/>
          </a:prstGeom>
        </p:spPr>
      </p:pic>
      <p:pic>
        <p:nvPicPr>
          <p:cNvPr id="7" name="Picture 6">
            <a:extLst>
              <a:ext uri="{FF2B5EF4-FFF2-40B4-BE49-F238E27FC236}">
                <a16:creationId xmlns:a16="http://schemas.microsoft.com/office/drawing/2014/main" id="{FF17A8D4-FADE-4F59-A098-C5ECDB0D0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7676" y="3336850"/>
            <a:ext cx="365051" cy="365051"/>
          </a:xfrm>
          <a:prstGeom prst="rect">
            <a:avLst/>
          </a:prstGeom>
        </p:spPr>
      </p:pic>
      <p:pic>
        <p:nvPicPr>
          <p:cNvPr id="8" name="Picture 7">
            <a:extLst>
              <a:ext uri="{FF2B5EF4-FFF2-40B4-BE49-F238E27FC236}">
                <a16:creationId xmlns:a16="http://schemas.microsoft.com/office/drawing/2014/main" id="{15351BD2-CD92-437B-B5D8-3516F2707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0076" y="3489250"/>
            <a:ext cx="365051" cy="365051"/>
          </a:xfrm>
          <a:prstGeom prst="rect">
            <a:avLst/>
          </a:prstGeom>
        </p:spPr>
      </p:pic>
      <p:pic>
        <p:nvPicPr>
          <p:cNvPr id="9" name="Picture 8">
            <a:extLst>
              <a:ext uri="{FF2B5EF4-FFF2-40B4-BE49-F238E27FC236}">
                <a16:creationId xmlns:a16="http://schemas.microsoft.com/office/drawing/2014/main" id="{6783BF56-A7CF-4371-A966-E07D5C99CE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2476" y="3641650"/>
            <a:ext cx="365051" cy="365051"/>
          </a:xfrm>
          <a:prstGeom prst="rect">
            <a:avLst/>
          </a:prstGeom>
        </p:spPr>
      </p:pic>
      <p:pic>
        <p:nvPicPr>
          <p:cNvPr id="10" name="Picture 9">
            <a:extLst>
              <a:ext uri="{FF2B5EF4-FFF2-40B4-BE49-F238E27FC236}">
                <a16:creationId xmlns:a16="http://schemas.microsoft.com/office/drawing/2014/main" id="{F7EACA1A-B220-4449-827D-F98293FB74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4876" y="3794050"/>
            <a:ext cx="365051" cy="365051"/>
          </a:xfrm>
          <a:prstGeom prst="rect">
            <a:avLst/>
          </a:prstGeom>
        </p:spPr>
      </p:pic>
      <p:pic>
        <p:nvPicPr>
          <p:cNvPr id="11" name="Picture 10">
            <a:extLst>
              <a:ext uri="{FF2B5EF4-FFF2-40B4-BE49-F238E27FC236}">
                <a16:creationId xmlns:a16="http://schemas.microsoft.com/office/drawing/2014/main" id="{6E024D1B-4FB7-49E6-AF06-A30AEA64D8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7276" y="3946450"/>
            <a:ext cx="365051" cy="365051"/>
          </a:xfrm>
          <a:prstGeom prst="rect">
            <a:avLst/>
          </a:prstGeom>
        </p:spPr>
      </p:pic>
      <p:pic>
        <p:nvPicPr>
          <p:cNvPr id="12" name="Picture 11">
            <a:extLst>
              <a:ext uri="{FF2B5EF4-FFF2-40B4-BE49-F238E27FC236}">
                <a16:creationId xmlns:a16="http://schemas.microsoft.com/office/drawing/2014/main" id="{036F0A95-EC3F-4840-9932-164FFF88C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9676" y="4098850"/>
            <a:ext cx="365051" cy="365051"/>
          </a:xfrm>
          <a:prstGeom prst="rect">
            <a:avLst/>
          </a:prstGeom>
        </p:spPr>
      </p:pic>
      <p:pic>
        <p:nvPicPr>
          <p:cNvPr id="13" name="Picture 12">
            <a:extLst>
              <a:ext uri="{FF2B5EF4-FFF2-40B4-BE49-F238E27FC236}">
                <a16:creationId xmlns:a16="http://schemas.microsoft.com/office/drawing/2014/main" id="{E1EA9B95-B87E-4C61-9FDE-8D7562B8B7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2076" y="4251250"/>
            <a:ext cx="365051" cy="365051"/>
          </a:xfrm>
          <a:prstGeom prst="rect">
            <a:avLst/>
          </a:prstGeom>
        </p:spPr>
      </p:pic>
      <p:pic>
        <p:nvPicPr>
          <p:cNvPr id="14" name="Picture 13">
            <a:extLst>
              <a:ext uri="{FF2B5EF4-FFF2-40B4-BE49-F238E27FC236}">
                <a16:creationId xmlns:a16="http://schemas.microsoft.com/office/drawing/2014/main" id="{711A717B-6F37-4C7E-8D15-FC321F7F7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4476" y="4403650"/>
            <a:ext cx="365051" cy="365051"/>
          </a:xfrm>
          <a:prstGeom prst="rect">
            <a:avLst/>
          </a:prstGeom>
        </p:spPr>
      </p:pic>
      <p:pic>
        <p:nvPicPr>
          <p:cNvPr id="15" name="Picture 14">
            <a:extLst>
              <a:ext uri="{FF2B5EF4-FFF2-40B4-BE49-F238E27FC236}">
                <a16:creationId xmlns:a16="http://schemas.microsoft.com/office/drawing/2014/main" id="{A4BE8064-A497-4D81-BA8E-C1E4786F7E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6876" y="4556050"/>
            <a:ext cx="365051" cy="365051"/>
          </a:xfrm>
          <a:prstGeom prst="rect">
            <a:avLst/>
          </a:prstGeom>
        </p:spPr>
      </p:pic>
      <p:pic>
        <p:nvPicPr>
          <p:cNvPr id="16" name="Picture 15">
            <a:extLst>
              <a:ext uri="{FF2B5EF4-FFF2-40B4-BE49-F238E27FC236}">
                <a16:creationId xmlns:a16="http://schemas.microsoft.com/office/drawing/2014/main" id="{ADDCD30D-59A5-439A-8CD2-69EC9D05F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9276" y="4708450"/>
            <a:ext cx="365051" cy="365051"/>
          </a:xfrm>
          <a:prstGeom prst="rect">
            <a:avLst/>
          </a:prstGeom>
        </p:spPr>
      </p:pic>
      <p:pic>
        <p:nvPicPr>
          <p:cNvPr id="17" name="Picture 16">
            <a:extLst>
              <a:ext uri="{FF2B5EF4-FFF2-40B4-BE49-F238E27FC236}">
                <a16:creationId xmlns:a16="http://schemas.microsoft.com/office/drawing/2014/main" id="{CD84AEF3-91BD-48AB-BDF9-5335307B71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1676" y="4860850"/>
            <a:ext cx="365051" cy="365051"/>
          </a:xfrm>
          <a:prstGeom prst="rect">
            <a:avLst/>
          </a:prstGeom>
        </p:spPr>
      </p:pic>
      <p:pic>
        <p:nvPicPr>
          <p:cNvPr id="18" name="Picture 17">
            <a:extLst>
              <a:ext uri="{FF2B5EF4-FFF2-40B4-BE49-F238E27FC236}">
                <a16:creationId xmlns:a16="http://schemas.microsoft.com/office/drawing/2014/main" id="{3405304E-4907-466B-A0C2-F32034C391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4076" y="5013250"/>
            <a:ext cx="365051" cy="365051"/>
          </a:xfrm>
          <a:prstGeom prst="rect">
            <a:avLst/>
          </a:prstGeom>
        </p:spPr>
      </p:pic>
      <p:pic>
        <p:nvPicPr>
          <p:cNvPr id="19" name="Picture 18">
            <a:extLst>
              <a:ext uri="{FF2B5EF4-FFF2-40B4-BE49-F238E27FC236}">
                <a16:creationId xmlns:a16="http://schemas.microsoft.com/office/drawing/2014/main" id="{EC89F7EB-5810-47DE-AC67-EA17D599BA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6476" y="5165650"/>
            <a:ext cx="365051" cy="365051"/>
          </a:xfrm>
          <a:prstGeom prst="rect">
            <a:avLst/>
          </a:prstGeom>
        </p:spPr>
      </p:pic>
      <p:pic>
        <p:nvPicPr>
          <p:cNvPr id="20" name="Picture 19">
            <a:extLst>
              <a:ext uri="{FF2B5EF4-FFF2-40B4-BE49-F238E27FC236}">
                <a16:creationId xmlns:a16="http://schemas.microsoft.com/office/drawing/2014/main" id="{A4FD6940-D6AF-48B1-9D2E-9BC8F7BCEE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876" y="5318050"/>
            <a:ext cx="365051" cy="365051"/>
          </a:xfrm>
          <a:prstGeom prst="rect">
            <a:avLst/>
          </a:prstGeom>
        </p:spPr>
      </p:pic>
      <p:pic>
        <p:nvPicPr>
          <p:cNvPr id="21" name="Picture 20">
            <a:extLst>
              <a:ext uri="{FF2B5EF4-FFF2-40B4-BE49-F238E27FC236}">
                <a16:creationId xmlns:a16="http://schemas.microsoft.com/office/drawing/2014/main" id="{BCE3E316-D521-477E-BD29-0CB5A52D4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1276" y="5470450"/>
            <a:ext cx="365051" cy="365051"/>
          </a:xfrm>
          <a:prstGeom prst="rect">
            <a:avLst/>
          </a:prstGeom>
        </p:spPr>
      </p:pic>
      <p:pic>
        <p:nvPicPr>
          <p:cNvPr id="22" name="Picture 21">
            <a:extLst>
              <a:ext uri="{FF2B5EF4-FFF2-40B4-BE49-F238E27FC236}">
                <a16:creationId xmlns:a16="http://schemas.microsoft.com/office/drawing/2014/main" id="{F7E22C40-BE19-499D-BDF9-3D311AD462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3676" y="5622850"/>
            <a:ext cx="365051" cy="365051"/>
          </a:xfrm>
          <a:prstGeom prst="rect">
            <a:avLst/>
          </a:prstGeom>
        </p:spPr>
      </p:pic>
      <p:pic>
        <p:nvPicPr>
          <p:cNvPr id="23" name="Picture 22">
            <a:extLst>
              <a:ext uri="{FF2B5EF4-FFF2-40B4-BE49-F238E27FC236}">
                <a16:creationId xmlns:a16="http://schemas.microsoft.com/office/drawing/2014/main" id="{0341DF0C-A039-4452-B42F-45BE9F08EA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6076" y="5775250"/>
            <a:ext cx="365051" cy="365051"/>
          </a:xfrm>
          <a:prstGeom prst="rect">
            <a:avLst/>
          </a:prstGeom>
        </p:spPr>
      </p:pic>
      <p:pic>
        <p:nvPicPr>
          <p:cNvPr id="24" name="Picture 23">
            <a:extLst>
              <a:ext uri="{FF2B5EF4-FFF2-40B4-BE49-F238E27FC236}">
                <a16:creationId xmlns:a16="http://schemas.microsoft.com/office/drawing/2014/main" id="{D98637D5-F2BA-465F-87C6-7B649970F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8476" y="5927650"/>
            <a:ext cx="365051" cy="365051"/>
          </a:xfrm>
          <a:prstGeom prst="rect">
            <a:avLst/>
          </a:prstGeom>
        </p:spPr>
      </p:pic>
      <p:pic>
        <p:nvPicPr>
          <p:cNvPr id="25" name="Picture 24">
            <a:extLst>
              <a:ext uri="{FF2B5EF4-FFF2-40B4-BE49-F238E27FC236}">
                <a16:creationId xmlns:a16="http://schemas.microsoft.com/office/drawing/2014/main" id="{530EA3D1-044E-40E7-94CA-7355BDE786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0876" y="6080050"/>
            <a:ext cx="365051" cy="365051"/>
          </a:xfrm>
          <a:prstGeom prst="rect">
            <a:avLst/>
          </a:prstGeom>
        </p:spPr>
      </p:pic>
      <p:pic>
        <p:nvPicPr>
          <p:cNvPr id="26" name="Picture 25">
            <a:extLst>
              <a:ext uri="{FF2B5EF4-FFF2-40B4-BE49-F238E27FC236}">
                <a16:creationId xmlns:a16="http://schemas.microsoft.com/office/drawing/2014/main" id="{FC93FC93-B574-4974-8478-F1187E5C6D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3276" y="6232450"/>
            <a:ext cx="365051" cy="365051"/>
          </a:xfrm>
          <a:prstGeom prst="rect">
            <a:avLst/>
          </a:prstGeom>
        </p:spPr>
      </p:pic>
      <p:pic>
        <p:nvPicPr>
          <p:cNvPr id="27" name="Picture 26">
            <a:extLst>
              <a:ext uri="{FF2B5EF4-FFF2-40B4-BE49-F238E27FC236}">
                <a16:creationId xmlns:a16="http://schemas.microsoft.com/office/drawing/2014/main" id="{2BB3796F-7EC4-4CBF-B918-5AED533139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5676" y="6384850"/>
            <a:ext cx="365051" cy="365051"/>
          </a:xfrm>
          <a:prstGeom prst="rect">
            <a:avLst/>
          </a:prstGeom>
        </p:spPr>
      </p:pic>
      <p:pic>
        <p:nvPicPr>
          <p:cNvPr id="28" name="Picture 27">
            <a:extLst>
              <a:ext uri="{FF2B5EF4-FFF2-40B4-BE49-F238E27FC236}">
                <a16:creationId xmlns:a16="http://schemas.microsoft.com/office/drawing/2014/main" id="{0932BE1B-9CE7-4013-829D-59FB2D99FF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8076" y="6537250"/>
            <a:ext cx="365051" cy="365051"/>
          </a:xfrm>
          <a:prstGeom prst="rect">
            <a:avLst/>
          </a:prstGeom>
        </p:spPr>
      </p:pic>
      <p:pic>
        <p:nvPicPr>
          <p:cNvPr id="29" name="Picture 28">
            <a:extLst>
              <a:ext uri="{FF2B5EF4-FFF2-40B4-BE49-F238E27FC236}">
                <a16:creationId xmlns:a16="http://schemas.microsoft.com/office/drawing/2014/main" id="{102864E7-96AD-45DB-B8C9-7647860C0F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589" y="668078"/>
            <a:ext cx="365051" cy="365051"/>
          </a:xfrm>
          <a:prstGeom prst="rect">
            <a:avLst/>
          </a:prstGeom>
        </p:spPr>
      </p:pic>
      <p:pic>
        <p:nvPicPr>
          <p:cNvPr id="30" name="Picture 29">
            <a:extLst>
              <a:ext uri="{FF2B5EF4-FFF2-40B4-BE49-F238E27FC236}">
                <a16:creationId xmlns:a16="http://schemas.microsoft.com/office/drawing/2014/main" id="{8F6A23DA-89D8-4219-A024-C72FDF89D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114" y="910854"/>
            <a:ext cx="365051" cy="365051"/>
          </a:xfrm>
          <a:prstGeom prst="rect">
            <a:avLst/>
          </a:prstGeom>
        </p:spPr>
      </p:pic>
      <p:pic>
        <p:nvPicPr>
          <p:cNvPr id="31" name="Picture 30">
            <a:extLst>
              <a:ext uri="{FF2B5EF4-FFF2-40B4-BE49-F238E27FC236}">
                <a16:creationId xmlns:a16="http://schemas.microsoft.com/office/drawing/2014/main" id="{0EC759C6-1C92-42AC-BDF0-E3A3187C18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514" y="1063254"/>
            <a:ext cx="365051" cy="365051"/>
          </a:xfrm>
          <a:prstGeom prst="rect">
            <a:avLst/>
          </a:prstGeom>
        </p:spPr>
      </p:pic>
      <p:pic>
        <p:nvPicPr>
          <p:cNvPr id="32" name="Picture 31">
            <a:extLst>
              <a:ext uri="{FF2B5EF4-FFF2-40B4-BE49-F238E27FC236}">
                <a16:creationId xmlns:a16="http://schemas.microsoft.com/office/drawing/2014/main" id="{4AF28166-3F8F-496D-9234-49FA5AEF49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914" y="1215654"/>
            <a:ext cx="365051" cy="365051"/>
          </a:xfrm>
          <a:prstGeom prst="rect">
            <a:avLst/>
          </a:prstGeom>
        </p:spPr>
      </p:pic>
      <p:pic>
        <p:nvPicPr>
          <p:cNvPr id="33" name="Picture 32">
            <a:extLst>
              <a:ext uri="{FF2B5EF4-FFF2-40B4-BE49-F238E27FC236}">
                <a16:creationId xmlns:a16="http://schemas.microsoft.com/office/drawing/2014/main" id="{917523CD-1E14-4933-B375-5722BB974D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314" y="1368054"/>
            <a:ext cx="365051" cy="365051"/>
          </a:xfrm>
          <a:prstGeom prst="rect">
            <a:avLst/>
          </a:prstGeom>
        </p:spPr>
      </p:pic>
      <p:pic>
        <p:nvPicPr>
          <p:cNvPr id="34" name="Picture 33">
            <a:extLst>
              <a:ext uri="{FF2B5EF4-FFF2-40B4-BE49-F238E27FC236}">
                <a16:creationId xmlns:a16="http://schemas.microsoft.com/office/drawing/2014/main" id="{4FB9C9F6-2232-42E7-83F0-D94625E6B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4714" y="1520454"/>
            <a:ext cx="365051" cy="365051"/>
          </a:xfrm>
          <a:prstGeom prst="rect">
            <a:avLst/>
          </a:prstGeom>
        </p:spPr>
      </p:pic>
      <p:pic>
        <p:nvPicPr>
          <p:cNvPr id="35" name="Picture 34">
            <a:extLst>
              <a:ext uri="{FF2B5EF4-FFF2-40B4-BE49-F238E27FC236}">
                <a16:creationId xmlns:a16="http://schemas.microsoft.com/office/drawing/2014/main" id="{A67297FB-7BC9-4DF6-8ECD-71B99FE098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7114" y="1672854"/>
            <a:ext cx="365051" cy="365051"/>
          </a:xfrm>
          <a:prstGeom prst="rect">
            <a:avLst/>
          </a:prstGeom>
        </p:spPr>
      </p:pic>
      <p:pic>
        <p:nvPicPr>
          <p:cNvPr id="36" name="Picture 35">
            <a:extLst>
              <a:ext uri="{FF2B5EF4-FFF2-40B4-BE49-F238E27FC236}">
                <a16:creationId xmlns:a16="http://schemas.microsoft.com/office/drawing/2014/main" id="{7BDA3831-04E9-4676-A813-E491581ADF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514" y="1825254"/>
            <a:ext cx="365051" cy="365051"/>
          </a:xfrm>
          <a:prstGeom prst="rect">
            <a:avLst/>
          </a:prstGeom>
        </p:spPr>
      </p:pic>
      <p:pic>
        <p:nvPicPr>
          <p:cNvPr id="37" name="Picture 36">
            <a:extLst>
              <a:ext uri="{FF2B5EF4-FFF2-40B4-BE49-F238E27FC236}">
                <a16:creationId xmlns:a16="http://schemas.microsoft.com/office/drawing/2014/main" id="{FCA2D7A5-09CB-4F61-B95C-30ED3FB29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1914" y="1977654"/>
            <a:ext cx="365051" cy="365051"/>
          </a:xfrm>
          <a:prstGeom prst="rect">
            <a:avLst/>
          </a:prstGeom>
        </p:spPr>
      </p:pic>
      <p:pic>
        <p:nvPicPr>
          <p:cNvPr id="38" name="Picture 37">
            <a:extLst>
              <a:ext uri="{FF2B5EF4-FFF2-40B4-BE49-F238E27FC236}">
                <a16:creationId xmlns:a16="http://schemas.microsoft.com/office/drawing/2014/main" id="{A62655D7-6258-4942-ADA7-EE0C9E281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4314" y="2130054"/>
            <a:ext cx="365051" cy="365051"/>
          </a:xfrm>
          <a:prstGeom prst="rect">
            <a:avLst/>
          </a:prstGeom>
        </p:spPr>
      </p:pic>
      <p:pic>
        <p:nvPicPr>
          <p:cNvPr id="39" name="Picture 38">
            <a:extLst>
              <a:ext uri="{FF2B5EF4-FFF2-40B4-BE49-F238E27FC236}">
                <a16:creationId xmlns:a16="http://schemas.microsoft.com/office/drawing/2014/main" id="{320D5C38-0FF5-4D76-83EE-FE242CE1AD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6714" y="2282454"/>
            <a:ext cx="365051" cy="365051"/>
          </a:xfrm>
          <a:prstGeom prst="rect">
            <a:avLst/>
          </a:prstGeom>
        </p:spPr>
      </p:pic>
      <p:pic>
        <p:nvPicPr>
          <p:cNvPr id="40" name="Picture 39">
            <a:extLst>
              <a:ext uri="{FF2B5EF4-FFF2-40B4-BE49-F238E27FC236}">
                <a16:creationId xmlns:a16="http://schemas.microsoft.com/office/drawing/2014/main" id="{97C6622B-8E43-4630-9F87-058E0C231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9114" y="2434854"/>
            <a:ext cx="365051" cy="365051"/>
          </a:xfrm>
          <a:prstGeom prst="rect">
            <a:avLst/>
          </a:prstGeom>
        </p:spPr>
      </p:pic>
      <p:pic>
        <p:nvPicPr>
          <p:cNvPr id="41" name="Picture 40">
            <a:extLst>
              <a:ext uri="{FF2B5EF4-FFF2-40B4-BE49-F238E27FC236}">
                <a16:creationId xmlns:a16="http://schemas.microsoft.com/office/drawing/2014/main" id="{7D58FCB7-B05C-4D4B-95DB-E12B141D92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1514" y="2587254"/>
            <a:ext cx="365051" cy="365051"/>
          </a:xfrm>
          <a:prstGeom prst="rect">
            <a:avLst/>
          </a:prstGeom>
        </p:spPr>
      </p:pic>
      <p:pic>
        <p:nvPicPr>
          <p:cNvPr id="42" name="Picture 41">
            <a:extLst>
              <a:ext uri="{FF2B5EF4-FFF2-40B4-BE49-F238E27FC236}">
                <a16:creationId xmlns:a16="http://schemas.microsoft.com/office/drawing/2014/main" id="{76DAEDCE-D6A4-4EF5-BF27-A900EABA6C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3914" y="2739654"/>
            <a:ext cx="365051" cy="365051"/>
          </a:xfrm>
          <a:prstGeom prst="rect">
            <a:avLst/>
          </a:prstGeom>
        </p:spPr>
      </p:pic>
      <p:pic>
        <p:nvPicPr>
          <p:cNvPr id="43" name="Picture 42">
            <a:extLst>
              <a:ext uri="{FF2B5EF4-FFF2-40B4-BE49-F238E27FC236}">
                <a16:creationId xmlns:a16="http://schemas.microsoft.com/office/drawing/2014/main" id="{0849C53C-E2BB-4455-8742-03A4D15536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6314" y="2892054"/>
            <a:ext cx="365051" cy="365051"/>
          </a:xfrm>
          <a:prstGeom prst="rect">
            <a:avLst/>
          </a:prstGeom>
        </p:spPr>
      </p:pic>
      <p:pic>
        <p:nvPicPr>
          <p:cNvPr id="44" name="Picture 43">
            <a:extLst>
              <a:ext uri="{FF2B5EF4-FFF2-40B4-BE49-F238E27FC236}">
                <a16:creationId xmlns:a16="http://schemas.microsoft.com/office/drawing/2014/main" id="{97F18982-5E31-4E9A-8D80-3E310490E0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8714" y="3044454"/>
            <a:ext cx="365051" cy="365051"/>
          </a:xfrm>
          <a:prstGeom prst="rect">
            <a:avLst/>
          </a:prstGeom>
        </p:spPr>
      </p:pic>
      <p:pic>
        <p:nvPicPr>
          <p:cNvPr id="45" name="Picture 44">
            <a:extLst>
              <a:ext uri="{FF2B5EF4-FFF2-40B4-BE49-F238E27FC236}">
                <a16:creationId xmlns:a16="http://schemas.microsoft.com/office/drawing/2014/main" id="{05EC0941-863B-4A6C-AFE6-487472B92A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1114" y="3196854"/>
            <a:ext cx="365051" cy="365051"/>
          </a:xfrm>
          <a:prstGeom prst="rect">
            <a:avLst/>
          </a:prstGeom>
        </p:spPr>
      </p:pic>
      <p:pic>
        <p:nvPicPr>
          <p:cNvPr id="46" name="Picture 45">
            <a:extLst>
              <a:ext uri="{FF2B5EF4-FFF2-40B4-BE49-F238E27FC236}">
                <a16:creationId xmlns:a16="http://schemas.microsoft.com/office/drawing/2014/main" id="{25801E63-4A79-465B-951F-9D65CC6B4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3514" y="3349254"/>
            <a:ext cx="365051" cy="365051"/>
          </a:xfrm>
          <a:prstGeom prst="rect">
            <a:avLst/>
          </a:prstGeom>
        </p:spPr>
      </p:pic>
      <p:pic>
        <p:nvPicPr>
          <p:cNvPr id="47" name="Picture 46">
            <a:extLst>
              <a:ext uri="{FF2B5EF4-FFF2-40B4-BE49-F238E27FC236}">
                <a16:creationId xmlns:a16="http://schemas.microsoft.com/office/drawing/2014/main" id="{57F99BE9-0295-44B0-B96C-2F39418357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5914" y="3501654"/>
            <a:ext cx="365051" cy="365051"/>
          </a:xfrm>
          <a:prstGeom prst="rect">
            <a:avLst/>
          </a:prstGeom>
        </p:spPr>
      </p:pic>
      <p:pic>
        <p:nvPicPr>
          <p:cNvPr id="48" name="Picture 47">
            <a:extLst>
              <a:ext uri="{FF2B5EF4-FFF2-40B4-BE49-F238E27FC236}">
                <a16:creationId xmlns:a16="http://schemas.microsoft.com/office/drawing/2014/main" id="{A13FF4FB-4AE4-4EB4-A29F-9EF15B39B4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8314" y="3654054"/>
            <a:ext cx="365051" cy="365051"/>
          </a:xfrm>
          <a:prstGeom prst="rect">
            <a:avLst/>
          </a:prstGeom>
        </p:spPr>
      </p:pic>
      <p:pic>
        <p:nvPicPr>
          <p:cNvPr id="49" name="Picture 48">
            <a:extLst>
              <a:ext uri="{FF2B5EF4-FFF2-40B4-BE49-F238E27FC236}">
                <a16:creationId xmlns:a16="http://schemas.microsoft.com/office/drawing/2014/main" id="{240ECD4F-4664-4D02-9F52-9332A8EF71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0714" y="3806454"/>
            <a:ext cx="365051" cy="365051"/>
          </a:xfrm>
          <a:prstGeom prst="rect">
            <a:avLst/>
          </a:prstGeom>
        </p:spPr>
      </p:pic>
      <p:pic>
        <p:nvPicPr>
          <p:cNvPr id="50" name="Picture 49">
            <a:extLst>
              <a:ext uri="{FF2B5EF4-FFF2-40B4-BE49-F238E27FC236}">
                <a16:creationId xmlns:a16="http://schemas.microsoft.com/office/drawing/2014/main" id="{89EB1129-2A13-484F-9000-D324ADD80B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3114" y="3958854"/>
            <a:ext cx="365051" cy="365051"/>
          </a:xfrm>
          <a:prstGeom prst="rect">
            <a:avLst/>
          </a:prstGeom>
        </p:spPr>
      </p:pic>
      <p:pic>
        <p:nvPicPr>
          <p:cNvPr id="51" name="Picture 50">
            <a:extLst>
              <a:ext uri="{FF2B5EF4-FFF2-40B4-BE49-F238E27FC236}">
                <a16:creationId xmlns:a16="http://schemas.microsoft.com/office/drawing/2014/main" id="{0BCA6E6E-04E1-4C57-AD94-A5751BD937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5514" y="4111254"/>
            <a:ext cx="365051" cy="365051"/>
          </a:xfrm>
          <a:prstGeom prst="rect">
            <a:avLst/>
          </a:prstGeom>
        </p:spPr>
      </p:pic>
      <p:pic>
        <p:nvPicPr>
          <p:cNvPr id="52" name="Picture 51">
            <a:extLst>
              <a:ext uri="{FF2B5EF4-FFF2-40B4-BE49-F238E27FC236}">
                <a16:creationId xmlns:a16="http://schemas.microsoft.com/office/drawing/2014/main" id="{F1EB0D2D-65E9-4CC3-9CAB-ECA4CD2418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7914" y="4263654"/>
            <a:ext cx="365051" cy="365051"/>
          </a:xfrm>
          <a:prstGeom prst="rect">
            <a:avLst/>
          </a:prstGeom>
        </p:spPr>
      </p:pic>
      <p:pic>
        <p:nvPicPr>
          <p:cNvPr id="53" name="Picture 52">
            <a:extLst>
              <a:ext uri="{FF2B5EF4-FFF2-40B4-BE49-F238E27FC236}">
                <a16:creationId xmlns:a16="http://schemas.microsoft.com/office/drawing/2014/main" id="{FF5FA621-958D-40A9-8B2C-064B973D6B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0314" y="4416054"/>
            <a:ext cx="365051" cy="365051"/>
          </a:xfrm>
          <a:prstGeom prst="rect">
            <a:avLst/>
          </a:prstGeom>
        </p:spPr>
      </p:pic>
      <p:pic>
        <p:nvPicPr>
          <p:cNvPr id="54" name="Picture 53">
            <a:extLst>
              <a:ext uri="{FF2B5EF4-FFF2-40B4-BE49-F238E27FC236}">
                <a16:creationId xmlns:a16="http://schemas.microsoft.com/office/drawing/2014/main" id="{F412F0AE-2DFE-4615-B7C2-9FBCF79428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2714" y="4568454"/>
            <a:ext cx="365051" cy="365051"/>
          </a:xfrm>
          <a:prstGeom prst="rect">
            <a:avLst/>
          </a:prstGeom>
        </p:spPr>
      </p:pic>
      <p:pic>
        <p:nvPicPr>
          <p:cNvPr id="55" name="Picture 54">
            <a:extLst>
              <a:ext uri="{FF2B5EF4-FFF2-40B4-BE49-F238E27FC236}">
                <a16:creationId xmlns:a16="http://schemas.microsoft.com/office/drawing/2014/main" id="{75B9D1F0-6889-47C5-9081-B1E6F9AFE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5114" y="4720854"/>
            <a:ext cx="365051" cy="365051"/>
          </a:xfrm>
          <a:prstGeom prst="rect">
            <a:avLst/>
          </a:prstGeom>
        </p:spPr>
      </p:pic>
      <p:pic>
        <p:nvPicPr>
          <p:cNvPr id="56" name="Picture 55">
            <a:extLst>
              <a:ext uri="{FF2B5EF4-FFF2-40B4-BE49-F238E27FC236}">
                <a16:creationId xmlns:a16="http://schemas.microsoft.com/office/drawing/2014/main" id="{AA323CAF-1D8D-42C0-B27A-5791AD46C4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7514" y="4873254"/>
            <a:ext cx="365051" cy="365051"/>
          </a:xfrm>
          <a:prstGeom prst="rect">
            <a:avLst/>
          </a:prstGeom>
        </p:spPr>
      </p:pic>
      <p:pic>
        <p:nvPicPr>
          <p:cNvPr id="57" name="Picture 56">
            <a:extLst>
              <a:ext uri="{FF2B5EF4-FFF2-40B4-BE49-F238E27FC236}">
                <a16:creationId xmlns:a16="http://schemas.microsoft.com/office/drawing/2014/main" id="{97D504A5-8645-466C-8336-BBBE01A96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9914" y="5025654"/>
            <a:ext cx="365051" cy="365051"/>
          </a:xfrm>
          <a:prstGeom prst="rect">
            <a:avLst/>
          </a:prstGeom>
        </p:spPr>
      </p:pic>
      <p:pic>
        <p:nvPicPr>
          <p:cNvPr id="58" name="Picture 57">
            <a:extLst>
              <a:ext uri="{FF2B5EF4-FFF2-40B4-BE49-F238E27FC236}">
                <a16:creationId xmlns:a16="http://schemas.microsoft.com/office/drawing/2014/main" id="{BD6FB1F2-9B15-483A-AF6D-BD347FE197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2314" y="5178054"/>
            <a:ext cx="365051" cy="365051"/>
          </a:xfrm>
          <a:prstGeom prst="rect">
            <a:avLst/>
          </a:prstGeom>
        </p:spPr>
      </p:pic>
      <p:pic>
        <p:nvPicPr>
          <p:cNvPr id="60" name="Picture 59">
            <a:extLst>
              <a:ext uri="{FF2B5EF4-FFF2-40B4-BE49-F238E27FC236}">
                <a16:creationId xmlns:a16="http://schemas.microsoft.com/office/drawing/2014/main" id="{9F3AC292-2390-4301-82F6-2C7478AF5A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4714" y="5330454"/>
            <a:ext cx="365051" cy="365051"/>
          </a:xfrm>
          <a:prstGeom prst="rect">
            <a:avLst/>
          </a:prstGeom>
        </p:spPr>
      </p:pic>
      <p:pic>
        <p:nvPicPr>
          <p:cNvPr id="61" name="Picture 60">
            <a:extLst>
              <a:ext uri="{FF2B5EF4-FFF2-40B4-BE49-F238E27FC236}">
                <a16:creationId xmlns:a16="http://schemas.microsoft.com/office/drawing/2014/main" id="{63840EB7-9783-49FD-B1D3-679EAEAF8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7114" y="5482854"/>
            <a:ext cx="365051" cy="365051"/>
          </a:xfrm>
          <a:prstGeom prst="rect">
            <a:avLst/>
          </a:prstGeom>
        </p:spPr>
      </p:pic>
      <p:pic>
        <p:nvPicPr>
          <p:cNvPr id="62" name="Picture 61">
            <a:extLst>
              <a:ext uri="{FF2B5EF4-FFF2-40B4-BE49-F238E27FC236}">
                <a16:creationId xmlns:a16="http://schemas.microsoft.com/office/drawing/2014/main" id="{F8DFE728-0928-451D-A35F-960B845D1F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9514" y="5635254"/>
            <a:ext cx="365051" cy="365051"/>
          </a:xfrm>
          <a:prstGeom prst="rect">
            <a:avLst/>
          </a:prstGeom>
        </p:spPr>
      </p:pic>
      <p:pic>
        <p:nvPicPr>
          <p:cNvPr id="63" name="Picture 62">
            <a:extLst>
              <a:ext uri="{FF2B5EF4-FFF2-40B4-BE49-F238E27FC236}">
                <a16:creationId xmlns:a16="http://schemas.microsoft.com/office/drawing/2014/main" id="{8F12058D-8C2D-4D5D-9666-D6CBFF9FB4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1914" y="5787654"/>
            <a:ext cx="365051" cy="365051"/>
          </a:xfrm>
          <a:prstGeom prst="rect">
            <a:avLst/>
          </a:prstGeom>
        </p:spPr>
      </p:pic>
      <p:pic>
        <p:nvPicPr>
          <p:cNvPr id="64" name="Picture 63">
            <a:extLst>
              <a:ext uri="{FF2B5EF4-FFF2-40B4-BE49-F238E27FC236}">
                <a16:creationId xmlns:a16="http://schemas.microsoft.com/office/drawing/2014/main" id="{C9C7974D-F81E-45F7-83E1-37D8672897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4314" y="5940054"/>
            <a:ext cx="365051" cy="365051"/>
          </a:xfrm>
          <a:prstGeom prst="rect">
            <a:avLst/>
          </a:prstGeom>
        </p:spPr>
      </p:pic>
      <p:pic>
        <p:nvPicPr>
          <p:cNvPr id="65" name="Picture 64">
            <a:extLst>
              <a:ext uri="{FF2B5EF4-FFF2-40B4-BE49-F238E27FC236}">
                <a16:creationId xmlns:a16="http://schemas.microsoft.com/office/drawing/2014/main" id="{65630146-5DEF-4E67-BFF7-A630CA72EE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6714" y="6092454"/>
            <a:ext cx="365051" cy="365051"/>
          </a:xfrm>
          <a:prstGeom prst="rect">
            <a:avLst/>
          </a:prstGeom>
        </p:spPr>
      </p:pic>
      <p:pic>
        <p:nvPicPr>
          <p:cNvPr id="66" name="Picture 65">
            <a:extLst>
              <a:ext uri="{FF2B5EF4-FFF2-40B4-BE49-F238E27FC236}">
                <a16:creationId xmlns:a16="http://schemas.microsoft.com/office/drawing/2014/main" id="{87362E49-EC23-4AAD-9A39-BA1E73C799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9114" y="6244854"/>
            <a:ext cx="365051" cy="365051"/>
          </a:xfrm>
          <a:prstGeom prst="rect">
            <a:avLst/>
          </a:prstGeom>
        </p:spPr>
      </p:pic>
      <p:pic>
        <p:nvPicPr>
          <p:cNvPr id="67" name="Picture 66">
            <a:extLst>
              <a:ext uri="{FF2B5EF4-FFF2-40B4-BE49-F238E27FC236}">
                <a16:creationId xmlns:a16="http://schemas.microsoft.com/office/drawing/2014/main" id="{BC2F1BA9-0554-430C-B3AD-9C335414D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1514" y="6397254"/>
            <a:ext cx="365051" cy="365051"/>
          </a:xfrm>
          <a:prstGeom prst="rect">
            <a:avLst/>
          </a:prstGeom>
        </p:spPr>
      </p:pic>
      <p:pic>
        <p:nvPicPr>
          <p:cNvPr id="68" name="Picture 67">
            <a:extLst>
              <a:ext uri="{FF2B5EF4-FFF2-40B4-BE49-F238E27FC236}">
                <a16:creationId xmlns:a16="http://schemas.microsoft.com/office/drawing/2014/main" id="{6C046CEE-108E-4E1B-9863-FDE14ACAA3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2092" y="958701"/>
            <a:ext cx="365051" cy="365051"/>
          </a:xfrm>
          <a:prstGeom prst="rect">
            <a:avLst/>
          </a:prstGeom>
        </p:spPr>
      </p:pic>
      <p:pic>
        <p:nvPicPr>
          <p:cNvPr id="69" name="Picture 68">
            <a:extLst>
              <a:ext uri="{FF2B5EF4-FFF2-40B4-BE49-F238E27FC236}">
                <a16:creationId xmlns:a16="http://schemas.microsoft.com/office/drawing/2014/main" id="{0267083D-6CBC-4632-8985-3F320D1DB3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4492" y="1111101"/>
            <a:ext cx="365051" cy="365051"/>
          </a:xfrm>
          <a:prstGeom prst="rect">
            <a:avLst/>
          </a:prstGeom>
        </p:spPr>
      </p:pic>
      <p:pic>
        <p:nvPicPr>
          <p:cNvPr id="70" name="Picture 69">
            <a:extLst>
              <a:ext uri="{FF2B5EF4-FFF2-40B4-BE49-F238E27FC236}">
                <a16:creationId xmlns:a16="http://schemas.microsoft.com/office/drawing/2014/main" id="{C659F29E-BA30-434D-AE18-5AC130202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6892" y="1263501"/>
            <a:ext cx="365051" cy="365051"/>
          </a:xfrm>
          <a:prstGeom prst="rect">
            <a:avLst/>
          </a:prstGeom>
        </p:spPr>
      </p:pic>
      <p:pic>
        <p:nvPicPr>
          <p:cNvPr id="71" name="Picture 70">
            <a:extLst>
              <a:ext uri="{FF2B5EF4-FFF2-40B4-BE49-F238E27FC236}">
                <a16:creationId xmlns:a16="http://schemas.microsoft.com/office/drawing/2014/main" id="{85293C00-A5AF-4F2D-9EE7-13360E32A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9292" y="1415901"/>
            <a:ext cx="365051" cy="365051"/>
          </a:xfrm>
          <a:prstGeom prst="rect">
            <a:avLst/>
          </a:prstGeom>
        </p:spPr>
      </p:pic>
      <p:pic>
        <p:nvPicPr>
          <p:cNvPr id="72" name="Picture 71">
            <a:extLst>
              <a:ext uri="{FF2B5EF4-FFF2-40B4-BE49-F238E27FC236}">
                <a16:creationId xmlns:a16="http://schemas.microsoft.com/office/drawing/2014/main" id="{976599DE-05C1-4D35-9A16-D0120BFF30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1692" y="1568301"/>
            <a:ext cx="365051" cy="365051"/>
          </a:xfrm>
          <a:prstGeom prst="rect">
            <a:avLst/>
          </a:prstGeom>
        </p:spPr>
      </p:pic>
      <p:pic>
        <p:nvPicPr>
          <p:cNvPr id="73" name="Picture 72">
            <a:extLst>
              <a:ext uri="{FF2B5EF4-FFF2-40B4-BE49-F238E27FC236}">
                <a16:creationId xmlns:a16="http://schemas.microsoft.com/office/drawing/2014/main" id="{2718BBE3-3DE6-45AA-BD1A-CF818B8881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4092" y="1720701"/>
            <a:ext cx="365051" cy="365051"/>
          </a:xfrm>
          <a:prstGeom prst="rect">
            <a:avLst/>
          </a:prstGeom>
        </p:spPr>
      </p:pic>
      <p:pic>
        <p:nvPicPr>
          <p:cNvPr id="74" name="Picture 73">
            <a:extLst>
              <a:ext uri="{FF2B5EF4-FFF2-40B4-BE49-F238E27FC236}">
                <a16:creationId xmlns:a16="http://schemas.microsoft.com/office/drawing/2014/main" id="{A6326BA8-6735-4E78-90E5-84187A6573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6492" y="1873101"/>
            <a:ext cx="365051" cy="365051"/>
          </a:xfrm>
          <a:prstGeom prst="rect">
            <a:avLst/>
          </a:prstGeom>
        </p:spPr>
      </p:pic>
      <p:pic>
        <p:nvPicPr>
          <p:cNvPr id="75" name="Picture 74">
            <a:extLst>
              <a:ext uri="{FF2B5EF4-FFF2-40B4-BE49-F238E27FC236}">
                <a16:creationId xmlns:a16="http://schemas.microsoft.com/office/drawing/2014/main" id="{D519B1EA-FC42-4E15-8E8F-09631BC604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8892" y="2025501"/>
            <a:ext cx="365051" cy="365051"/>
          </a:xfrm>
          <a:prstGeom prst="rect">
            <a:avLst/>
          </a:prstGeom>
        </p:spPr>
      </p:pic>
      <p:pic>
        <p:nvPicPr>
          <p:cNvPr id="76" name="Picture 75">
            <a:extLst>
              <a:ext uri="{FF2B5EF4-FFF2-40B4-BE49-F238E27FC236}">
                <a16:creationId xmlns:a16="http://schemas.microsoft.com/office/drawing/2014/main" id="{60632385-FC9E-4201-8432-AD2852483D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1292" y="2177901"/>
            <a:ext cx="365051" cy="365051"/>
          </a:xfrm>
          <a:prstGeom prst="rect">
            <a:avLst/>
          </a:prstGeom>
        </p:spPr>
      </p:pic>
      <p:pic>
        <p:nvPicPr>
          <p:cNvPr id="77" name="Picture 76">
            <a:extLst>
              <a:ext uri="{FF2B5EF4-FFF2-40B4-BE49-F238E27FC236}">
                <a16:creationId xmlns:a16="http://schemas.microsoft.com/office/drawing/2014/main" id="{2862295D-4BF9-4831-9344-EC1FCDA343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3692" y="2330301"/>
            <a:ext cx="365051" cy="365051"/>
          </a:xfrm>
          <a:prstGeom prst="rect">
            <a:avLst/>
          </a:prstGeom>
        </p:spPr>
      </p:pic>
      <p:pic>
        <p:nvPicPr>
          <p:cNvPr id="78" name="Picture 77">
            <a:extLst>
              <a:ext uri="{FF2B5EF4-FFF2-40B4-BE49-F238E27FC236}">
                <a16:creationId xmlns:a16="http://schemas.microsoft.com/office/drawing/2014/main" id="{5A102DC5-615B-4F22-AE1D-B667419B57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6092" y="2482701"/>
            <a:ext cx="365051" cy="365051"/>
          </a:xfrm>
          <a:prstGeom prst="rect">
            <a:avLst/>
          </a:prstGeom>
        </p:spPr>
      </p:pic>
      <p:pic>
        <p:nvPicPr>
          <p:cNvPr id="79" name="Picture 78">
            <a:extLst>
              <a:ext uri="{FF2B5EF4-FFF2-40B4-BE49-F238E27FC236}">
                <a16:creationId xmlns:a16="http://schemas.microsoft.com/office/drawing/2014/main" id="{079D6BAA-B0D4-4A4B-9612-DF5223EF23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8492" y="2635101"/>
            <a:ext cx="365051" cy="365051"/>
          </a:xfrm>
          <a:prstGeom prst="rect">
            <a:avLst/>
          </a:prstGeom>
        </p:spPr>
      </p:pic>
      <p:pic>
        <p:nvPicPr>
          <p:cNvPr id="80" name="Picture 79">
            <a:extLst>
              <a:ext uri="{FF2B5EF4-FFF2-40B4-BE49-F238E27FC236}">
                <a16:creationId xmlns:a16="http://schemas.microsoft.com/office/drawing/2014/main" id="{DDF5F5EC-199E-44F7-B9BF-3AFCA4E43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0892" y="2787501"/>
            <a:ext cx="365051" cy="365051"/>
          </a:xfrm>
          <a:prstGeom prst="rect">
            <a:avLst/>
          </a:prstGeom>
        </p:spPr>
      </p:pic>
      <p:pic>
        <p:nvPicPr>
          <p:cNvPr id="81" name="Picture 80">
            <a:extLst>
              <a:ext uri="{FF2B5EF4-FFF2-40B4-BE49-F238E27FC236}">
                <a16:creationId xmlns:a16="http://schemas.microsoft.com/office/drawing/2014/main" id="{818D8CFC-0921-409E-BBE2-46246BE206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3292" y="2939901"/>
            <a:ext cx="365051" cy="365051"/>
          </a:xfrm>
          <a:prstGeom prst="rect">
            <a:avLst/>
          </a:prstGeom>
        </p:spPr>
      </p:pic>
      <p:pic>
        <p:nvPicPr>
          <p:cNvPr id="82" name="Picture 81">
            <a:extLst>
              <a:ext uri="{FF2B5EF4-FFF2-40B4-BE49-F238E27FC236}">
                <a16:creationId xmlns:a16="http://schemas.microsoft.com/office/drawing/2014/main" id="{9F57C405-7F23-4BDB-A8D5-E6BE638B42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5692" y="3092301"/>
            <a:ext cx="365051" cy="365051"/>
          </a:xfrm>
          <a:prstGeom prst="rect">
            <a:avLst/>
          </a:prstGeom>
        </p:spPr>
      </p:pic>
      <p:pic>
        <p:nvPicPr>
          <p:cNvPr id="83" name="Picture 82">
            <a:extLst>
              <a:ext uri="{FF2B5EF4-FFF2-40B4-BE49-F238E27FC236}">
                <a16:creationId xmlns:a16="http://schemas.microsoft.com/office/drawing/2014/main" id="{FD82C948-61B2-44BE-8346-A48126D36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8092" y="3244701"/>
            <a:ext cx="365051" cy="365051"/>
          </a:xfrm>
          <a:prstGeom prst="rect">
            <a:avLst/>
          </a:prstGeom>
        </p:spPr>
      </p:pic>
      <p:pic>
        <p:nvPicPr>
          <p:cNvPr id="84" name="Picture 83">
            <a:extLst>
              <a:ext uri="{FF2B5EF4-FFF2-40B4-BE49-F238E27FC236}">
                <a16:creationId xmlns:a16="http://schemas.microsoft.com/office/drawing/2014/main" id="{3411EFD9-17EC-4107-B05A-C8D762890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0492" y="3397101"/>
            <a:ext cx="365051" cy="365051"/>
          </a:xfrm>
          <a:prstGeom prst="rect">
            <a:avLst/>
          </a:prstGeom>
        </p:spPr>
      </p:pic>
      <p:pic>
        <p:nvPicPr>
          <p:cNvPr id="85" name="Picture 84">
            <a:extLst>
              <a:ext uri="{FF2B5EF4-FFF2-40B4-BE49-F238E27FC236}">
                <a16:creationId xmlns:a16="http://schemas.microsoft.com/office/drawing/2014/main" id="{DCF96FD4-A2E3-434F-B52A-9C6647A24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2892" y="3549501"/>
            <a:ext cx="365051" cy="365051"/>
          </a:xfrm>
          <a:prstGeom prst="rect">
            <a:avLst/>
          </a:prstGeom>
        </p:spPr>
      </p:pic>
      <p:pic>
        <p:nvPicPr>
          <p:cNvPr id="86" name="Picture 85">
            <a:extLst>
              <a:ext uri="{FF2B5EF4-FFF2-40B4-BE49-F238E27FC236}">
                <a16:creationId xmlns:a16="http://schemas.microsoft.com/office/drawing/2014/main" id="{23B6820C-30A3-4FAC-A9DC-6BBE66660C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5292" y="3701901"/>
            <a:ext cx="365051" cy="365051"/>
          </a:xfrm>
          <a:prstGeom prst="rect">
            <a:avLst/>
          </a:prstGeom>
        </p:spPr>
      </p:pic>
      <p:pic>
        <p:nvPicPr>
          <p:cNvPr id="90" name="Picture 89">
            <a:extLst>
              <a:ext uri="{FF2B5EF4-FFF2-40B4-BE49-F238E27FC236}">
                <a16:creationId xmlns:a16="http://schemas.microsoft.com/office/drawing/2014/main" id="{F6ED834D-5180-4A64-8B37-4AF684813B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4892" y="4311501"/>
            <a:ext cx="365051" cy="365051"/>
          </a:xfrm>
          <a:prstGeom prst="rect">
            <a:avLst/>
          </a:prstGeom>
        </p:spPr>
      </p:pic>
      <p:pic>
        <p:nvPicPr>
          <p:cNvPr id="91" name="Picture 90">
            <a:extLst>
              <a:ext uri="{FF2B5EF4-FFF2-40B4-BE49-F238E27FC236}">
                <a16:creationId xmlns:a16="http://schemas.microsoft.com/office/drawing/2014/main" id="{95EAFF0E-0DC6-4E2C-A4C9-C1B274EEA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7292" y="4463901"/>
            <a:ext cx="365051" cy="365051"/>
          </a:xfrm>
          <a:prstGeom prst="rect">
            <a:avLst/>
          </a:prstGeom>
        </p:spPr>
      </p:pic>
      <p:pic>
        <p:nvPicPr>
          <p:cNvPr id="92" name="Picture 91">
            <a:extLst>
              <a:ext uri="{FF2B5EF4-FFF2-40B4-BE49-F238E27FC236}">
                <a16:creationId xmlns:a16="http://schemas.microsoft.com/office/drawing/2014/main" id="{C2BCD87C-0E28-4907-AA63-378AED3533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9692" y="4616301"/>
            <a:ext cx="365051" cy="365051"/>
          </a:xfrm>
          <a:prstGeom prst="rect">
            <a:avLst/>
          </a:prstGeom>
        </p:spPr>
      </p:pic>
      <p:pic>
        <p:nvPicPr>
          <p:cNvPr id="93" name="Picture 92">
            <a:extLst>
              <a:ext uri="{FF2B5EF4-FFF2-40B4-BE49-F238E27FC236}">
                <a16:creationId xmlns:a16="http://schemas.microsoft.com/office/drawing/2014/main" id="{E54E33A4-0EC3-4962-9E78-2FC5C737D9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2092" y="4768701"/>
            <a:ext cx="365051" cy="365051"/>
          </a:xfrm>
          <a:prstGeom prst="rect">
            <a:avLst/>
          </a:prstGeom>
        </p:spPr>
      </p:pic>
      <p:pic>
        <p:nvPicPr>
          <p:cNvPr id="94" name="Picture 93">
            <a:extLst>
              <a:ext uri="{FF2B5EF4-FFF2-40B4-BE49-F238E27FC236}">
                <a16:creationId xmlns:a16="http://schemas.microsoft.com/office/drawing/2014/main" id="{E1A76037-E7D3-44FC-A6A6-4750402EAA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4492" y="4921101"/>
            <a:ext cx="365051" cy="365051"/>
          </a:xfrm>
          <a:prstGeom prst="rect">
            <a:avLst/>
          </a:prstGeom>
        </p:spPr>
      </p:pic>
      <p:pic>
        <p:nvPicPr>
          <p:cNvPr id="95" name="Picture 94">
            <a:extLst>
              <a:ext uri="{FF2B5EF4-FFF2-40B4-BE49-F238E27FC236}">
                <a16:creationId xmlns:a16="http://schemas.microsoft.com/office/drawing/2014/main" id="{9FA34C32-8845-40B9-9801-DEFF873CD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6892" y="5073501"/>
            <a:ext cx="365051" cy="365051"/>
          </a:xfrm>
          <a:prstGeom prst="rect">
            <a:avLst/>
          </a:prstGeom>
        </p:spPr>
      </p:pic>
      <p:pic>
        <p:nvPicPr>
          <p:cNvPr id="96" name="Picture 95">
            <a:extLst>
              <a:ext uri="{FF2B5EF4-FFF2-40B4-BE49-F238E27FC236}">
                <a16:creationId xmlns:a16="http://schemas.microsoft.com/office/drawing/2014/main" id="{0E70AFD4-D2CD-491B-895D-8E9E9879F2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9292" y="5225901"/>
            <a:ext cx="365051" cy="365051"/>
          </a:xfrm>
          <a:prstGeom prst="rect">
            <a:avLst/>
          </a:prstGeom>
        </p:spPr>
      </p:pic>
      <p:pic>
        <p:nvPicPr>
          <p:cNvPr id="97" name="Picture 96">
            <a:extLst>
              <a:ext uri="{FF2B5EF4-FFF2-40B4-BE49-F238E27FC236}">
                <a16:creationId xmlns:a16="http://schemas.microsoft.com/office/drawing/2014/main" id="{EB0001FD-2969-40C5-A5EE-BF9F8AE62F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1692" y="5378301"/>
            <a:ext cx="365051" cy="365051"/>
          </a:xfrm>
          <a:prstGeom prst="rect">
            <a:avLst/>
          </a:prstGeom>
        </p:spPr>
      </p:pic>
      <p:pic>
        <p:nvPicPr>
          <p:cNvPr id="98" name="Picture 97">
            <a:extLst>
              <a:ext uri="{FF2B5EF4-FFF2-40B4-BE49-F238E27FC236}">
                <a16:creationId xmlns:a16="http://schemas.microsoft.com/office/drawing/2014/main" id="{FF308644-649D-43A3-8A7E-E653E021E7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4092" y="5530701"/>
            <a:ext cx="365051" cy="365051"/>
          </a:xfrm>
          <a:prstGeom prst="rect">
            <a:avLst/>
          </a:prstGeom>
        </p:spPr>
      </p:pic>
      <p:pic>
        <p:nvPicPr>
          <p:cNvPr id="99" name="Picture 98">
            <a:extLst>
              <a:ext uri="{FF2B5EF4-FFF2-40B4-BE49-F238E27FC236}">
                <a16:creationId xmlns:a16="http://schemas.microsoft.com/office/drawing/2014/main" id="{250E25D7-154B-45C2-A17E-92C34F8B5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6492" y="5683101"/>
            <a:ext cx="365051" cy="365051"/>
          </a:xfrm>
          <a:prstGeom prst="rect">
            <a:avLst/>
          </a:prstGeom>
        </p:spPr>
      </p:pic>
      <p:pic>
        <p:nvPicPr>
          <p:cNvPr id="129" name="Picture 128">
            <a:extLst>
              <a:ext uri="{FF2B5EF4-FFF2-40B4-BE49-F238E27FC236}">
                <a16:creationId xmlns:a16="http://schemas.microsoft.com/office/drawing/2014/main" id="{DE8A087C-7891-4889-8907-6756F707DD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0329" y="890476"/>
            <a:ext cx="365051" cy="365051"/>
          </a:xfrm>
          <a:prstGeom prst="rect">
            <a:avLst/>
          </a:prstGeom>
        </p:spPr>
      </p:pic>
      <p:pic>
        <p:nvPicPr>
          <p:cNvPr id="130" name="Picture 129">
            <a:extLst>
              <a:ext uri="{FF2B5EF4-FFF2-40B4-BE49-F238E27FC236}">
                <a16:creationId xmlns:a16="http://schemas.microsoft.com/office/drawing/2014/main" id="{5C69FE03-A505-45B2-A144-B59C4577E9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2729" y="1042876"/>
            <a:ext cx="365051" cy="365051"/>
          </a:xfrm>
          <a:prstGeom prst="rect">
            <a:avLst/>
          </a:prstGeom>
        </p:spPr>
      </p:pic>
      <p:pic>
        <p:nvPicPr>
          <p:cNvPr id="131" name="Picture 130">
            <a:extLst>
              <a:ext uri="{FF2B5EF4-FFF2-40B4-BE49-F238E27FC236}">
                <a16:creationId xmlns:a16="http://schemas.microsoft.com/office/drawing/2014/main" id="{8F023B63-4D86-4753-8627-4860EB0197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5129" y="1195276"/>
            <a:ext cx="365051" cy="365051"/>
          </a:xfrm>
          <a:prstGeom prst="rect">
            <a:avLst/>
          </a:prstGeom>
        </p:spPr>
      </p:pic>
      <p:pic>
        <p:nvPicPr>
          <p:cNvPr id="132" name="Picture 131">
            <a:extLst>
              <a:ext uri="{FF2B5EF4-FFF2-40B4-BE49-F238E27FC236}">
                <a16:creationId xmlns:a16="http://schemas.microsoft.com/office/drawing/2014/main" id="{ABD9AD4D-482E-43C0-9CAB-88321EC828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529" y="1347676"/>
            <a:ext cx="365051" cy="365051"/>
          </a:xfrm>
          <a:prstGeom prst="rect">
            <a:avLst/>
          </a:prstGeom>
        </p:spPr>
      </p:pic>
      <p:pic>
        <p:nvPicPr>
          <p:cNvPr id="133" name="Picture 132">
            <a:extLst>
              <a:ext uri="{FF2B5EF4-FFF2-40B4-BE49-F238E27FC236}">
                <a16:creationId xmlns:a16="http://schemas.microsoft.com/office/drawing/2014/main" id="{DC06AC20-584D-4CE4-8413-3A976F1660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9929" y="1500076"/>
            <a:ext cx="365051" cy="365051"/>
          </a:xfrm>
          <a:prstGeom prst="rect">
            <a:avLst/>
          </a:prstGeom>
        </p:spPr>
      </p:pic>
      <p:pic>
        <p:nvPicPr>
          <p:cNvPr id="134" name="Picture 133">
            <a:extLst>
              <a:ext uri="{FF2B5EF4-FFF2-40B4-BE49-F238E27FC236}">
                <a16:creationId xmlns:a16="http://schemas.microsoft.com/office/drawing/2014/main" id="{AF766FD2-FE81-40B2-8DA7-44AC2EF162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2329" y="1652476"/>
            <a:ext cx="365051" cy="365051"/>
          </a:xfrm>
          <a:prstGeom prst="rect">
            <a:avLst/>
          </a:prstGeom>
        </p:spPr>
      </p:pic>
      <p:pic>
        <p:nvPicPr>
          <p:cNvPr id="135" name="Picture 134">
            <a:extLst>
              <a:ext uri="{FF2B5EF4-FFF2-40B4-BE49-F238E27FC236}">
                <a16:creationId xmlns:a16="http://schemas.microsoft.com/office/drawing/2014/main" id="{1E3DF6FC-43C8-46CB-A99B-50B1759B39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4729" y="1804876"/>
            <a:ext cx="365051" cy="365051"/>
          </a:xfrm>
          <a:prstGeom prst="rect">
            <a:avLst/>
          </a:prstGeom>
        </p:spPr>
      </p:pic>
      <p:pic>
        <p:nvPicPr>
          <p:cNvPr id="136" name="Picture 135">
            <a:extLst>
              <a:ext uri="{FF2B5EF4-FFF2-40B4-BE49-F238E27FC236}">
                <a16:creationId xmlns:a16="http://schemas.microsoft.com/office/drawing/2014/main" id="{FF0B6A95-0302-4E45-89AF-F6B0BC9700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7129" y="1957276"/>
            <a:ext cx="365051" cy="365051"/>
          </a:xfrm>
          <a:prstGeom prst="rect">
            <a:avLst/>
          </a:prstGeom>
        </p:spPr>
      </p:pic>
      <p:pic>
        <p:nvPicPr>
          <p:cNvPr id="151" name="Picture 150">
            <a:extLst>
              <a:ext uri="{FF2B5EF4-FFF2-40B4-BE49-F238E27FC236}">
                <a16:creationId xmlns:a16="http://schemas.microsoft.com/office/drawing/2014/main" id="{F9D596AE-4ACE-4E83-AE01-2DB7E5F40C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3129" y="4243276"/>
            <a:ext cx="365051" cy="365051"/>
          </a:xfrm>
          <a:prstGeom prst="rect">
            <a:avLst/>
          </a:prstGeom>
        </p:spPr>
      </p:pic>
      <p:pic>
        <p:nvPicPr>
          <p:cNvPr id="152" name="Picture 151">
            <a:extLst>
              <a:ext uri="{FF2B5EF4-FFF2-40B4-BE49-F238E27FC236}">
                <a16:creationId xmlns:a16="http://schemas.microsoft.com/office/drawing/2014/main" id="{D1CBDE51-E4C6-4515-BA1F-0270D403FE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5529" y="4395676"/>
            <a:ext cx="365051" cy="365051"/>
          </a:xfrm>
          <a:prstGeom prst="rect">
            <a:avLst/>
          </a:prstGeom>
        </p:spPr>
      </p:pic>
      <p:pic>
        <p:nvPicPr>
          <p:cNvPr id="153" name="Picture 152">
            <a:extLst>
              <a:ext uri="{FF2B5EF4-FFF2-40B4-BE49-F238E27FC236}">
                <a16:creationId xmlns:a16="http://schemas.microsoft.com/office/drawing/2014/main" id="{1D0542F9-594F-4410-9756-A857E754E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87929" y="4548076"/>
            <a:ext cx="365051" cy="365051"/>
          </a:xfrm>
          <a:prstGeom prst="rect">
            <a:avLst/>
          </a:prstGeom>
        </p:spPr>
      </p:pic>
      <p:pic>
        <p:nvPicPr>
          <p:cNvPr id="154" name="Picture 153">
            <a:extLst>
              <a:ext uri="{FF2B5EF4-FFF2-40B4-BE49-F238E27FC236}">
                <a16:creationId xmlns:a16="http://schemas.microsoft.com/office/drawing/2014/main" id="{ADA5A71C-F8E2-45FB-8C30-7AB58D9A94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0329" y="4700476"/>
            <a:ext cx="365051" cy="365051"/>
          </a:xfrm>
          <a:prstGeom prst="rect">
            <a:avLst/>
          </a:prstGeom>
        </p:spPr>
      </p:pic>
      <p:pic>
        <p:nvPicPr>
          <p:cNvPr id="155" name="Picture 154">
            <a:extLst>
              <a:ext uri="{FF2B5EF4-FFF2-40B4-BE49-F238E27FC236}">
                <a16:creationId xmlns:a16="http://schemas.microsoft.com/office/drawing/2014/main" id="{178315D4-E8F1-4DD0-A7FD-DCE26F3CCF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2729" y="4852876"/>
            <a:ext cx="365051" cy="365051"/>
          </a:xfrm>
          <a:prstGeom prst="rect">
            <a:avLst/>
          </a:prstGeom>
        </p:spPr>
      </p:pic>
      <p:pic>
        <p:nvPicPr>
          <p:cNvPr id="156" name="Picture 155">
            <a:extLst>
              <a:ext uri="{FF2B5EF4-FFF2-40B4-BE49-F238E27FC236}">
                <a16:creationId xmlns:a16="http://schemas.microsoft.com/office/drawing/2014/main" id="{965093D2-3787-4D0C-B1A8-4CACBD3974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3454" y="5555508"/>
            <a:ext cx="1905000" cy="1257300"/>
          </a:xfrm>
          <a:prstGeom prst="rect">
            <a:avLst/>
          </a:prstGeom>
        </p:spPr>
      </p:pic>
      <p:sp>
        <p:nvSpPr>
          <p:cNvPr id="158" name="Speech Bubble: Rectangle with Corners Rounded 157">
            <a:extLst>
              <a:ext uri="{FF2B5EF4-FFF2-40B4-BE49-F238E27FC236}">
                <a16:creationId xmlns:a16="http://schemas.microsoft.com/office/drawing/2014/main" id="{712127B6-F84D-4345-8EAB-52FADE818983}"/>
              </a:ext>
            </a:extLst>
          </p:cNvPr>
          <p:cNvSpPr/>
          <p:nvPr/>
        </p:nvSpPr>
        <p:spPr>
          <a:xfrm>
            <a:off x="8418327" y="1255527"/>
            <a:ext cx="3670891" cy="4214923"/>
          </a:xfrm>
          <a:prstGeom prst="wedgeRoundRectCallout">
            <a:avLst>
              <a:gd name="adj1" fmla="val 43758"/>
              <a:gd name="adj2" fmla="val 57203"/>
              <a:gd name="adj3" fmla="val 16667"/>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You have 4982734587396 viruses</a:t>
            </a:r>
          </a:p>
          <a:p>
            <a:pPr algn="ctr"/>
            <a:r>
              <a:rPr lang="en-GB" dirty="0">
                <a:solidFill>
                  <a:srgbClr val="FF0000"/>
                </a:solidFill>
              </a:rPr>
              <a:t>70485612057602345 trojans</a:t>
            </a:r>
          </a:p>
          <a:p>
            <a:pPr algn="ctr"/>
            <a:r>
              <a:rPr lang="en-GB" dirty="0">
                <a:solidFill>
                  <a:srgbClr val="FF0000"/>
                </a:solidFill>
              </a:rPr>
              <a:t>2704957293468 worms and </a:t>
            </a:r>
          </a:p>
          <a:p>
            <a:pPr algn="ctr"/>
            <a:r>
              <a:rPr lang="en-GB" dirty="0">
                <a:solidFill>
                  <a:srgbClr val="FF0000"/>
                </a:solidFill>
              </a:rPr>
              <a:t>298347592876076 malwares on computer!</a:t>
            </a:r>
          </a:p>
          <a:p>
            <a:pPr algn="ctr"/>
            <a:r>
              <a:rPr lang="en-GB" dirty="0">
                <a:solidFill>
                  <a:srgbClr val="FF0000"/>
                </a:solidFill>
              </a:rPr>
              <a:t>Call 911-VIRUS right now!</a:t>
            </a:r>
          </a:p>
          <a:p>
            <a:pPr algn="ctr"/>
            <a:r>
              <a:rPr lang="en-GB" dirty="0">
                <a:solidFill>
                  <a:srgbClr val="FF0000"/>
                </a:solidFill>
              </a:rPr>
              <a:t>90 cents a minute.</a:t>
            </a:r>
          </a:p>
          <a:p>
            <a:pPr algn="ctr"/>
            <a:r>
              <a:rPr lang="en-GB" dirty="0">
                <a:solidFill>
                  <a:srgbClr val="FF0000"/>
                </a:solidFill>
              </a:rPr>
              <a:t>We will remove them all!</a:t>
            </a:r>
          </a:p>
          <a:p>
            <a:pPr algn="ctr"/>
            <a:r>
              <a:rPr lang="en-GB" dirty="0">
                <a:solidFill>
                  <a:srgbClr val="FF0000"/>
                </a:solidFill>
              </a:rPr>
              <a:t>And have credit card ready! </a:t>
            </a:r>
          </a:p>
        </p:txBody>
      </p:sp>
      <p:pic>
        <p:nvPicPr>
          <p:cNvPr id="159" name="Picture 158">
            <a:extLst>
              <a:ext uri="{FF2B5EF4-FFF2-40B4-BE49-F238E27FC236}">
                <a16:creationId xmlns:a16="http://schemas.microsoft.com/office/drawing/2014/main" id="{A98557F1-702B-48DC-BE92-9084DB269B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9529" y="2109676"/>
            <a:ext cx="365051" cy="365051"/>
          </a:xfrm>
          <a:prstGeom prst="rect">
            <a:avLst/>
          </a:prstGeom>
        </p:spPr>
      </p:pic>
      <p:pic>
        <p:nvPicPr>
          <p:cNvPr id="160" name="Picture 159">
            <a:extLst>
              <a:ext uri="{FF2B5EF4-FFF2-40B4-BE49-F238E27FC236}">
                <a16:creationId xmlns:a16="http://schemas.microsoft.com/office/drawing/2014/main" id="{6557D596-5C02-4A73-9892-0B8FC65E5D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1929" y="2262076"/>
            <a:ext cx="365051" cy="365051"/>
          </a:xfrm>
          <a:prstGeom prst="rect">
            <a:avLst/>
          </a:prstGeom>
        </p:spPr>
      </p:pic>
      <p:pic>
        <p:nvPicPr>
          <p:cNvPr id="161" name="Picture 160">
            <a:extLst>
              <a:ext uri="{FF2B5EF4-FFF2-40B4-BE49-F238E27FC236}">
                <a16:creationId xmlns:a16="http://schemas.microsoft.com/office/drawing/2014/main" id="{96A4BA7E-39DE-4532-B86A-FE4091B79C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4329" y="2414476"/>
            <a:ext cx="365051" cy="365051"/>
          </a:xfrm>
          <a:prstGeom prst="rect">
            <a:avLst/>
          </a:prstGeom>
        </p:spPr>
      </p:pic>
      <p:pic>
        <p:nvPicPr>
          <p:cNvPr id="162" name="Picture 161">
            <a:extLst>
              <a:ext uri="{FF2B5EF4-FFF2-40B4-BE49-F238E27FC236}">
                <a16:creationId xmlns:a16="http://schemas.microsoft.com/office/drawing/2014/main" id="{AD865C02-72F4-4EFE-9F26-2EA0A2A6DC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6729" y="2566876"/>
            <a:ext cx="365051" cy="365051"/>
          </a:xfrm>
          <a:prstGeom prst="rect">
            <a:avLst/>
          </a:prstGeom>
        </p:spPr>
      </p:pic>
      <p:pic>
        <p:nvPicPr>
          <p:cNvPr id="163" name="Picture 162">
            <a:extLst>
              <a:ext uri="{FF2B5EF4-FFF2-40B4-BE49-F238E27FC236}">
                <a16:creationId xmlns:a16="http://schemas.microsoft.com/office/drawing/2014/main" id="{CA8F727B-DABC-4D0E-853E-8D1518822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9129" y="2719276"/>
            <a:ext cx="365051" cy="365051"/>
          </a:xfrm>
          <a:prstGeom prst="rect">
            <a:avLst/>
          </a:prstGeom>
        </p:spPr>
      </p:pic>
      <p:pic>
        <p:nvPicPr>
          <p:cNvPr id="164" name="Picture 163">
            <a:extLst>
              <a:ext uri="{FF2B5EF4-FFF2-40B4-BE49-F238E27FC236}">
                <a16:creationId xmlns:a16="http://schemas.microsoft.com/office/drawing/2014/main" id="{956B9154-438A-46AA-A753-33140D82D3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1529" y="2871676"/>
            <a:ext cx="365051" cy="365051"/>
          </a:xfrm>
          <a:prstGeom prst="rect">
            <a:avLst/>
          </a:prstGeom>
        </p:spPr>
      </p:pic>
      <p:pic>
        <p:nvPicPr>
          <p:cNvPr id="165" name="Picture 164">
            <a:extLst>
              <a:ext uri="{FF2B5EF4-FFF2-40B4-BE49-F238E27FC236}">
                <a16:creationId xmlns:a16="http://schemas.microsoft.com/office/drawing/2014/main" id="{8ECB0752-8519-4172-A8D4-820BAA3957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3929" y="3024076"/>
            <a:ext cx="365051" cy="365051"/>
          </a:xfrm>
          <a:prstGeom prst="rect">
            <a:avLst/>
          </a:prstGeom>
        </p:spPr>
      </p:pic>
      <p:pic>
        <p:nvPicPr>
          <p:cNvPr id="166" name="Picture 165">
            <a:extLst>
              <a:ext uri="{FF2B5EF4-FFF2-40B4-BE49-F238E27FC236}">
                <a16:creationId xmlns:a16="http://schemas.microsoft.com/office/drawing/2014/main" id="{6A2FD24E-3AF5-446F-84C6-E691B375D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6329" y="3176476"/>
            <a:ext cx="365051" cy="365051"/>
          </a:xfrm>
          <a:prstGeom prst="rect">
            <a:avLst/>
          </a:prstGeom>
        </p:spPr>
      </p:pic>
      <p:pic>
        <p:nvPicPr>
          <p:cNvPr id="167" name="Picture 166">
            <a:extLst>
              <a:ext uri="{FF2B5EF4-FFF2-40B4-BE49-F238E27FC236}">
                <a16:creationId xmlns:a16="http://schemas.microsoft.com/office/drawing/2014/main" id="{A386DB32-C9C0-456D-B7C2-086B213C1C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8729" y="3328876"/>
            <a:ext cx="365051" cy="365051"/>
          </a:xfrm>
          <a:prstGeom prst="rect">
            <a:avLst/>
          </a:prstGeom>
        </p:spPr>
      </p:pic>
      <p:pic>
        <p:nvPicPr>
          <p:cNvPr id="168" name="Picture 167">
            <a:extLst>
              <a:ext uri="{FF2B5EF4-FFF2-40B4-BE49-F238E27FC236}">
                <a16:creationId xmlns:a16="http://schemas.microsoft.com/office/drawing/2014/main" id="{E6EE4DED-9790-47A6-9C17-B1C0B5979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1129" y="3481276"/>
            <a:ext cx="365051" cy="365051"/>
          </a:xfrm>
          <a:prstGeom prst="rect">
            <a:avLst/>
          </a:prstGeom>
        </p:spPr>
      </p:pic>
      <p:pic>
        <p:nvPicPr>
          <p:cNvPr id="169" name="Picture 168">
            <a:extLst>
              <a:ext uri="{FF2B5EF4-FFF2-40B4-BE49-F238E27FC236}">
                <a16:creationId xmlns:a16="http://schemas.microsoft.com/office/drawing/2014/main" id="{304B6843-294F-4EDC-80CD-5FC8995E51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3529" y="3633676"/>
            <a:ext cx="365051" cy="365051"/>
          </a:xfrm>
          <a:prstGeom prst="rect">
            <a:avLst/>
          </a:prstGeom>
        </p:spPr>
      </p:pic>
      <p:pic>
        <p:nvPicPr>
          <p:cNvPr id="170" name="Picture 169">
            <a:extLst>
              <a:ext uri="{FF2B5EF4-FFF2-40B4-BE49-F238E27FC236}">
                <a16:creationId xmlns:a16="http://schemas.microsoft.com/office/drawing/2014/main" id="{145E6DCD-3661-4953-AFDD-DECCA924CB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25929" y="3786076"/>
            <a:ext cx="365051" cy="365051"/>
          </a:xfrm>
          <a:prstGeom prst="rect">
            <a:avLst/>
          </a:prstGeom>
        </p:spPr>
      </p:pic>
      <p:pic>
        <p:nvPicPr>
          <p:cNvPr id="171" name="Picture 170">
            <a:extLst>
              <a:ext uri="{FF2B5EF4-FFF2-40B4-BE49-F238E27FC236}">
                <a16:creationId xmlns:a16="http://schemas.microsoft.com/office/drawing/2014/main" id="{76F5A544-56C3-4650-9213-9DD2C6AD59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8329" y="3938476"/>
            <a:ext cx="365051" cy="365051"/>
          </a:xfrm>
          <a:prstGeom prst="rect">
            <a:avLst/>
          </a:prstGeom>
        </p:spPr>
      </p:pic>
      <p:pic>
        <p:nvPicPr>
          <p:cNvPr id="172" name="Picture 171">
            <a:extLst>
              <a:ext uri="{FF2B5EF4-FFF2-40B4-BE49-F238E27FC236}">
                <a16:creationId xmlns:a16="http://schemas.microsoft.com/office/drawing/2014/main" id="{E4529457-847B-4F84-8D4D-07D7BC305A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3663" y="754025"/>
            <a:ext cx="365051" cy="365051"/>
          </a:xfrm>
          <a:prstGeom prst="rect">
            <a:avLst/>
          </a:prstGeom>
        </p:spPr>
      </p:pic>
      <p:pic>
        <p:nvPicPr>
          <p:cNvPr id="173" name="Picture 172">
            <a:extLst>
              <a:ext uri="{FF2B5EF4-FFF2-40B4-BE49-F238E27FC236}">
                <a16:creationId xmlns:a16="http://schemas.microsoft.com/office/drawing/2014/main" id="{A4B5720B-045E-4773-9655-504914955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6063" y="906425"/>
            <a:ext cx="365051" cy="365051"/>
          </a:xfrm>
          <a:prstGeom prst="rect">
            <a:avLst/>
          </a:prstGeom>
        </p:spPr>
      </p:pic>
      <p:pic>
        <p:nvPicPr>
          <p:cNvPr id="174" name="Picture 173">
            <a:extLst>
              <a:ext uri="{FF2B5EF4-FFF2-40B4-BE49-F238E27FC236}">
                <a16:creationId xmlns:a16="http://schemas.microsoft.com/office/drawing/2014/main" id="{33C70759-DFEA-4711-9A2B-33BC6A091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8463" y="1058825"/>
            <a:ext cx="365051" cy="365051"/>
          </a:xfrm>
          <a:prstGeom prst="rect">
            <a:avLst/>
          </a:prstGeom>
        </p:spPr>
      </p:pic>
      <p:pic>
        <p:nvPicPr>
          <p:cNvPr id="175" name="Picture 174">
            <a:extLst>
              <a:ext uri="{FF2B5EF4-FFF2-40B4-BE49-F238E27FC236}">
                <a16:creationId xmlns:a16="http://schemas.microsoft.com/office/drawing/2014/main" id="{CC37838B-72AE-496E-AF98-B48001391F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0863" y="1211225"/>
            <a:ext cx="365051" cy="365051"/>
          </a:xfrm>
          <a:prstGeom prst="rect">
            <a:avLst/>
          </a:prstGeom>
        </p:spPr>
      </p:pic>
      <p:pic>
        <p:nvPicPr>
          <p:cNvPr id="176" name="Picture 175">
            <a:extLst>
              <a:ext uri="{FF2B5EF4-FFF2-40B4-BE49-F238E27FC236}">
                <a16:creationId xmlns:a16="http://schemas.microsoft.com/office/drawing/2014/main" id="{0E8A9DDA-A7D9-45EC-9FD8-07771A8002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3263" y="1363625"/>
            <a:ext cx="365051" cy="365051"/>
          </a:xfrm>
          <a:prstGeom prst="rect">
            <a:avLst/>
          </a:prstGeom>
        </p:spPr>
      </p:pic>
      <p:pic>
        <p:nvPicPr>
          <p:cNvPr id="177" name="Picture 176">
            <a:extLst>
              <a:ext uri="{FF2B5EF4-FFF2-40B4-BE49-F238E27FC236}">
                <a16:creationId xmlns:a16="http://schemas.microsoft.com/office/drawing/2014/main" id="{11ED3A62-BD94-4B25-A12B-C2EF5205DB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5663" y="1516025"/>
            <a:ext cx="365051" cy="365051"/>
          </a:xfrm>
          <a:prstGeom prst="rect">
            <a:avLst/>
          </a:prstGeom>
        </p:spPr>
      </p:pic>
      <p:pic>
        <p:nvPicPr>
          <p:cNvPr id="178" name="Picture 177">
            <a:extLst>
              <a:ext uri="{FF2B5EF4-FFF2-40B4-BE49-F238E27FC236}">
                <a16:creationId xmlns:a16="http://schemas.microsoft.com/office/drawing/2014/main" id="{536E888E-38F9-401C-9148-7217854A01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8063" y="1668425"/>
            <a:ext cx="365051" cy="365051"/>
          </a:xfrm>
          <a:prstGeom prst="rect">
            <a:avLst/>
          </a:prstGeom>
        </p:spPr>
      </p:pic>
      <p:pic>
        <p:nvPicPr>
          <p:cNvPr id="179" name="Picture 178">
            <a:extLst>
              <a:ext uri="{FF2B5EF4-FFF2-40B4-BE49-F238E27FC236}">
                <a16:creationId xmlns:a16="http://schemas.microsoft.com/office/drawing/2014/main" id="{E51A5D32-51CA-4C2B-8EE3-51B11DA69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0463" y="1820825"/>
            <a:ext cx="365051" cy="365051"/>
          </a:xfrm>
          <a:prstGeom prst="rect">
            <a:avLst/>
          </a:prstGeom>
        </p:spPr>
      </p:pic>
      <p:pic>
        <p:nvPicPr>
          <p:cNvPr id="180" name="Picture 179">
            <a:extLst>
              <a:ext uri="{FF2B5EF4-FFF2-40B4-BE49-F238E27FC236}">
                <a16:creationId xmlns:a16="http://schemas.microsoft.com/office/drawing/2014/main" id="{B8D9E0C6-6EB9-44CB-B18B-A265652304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2863" y="1973225"/>
            <a:ext cx="365051" cy="365051"/>
          </a:xfrm>
          <a:prstGeom prst="rect">
            <a:avLst/>
          </a:prstGeom>
        </p:spPr>
      </p:pic>
      <p:pic>
        <p:nvPicPr>
          <p:cNvPr id="181" name="Picture 180">
            <a:extLst>
              <a:ext uri="{FF2B5EF4-FFF2-40B4-BE49-F238E27FC236}">
                <a16:creationId xmlns:a16="http://schemas.microsoft.com/office/drawing/2014/main" id="{25DE7E97-4067-4A9C-9031-B95BF0580C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5263" y="2125625"/>
            <a:ext cx="365051" cy="365051"/>
          </a:xfrm>
          <a:prstGeom prst="rect">
            <a:avLst/>
          </a:prstGeom>
        </p:spPr>
      </p:pic>
      <p:pic>
        <p:nvPicPr>
          <p:cNvPr id="182" name="Picture 181">
            <a:extLst>
              <a:ext uri="{FF2B5EF4-FFF2-40B4-BE49-F238E27FC236}">
                <a16:creationId xmlns:a16="http://schemas.microsoft.com/office/drawing/2014/main" id="{2B6D335D-9D7B-4A1A-86FD-F3B1FC1A88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7663" y="2278025"/>
            <a:ext cx="365051" cy="365051"/>
          </a:xfrm>
          <a:prstGeom prst="rect">
            <a:avLst/>
          </a:prstGeom>
        </p:spPr>
      </p:pic>
      <p:pic>
        <p:nvPicPr>
          <p:cNvPr id="183" name="Picture 182">
            <a:extLst>
              <a:ext uri="{FF2B5EF4-FFF2-40B4-BE49-F238E27FC236}">
                <a16:creationId xmlns:a16="http://schemas.microsoft.com/office/drawing/2014/main" id="{B8CDF0A9-2A0B-44EB-8088-9F435C2A20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063" y="2430425"/>
            <a:ext cx="365051" cy="365051"/>
          </a:xfrm>
          <a:prstGeom prst="rect">
            <a:avLst/>
          </a:prstGeom>
        </p:spPr>
      </p:pic>
      <p:pic>
        <p:nvPicPr>
          <p:cNvPr id="184" name="Picture 183">
            <a:extLst>
              <a:ext uri="{FF2B5EF4-FFF2-40B4-BE49-F238E27FC236}">
                <a16:creationId xmlns:a16="http://schemas.microsoft.com/office/drawing/2014/main" id="{4DEAA391-3E17-4F6F-9C3B-0CFD6313E3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2463" y="2582825"/>
            <a:ext cx="365051" cy="365051"/>
          </a:xfrm>
          <a:prstGeom prst="rect">
            <a:avLst/>
          </a:prstGeom>
        </p:spPr>
      </p:pic>
      <p:pic>
        <p:nvPicPr>
          <p:cNvPr id="185" name="Picture 184">
            <a:extLst>
              <a:ext uri="{FF2B5EF4-FFF2-40B4-BE49-F238E27FC236}">
                <a16:creationId xmlns:a16="http://schemas.microsoft.com/office/drawing/2014/main" id="{DB3634E2-57E4-43E5-AF9A-DAE313414B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4863" y="2735225"/>
            <a:ext cx="365051" cy="365051"/>
          </a:xfrm>
          <a:prstGeom prst="rect">
            <a:avLst/>
          </a:prstGeom>
        </p:spPr>
      </p:pic>
      <p:pic>
        <p:nvPicPr>
          <p:cNvPr id="186" name="Picture 185">
            <a:extLst>
              <a:ext uri="{FF2B5EF4-FFF2-40B4-BE49-F238E27FC236}">
                <a16:creationId xmlns:a16="http://schemas.microsoft.com/office/drawing/2014/main" id="{EE6974F8-2319-4C70-B5C5-4A849AC70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7263" y="2887625"/>
            <a:ext cx="365051" cy="365051"/>
          </a:xfrm>
          <a:prstGeom prst="rect">
            <a:avLst/>
          </a:prstGeom>
        </p:spPr>
      </p:pic>
      <p:pic>
        <p:nvPicPr>
          <p:cNvPr id="187" name="Picture 186">
            <a:extLst>
              <a:ext uri="{FF2B5EF4-FFF2-40B4-BE49-F238E27FC236}">
                <a16:creationId xmlns:a16="http://schemas.microsoft.com/office/drawing/2014/main" id="{C700E5DE-1794-49D7-AF06-33D08C935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9663" y="3040025"/>
            <a:ext cx="365051" cy="365051"/>
          </a:xfrm>
          <a:prstGeom prst="rect">
            <a:avLst/>
          </a:prstGeom>
        </p:spPr>
      </p:pic>
      <p:pic>
        <p:nvPicPr>
          <p:cNvPr id="188" name="Picture 187">
            <a:extLst>
              <a:ext uri="{FF2B5EF4-FFF2-40B4-BE49-F238E27FC236}">
                <a16:creationId xmlns:a16="http://schemas.microsoft.com/office/drawing/2014/main" id="{79EBF49E-3DC1-486F-81F1-463A2008A1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2063" y="3192425"/>
            <a:ext cx="365051" cy="365051"/>
          </a:xfrm>
          <a:prstGeom prst="rect">
            <a:avLst/>
          </a:prstGeom>
        </p:spPr>
      </p:pic>
      <p:pic>
        <p:nvPicPr>
          <p:cNvPr id="189" name="Picture 188">
            <a:extLst>
              <a:ext uri="{FF2B5EF4-FFF2-40B4-BE49-F238E27FC236}">
                <a16:creationId xmlns:a16="http://schemas.microsoft.com/office/drawing/2014/main" id="{0598BCFD-1E37-4D2A-89F5-14C3BC6E53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4463" y="3344825"/>
            <a:ext cx="365051" cy="365051"/>
          </a:xfrm>
          <a:prstGeom prst="rect">
            <a:avLst/>
          </a:prstGeom>
        </p:spPr>
      </p:pic>
      <p:pic>
        <p:nvPicPr>
          <p:cNvPr id="190" name="Picture 189">
            <a:extLst>
              <a:ext uri="{FF2B5EF4-FFF2-40B4-BE49-F238E27FC236}">
                <a16:creationId xmlns:a16="http://schemas.microsoft.com/office/drawing/2014/main" id="{01F629E9-A0E2-4AA0-A6CE-D4A4A3779C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6863" y="3497225"/>
            <a:ext cx="365051" cy="365051"/>
          </a:xfrm>
          <a:prstGeom prst="rect">
            <a:avLst/>
          </a:prstGeom>
        </p:spPr>
      </p:pic>
      <p:pic>
        <p:nvPicPr>
          <p:cNvPr id="191" name="Picture 190">
            <a:extLst>
              <a:ext uri="{FF2B5EF4-FFF2-40B4-BE49-F238E27FC236}">
                <a16:creationId xmlns:a16="http://schemas.microsoft.com/office/drawing/2014/main" id="{60715CBD-145A-4C80-896A-BEEAA16341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9263" y="3649625"/>
            <a:ext cx="365051" cy="365051"/>
          </a:xfrm>
          <a:prstGeom prst="rect">
            <a:avLst/>
          </a:prstGeom>
        </p:spPr>
      </p:pic>
      <p:pic>
        <p:nvPicPr>
          <p:cNvPr id="192" name="Picture 191">
            <a:extLst>
              <a:ext uri="{FF2B5EF4-FFF2-40B4-BE49-F238E27FC236}">
                <a16:creationId xmlns:a16="http://schemas.microsoft.com/office/drawing/2014/main" id="{EFD25D61-2FDB-43A8-9ADF-114EC69405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1663" y="3802025"/>
            <a:ext cx="365051" cy="365051"/>
          </a:xfrm>
          <a:prstGeom prst="rect">
            <a:avLst/>
          </a:prstGeom>
        </p:spPr>
      </p:pic>
      <p:pic>
        <p:nvPicPr>
          <p:cNvPr id="193" name="Picture 192">
            <a:extLst>
              <a:ext uri="{FF2B5EF4-FFF2-40B4-BE49-F238E27FC236}">
                <a16:creationId xmlns:a16="http://schemas.microsoft.com/office/drawing/2014/main" id="{33370DA9-4374-402E-A174-7AD089907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4063" y="3954425"/>
            <a:ext cx="365051" cy="365051"/>
          </a:xfrm>
          <a:prstGeom prst="rect">
            <a:avLst/>
          </a:prstGeom>
        </p:spPr>
      </p:pic>
      <p:pic>
        <p:nvPicPr>
          <p:cNvPr id="194" name="Picture 193">
            <a:extLst>
              <a:ext uri="{FF2B5EF4-FFF2-40B4-BE49-F238E27FC236}">
                <a16:creationId xmlns:a16="http://schemas.microsoft.com/office/drawing/2014/main" id="{F98405BE-12C1-4E6F-A129-F6F5EDEA78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6463" y="4106825"/>
            <a:ext cx="365051" cy="365051"/>
          </a:xfrm>
          <a:prstGeom prst="rect">
            <a:avLst/>
          </a:prstGeom>
        </p:spPr>
      </p:pic>
      <p:pic>
        <p:nvPicPr>
          <p:cNvPr id="195" name="Picture 194">
            <a:extLst>
              <a:ext uri="{FF2B5EF4-FFF2-40B4-BE49-F238E27FC236}">
                <a16:creationId xmlns:a16="http://schemas.microsoft.com/office/drawing/2014/main" id="{8FC0567E-8791-46AE-9400-A6D4F0E154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8863" y="4259225"/>
            <a:ext cx="365051" cy="365051"/>
          </a:xfrm>
          <a:prstGeom prst="rect">
            <a:avLst/>
          </a:prstGeom>
        </p:spPr>
      </p:pic>
      <p:sp>
        <p:nvSpPr>
          <p:cNvPr id="197" name="Speech Bubble: Rectangle 196">
            <a:extLst>
              <a:ext uri="{FF2B5EF4-FFF2-40B4-BE49-F238E27FC236}">
                <a16:creationId xmlns:a16="http://schemas.microsoft.com/office/drawing/2014/main" id="{FD70FB55-05A4-445A-B694-8CECBAA40738}"/>
              </a:ext>
            </a:extLst>
          </p:cNvPr>
          <p:cNvSpPr/>
          <p:nvPr/>
        </p:nvSpPr>
        <p:spPr>
          <a:xfrm>
            <a:off x="862565" y="4066952"/>
            <a:ext cx="3545514" cy="1555898"/>
          </a:xfrm>
          <a:prstGeom prst="wedgeRectCallout">
            <a:avLst>
              <a:gd name="adj1" fmla="val -77512"/>
              <a:gd name="adj2" fmla="val 877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scam site. Do not listen to what the site says. Clippy is fake. Close the window immediately and do not call anyone. There are no viruses on his PC anyway. </a:t>
            </a:r>
          </a:p>
        </p:txBody>
      </p:sp>
      <p:pic>
        <p:nvPicPr>
          <p:cNvPr id="196" name="Picture 195">
            <a:extLst>
              <a:ext uri="{FF2B5EF4-FFF2-40B4-BE49-F238E27FC236}">
                <a16:creationId xmlns:a16="http://schemas.microsoft.com/office/drawing/2014/main" id="{BCC8F771-1DC0-467F-B950-200FBE0F4E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1263" y="4411625"/>
            <a:ext cx="365051" cy="365051"/>
          </a:xfrm>
          <a:prstGeom prst="rect">
            <a:avLst/>
          </a:prstGeom>
        </p:spPr>
      </p:pic>
    </p:spTree>
    <p:extLst>
      <p:ext uri="{BB962C8B-B14F-4D97-AF65-F5344CB8AC3E}">
        <p14:creationId xmlns:p14="http://schemas.microsoft.com/office/powerpoint/2010/main" val="46213333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download Avast antivirus pro for free crack</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Press the below link to download Avast pro for free!</a:t>
            </a:r>
          </a:p>
          <a:p>
            <a:pPr algn="ctr"/>
            <a:r>
              <a:rPr lang="en-GB" dirty="0"/>
              <a:t>Infinity license!</a:t>
            </a:r>
          </a:p>
          <a:p>
            <a:pPr algn="ctr"/>
            <a:r>
              <a:rPr lang="en-GB" dirty="0"/>
              <a:t>Free download!</a:t>
            </a:r>
          </a:p>
          <a:p>
            <a:pPr algn="ctr"/>
            <a:r>
              <a:rPr lang="en-GB" dirty="0"/>
              <a:t>Only 100Mb!</a:t>
            </a:r>
          </a:p>
          <a:p>
            <a:pPr algn="ctr"/>
            <a:r>
              <a:rPr lang="en-GB" dirty="0"/>
              <a:t>Fast just 10 minutes!</a:t>
            </a:r>
          </a:p>
          <a:p>
            <a:pPr algn="ctr"/>
            <a:r>
              <a:rPr lang="en-GB" dirty="0"/>
              <a:t>5 minutes to install!</a:t>
            </a:r>
          </a:p>
          <a:p>
            <a:pPr algn="ctr"/>
            <a:r>
              <a:rPr lang="en-GB" dirty="0"/>
              <a:t>Hurry before the viruses get you! </a:t>
            </a:r>
          </a:p>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2">
            <a:hlinkClick r:id="rId3" action="ppaction://hlinksldjump"/>
            <a:extLst>
              <a:ext uri="{FF2B5EF4-FFF2-40B4-BE49-F238E27FC236}">
                <a16:creationId xmlns:a16="http://schemas.microsoft.com/office/drawing/2014/main" id="{9444AA41-DBD4-4CF7-B5A5-B47D1CBF714F}"/>
              </a:ext>
            </a:extLst>
          </p:cNvPr>
          <p:cNvSpPr/>
          <p:nvPr/>
        </p:nvSpPr>
        <p:spPr>
          <a:xfrm>
            <a:off x="2955851" y="4880344"/>
            <a:ext cx="6985591" cy="1626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Download for free Avast  pro crack premium license infinity EXE download 100Mb 15 minute install</a:t>
            </a:r>
          </a:p>
        </p:txBody>
      </p:sp>
      <p:sp>
        <p:nvSpPr>
          <p:cNvPr id="6" name="Speech Bubble: Rectangle 5">
            <a:extLst>
              <a:ext uri="{FF2B5EF4-FFF2-40B4-BE49-F238E27FC236}">
                <a16:creationId xmlns:a16="http://schemas.microsoft.com/office/drawing/2014/main" id="{482B359E-2EC4-4E28-90B1-058ADCA7CC67}"/>
              </a:ext>
            </a:extLst>
          </p:cNvPr>
          <p:cNvSpPr/>
          <p:nvPr/>
        </p:nvSpPr>
        <p:spPr>
          <a:xfrm>
            <a:off x="9420447" y="1903228"/>
            <a:ext cx="2562446" cy="1222744"/>
          </a:xfrm>
          <a:prstGeom prst="wedgeRectCallout">
            <a:avLst>
              <a:gd name="adj1" fmla="val -46559"/>
              <a:gd name="adj2" fmla="val 2285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virus! Do not download it! </a:t>
            </a:r>
          </a:p>
        </p:txBody>
      </p:sp>
    </p:spTree>
    <p:extLst>
      <p:ext uri="{BB962C8B-B14F-4D97-AF65-F5344CB8AC3E}">
        <p14:creationId xmlns:p14="http://schemas.microsoft.com/office/powerpoint/2010/main" val="191994705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make money for free in a game!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Get rich quick in this addictive game!</a:t>
            </a:r>
          </a:p>
          <a:p>
            <a:pPr algn="ctr"/>
            <a:r>
              <a:rPr lang="en-GB" dirty="0"/>
              <a:t>Download and install. Play for REAL CASH!</a:t>
            </a:r>
          </a:p>
          <a:p>
            <a:pPr algn="ctr"/>
            <a:r>
              <a:rPr lang="en-GB" dirty="0"/>
              <a:t>No ads</a:t>
            </a:r>
          </a:p>
          <a:p>
            <a:pPr algn="ctr"/>
            <a:r>
              <a:rPr lang="en-GB" dirty="0"/>
              <a:t>No payment</a:t>
            </a:r>
          </a:p>
          <a:p>
            <a:pPr algn="ctr"/>
            <a:r>
              <a:rPr lang="en-GB" dirty="0"/>
              <a:t>Just loads of cash!</a:t>
            </a:r>
          </a:p>
          <a:p>
            <a:pPr algn="ctr"/>
            <a:r>
              <a:rPr lang="en-GB" dirty="0">
                <a:hlinkClick r:id="rId2" action="ppaction://hlinksldjump"/>
              </a:rPr>
              <a:t>Get it here</a:t>
            </a:r>
            <a:endParaRPr lang="en-GB" dirty="0"/>
          </a:p>
          <a:p>
            <a:pPr algn="ctr"/>
            <a:endParaRPr lang="en-GB" dirty="0"/>
          </a:p>
          <a:p>
            <a:pPr algn="ctr"/>
            <a:r>
              <a:rPr lang="en-GB" dirty="0"/>
              <a:t>‘I was worried that this was a scam. I spent ages looking for an app that worked. This one did!’- Sally</a:t>
            </a:r>
          </a:p>
          <a:p>
            <a:pPr algn="ctr"/>
            <a:r>
              <a:rPr lang="en-GB" dirty="0"/>
              <a:t>‘works like a harm. I became a millionaire by downloading the app’ –Bill</a:t>
            </a:r>
          </a:p>
          <a:p>
            <a:pPr algn="ctr"/>
            <a:r>
              <a:rPr lang="en-GB" dirty="0"/>
              <a:t>‘Love the app’ –DanTDM</a:t>
            </a:r>
          </a:p>
          <a:p>
            <a:pPr algn="ctr"/>
            <a:r>
              <a:rPr lang="en-GB" dirty="0"/>
              <a:t>‘better than Piggy’ –Thinknoodles</a:t>
            </a:r>
          </a:p>
          <a:p>
            <a:pPr algn="ctr"/>
            <a:r>
              <a:rPr lang="en-GB" dirty="0"/>
              <a:t>‘I use it all the time. Makes me do all the challenge’ –Mr Beast</a:t>
            </a:r>
          </a:p>
          <a:p>
            <a:pPr algn="ctr"/>
            <a:endParaRPr lang="en-GB" dirty="0"/>
          </a:p>
        </p:txBody>
      </p:sp>
      <p:sp>
        <p:nvSpPr>
          <p:cNvPr id="5" name="Rectangle 4">
            <a:hlinkClick r:id="rId3"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peech Bubble: Rectangle 2">
            <a:extLst>
              <a:ext uri="{FF2B5EF4-FFF2-40B4-BE49-F238E27FC236}">
                <a16:creationId xmlns:a16="http://schemas.microsoft.com/office/drawing/2014/main" id="{279E719A-F6B2-40B6-98E8-6792C977C75A}"/>
              </a:ext>
            </a:extLst>
          </p:cNvPr>
          <p:cNvSpPr/>
          <p:nvPr/>
        </p:nvSpPr>
        <p:spPr>
          <a:xfrm>
            <a:off x="8187070" y="1488558"/>
            <a:ext cx="2721935" cy="1648047"/>
          </a:xfrm>
          <a:prstGeom prst="wedgeRectCallout">
            <a:avLst>
              <a:gd name="adj1" fmla="val -103646"/>
              <a:gd name="adj2" fmla="val 650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service is fake. Please note that. </a:t>
            </a:r>
          </a:p>
        </p:txBody>
      </p:sp>
    </p:spTree>
    <p:extLst>
      <p:ext uri="{BB962C8B-B14F-4D97-AF65-F5344CB8AC3E}">
        <p14:creationId xmlns:p14="http://schemas.microsoft.com/office/powerpoint/2010/main" val="279627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Internet explorer 22.5: get free robux fast and easy </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Want robux?</a:t>
            </a:r>
          </a:p>
          <a:p>
            <a:pPr algn="ctr"/>
            <a:endParaRPr lang="en-GB" dirty="0"/>
          </a:p>
          <a:p>
            <a:pPr algn="ctr"/>
            <a:r>
              <a:rPr lang="en-GB" dirty="0"/>
              <a:t>Just put in your username and password:</a:t>
            </a:r>
          </a:p>
          <a:p>
            <a:pPr algn="ctr"/>
            <a:endParaRPr lang="en-GB" dirty="0"/>
          </a:p>
          <a:p>
            <a:pPr algn="ctr"/>
            <a:endParaRPr lang="en-GB" dirty="0"/>
          </a:p>
          <a:p>
            <a:pPr algn="ctr"/>
            <a:r>
              <a:rPr lang="en-GB" dirty="0"/>
              <a:t>Username:___________________________________</a:t>
            </a:r>
          </a:p>
          <a:p>
            <a:pPr algn="ctr"/>
            <a:r>
              <a:rPr lang="en-GB" dirty="0"/>
              <a:t>Password:____________________________________</a:t>
            </a:r>
          </a:p>
          <a:p>
            <a:pPr algn="ctr"/>
            <a:endParaRPr lang="en-GB" dirty="0"/>
          </a:p>
          <a:p>
            <a:pPr algn="ctr"/>
            <a:r>
              <a:rPr lang="en-GB" dirty="0"/>
              <a:t>Enter amount of robux max 10000: ________</a:t>
            </a:r>
          </a:p>
          <a:p>
            <a:pPr algn="ctr"/>
            <a:endParaRPr lang="en-GB" dirty="0"/>
          </a:p>
          <a:p>
            <a:pPr algn="ctr"/>
            <a:r>
              <a:rPr lang="en-GB" dirty="0"/>
              <a:t>Submit here</a:t>
            </a:r>
          </a:p>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peech Bubble: Rectangle 2">
            <a:extLst>
              <a:ext uri="{FF2B5EF4-FFF2-40B4-BE49-F238E27FC236}">
                <a16:creationId xmlns:a16="http://schemas.microsoft.com/office/drawing/2014/main" id="{91406001-F11A-463E-85FB-9C2D7959F001}"/>
              </a:ext>
            </a:extLst>
          </p:cNvPr>
          <p:cNvSpPr/>
          <p:nvPr/>
        </p:nvSpPr>
        <p:spPr>
          <a:xfrm>
            <a:off x="8272129" y="3519378"/>
            <a:ext cx="3218121" cy="2477386"/>
          </a:xfrm>
          <a:prstGeom prst="wedgeRectCallout">
            <a:avLst>
              <a:gd name="adj1" fmla="val -95535"/>
              <a:gd name="adj2" fmla="val 84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This is a scam website. You will get hacked. Please do not proceed and close this window. The website  was designed to trick you into giving away your username and password to hackers. DO NPOT PRESS! </a:t>
            </a:r>
          </a:p>
        </p:txBody>
      </p:sp>
    </p:spTree>
    <p:extLst>
      <p:ext uri="{BB962C8B-B14F-4D97-AF65-F5344CB8AC3E}">
        <p14:creationId xmlns:p14="http://schemas.microsoft.com/office/powerpoint/2010/main" val="187589091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DFC1DC-E152-47E7-A162-62DDDAD54A4E}"/>
              </a:ext>
            </a:extLst>
          </p:cNvPr>
          <p:cNvSpPr/>
          <p:nvPr/>
        </p:nvSpPr>
        <p:spPr>
          <a:xfrm>
            <a:off x="0" y="0"/>
            <a:ext cx="12192000" cy="425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Help system</a:t>
            </a:r>
          </a:p>
        </p:txBody>
      </p:sp>
      <p:sp>
        <p:nvSpPr>
          <p:cNvPr id="4" name="Rectangle 3">
            <a:extLst>
              <a:ext uri="{FF2B5EF4-FFF2-40B4-BE49-F238E27FC236}">
                <a16:creationId xmlns:a16="http://schemas.microsoft.com/office/drawing/2014/main" id="{44103A22-3070-417F-AC0E-31410487A896}"/>
              </a:ext>
            </a:extLst>
          </p:cNvPr>
          <p:cNvSpPr/>
          <p:nvPr/>
        </p:nvSpPr>
        <p:spPr>
          <a:xfrm>
            <a:off x="0" y="425302"/>
            <a:ext cx="12192000" cy="6432698"/>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hlinkClick r:id="rId2" action="ppaction://hlinksldjump"/>
            <a:extLst>
              <a:ext uri="{FF2B5EF4-FFF2-40B4-BE49-F238E27FC236}">
                <a16:creationId xmlns:a16="http://schemas.microsoft.com/office/drawing/2014/main" id="{F52B0615-BD42-4111-8CBB-00775D953B07}"/>
              </a:ext>
            </a:extLst>
          </p:cNvPr>
          <p:cNvSpPr/>
          <p:nvPr/>
        </p:nvSpPr>
        <p:spPr>
          <a:xfrm>
            <a:off x="11490251" y="53163"/>
            <a:ext cx="598967" cy="3189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71B4D169-C583-40F9-BA78-941459B5B4CD}"/>
              </a:ext>
            </a:extLst>
          </p:cNvPr>
          <p:cNvSpPr txBox="1"/>
          <p:nvPr/>
        </p:nvSpPr>
        <p:spPr>
          <a:xfrm>
            <a:off x="0" y="499730"/>
            <a:ext cx="12089218" cy="6463308"/>
          </a:xfrm>
          <a:prstGeom prst="rect">
            <a:avLst/>
          </a:prstGeom>
          <a:noFill/>
        </p:spPr>
        <p:txBody>
          <a:bodyPr wrap="square" rtlCol="0">
            <a:spAutoFit/>
          </a:bodyPr>
          <a:lstStyle/>
          <a:p>
            <a:r>
              <a:rPr lang="en-GB" u="sng" dirty="0"/>
              <a:t>Notifications</a:t>
            </a:r>
          </a:p>
          <a:p>
            <a:endParaRPr lang="en-GB" u="sng" dirty="0"/>
          </a:p>
          <a:p>
            <a:r>
              <a:rPr lang="en-GB" dirty="0"/>
              <a:t>Notifications are meant to alert you to something. Here is an example one:</a:t>
            </a:r>
          </a:p>
          <a:p>
            <a:endParaRPr lang="en-GB" dirty="0"/>
          </a:p>
          <a:p>
            <a:endParaRPr lang="en-GB" dirty="0"/>
          </a:p>
          <a:p>
            <a:endParaRPr lang="en-GB" dirty="0"/>
          </a:p>
          <a:p>
            <a:endParaRPr lang="en-GB" dirty="0"/>
          </a:p>
          <a:p>
            <a:endParaRPr lang="en-GB" dirty="0"/>
          </a:p>
          <a:p>
            <a:endParaRPr lang="en-GB" dirty="0"/>
          </a:p>
          <a:p>
            <a:r>
              <a:rPr lang="en-GB" dirty="0"/>
              <a:t>Note the edges. If they are rounded they are fake. The system disallows third party apps from showing square bubbles. </a:t>
            </a:r>
          </a:p>
          <a:p>
            <a:r>
              <a:rPr lang="en-GB" dirty="0"/>
              <a:t>Bubbles are colour coded:</a:t>
            </a:r>
          </a:p>
          <a:p>
            <a:endParaRPr lang="en-GB" dirty="0"/>
          </a:p>
          <a:p>
            <a:endParaRPr lang="en-GB" dirty="0"/>
          </a:p>
          <a:p>
            <a:endParaRPr lang="en-GB" dirty="0"/>
          </a:p>
          <a:p>
            <a:endParaRPr lang="en-GB" dirty="0"/>
          </a:p>
          <a:p>
            <a:endParaRPr lang="en-GB" dirty="0"/>
          </a:p>
          <a:p>
            <a:endParaRPr lang="en-GB" dirty="0"/>
          </a:p>
          <a:p>
            <a:r>
              <a:rPr lang="en-GB" dirty="0"/>
              <a:t>Blue is system</a:t>
            </a:r>
          </a:p>
          <a:p>
            <a:r>
              <a:rPr lang="en-GB" dirty="0"/>
              <a:t>Yellow is Clippy</a:t>
            </a:r>
          </a:p>
          <a:p>
            <a:r>
              <a:rPr lang="en-GB" dirty="0"/>
              <a:t>Green is an advert</a:t>
            </a:r>
          </a:p>
          <a:p>
            <a:r>
              <a:rPr lang="en-GB" dirty="0"/>
              <a:t>Red is urgent. System only. </a:t>
            </a:r>
          </a:p>
          <a:p>
            <a:r>
              <a:rPr lang="en-GB" dirty="0"/>
              <a:t>Please remember this when viewing these notifications. Here is a fake Clippy notification: </a:t>
            </a:r>
          </a:p>
          <a:p>
            <a:r>
              <a:rPr lang="en-GB" dirty="0"/>
              <a:t> </a:t>
            </a:r>
          </a:p>
        </p:txBody>
      </p:sp>
      <p:pic>
        <p:nvPicPr>
          <p:cNvPr id="6" name="Picture 5">
            <a:extLst>
              <a:ext uri="{FF2B5EF4-FFF2-40B4-BE49-F238E27FC236}">
                <a16:creationId xmlns:a16="http://schemas.microsoft.com/office/drawing/2014/main" id="{34D53920-025D-4397-929A-A02544F90E4E}"/>
              </a:ext>
            </a:extLst>
          </p:cNvPr>
          <p:cNvPicPr>
            <a:picLocks noChangeAspect="1"/>
          </p:cNvPicPr>
          <p:nvPr/>
        </p:nvPicPr>
        <p:blipFill>
          <a:blip r:embed="rId3"/>
          <a:stretch>
            <a:fillRect/>
          </a:stretch>
        </p:blipFill>
        <p:spPr>
          <a:xfrm>
            <a:off x="191850" y="1517281"/>
            <a:ext cx="1966559" cy="1452128"/>
          </a:xfrm>
          <a:prstGeom prst="rect">
            <a:avLst/>
          </a:prstGeom>
        </p:spPr>
      </p:pic>
      <p:pic>
        <p:nvPicPr>
          <p:cNvPr id="8" name="Picture 7">
            <a:extLst>
              <a:ext uri="{FF2B5EF4-FFF2-40B4-BE49-F238E27FC236}">
                <a16:creationId xmlns:a16="http://schemas.microsoft.com/office/drawing/2014/main" id="{183394EA-DEAC-4208-8DC0-22971DF8F87C}"/>
              </a:ext>
            </a:extLst>
          </p:cNvPr>
          <p:cNvPicPr>
            <a:picLocks noChangeAspect="1"/>
          </p:cNvPicPr>
          <p:nvPr/>
        </p:nvPicPr>
        <p:blipFill>
          <a:blip r:embed="rId3"/>
          <a:stretch>
            <a:fillRect/>
          </a:stretch>
        </p:blipFill>
        <p:spPr>
          <a:xfrm>
            <a:off x="3523385" y="3321128"/>
            <a:ext cx="1966559" cy="1452128"/>
          </a:xfrm>
          <a:prstGeom prst="rect">
            <a:avLst/>
          </a:prstGeom>
        </p:spPr>
      </p:pic>
      <p:pic>
        <p:nvPicPr>
          <p:cNvPr id="9" name="Picture 8">
            <a:extLst>
              <a:ext uri="{FF2B5EF4-FFF2-40B4-BE49-F238E27FC236}">
                <a16:creationId xmlns:a16="http://schemas.microsoft.com/office/drawing/2014/main" id="{45D5545D-060F-4DD9-9934-2F72D37792AB}"/>
              </a:ext>
            </a:extLst>
          </p:cNvPr>
          <p:cNvPicPr>
            <a:picLocks noChangeAspect="1"/>
          </p:cNvPicPr>
          <p:nvPr/>
        </p:nvPicPr>
        <p:blipFill>
          <a:blip r:embed="rId4"/>
          <a:stretch>
            <a:fillRect/>
          </a:stretch>
        </p:blipFill>
        <p:spPr>
          <a:xfrm>
            <a:off x="5884350" y="3450143"/>
            <a:ext cx="1486559" cy="1536111"/>
          </a:xfrm>
          <a:prstGeom prst="rect">
            <a:avLst/>
          </a:prstGeom>
        </p:spPr>
      </p:pic>
      <p:pic>
        <p:nvPicPr>
          <p:cNvPr id="10" name="Picture 9">
            <a:extLst>
              <a:ext uri="{FF2B5EF4-FFF2-40B4-BE49-F238E27FC236}">
                <a16:creationId xmlns:a16="http://schemas.microsoft.com/office/drawing/2014/main" id="{815F3AD6-3456-419A-9D8C-65F652697279}"/>
              </a:ext>
            </a:extLst>
          </p:cNvPr>
          <p:cNvPicPr>
            <a:picLocks noChangeAspect="1"/>
          </p:cNvPicPr>
          <p:nvPr/>
        </p:nvPicPr>
        <p:blipFill>
          <a:blip r:embed="rId5"/>
          <a:stretch>
            <a:fillRect/>
          </a:stretch>
        </p:blipFill>
        <p:spPr>
          <a:xfrm>
            <a:off x="624426" y="3888592"/>
            <a:ext cx="1724266" cy="809738"/>
          </a:xfrm>
          <a:prstGeom prst="rect">
            <a:avLst/>
          </a:prstGeom>
        </p:spPr>
      </p:pic>
      <p:pic>
        <p:nvPicPr>
          <p:cNvPr id="11" name="Picture 10">
            <a:extLst>
              <a:ext uri="{FF2B5EF4-FFF2-40B4-BE49-F238E27FC236}">
                <a16:creationId xmlns:a16="http://schemas.microsoft.com/office/drawing/2014/main" id="{94854F79-4EE8-4D68-8388-3D6A3C40221D}"/>
              </a:ext>
            </a:extLst>
          </p:cNvPr>
          <p:cNvPicPr>
            <a:picLocks noChangeAspect="1"/>
          </p:cNvPicPr>
          <p:nvPr/>
        </p:nvPicPr>
        <p:blipFill>
          <a:blip r:embed="rId6"/>
          <a:stretch>
            <a:fillRect/>
          </a:stretch>
        </p:blipFill>
        <p:spPr>
          <a:xfrm>
            <a:off x="8005927" y="3355118"/>
            <a:ext cx="3124636" cy="1343212"/>
          </a:xfrm>
          <a:prstGeom prst="rect">
            <a:avLst/>
          </a:prstGeom>
        </p:spPr>
      </p:pic>
      <p:pic>
        <p:nvPicPr>
          <p:cNvPr id="12" name="Picture 11">
            <a:extLst>
              <a:ext uri="{FF2B5EF4-FFF2-40B4-BE49-F238E27FC236}">
                <a16:creationId xmlns:a16="http://schemas.microsoft.com/office/drawing/2014/main" id="{F7866724-002C-4134-B1BA-79BD433222C5}"/>
              </a:ext>
            </a:extLst>
          </p:cNvPr>
          <p:cNvPicPr>
            <a:picLocks noChangeAspect="1"/>
          </p:cNvPicPr>
          <p:nvPr/>
        </p:nvPicPr>
        <p:blipFill>
          <a:blip r:embed="rId7"/>
          <a:stretch>
            <a:fillRect/>
          </a:stretch>
        </p:blipFill>
        <p:spPr>
          <a:xfrm>
            <a:off x="8453897" y="4986254"/>
            <a:ext cx="1454179" cy="1768826"/>
          </a:xfrm>
          <a:prstGeom prst="rect">
            <a:avLst/>
          </a:prstGeom>
        </p:spPr>
      </p:pic>
    </p:spTree>
    <p:extLst>
      <p:ext uri="{BB962C8B-B14F-4D97-AF65-F5344CB8AC3E}">
        <p14:creationId xmlns:p14="http://schemas.microsoft.com/office/powerpoint/2010/main" val="1068926611"/>
      </p:ext>
    </p:extLst>
  </p:cSld>
  <p:clrMapOvr>
    <a:masterClrMapping/>
  </p:clrMapOvr>
</p:sld>
</file>

<file path=ppt/theme/theme1.xml><?xml version="1.0" encoding="utf-8"?>
<a:theme xmlns:a="http://schemas.openxmlformats.org/drawingml/2006/main" name="Office Theme">
  <a:themeElements>
    <a:clrScheme name="No more purpl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4472C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1163</TotalTime>
  <Words>3775</Words>
  <Application>Microsoft Office PowerPoint</Application>
  <PresentationFormat>Widescreen</PresentationFormat>
  <Paragraphs>926</Paragraphs>
  <Slides>113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113</vt:i4>
      </vt:variant>
    </vt:vector>
  </HeadingPairs>
  <TitlesOfParts>
    <vt:vector size="11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Szymon Mochort</dc:creator>
  <cp:lastModifiedBy>Szymon Mochort</cp:lastModifiedBy>
  <cp:revision>1242</cp:revision>
  <dcterms:created xsi:type="dcterms:W3CDTF">2020-07-18T17:31:31Z</dcterms:created>
  <dcterms:modified xsi:type="dcterms:W3CDTF">2020-07-23T16:54:47Z</dcterms:modified>
</cp:coreProperties>
</file>