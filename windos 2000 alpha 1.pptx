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FCB8-5360-4014-B4B3-0256CC4B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B2D86-7AFD-4540-B0EB-11CBCAAE8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4CD4-B033-4C6C-90A0-5EB3E7ED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BEA20-336D-4CED-811B-677CB45B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7A119-75E6-40F2-8B2B-89CA4D98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330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9FB9-061A-41B2-A8CA-1302B0B3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9D81-51A9-403C-92E7-F9E6221F3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FB3A0-F0BA-4195-B206-5EED4B1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FEB77-787C-49CC-B316-E0A4BFB0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EDCE-5D40-4053-898F-B8A520D2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98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7134-9810-44DA-9192-036315E6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D49BF-1656-4A27-A92A-488A1223C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F845-0C78-423E-9ACD-3B329DB7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560E5-FE06-46FE-80A4-0F65BDF2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9012-18B9-41C6-B55E-15E00CB2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026D-023A-4641-9734-F56868B2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9F442-9DD7-4A8B-9451-B39A7F75A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ACDA9-449B-48C9-AFDC-A0272368E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E55D5-5DF6-42F0-9EEA-CBD60FCD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674FD-E8E0-402E-8B1B-8720D4D0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5D9BE-DE68-4853-9788-51FCC94D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7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5166-6725-4534-B790-EE21584A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05952-1696-46D1-B0E5-140808B93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13DBE-2FD6-49FA-8808-83807706B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4A16A-65FC-4E14-9DB7-72EFF1AF5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5DA67-883A-471A-A3FD-F46FA34BD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71FAC-6D7D-44D8-92ED-E9F3A4E6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4364B-AD77-4936-AD1D-CBBA5D09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3E6CA-AA4D-4BAA-9F9D-63EA7804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72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BBDB-3D50-4804-83E7-E78B21F5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26E11-09A6-4286-93BE-D63D02AB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1455E-324F-4D00-A0F3-BA0B3FEE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A04F9-08F7-480E-8814-7DDFC7DF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65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9DE427-E53E-4228-B0A5-E215794D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2265D-ED35-4266-BD52-5CCEDABA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71594-D2A5-485B-BF87-1574C398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66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4442-E196-487C-9535-70F68F20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3C26-2E4A-4FF1-9D19-22D219B59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AB850-A041-4088-A575-DA38F16BF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FF52B-4974-45D0-9B15-F0109EAF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46B6A-7F9E-46EC-B2C0-F1274117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FC6E5-4696-4FD6-B8C0-F988AD197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37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12DA-09B1-4EA9-8482-996EB888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66061-50B0-42C9-A3C5-801C16957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D463-82F6-474B-82DA-8033B4180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1685F-6D58-45B2-8D2F-F2EFF7D6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B1B51-8BDF-4E14-9F7A-4272F135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B6157-812D-47CE-9DB3-ED83B7DD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8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8DE3-74A6-49A9-BE76-5ED4F319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86E87-8765-4BFC-BCF4-9AE32D3E8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0BEFC-2CAA-400D-8B4A-9885A0C7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3B97E-EFD0-4628-B8BF-7F7718D9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45CC-4B55-426C-9160-868F084B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600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909D8-460D-471F-847F-595341EDF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E3BB8-2DD3-452B-B24B-C16EFF433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BD9D-D162-4307-A1D3-E0B654BE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A55C-8144-4C0F-B8B4-FAE5D904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CE19F-6B9C-417A-A146-306E68A3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5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1C115-6D9C-4967-969F-1B32F4E8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28660-4DF2-4588-A61E-2645F478B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10ECF-A9FF-468E-9EA5-87784B841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DE6AA-7293-4262-8A3F-A959634A6E3B}" type="datetimeFigureOut">
              <a:rPr lang="en-GB" smtClean="0"/>
              <a:t>21/07/2020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16880-D12C-4997-82D3-B0F7E1005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E32DB-7DB1-4F3D-8402-4FD4E9F1B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3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svg"/><Relationship Id="rId59" Type="http://schemas.openxmlformats.org/officeDocument/2006/relationships/image" Target="../media/image5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slide" Target="slide17.xml"/><Relationship Id="rId29" Type="http://schemas.openxmlformats.org/officeDocument/2006/relationships/image" Target="../media/image28.png"/><Relationship Id="rId41" Type="http://schemas.openxmlformats.org/officeDocument/2006/relationships/image" Target="../media/image40.sv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32" Type="http://schemas.openxmlformats.org/officeDocument/2006/relationships/image" Target="../media/image31.jp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slide" Target="slide23.xml"/><Relationship Id="rId58" Type="http://schemas.openxmlformats.org/officeDocument/2006/relationships/image" Target="../media/image56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5.sv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.gif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4.png"/><Relationship Id="rId8" Type="http://schemas.openxmlformats.org/officeDocument/2006/relationships/image" Target="../media/image8.png"/><Relationship Id="rId51" Type="http://schemas.openxmlformats.org/officeDocument/2006/relationships/image" Target="../media/image50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1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E3B5-5FE3-403D-B6EE-2645F4C87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91066-3CB0-4239-A983-0456DE2D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95C25-6532-46FC-95EB-143A2D022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CD/DVD…</a:t>
            </a:r>
          </a:p>
          <a:p>
            <a:r>
              <a:rPr lang="en-GB" dirty="0"/>
              <a:t>Starting Windos 2000…</a:t>
            </a:r>
          </a:p>
          <a:p>
            <a:r>
              <a:rPr lang="en-GB" dirty="0">
                <a:hlinkClick r:id="rId2" action="ppaction://hlinksldjump"/>
              </a:rPr>
              <a:t>Click me to boot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281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5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404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875B9-391F-41D1-A9DE-C0D80F37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523654" cy="523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12A6BC-9084-4F13-B3CD-27D7FC664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523654" cy="52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925D0E-A858-4254-A577-7416AC655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741" y="560158"/>
            <a:ext cx="425302" cy="425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12FA64-119A-4647-B93D-9FC28ACC2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649EB-C228-42F2-B0EA-72DFD39C34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621" y="502695"/>
            <a:ext cx="425303" cy="425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9D5D7-C18A-43EA-B82F-6D3C2EF53D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BEE37-853A-45F3-B0EE-C1B8EA925C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435667"/>
            <a:ext cx="609600" cy="60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77D32E-2AD6-4F36-9E7A-A96F841844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73" y="58806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8B89CE-6996-4783-9E8C-E844FBD772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B7639-2FD6-4294-87FC-1311C6253F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7208F9-2C36-4252-877D-1E27E8B8E7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07AB4B-48DF-419A-841F-A9F5DF22E2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980" y="560158"/>
            <a:ext cx="457201" cy="4572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A70A8E-8FE3-4B76-981B-D42A8F52F38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687" y="563434"/>
            <a:ext cx="425303" cy="4253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6593BF-7C54-4E5D-92C3-BEF4DC1E28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564EF8-CD4E-4CAC-93E8-2D89685B6A5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C23906-36BD-4B12-85EC-AECC6C34F55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789" y="468009"/>
            <a:ext cx="609600" cy="609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19F5087-CB35-49D0-AC66-85E891D13A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7E032B-3C43-416B-9780-46C6BE750B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551475"/>
            <a:ext cx="457200" cy="457200"/>
          </a:xfrm>
          <a:prstGeom prst="rect">
            <a:avLst/>
          </a:prstGeom>
        </p:spPr>
      </p:pic>
      <p:pic>
        <p:nvPicPr>
          <p:cNvPr id="21" name="Picture 20">
            <a:hlinkClick r:id="rId20" action="ppaction://hlinksldjump"/>
            <a:extLst>
              <a:ext uri="{FF2B5EF4-FFF2-40B4-BE49-F238E27FC236}">
                <a16:creationId xmlns:a16="http://schemas.microsoft.com/office/drawing/2014/main" id="{BCA07019-17D1-482D-B5D6-E1810B05DCA3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237" y="336682"/>
            <a:ext cx="924054" cy="914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DF11F8-FCD6-44B1-9AE8-57B5F2036F5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71" y="3556736"/>
            <a:ext cx="2730145" cy="4766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882D01-DE98-4FCB-B8FE-D37C176044D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D8F2491-B500-4F55-BBF3-B6D572CECA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9FDFDC-E1A0-43B0-9ECF-E2ACD2E93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ED73FD9-D4DF-4247-9560-C244419CE14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31F449-A180-489C-B4F9-E983950BB96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937" y="570525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7FBA9E9-AB3E-46D2-AC93-210E28E80B9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12" y="443568"/>
            <a:ext cx="735862" cy="73586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CE1FC5-98F8-49B3-9554-439E73C1701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B175BF2-69F0-47E4-906F-E27525B4685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2116F2-1246-49E3-ABA5-BF995798894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0723235-8921-4872-A74D-5E75D1045FE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379" y="3244295"/>
            <a:ext cx="1905000" cy="12573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8284C00-E668-4FE3-96A1-E57711A96762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icons: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08D32A5-C473-4660-BE10-67D4083605D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5505" y="3042462"/>
            <a:ext cx="936289" cy="189932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30EDE7E-02C2-4AE3-90F9-7EA45043363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116529" y="1385069"/>
            <a:ext cx="914400" cy="9144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42EA7325-84C6-432A-8873-1C6C287301F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049471" y="1324373"/>
            <a:ext cx="914400" cy="9144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8359766-D754-4A5D-B83F-8B46740ABC7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183986" y="1355406"/>
            <a:ext cx="914400" cy="9144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16312F6A-993D-4116-BB47-05CDC4856B3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6461" y="2018524"/>
            <a:ext cx="914400" cy="914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0AB41FF-9A27-480B-9E51-630F1184EADA}"/>
              </a:ext>
            </a:extLst>
          </p:cNvPr>
          <p:cNvPicPr>
            <a:picLocks noChangeAspect="1"/>
          </p:cNvPicPr>
          <p:nvPr/>
        </p:nvPicPr>
        <p:blipFill>
          <a:blip r:embed="rId4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25" y="1927329"/>
            <a:ext cx="914400" cy="9144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6391670-89B1-4907-9506-2AC0F6F8F91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03082" y="1962028"/>
            <a:ext cx="914400" cy="9144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1D5B809A-DA27-4F23-B91C-8B3A9BF380B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921316" y="1981963"/>
            <a:ext cx="914400" cy="9144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E034800-BA18-4F69-9814-9DD9532BC806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966563" y="1981963"/>
            <a:ext cx="914400" cy="914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0C201397-8DCA-4180-86AA-B48FA3A2141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096000" y="2072862"/>
            <a:ext cx="914400" cy="9144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E2060CE-5D7B-4DA3-8874-348DECAD5590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181322" y="2238773"/>
            <a:ext cx="914400" cy="914400"/>
          </a:xfrm>
          <a:prstGeom prst="rect">
            <a:avLst/>
          </a:prstGeom>
        </p:spPr>
      </p:pic>
      <p:sp>
        <p:nvSpPr>
          <p:cNvPr id="55" name="Rectangle 54">
            <a:hlinkClick r:id="rId53" action="ppaction://hlinksldjump"/>
            <a:extLst>
              <a:ext uri="{FF2B5EF4-FFF2-40B4-BE49-F238E27FC236}">
                <a16:creationId xmlns:a16="http://schemas.microsoft.com/office/drawing/2014/main" id="{72A6EAE4-10FD-4536-B88B-2136DD981BEC}"/>
              </a:ext>
            </a:extLst>
          </p:cNvPr>
          <p:cNvSpPr/>
          <p:nvPr/>
        </p:nvSpPr>
        <p:spPr>
          <a:xfrm>
            <a:off x="11280698" y="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2BC072DB-71D2-4AED-BDFF-447EAEE4886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334379" y="2247190"/>
            <a:ext cx="914400" cy="9144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49E77B2A-2609-4A4E-9B8A-8FDF8E0B620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487436" y="2368401"/>
            <a:ext cx="914400" cy="9144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1265B5FE-4B28-4781-A24F-2865850841D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726786" y="23753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4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58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3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2000, a new, sleek, secure OS!</a:t>
            </a:r>
          </a:p>
          <a:p>
            <a:pPr algn="ctr"/>
            <a:r>
              <a:rPr lang="en-GB" dirty="0"/>
              <a:t>It features better security than ever, more features, and runs on MTFS! </a:t>
            </a:r>
          </a:p>
          <a:p>
            <a:pPr algn="ctr"/>
            <a:r>
              <a:rPr lang="en-GB" dirty="0"/>
              <a:t>Close to continue.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98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What is new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  <a:p>
            <a:pPr algn="ctr"/>
            <a:r>
              <a:rPr lang="en-GB" dirty="0"/>
              <a:t>Here are the new features compared to Windos 98: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resolution to fit MORE items on screen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security to prevent malware, scams, worms, trojans and more!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More multimedia to enhance the experience!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colour scheme to increase readability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The new Internet Explorer 25!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More games!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antivirus built in to protect you!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An ad blocker!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Clippy has been replaced!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Many bug fixes and stability enhancements!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Get XDirect 1.0 without installing it!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help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And much, much more!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33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is ready to install Windos 2000.</a:t>
            </a:r>
          </a:p>
          <a:p>
            <a:pPr algn="ctr"/>
            <a:r>
              <a:rPr lang="en-GB" dirty="0"/>
              <a:t>First, we need some info.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52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product labelled on the DVD casing: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EDA66C-DDCF-4FE0-B846-A65B0784FD99}"/>
              </a:ext>
            </a:extLst>
          </p:cNvPr>
          <p:cNvSpPr/>
          <p:nvPr/>
        </p:nvSpPr>
        <p:spPr>
          <a:xfrm>
            <a:off x="361507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67782-793C-42A1-B831-8502B2EC9E9F}"/>
              </a:ext>
            </a:extLst>
          </p:cNvPr>
          <p:cNvSpPr/>
          <p:nvPr/>
        </p:nvSpPr>
        <p:spPr>
          <a:xfrm>
            <a:off x="2764465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AF55C-F833-4D0E-8698-10308BD8D512}"/>
              </a:ext>
            </a:extLst>
          </p:cNvPr>
          <p:cNvSpPr/>
          <p:nvPr/>
        </p:nvSpPr>
        <p:spPr>
          <a:xfrm>
            <a:off x="5075274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7E3454-34B7-4326-883A-43B0E02E13A7}"/>
              </a:ext>
            </a:extLst>
          </p:cNvPr>
          <p:cNvSpPr/>
          <p:nvPr/>
        </p:nvSpPr>
        <p:spPr>
          <a:xfrm>
            <a:off x="7478232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A2B6EF-768F-4648-AE40-3E07D49D793C}"/>
              </a:ext>
            </a:extLst>
          </p:cNvPr>
          <p:cNvSpPr/>
          <p:nvPr/>
        </p:nvSpPr>
        <p:spPr>
          <a:xfrm>
            <a:off x="9881190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hlinkClick r:id="rId2" action="ppaction://hlinksldjump"/>
            <a:extLst>
              <a:ext uri="{FF2B5EF4-FFF2-40B4-BE49-F238E27FC236}">
                <a16:creationId xmlns:a16="http://schemas.microsoft.com/office/drawing/2014/main" id="{E817DAA5-A720-44C8-85BF-D67E5B1C5648}"/>
              </a:ext>
            </a:extLst>
          </p:cNvPr>
          <p:cNvSpPr/>
          <p:nvPr/>
        </p:nvSpPr>
        <p:spPr>
          <a:xfrm>
            <a:off x="3306726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12" name="Rectangle 11">
            <a:hlinkClick r:id="rId3" action="ppaction://hlinksldjump"/>
            <a:extLst>
              <a:ext uri="{FF2B5EF4-FFF2-40B4-BE49-F238E27FC236}">
                <a16:creationId xmlns:a16="http://schemas.microsoft.com/office/drawing/2014/main" id="{6106DAF3-EC99-491C-A1B6-93E41D08C5CC}"/>
              </a:ext>
            </a:extLst>
          </p:cNvPr>
          <p:cNvSpPr/>
          <p:nvPr/>
        </p:nvSpPr>
        <p:spPr>
          <a:xfrm>
            <a:off x="6834963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Skip&gt;</a:t>
            </a:r>
          </a:p>
        </p:txBody>
      </p:sp>
    </p:spTree>
    <p:extLst>
      <p:ext uri="{BB962C8B-B14F-4D97-AF65-F5344CB8AC3E}">
        <p14:creationId xmlns:p14="http://schemas.microsoft.com/office/powerpoint/2010/main" val="419153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Wrong key!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close to go back!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Try:</a:t>
            </a:r>
          </a:p>
          <a:p>
            <a:pPr marL="342900" indent="-342900" algn="ctr">
              <a:buAutoNum type="arabicPeriod"/>
            </a:pPr>
            <a:r>
              <a:rPr lang="en-GB" dirty="0"/>
              <a:t>Ensuring you actually have a key</a:t>
            </a:r>
          </a:p>
          <a:p>
            <a:pPr marL="342900" indent="-342900" algn="ctr">
              <a:buAutoNum type="arabicPeriod"/>
            </a:pPr>
            <a:r>
              <a:rPr lang="en-GB" dirty="0"/>
              <a:t>Re typing it</a:t>
            </a:r>
          </a:p>
          <a:p>
            <a:pPr marL="342900" indent="-342900" algn="ctr">
              <a:buAutoNum type="arabicPeriod"/>
            </a:pPr>
            <a:r>
              <a:rPr lang="en-GB" dirty="0"/>
              <a:t>Skipping the process if you pirated this OS</a:t>
            </a:r>
          </a:p>
          <a:p>
            <a:pPr marL="342900" indent="-342900" algn="ctr">
              <a:buAutoNum type="arabicPeriod"/>
            </a:pPr>
            <a:r>
              <a:rPr lang="en-GB" dirty="0"/>
              <a:t>Report a pirated/cracked version of Windos 2000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13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Skip?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 enter it later.</a:t>
            </a:r>
          </a:p>
          <a:p>
            <a:pPr algn="ctr"/>
            <a:r>
              <a:rPr lang="en-GB" dirty="0"/>
              <a:t>You will:</a:t>
            </a:r>
          </a:p>
          <a:p>
            <a:pPr marL="342900" indent="-342900" algn="ctr">
              <a:buAutoNum type="arabicPeriod"/>
            </a:pPr>
            <a:r>
              <a:rPr lang="en-GB" dirty="0"/>
              <a:t>Be unable to change settings</a:t>
            </a:r>
          </a:p>
          <a:p>
            <a:pPr marL="342900" indent="-342900" algn="ctr">
              <a:buAutoNum type="arabicPeriod"/>
            </a:pPr>
            <a:r>
              <a:rPr lang="en-GB" dirty="0"/>
              <a:t>Be reported to Micr0$oft</a:t>
            </a:r>
          </a:p>
          <a:p>
            <a:pPr marL="342900" indent="-342900" algn="ctr">
              <a:buAutoNum type="arabicPeriod"/>
            </a:pPr>
            <a:r>
              <a:rPr lang="en-GB" dirty="0"/>
              <a:t>Will be unable to use certain things</a:t>
            </a:r>
          </a:p>
          <a:p>
            <a:pPr marL="342900" indent="-342900" algn="ctr">
              <a:buAutoNum type="arabicPeriod"/>
            </a:pPr>
            <a:r>
              <a:rPr lang="en-GB" dirty="0"/>
              <a:t>See annoying pop ups from time to time</a:t>
            </a:r>
          </a:p>
          <a:p>
            <a:pPr marL="342900" indent="-342900" algn="ctr">
              <a:buAutoNum type="arabicPeriod"/>
            </a:pPr>
            <a:r>
              <a:rPr lang="en-GB" dirty="0"/>
              <a:t>Be banned from the Windos Store</a:t>
            </a:r>
          </a:p>
          <a:p>
            <a:pPr marL="342900" indent="-342900" algn="ctr">
              <a:buAutoNum type="arabicPeriod"/>
            </a:pPr>
            <a:r>
              <a:rPr lang="en-GB" dirty="0"/>
              <a:t>Be unable to play games!</a:t>
            </a:r>
          </a:p>
          <a:p>
            <a:pPr marL="342900" indent="-342900" algn="ctr">
              <a:buAutoNum type="arabicPeriod"/>
            </a:pPr>
            <a:r>
              <a:rPr lang="en-GB" dirty="0"/>
              <a:t>Be unable to disable UAC</a:t>
            </a:r>
          </a:p>
          <a:p>
            <a:pPr marL="342900" indent="-342900" algn="ctr">
              <a:buAutoNum type="arabicPeriod"/>
            </a:pPr>
            <a:r>
              <a:rPr lang="en-GB" dirty="0"/>
              <a:t>Have a 172593871345 day grace period. </a:t>
            </a:r>
          </a:p>
          <a:p>
            <a:pPr marL="342900" indent="-342900" algn="ctr">
              <a:buAutoNum type="arabicPeriod"/>
            </a:pPr>
            <a:r>
              <a:rPr lang="en-GB" dirty="0"/>
              <a:t>Not have DirectX 1.0 installed</a:t>
            </a:r>
          </a:p>
          <a:p>
            <a:pPr marL="342900" indent="-342900" algn="ctr">
              <a:buAutoNum type="arabicPeriod"/>
            </a:pPr>
            <a:r>
              <a:rPr lang="en-GB" dirty="0"/>
              <a:t>Will not have Tech Support</a:t>
            </a:r>
          </a:p>
          <a:p>
            <a:pPr algn="ctr"/>
            <a:r>
              <a:rPr lang="en-GB" dirty="0"/>
              <a:t>Click here to cancel or close to proceed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04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Enter a password to use with this PC and close: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0C87F-F1EF-4458-92C7-36E571342954}"/>
              </a:ext>
            </a:extLst>
          </p:cNvPr>
          <p:cNvSpPr/>
          <p:nvPr/>
        </p:nvSpPr>
        <p:spPr>
          <a:xfrm>
            <a:off x="1010092" y="5603358"/>
            <a:ext cx="435934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352225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Retype that password and close: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0C87F-F1EF-4458-92C7-36E571342954}"/>
              </a:ext>
            </a:extLst>
          </p:cNvPr>
          <p:cNvSpPr/>
          <p:nvPr/>
        </p:nvSpPr>
        <p:spPr>
          <a:xfrm>
            <a:off x="1010092" y="5603358"/>
            <a:ext cx="435934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3399054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Installation ready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Close to begin installing Windos 2000 now!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182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2000….</a:t>
            </a:r>
          </a:p>
          <a:p>
            <a:pPr algn="ctr"/>
            <a:r>
              <a:rPr lang="en-GB" dirty="0"/>
              <a:t>Please wait…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321EB166-B40F-4295-8B43-BE1F4E535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6" y="4031512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35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Installed!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now need to connect to the Internet.</a:t>
            </a:r>
          </a:p>
          <a:p>
            <a:pPr algn="ctr"/>
            <a:r>
              <a:rPr lang="en-GB" dirty="0"/>
              <a:t>Please close to connect to the Internet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331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80529CE1-887B-4BB3-8520-B9A5AEC94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6" y="4127206"/>
            <a:ext cx="2730145" cy="476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5F567-9581-49B1-BAC4-A2059251FF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352" y="3216347"/>
            <a:ext cx="425303" cy="4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82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 action="ppaction://hlinksldjump"/>
            <a:extLst>
              <a:ext uri="{FF2B5EF4-FFF2-40B4-BE49-F238E27FC236}">
                <a16:creationId xmlns:a16="http://schemas.microsoft.com/office/drawing/2014/main" id="{232D6C85-B293-4FB7-9B75-DFC6558EC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66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Reboot needed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Close to reboot!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732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E3B5-5FE3-403D-B6EE-2645F4C87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91066-3CB0-4239-A983-0456DE2D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95C25-6532-46FC-95EB-143A2D022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SSD…</a:t>
            </a:r>
          </a:p>
          <a:p>
            <a:r>
              <a:rPr lang="en-GB" dirty="0"/>
              <a:t>Starting Windos 2000…</a:t>
            </a:r>
          </a:p>
          <a:p>
            <a:r>
              <a:rPr lang="en-GB" dirty="0">
                <a:hlinkClick r:id="rId2" action="ppaction://hlinksldjump"/>
              </a:rPr>
              <a:t>Click me to boot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010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Username: Username </a:t>
            </a:r>
          </a:p>
          <a:p>
            <a:pPr algn="ctr"/>
            <a:r>
              <a:rPr lang="en-GB" dirty="0"/>
              <a:t>Password: ********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Log in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51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49AC43-8854-419B-9F12-E4D521D3987D}"/>
              </a:ext>
            </a:extLst>
          </p:cNvPr>
          <p:cNvSpPr/>
          <p:nvPr/>
        </p:nvSpPr>
        <p:spPr>
          <a:xfrm>
            <a:off x="0" y="657765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F800D350-D470-4DB1-9DC9-7AA3A11E7AAF}"/>
              </a:ext>
            </a:extLst>
          </p:cNvPr>
          <p:cNvSpPr/>
          <p:nvPr/>
        </p:nvSpPr>
        <p:spPr>
          <a:xfrm>
            <a:off x="0" y="6577655"/>
            <a:ext cx="914400" cy="2711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AA885-17BF-4CA4-939F-2ED48777F4B5}"/>
              </a:ext>
            </a:extLst>
          </p:cNvPr>
          <p:cNvSpPr txBox="1"/>
          <p:nvPr/>
        </p:nvSpPr>
        <p:spPr>
          <a:xfrm>
            <a:off x="10207255" y="5654325"/>
            <a:ext cx="2569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2000</a:t>
            </a:r>
          </a:p>
          <a:p>
            <a:r>
              <a:rPr lang="en-GB" dirty="0"/>
              <a:t>Alpha 1</a:t>
            </a:r>
          </a:p>
          <a:p>
            <a:r>
              <a:rPr lang="en-GB" dirty="0"/>
              <a:t>Inactivated version!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19108-539A-4E5C-B99E-D222C046761E}"/>
              </a:ext>
            </a:extLst>
          </p:cNvPr>
          <p:cNvSpPr/>
          <p:nvPr/>
        </p:nvSpPr>
        <p:spPr>
          <a:xfrm>
            <a:off x="212651" y="393405"/>
            <a:ext cx="4593265" cy="604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79A11-6830-490A-9103-E6AA5C21802E}"/>
              </a:ext>
            </a:extLst>
          </p:cNvPr>
          <p:cNvSpPr txBox="1"/>
          <p:nvPr/>
        </p:nvSpPr>
        <p:spPr>
          <a:xfrm>
            <a:off x="212651" y="467833"/>
            <a:ext cx="4593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Pre alpha added OS without links</a:t>
            </a:r>
          </a:p>
          <a:p>
            <a:pPr marL="342900" indent="-342900">
              <a:buAutoNum type="arabicPeriod"/>
            </a:pPr>
            <a:r>
              <a:rPr lang="en-GB" dirty="0"/>
              <a:t>Alpha 1 added links</a:t>
            </a:r>
          </a:p>
          <a:p>
            <a:pPr marL="342900" indent="-342900">
              <a:buAutoNum type="arabicPeriod"/>
            </a:pPr>
            <a:r>
              <a:rPr lang="en-GB" dirty="0"/>
              <a:t>Added what’s new</a:t>
            </a:r>
          </a:p>
          <a:p>
            <a:pPr marL="342900" indent="-342900">
              <a:buAutoNum type="arabicPeriod"/>
            </a:pPr>
            <a:r>
              <a:rPr lang="en-GB" dirty="0"/>
              <a:t>Added start menu</a:t>
            </a:r>
          </a:p>
          <a:p>
            <a:pPr marL="342900" indent="-342900">
              <a:buAutoNum type="arabicPeriod"/>
            </a:pPr>
            <a:r>
              <a:rPr lang="en-GB" dirty="0"/>
              <a:t>Added power menu</a:t>
            </a:r>
          </a:p>
          <a:p>
            <a:pPr marL="342900" indent="-342900">
              <a:buAutoNum type="arabicPeriod"/>
            </a:pPr>
            <a:r>
              <a:rPr lang="en-GB" dirty="0"/>
              <a:t>Added many more icons in shell32.dll</a:t>
            </a:r>
          </a:p>
        </p:txBody>
      </p:sp>
    </p:spTree>
    <p:extLst>
      <p:ext uri="{BB962C8B-B14F-4D97-AF65-F5344CB8AC3E}">
        <p14:creationId xmlns:p14="http://schemas.microsoft.com/office/powerpoint/2010/main" val="2369617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49AC43-8854-419B-9F12-E4D521D3987D}"/>
              </a:ext>
            </a:extLst>
          </p:cNvPr>
          <p:cNvSpPr/>
          <p:nvPr/>
        </p:nvSpPr>
        <p:spPr>
          <a:xfrm>
            <a:off x="0" y="657765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F800D350-D470-4DB1-9DC9-7AA3A11E7AAF}"/>
              </a:ext>
            </a:extLst>
          </p:cNvPr>
          <p:cNvSpPr/>
          <p:nvPr/>
        </p:nvSpPr>
        <p:spPr>
          <a:xfrm>
            <a:off x="0" y="6577655"/>
            <a:ext cx="914400" cy="2711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DCAB51-B101-4221-BC7A-169A4BA5B0E4}"/>
              </a:ext>
            </a:extLst>
          </p:cNvPr>
          <p:cNvSpPr/>
          <p:nvPr/>
        </p:nvSpPr>
        <p:spPr>
          <a:xfrm>
            <a:off x="0" y="1499191"/>
            <a:ext cx="2817628" cy="5078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CDCC8-3D52-49ED-8370-C00827C3F57E}"/>
              </a:ext>
            </a:extLst>
          </p:cNvPr>
          <p:cNvSpPr/>
          <p:nvPr/>
        </p:nvSpPr>
        <p:spPr>
          <a:xfrm>
            <a:off x="2817628" y="1499191"/>
            <a:ext cx="2817628" cy="50784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5EA800-D0F4-4B5C-849A-E26D0C623C59}"/>
              </a:ext>
            </a:extLst>
          </p:cNvPr>
          <p:cNvSpPr/>
          <p:nvPr/>
        </p:nvSpPr>
        <p:spPr>
          <a:xfrm>
            <a:off x="5635256" y="1499191"/>
            <a:ext cx="2817628" cy="50784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066D2-0941-4AA0-BB9C-7C54D47B91EF}"/>
              </a:ext>
            </a:extLst>
          </p:cNvPr>
          <p:cNvSpPr txBox="1"/>
          <p:nvPr/>
        </p:nvSpPr>
        <p:spPr>
          <a:xfrm>
            <a:off x="2923954" y="1626781"/>
            <a:ext cx="2817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471C40-C9F3-4278-8652-5025A0F58D82}"/>
              </a:ext>
            </a:extLst>
          </p:cNvPr>
          <p:cNvSpPr/>
          <p:nvPr/>
        </p:nvSpPr>
        <p:spPr>
          <a:xfrm>
            <a:off x="2817627" y="5663255"/>
            <a:ext cx="2817627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EBD4E2-D460-4659-9CF8-8F3A9C211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254" y="4678325"/>
            <a:ext cx="936289" cy="1899329"/>
          </a:xfrm>
          <a:prstGeom prst="rect">
            <a:avLst/>
          </a:prstGeom>
        </p:spPr>
      </p:pic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605A3B2-5304-4D39-BC29-784CECDD3DC7}"/>
              </a:ext>
            </a:extLst>
          </p:cNvPr>
          <p:cNvSpPr/>
          <p:nvPr/>
        </p:nvSpPr>
        <p:spPr>
          <a:xfrm>
            <a:off x="5996763" y="1807535"/>
            <a:ext cx="2200940" cy="2413590"/>
          </a:xfrm>
          <a:prstGeom prst="wedgeRectCallout">
            <a:avLst>
              <a:gd name="adj1" fmla="val -45954"/>
              <a:gd name="adj2" fmla="val 79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2000, Sir or Madam!</a:t>
            </a:r>
          </a:p>
          <a:p>
            <a:pPr algn="ctr"/>
            <a:r>
              <a:rPr lang="en-GB" dirty="0"/>
              <a:t>I am better than Clippy, not to be rude. How may I be of assistance?</a:t>
            </a:r>
          </a:p>
        </p:txBody>
      </p:sp>
    </p:spTree>
    <p:extLst>
      <p:ext uri="{BB962C8B-B14F-4D97-AF65-F5344CB8AC3E}">
        <p14:creationId xmlns:p14="http://schemas.microsoft.com/office/powerpoint/2010/main" val="2005948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32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454</Words>
  <Application>Microsoft Office PowerPoint</Application>
  <PresentationFormat>Widescreen</PresentationFormat>
  <Paragraphs>133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137</cp:revision>
  <dcterms:created xsi:type="dcterms:W3CDTF">2020-07-21T11:59:55Z</dcterms:created>
  <dcterms:modified xsi:type="dcterms:W3CDTF">2020-07-21T12:44:12Z</dcterms:modified>
</cp:coreProperties>
</file>