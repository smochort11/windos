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73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79" r:id="rId21"/>
    <p:sldId id="257" r:id="rId22"/>
    <p:sldId id="286" r:id="rId23"/>
    <p:sldId id="259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8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82B6-5AF9-40C1-BF33-0E81246CB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8FB08-F870-4556-8712-6AA558157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9E762-AB0A-44F9-9304-5F16EE2AC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89AC8-ED00-4259-A509-110E54B0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9CAF8-55D6-4030-93FC-72F72C61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79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C58B-4E9D-4443-A25D-4267D1A9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3AE40-1FDA-49A1-8DA8-41011D3DB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5E0E1-8979-45C9-8C23-03A69DC2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B3029-3B50-41EB-8746-86544EA6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6B8E7-D508-415E-AED8-7BC03216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16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ACEA9-F7E5-4A34-9338-0E349FB48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ED676-D604-44EE-BC73-E3911D028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E038C-2258-449F-BE71-2D2BDBD6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92AD1-0D4C-4F2B-96B8-6B64F054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67C6F-C738-4EE9-9B25-149B1B81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962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34205-227D-4199-ADDF-E6C72804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FE4D6-CF19-458C-AE2B-00A50E49F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C53AC-27AF-4210-A99D-928B163F9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6BB53-4A92-48A4-A2FB-F32EDE5B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BD527-5D7C-415A-B344-E09B6D864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A375D-4133-4395-A0B9-856F1890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75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4397-440B-4A12-97B1-43D23566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A0488-5D66-4ED5-BD31-C1E59AAF6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F5511-34A8-4093-B289-182506620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07146E-EAF3-400A-BC96-1F1F640A3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3E4B1-E1C9-4823-8546-96B694E22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6C9718-BD4C-488A-891D-330E69FA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A8E2C9-025C-4CE5-88BF-DC2FBCAF5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2F9A83-3C9B-47FE-80FA-939ABEBD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252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7153-317C-49D8-8BCB-9D8FC498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E603FF-624E-47C9-9E64-00B47C8BF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885C9-3839-4200-A043-09086D1A2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12E77-3CB0-43E7-A389-8C568340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791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79488C-80D0-47D0-8BD7-80C16DB3C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B6942E-A657-49F7-9762-998E04EF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64B4C-9B94-4117-9149-C1D820DE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72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D4B0-1B8B-4845-9738-1BA7417ED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99FEE-DB8D-4117-B6B4-E05AD5D5E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F1FEB-85FE-4C06-AF11-0817581B0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3AFCA-2CA2-4E80-B930-2E11F667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B015B-A16C-4811-92F0-C18B6FE9D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CDF53-F3DF-4CA4-A204-1C82DA37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989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D0CF-55EF-4115-A901-73A08E744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B74A15-2C34-47FF-970F-C78210C5A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4EC65-E1C2-4540-B591-FBBAE25DE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7A0BA-B7BB-4433-B3C6-AB90E9D31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22142-F8A7-479C-BE12-0AF1DCB88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D7F1D-12E5-4054-AD73-3D80A340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5997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BB3B5-57E6-4F48-A040-B5242EB5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2D299-36AF-4325-AD16-210FB1083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D95FB-355F-4FEA-8537-C34CB1EC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187A6-5AE2-466C-9BC0-EBF9AA06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CEAA-234A-4771-8B74-0DC0FA63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850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F4762-AB06-4EF2-8FD0-B71D6C4C9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8B7E7-C48F-4C0C-AEB4-74255A911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525D5-9D61-4CA6-82D3-3D725082F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11317-460F-468A-B5FB-3FF0D10FC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540D0-B00E-48E1-B81B-5106396F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92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2DFBA-6F67-4AB1-ACAD-DBDFB6326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478F9-8899-4AED-ADFD-0DEF84D80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623F0-4DBD-433A-8304-A20023172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54BD7-FFA6-41C0-BC41-E648F4C751CD}" type="datetimeFigureOut">
              <a:rPr lang="en-GB" smtClean="0"/>
              <a:t>18/05/2020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EFA18-688A-4BC9-A24A-8374FB845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CD343-E530-4795-AAE0-75F92CFB4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613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1.xml"/><Relationship Id="rId4" Type="http://schemas.openxmlformats.org/officeDocument/2006/relationships/slide" Target="slide3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svg"/><Relationship Id="rId7" Type="http://schemas.openxmlformats.org/officeDocument/2006/relationships/slide" Target="slide3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30.xml"/><Relationship Id="rId4" Type="http://schemas.openxmlformats.org/officeDocument/2006/relationships/slide" Target="slide25.xml"/><Relationship Id="rId9" Type="http://schemas.openxmlformats.org/officeDocument/2006/relationships/image" Target="../media/image6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CD/DVD…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3 setup…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Click me to start up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861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setup!</a:t>
            </a:r>
          </a:p>
          <a:p>
            <a:pPr algn="ctr"/>
            <a:r>
              <a:rPr lang="en-GB" dirty="0"/>
              <a:t>This setup installs Windos 3 on your computer.</a:t>
            </a:r>
          </a:p>
          <a:p>
            <a:pPr algn="ctr"/>
            <a:r>
              <a:rPr lang="en-GB" dirty="0"/>
              <a:t>Please press next to continue. 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48E274BF-7DA0-473B-8504-F5DA26C390E7}"/>
              </a:ext>
            </a:extLst>
          </p:cNvPr>
          <p:cNvSpPr/>
          <p:nvPr/>
        </p:nvSpPr>
        <p:spPr>
          <a:xfrm>
            <a:off x="8984512" y="4811871"/>
            <a:ext cx="141413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Next&gt;</a:t>
            </a:r>
          </a:p>
        </p:txBody>
      </p:sp>
    </p:spTree>
    <p:extLst>
      <p:ext uri="{BB962C8B-B14F-4D97-AF65-F5344CB8AC3E}">
        <p14:creationId xmlns:p14="http://schemas.microsoft.com/office/powerpoint/2010/main" val="64806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your username and press next: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E42EA7-EB44-4055-8D01-CA900EF3730D}"/>
              </a:ext>
            </a:extLst>
          </p:cNvPr>
          <p:cNvSpPr/>
          <p:nvPr/>
        </p:nvSpPr>
        <p:spPr>
          <a:xfrm>
            <a:off x="3051672" y="4175393"/>
            <a:ext cx="6753340" cy="8042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06586BEA-CDA3-4C92-9F50-0E8048AB0A5B}"/>
              </a:ext>
            </a:extLst>
          </p:cNvPr>
          <p:cNvSpPr/>
          <p:nvPr/>
        </p:nvSpPr>
        <p:spPr>
          <a:xfrm>
            <a:off x="8456727" y="5196523"/>
            <a:ext cx="1938968" cy="451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386567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the 25-digit product key below: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63E4E6-A7E1-4C28-B889-545414131581}"/>
              </a:ext>
            </a:extLst>
          </p:cNvPr>
          <p:cNvSpPr/>
          <p:nvPr/>
        </p:nvSpPr>
        <p:spPr>
          <a:xfrm>
            <a:off x="4435971" y="4284921"/>
            <a:ext cx="3836933" cy="6485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RBDC9-VTRC8-D7972-J97JY-PRVMG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7FA219EE-8189-4D31-910C-56465D3C2750}"/>
              </a:ext>
            </a:extLst>
          </p:cNvPr>
          <p:cNvSpPr/>
          <p:nvPr/>
        </p:nvSpPr>
        <p:spPr>
          <a:xfrm>
            <a:off x="8527312" y="5241851"/>
            <a:ext cx="1988288" cy="531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65679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Thanks for not stealing this installation.</a:t>
            </a:r>
          </a:p>
          <a:p>
            <a:pPr algn="ctr"/>
            <a:r>
              <a:rPr lang="en-GB" dirty="0"/>
              <a:t>Please press next to begin the identifying process.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406DC5A-C80B-4953-B148-6C5595422F8F}"/>
              </a:ext>
            </a:extLst>
          </p:cNvPr>
          <p:cNvSpPr/>
          <p:nvPr/>
        </p:nvSpPr>
        <p:spPr>
          <a:xfrm>
            <a:off x="8654902" y="5082363"/>
            <a:ext cx="1876535" cy="666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Next&gt;</a:t>
            </a:r>
          </a:p>
        </p:txBody>
      </p:sp>
    </p:spTree>
    <p:extLst>
      <p:ext uri="{BB962C8B-B14F-4D97-AF65-F5344CB8AC3E}">
        <p14:creationId xmlns:p14="http://schemas.microsoft.com/office/powerpoint/2010/main" val="137949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Welcome, user!</a:t>
            </a:r>
          </a:p>
          <a:p>
            <a:pPr algn="ctr"/>
            <a:r>
              <a:rPr lang="en-GB" dirty="0"/>
              <a:t>Whet is your full name?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350784-E673-4CAE-A6E8-FE517E824BA2}"/>
              </a:ext>
            </a:extLst>
          </p:cNvPr>
          <p:cNvSpPr/>
          <p:nvPr/>
        </p:nvSpPr>
        <p:spPr>
          <a:xfrm>
            <a:off x="2456121" y="4795284"/>
            <a:ext cx="4646428" cy="817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95FFA82B-C657-41CE-82E1-F97929C75A74}"/>
              </a:ext>
            </a:extLst>
          </p:cNvPr>
          <p:cNvSpPr/>
          <p:nvPr/>
        </p:nvSpPr>
        <p:spPr>
          <a:xfrm>
            <a:off x="9473609" y="464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761136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How old are you?</a:t>
            </a:r>
          </a:p>
          <a:p>
            <a:pPr algn="ctr"/>
            <a:r>
              <a:rPr lang="en-GB" dirty="0"/>
              <a:t>Type in a 	NUMBER ONLY!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611BAE-62E7-4780-BE7F-C846E44B3592}"/>
              </a:ext>
            </a:extLst>
          </p:cNvPr>
          <p:cNvSpPr/>
          <p:nvPr/>
        </p:nvSpPr>
        <p:spPr>
          <a:xfrm>
            <a:off x="2190307" y="5135526"/>
            <a:ext cx="2626242" cy="477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346587456~@}XRCFGVH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1D1DAE0A-693A-44B0-9A37-E3B265143135}"/>
              </a:ext>
            </a:extLst>
          </p:cNvPr>
          <p:cNvSpPr/>
          <p:nvPr/>
        </p:nvSpPr>
        <p:spPr>
          <a:xfrm>
            <a:off x="9554016" y="484586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029583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error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86274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the correct age: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09F87C-7BF0-45C4-87E9-1B31298A8D34}"/>
              </a:ext>
            </a:extLst>
          </p:cNvPr>
          <p:cNvSpPr/>
          <p:nvPr/>
        </p:nvSpPr>
        <p:spPr>
          <a:xfrm>
            <a:off x="2615609" y="4774019"/>
            <a:ext cx="2190307" cy="723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35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B531F403-F792-4E3B-B77A-947B44594061}"/>
              </a:ext>
            </a:extLst>
          </p:cNvPr>
          <p:cNvSpPr/>
          <p:nvPr/>
        </p:nvSpPr>
        <p:spPr>
          <a:xfrm>
            <a:off x="9335386" y="460389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59418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Thanks for completing this short form.</a:t>
            </a:r>
          </a:p>
          <a:p>
            <a:pPr algn="ctr"/>
            <a:r>
              <a:rPr lang="en-GB" dirty="0"/>
              <a:t>We will now connect you to the Internet.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B7859EE7-64C7-42D3-B6E5-4F7887FFDB76}"/>
              </a:ext>
            </a:extLst>
          </p:cNvPr>
          <p:cNvSpPr/>
          <p:nvPr/>
        </p:nvSpPr>
        <p:spPr>
          <a:xfrm>
            <a:off x="5954233" y="474212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50220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Searching for Internet devices…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575112D-0726-4D9A-829D-04A757945523}"/>
              </a:ext>
            </a:extLst>
          </p:cNvPr>
          <p:cNvSpPr/>
          <p:nvPr/>
        </p:nvSpPr>
        <p:spPr>
          <a:xfrm>
            <a:off x="6354438" y="464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64604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Would you like to connect to the Internet now?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2933F8FA-4B30-40F8-9B17-63F15D8FD27E}"/>
              </a:ext>
            </a:extLst>
          </p:cNvPr>
          <p:cNvSpPr/>
          <p:nvPr/>
        </p:nvSpPr>
        <p:spPr>
          <a:xfrm>
            <a:off x="5638800" y="452947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</p:spTree>
    <p:extLst>
      <p:ext uri="{BB962C8B-B14F-4D97-AF65-F5344CB8AC3E}">
        <p14:creationId xmlns:p14="http://schemas.microsoft.com/office/powerpoint/2010/main" val="1308363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Connecting to the Internet…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E75E5488-F9F0-4CA7-A34E-57873677E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719" y="4540103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70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Connected to the internet.</a:t>
            </a:r>
          </a:p>
          <a:p>
            <a:pPr algn="ctr"/>
            <a:r>
              <a:rPr lang="en-GB" dirty="0"/>
              <a:t>Testing the connection…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2C2F2DF7-D2FA-4B4E-A18D-B6E153045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854" y="4720528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44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-85061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have connected to the Intranet!</a:t>
            </a:r>
          </a:p>
          <a:p>
            <a:pPr algn="ctr"/>
            <a:r>
              <a:rPr lang="en-GB" dirty="0"/>
              <a:t>This is the opposite of the Internet sadly but it is 100x better!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info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12862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the below button to exit: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20697A53-BFB5-4405-8A29-121473DCD1A3}"/>
              </a:ext>
            </a:extLst>
          </p:cNvPr>
          <p:cNvSpPr/>
          <p:nvPr/>
        </p:nvSpPr>
        <p:spPr>
          <a:xfrm>
            <a:off x="6096000" y="448694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191668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the below button to install Windos: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installer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0B64971B-F8D2-4848-92A6-EDB58A5B5A6B}"/>
              </a:ext>
            </a:extLst>
          </p:cNvPr>
          <p:cNvSpPr/>
          <p:nvPr/>
        </p:nvSpPr>
        <p:spPr>
          <a:xfrm>
            <a:off x="5050465" y="4369981"/>
            <a:ext cx="3370521" cy="786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 Windos</a:t>
            </a:r>
          </a:p>
        </p:txBody>
      </p:sp>
    </p:spTree>
    <p:extLst>
      <p:ext uri="{BB962C8B-B14F-4D97-AF65-F5344CB8AC3E}">
        <p14:creationId xmlns:p14="http://schemas.microsoft.com/office/powerpoint/2010/main" val="3444848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Installing Windos 3…</a:t>
            </a:r>
          </a:p>
          <a:p>
            <a:pPr algn="ctr"/>
            <a:r>
              <a:rPr lang="en-GB" dirty="0"/>
              <a:t>Please wait…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installer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DFEBCFCE-08B2-4088-B8D8-56DEB0D07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017" y="4561039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2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 complete!</a:t>
            </a:r>
          </a:p>
          <a:p>
            <a:pPr algn="ctr"/>
            <a:r>
              <a:rPr lang="en-GB" dirty="0"/>
              <a:t>Exit to start Windos 3!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success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26997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3 …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Click me to start up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669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535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739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926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  <a:p>
            <a:pPr algn="ctr"/>
            <a:r>
              <a:rPr lang="en-GB" dirty="0"/>
              <a:t>Password: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3C62D1-EB04-42DD-BA76-243EFEB41C85}"/>
              </a:ext>
            </a:extLst>
          </p:cNvPr>
          <p:cNvSpPr/>
          <p:nvPr/>
        </p:nvSpPr>
        <p:spPr>
          <a:xfrm>
            <a:off x="2222205" y="4944140"/>
            <a:ext cx="4061637" cy="668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10D13154-110E-4C18-B9CB-A47F682366A0}"/>
              </a:ext>
            </a:extLst>
          </p:cNvPr>
          <p:cNvSpPr/>
          <p:nvPr/>
        </p:nvSpPr>
        <p:spPr>
          <a:xfrm>
            <a:off x="9569302" y="4795837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775946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AAFFDC-BB8E-4C44-BB68-0F132C3DC0B8}"/>
              </a:ext>
            </a:extLst>
          </p:cNvPr>
          <p:cNvSpPr/>
          <p:nvPr/>
        </p:nvSpPr>
        <p:spPr>
          <a:xfrm>
            <a:off x="0" y="0"/>
            <a:ext cx="1137684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E6A36-5B37-4FF8-90DE-845663FE15C9}"/>
              </a:ext>
            </a:extLst>
          </p:cNvPr>
          <p:cNvSpPr txBox="1"/>
          <p:nvPr/>
        </p:nvSpPr>
        <p:spPr>
          <a:xfrm>
            <a:off x="9590567" y="191386"/>
            <a:ext cx="2601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3</a:t>
            </a:r>
          </a:p>
          <a:p>
            <a:r>
              <a:rPr lang="en-GB" dirty="0"/>
              <a:t>Alpha 3</a:t>
            </a:r>
          </a:p>
          <a:p>
            <a:r>
              <a:rPr lang="en-GB" dirty="0"/>
              <a:t>For testing purposes only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632A1F69-4C33-4939-A44E-56BDF02E13BF}"/>
              </a:ext>
            </a:extLst>
          </p:cNvPr>
          <p:cNvSpPr/>
          <p:nvPr/>
        </p:nvSpPr>
        <p:spPr>
          <a:xfrm>
            <a:off x="111642" y="191386"/>
            <a:ext cx="914400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3C76AF03-FC1C-4714-AB70-1A45B2906D1F}"/>
              </a:ext>
            </a:extLst>
          </p:cNvPr>
          <p:cNvSpPr/>
          <p:nvPr/>
        </p:nvSpPr>
        <p:spPr>
          <a:xfrm>
            <a:off x="111642" y="1286540"/>
            <a:ext cx="914400" cy="6804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All apps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4C74D8-6B7F-45E0-B918-072F6C8EF8EC}"/>
              </a:ext>
            </a:extLst>
          </p:cNvPr>
          <p:cNvSpPr/>
          <p:nvPr/>
        </p:nvSpPr>
        <p:spPr>
          <a:xfrm>
            <a:off x="5901069" y="365125"/>
            <a:ext cx="3083442" cy="59399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08161B-B4F0-438A-A468-EF51A65152EB}"/>
              </a:ext>
            </a:extLst>
          </p:cNvPr>
          <p:cNvSpPr txBox="1"/>
          <p:nvPr/>
        </p:nvSpPr>
        <p:spPr>
          <a:xfrm>
            <a:off x="5975498" y="467833"/>
            <a:ext cx="29026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What’s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this widget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the </a:t>
            </a:r>
            <a:r>
              <a:rPr lang="en-GB" dirty="0">
                <a:hlinkClick r:id="rId4" action="ppaction://hlinksldjump"/>
              </a:rPr>
              <a:t>Intranet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General fixes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</a:t>
            </a:r>
            <a:r>
              <a:rPr lang="en-GB" dirty="0">
                <a:hlinkClick r:id="rId5" action="ppaction://hlinksldjump"/>
              </a:rPr>
              <a:t>email</a:t>
            </a:r>
            <a:endParaRPr lang="en-GB" dirty="0"/>
          </a:p>
        </p:txBody>
      </p:sp>
      <p:sp>
        <p:nvSpPr>
          <p:cNvPr id="11" name="Rectangle 10">
            <a:hlinkClick r:id="rId5" action="ppaction://hlinksldjump"/>
            <a:extLst>
              <a:ext uri="{FF2B5EF4-FFF2-40B4-BE49-F238E27FC236}">
                <a16:creationId xmlns:a16="http://schemas.microsoft.com/office/drawing/2014/main" id="{C5FA3C8D-DFB4-4288-A537-9AE7D9A50114}"/>
              </a:ext>
            </a:extLst>
          </p:cNvPr>
          <p:cNvSpPr/>
          <p:nvPr/>
        </p:nvSpPr>
        <p:spPr>
          <a:xfrm>
            <a:off x="10547498" y="5018567"/>
            <a:ext cx="1532860" cy="14743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 emails</a:t>
            </a:r>
          </a:p>
        </p:txBody>
      </p:sp>
    </p:spTree>
    <p:extLst>
      <p:ext uri="{BB962C8B-B14F-4D97-AF65-F5344CB8AC3E}">
        <p14:creationId xmlns:p14="http://schemas.microsoft.com/office/powerpoint/2010/main" val="2095254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Are you sure?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Confirm uninstall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FA4E0E6-E857-40ED-A547-583E6496A54B}"/>
              </a:ext>
            </a:extLst>
          </p:cNvPr>
          <p:cNvSpPr/>
          <p:nvPr/>
        </p:nvSpPr>
        <p:spPr>
          <a:xfrm>
            <a:off x="9867365" y="1403302"/>
            <a:ext cx="478465" cy="5747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BC1DF54D-D76E-434E-9DFF-CB529D7CC600}"/>
              </a:ext>
            </a:extLst>
          </p:cNvPr>
          <p:cNvSpPr/>
          <p:nvPr/>
        </p:nvSpPr>
        <p:spPr>
          <a:xfrm>
            <a:off x="3870251" y="472969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  <p:sp>
        <p:nvSpPr>
          <p:cNvPr id="9" name="Rectangle 8">
            <a:hlinkClick r:id="rId2" action="ppaction://hlinksldjump"/>
            <a:extLst>
              <a:ext uri="{FF2B5EF4-FFF2-40B4-BE49-F238E27FC236}">
                <a16:creationId xmlns:a16="http://schemas.microsoft.com/office/drawing/2014/main" id="{227091A4-38E0-4E90-8C0C-6F70B83D58F0}"/>
              </a:ext>
            </a:extLst>
          </p:cNvPr>
          <p:cNvSpPr/>
          <p:nvPr/>
        </p:nvSpPr>
        <p:spPr>
          <a:xfrm>
            <a:off x="6569500" y="472052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912122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Content Placeholder 8" descr="Garbage">
            <a:extLst>
              <a:ext uri="{FF2B5EF4-FFF2-40B4-BE49-F238E27FC236}">
                <a16:creationId xmlns:a16="http://schemas.microsoft.com/office/drawing/2014/main" id="{735683AA-FF3B-4A98-87E5-4AED48874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19015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F876B071-1FA6-4473-9FE7-0F4B0AA7BA72}"/>
              </a:ext>
            </a:extLst>
          </p:cNvPr>
          <p:cNvSpPr/>
          <p:nvPr/>
        </p:nvSpPr>
        <p:spPr>
          <a:xfrm>
            <a:off x="11482987" y="104818"/>
            <a:ext cx="579826" cy="7209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7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68A45A89-56BE-4CC6-B700-EBE70E3917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7" y="1027906"/>
            <a:ext cx="933580" cy="9145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6C1D74-F070-49B0-B255-3D18069774BF}"/>
              </a:ext>
            </a:extLst>
          </p:cNvPr>
          <p:cNvSpPr txBox="1"/>
          <p:nvPr/>
        </p:nvSpPr>
        <p:spPr>
          <a:xfrm>
            <a:off x="221511" y="1942434"/>
            <a:ext cx="1233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 15</a:t>
            </a:r>
          </a:p>
        </p:txBody>
      </p:sp>
      <p:pic>
        <p:nvPicPr>
          <p:cNvPr id="12" name="Graphic 11">
            <a:hlinkClick r:id="rId7" action="ppaction://hlinksldjump"/>
            <a:extLst>
              <a:ext uri="{FF2B5EF4-FFF2-40B4-BE49-F238E27FC236}">
                <a16:creationId xmlns:a16="http://schemas.microsoft.com/office/drawing/2014/main" id="{8E2A4528-0908-463A-9795-7F826169FE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54888" y="902161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6FB1F6-F268-4850-9506-D275A6BDF36D}"/>
              </a:ext>
            </a:extLst>
          </p:cNvPr>
          <p:cNvSpPr txBox="1"/>
          <p:nvPr/>
        </p:nvSpPr>
        <p:spPr>
          <a:xfrm>
            <a:off x="1454888" y="1942434"/>
            <a:ext cx="156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3748333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Uninstalling Windos 3…</a:t>
            </a:r>
          </a:p>
          <a:p>
            <a:pPr algn="ctr"/>
            <a:r>
              <a:rPr lang="en-GB" dirty="0"/>
              <a:t>Please press the green bar to finish the process!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Uninstaller 1.00</a:t>
            </a:r>
          </a:p>
        </p:txBody>
      </p:sp>
      <p:pic>
        <p:nvPicPr>
          <p:cNvPr id="8" name="Picture 7">
            <a:hlinkClick r:id="rId2" action="ppaction://hlinksldjump"/>
            <a:extLst>
              <a:ext uri="{FF2B5EF4-FFF2-40B4-BE49-F238E27FC236}">
                <a16:creationId xmlns:a16="http://schemas.microsoft.com/office/drawing/2014/main" id="{1D058B49-48BE-477C-A87B-3E71EFA18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017" y="4561039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0277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No bootable media found!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Booting from CD/DVD…</a:t>
            </a:r>
          </a:p>
          <a:p>
            <a:r>
              <a:rPr lang="en-GB" dirty="0">
                <a:solidFill>
                  <a:schemeClr val="bg1"/>
                </a:solidFill>
              </a:rPr>
              <a:t>No bootable media found!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Booting from floppy…</a:t>
            </a:r>
          </a:p>
          <a:p>
            <a:r>
              <a:rPr lang="en-GB" dirty="0">
                <a:solidFill>
                  <a:schemeClr val="bg1"/>
                </a:solidFill>
              </a:rPr>
              <a:t>No bootable media found!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Press ESC to power off the PC then insert some installation media. 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ERROR NO MEDIA CODE 128</a:t>
            </a:r>
          </a:p>
        </p:txBody>
      </p:sp>
    </p:spTree>
    <p:extLst>
      <p:ext uri="{BB962C8B-B14F-4D97-AF65-F5344CB8AC3E}">
        <p14:creationId xmlns:p14="http://schemas.microsoft.com/office/powerpoint/2010/main" val="21508400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IE 15 CONNECTED 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74094-D3F6-4568-B715-5AAC6DF09CFB}"/>
              </a:ext>
            </a:extLst>
          </p:cNvPr>
          <p:cNvSpPr txBox="1"/>
          <p:nvPr/>
        </p:nvSpPr>
        <p:spPr>
          <a:xfrm>
            <a:off x="0" y="967563"/>
            <a:ext cx="119935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Intranet! </a:t>
            </a:r>
          </a:p>
          <a:p>
            <a:r>
              <a:rPr lang="en-GB" dirty="0"/>
              <a:t>This is an offline Internet embedded into your Windos install.</a:t>
            </a:r>
          </a:p>
          <a:p>
            <a:r>
              <a:rPr lang="en-GB" dirty="0"/>
              <a:t>Click o n a hyper link below to open a website that has been downloaded</a:t>
            </a:r>
          </a:p>
        </p:txBody>
      </p:sp>
    </p:spTree>
    <p:extLst>
      <p:ext uri="{BB962C8B-B14F-4D97-AF65-F5344CB8AC3E}">
        <p14:creationId xmlns:p14="http://schemas.microsoft.com/office/powerpoint/2010/main" val="628176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Email: windos3@zigzag.net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79199-5F3C-43E3-A7E7-E879F401E30A}"/>
              </a:ext>
            </a:extLst>
          </p:cNvPr>
          <p:cNvSpPr/>
          <p:nvPr/>
        </p:nvSpPr>
        <p:spPr>
          <a:xfrm>
            <a:off x="159488" y="1063256"/>
            <a:ext cx="2328531" cy="5709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Inbox</a:t>
            </a: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</a:rPr>
              <a:t>Sent items</a:t>
            </a: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13B71B-45DB-479E-A434-63E59337F6B8}"/>
              </a:ext>
            </a:extLst>
          </p:cNvPr>
          <p:cNvSpPr/>
          <p:nvPr/>
        </p:nvSpPr>
        <p:spPr>
          <a:xfrm>
            <a:off x="4707563" y="2455844"/>
            <a:ext cx="4667694" cy="26156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There are 0 emails in your offline inbox!</a:t>
            </a:r>
          </a:p>
          <a:p>
            <a:pPr algn="ctr"/>
            <a:r>
              <a:rPr lang="en-GB" dirty="0"/>
              <a:t>Please update and see if you actually get any emails. </a:t>
            </a:r>
          </a:p>
        </p:txBody>
      </p:sp>
    </p:spTree>
    <p:extLst>
      <p:ext uri="{BB962C8B-B14F-4D97-AF65-F5344CB8AC3E}">
        <p14:creationId xmlns:p14="http://schemas.microsoft.com/office/powerpoint/2010/main" val="3339496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dos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430</Words>
  <Application>Microsoft Office PowerPoint</Application>
  <PresentationFormat>Widescreen</PresentationFormat>
  <Paragraphs>122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99</cp:revision>
  <dcterms:created xsi:type="dcterms:W3CDTF">2020-05-14T13:40:48Z</dcterms:created>
  <dcterms:modified xsi:type="dcterms:W3CDTF">2020-05-18T12:40:31Z</dcterms:modified>
</cp:coreProperties>
</file>