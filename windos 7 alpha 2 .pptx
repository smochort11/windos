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79" r:id="rId6"/>
    <p:sldId id="283" r:id="rId7"/>
    <p:sldId id="260" r:id="rId8"/>
    <p:sldId id="259" r:id="rId9"/>
    <p:sldId id="267" r:id="rId10"/>
    <p:sldId id="288" r:id="rId11"/>
    <p:sldId id="275" r:id="rId12"/>
    <p:sldId id="262" r:id="rId13"/>
    <p:sldId id="263" r:id="rId14"/>
    <p:sldId id="264" r:id="rId15"/>
    <p:sldId id="265" r:id="rId16"/>
    <p:sldId id="266" r:id="rId17"/>
    <p:sldId id="268" r:id="rId18"/>
    <p:sldId id="269" r:id="rId19"/>
    <p:sldId id="292" r:id="rId20"/>
    <p:sldId id="270" r:id="rId21"/>
    <p:sldId id="271" r:id="rId22"/>
    <p:sldId id="273" r:id="rId23"/>
    <p:sldId id="274" r:id="rId24"/>
    <p:sldId id="276" r:id="rId25"/>
    <p:sldId id="277" r:id="rId26"/>
    <p:sldId id="278" r:id="rId27"/>
    <p:sldId id="280" r:id="rId28"/>
    <p:sldId id="285" r:id="rId29"/>
    <p:sldId id="281" r:id="rId30"/>
    <p:sldId id="282" r:id="rId31"/>
    <p:sldId id="284" r:id="rId32"/>
    <p:sldId id="286" r:id="rId33"/>
    <p:sldId id="287" r:id="rId34"/>
    <p:sldId id="289" r:id="rId35"/>
    <p:sldId id="290" r:id="rId36"/>
    <p:sldId id="291" r:id="rId37"/>
    <p:sldId id="29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zymon Mochort" initials="SM" lastIdx="4" clrIdx="0">
    <p:extLst>
      <p:ext uri="{19B8F6BF-5375-455C-9EA6-DF929625EA0E}">
        <p15:presenceInfo xmlns:p15="http://schemas.microsoft.com/office/powerpoint/2012/main" userId="Szymon Mocho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8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8T17:54:55.515" idx="4">
    <p:pos x="7609" y="161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FCE9-C050-43C2-9561-E32CFEAFE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D3578-E967-47D5-9205-F278A8507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0A12E-DD52-47A5-B962-3244C96E8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FA688-4447-4AF5-B271-E78A7526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114D0-CFC3-4547-9042-48F8B431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615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1D2C1-266B-495D-B5AF-07D42C74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9913-FF8F-49C0-9E89-29D2F101E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581E7-760D-4D18-9636-9A64E9380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5B67-1071-464E-8A8D-90660E9EC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8F8F-ED47-4868-B0F1-3933263C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20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755F-B886-4371-98C4-1B6374B6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DAD3E-0EA1-44A7-9CCE-797017182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88070-2277-4E3D-8548-CEC38399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01A5B-075E-4AB7-82F1-251257991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529F0-B1BF-4122-B4C7-7946A549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96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DE62-6A19-4F63-85F1-E368A950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93F5F-1A69-4EF4-8BFA-550F630B3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7FB59-3CE5-4354-BD80-11B8DAA83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F92EC-D074-483C-A66B-CFB0E764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3755A-CDD7-475E-ACC9-2E68E06D9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EF7F0-E648-411C-85DB-988FC3C4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2370-FC7C-44F2-B563-FB3CB85A7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185C5-E9B5-45C7-AD3C-5F18BE728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19B05-CDC9-4849-8EDA-DB4D1610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14D3B1-14C4-44A1-A4B7-6E6882573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99D8AA-0921-457E-A926-49166D594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459B4-A1F6-420E-A792-1638174A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F4E5C-0A89-4154-9CED-C8A2FCA57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8EED82-64AF-468C-8D61-4C30EC86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32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45FF-4A2E-4519-BD6E-796F992F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289F3-1CB6-4424-8DF3-56A9A94FD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3BBA2-2B68-4FE2-9422-320DE41C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F5BB5-FC46-49B7-BC30-3E6D0E1FA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82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C767B-7E89-45AD-8826-32D09435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FF28E-514E-453C-AC25-4B39232E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BC0A2-C3FD-4302-9AB5-63792221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33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864D-19B6-4693-AD5F-CD4C64213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6DFBA-5E84-4E8F-AF26-C559133CB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C916C-0B97-4312-9A13-C83E3E796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FF18F-72DD-411E-A8FF-195151E7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84386-3354-4FBB-8B3D-A351A7F6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7AD79-C039-48EF-A2CB-6E6F6B6B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9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03A4-BF18-4671-8B5F-2142EB5F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BD60F-07BB-40AC-85BE-BEE32F1AE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6CC90-3A88-49A6-A164-4AC6C9191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5527A-B163-4447-85E3-8DCB8E63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B97E1-6298-41F3-8BEF-18B0EFCC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593A0-FE45-47CD-8DC8-7E26D900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21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1507-C64F-4221-B389-24B38208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B521E-AEAF-4C0C-A505-737F9ED50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5A791-B32C-4E2D-9445-8FC74797E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4E050-4575-4159-9FCC-A230D284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4FA0A-BD84-4A5C-AD41-75C44BE6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02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A2BB9-994E-4A25-98BF-762742259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F3EF8-F643-4F4E-BA98-078607A2C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19479-1DD2-45FF-8F48-BBF15B0F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AC9C-589D-4808-8CA1-55B45C914B0F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8619C-1A78-4867-B612-66E9F2156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4D0A3-4C23-4099-951C-8A566F7E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23C63-0FE2-484A-B456-3FBF4CABF5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916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C7B4-A8F4-4EAA-A626-3FB19684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9A019-4B21-4EDC-BCAB-9C1AA9CCA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62CE1-EC48-4A03-865C-D7A265206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ED14AC9C-589D-4808-8CA1-55B45C914B0F}" type="datetimeFigureOut">
              <a:rPr lang="en-GB" smtClean="0"/>
              <a:pPr/>
              <a:t>28/08/2020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5B25D-9183-47BC-AC7C-54539BF13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52FF2-E954-4D8B-9C83-971480BF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A6D23C63-0FE2-484A-B456-3FBF4CABF55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60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3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microsoft.com/office/2007/relationships/hdphoto" Target="../media/hdphoto2.wdp"/><Relationship Id="rId2" Type="http://schemas.openxmlformats.org/officeDocument/2006/relationships/slide" Target="slide15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2.png"/><Relationship Id="rId37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5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4.sv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.png"/><Relationship Id="rId117" Type="http://schemas.openxmlformats.org/officeDocument/2006/relationships/image" Target="../media/image144.png"/><Relationship Id="rId21" Type="http://schemas.openxmlformats.org/officeDocument/2006/relationships/image" Target="../media/image51.svg"/><Relationship Id="rId42" Type="http://schemas.openxmlformats.org/officeDocument/2006/relationships/image" Target="../media/image72.png"/><Relationship Id="rId47" Type="http://schemas.openxmlformats.org/officeDocument/2006/relationships/image" Target="../media/image77.svg"/><Relationship Id="rId63" Type="http://schemas.openxmlformats.org/officeDocument/2006/relationships/image" Target="../media/image93.svg"/><Relationship Id="rId68" Type="http://schemas.openxmlformats.org/officeDocument/2006/relationships/image" Target="../media/image98.png"/><Relationship Id="rId84" Type="http://schemas.openxmlformats.org/officeDocument/2006/relationships/image" Target="../media/image112.svg"/><Relationship Id="rId89" Type="http://schemas.openxmlformats.org/officeDocument/2006/relationships/image" Target="../media/image117.png"/><Relationship Id="rId112" Type="http://schemas.openxmlformats.org/officeDocument/2006/relationships/image" Target="../media/image139.svg"/><Relationship Id="rId133" Type="http://schemas.openxmlformats.org/officeDocument/2006/relationships/image" Target="../media/image159.png"/><Relationship Id="rId16" Type="http://schemas.openxmlformats.org/officeDocument/2006/relationships/image" Target="../media/image46.png"/><Relationship Id="rId107" Type="http://schemas.openxmlformats.org/officeDocument/2006/relationships/image" Target="../media/image134.png"/><Relationship Id="rId11" Type="http://schemas.openxmlformats.org/officeDocument/2006/relationships/image" Target="../media/image41.svg"/><Relationship Id="rId32" Type="http://schemas.openxmlformats.org/officeDocument/2006/relationships/image" Target="../media/image62.png"/><Relationship Id="rId37" Type="http://schemas.openxmlformats.org/officeDocument/2006/relationships/image" Target="../media/image67.svg"/><Relationship Id="rId53" Type="http://schemas.openxmlformats.org/officeDocument/2006/relationships/image" Target="../media/image83.svg"/><Relationship Id="rId58" Type="http://schemas.openxmlformats.org/officeDocument/2006/relationships/image" Target="../media/image88.png"/><Relationship Id="rId74" Type="http://schemas.openxmlformats.org/officeDocument/2006/relationships/image" Target="../media/image104.png"/><Relationship Id="rId79" Type="http://schemas.openxmlformats.org/officeDocument/2006/relationships/image" Target="../media/image107.png"/><Relationship Id="rId102" Type="http://schemas.openxmlformats.org/officeDocument/2006/relationships/image" Target="../media/image130.svg"/><Relationship Id="rId123" Type="http://schemas.openxmlformats.org/officeDocument/2006/relationships/image" Target="../media/image150.png"/><Relationship Id="rId128" Type="http://schemas.openxmlformats.org/officeDocument/2006/relationships/image" Target="../media/image154.svg"/><Relationship Id="rId5" Type="http://schemas.openxmlformats.org/officeDocument/2006/relationships/slide" Target="slide15.xml"/><Relationship Id="rId90" Type="http://schemas.openxmlformats.org/officeDocument/2006/relationships/image" Target="../media/image118.svg"/><Relationship Id="rId95" Type="http://schemas.openxmlformats.org/officeDocument/2006/relationships/image" Target="../media/image123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svg"/><Relationship Id="rId30" Type="http://schemas.openxmlformats.org/officeDocument/2006/relationships/image" Target="../media/image60.png"/><Relationship Id="rId35" Type="http://schemas.openxmlformats.org/officeDocument/2006/relationships/image" Target="../media/image65.svg"/><Relationship Id="rId43" Type="http://schemas.openxmlformats.org/officeDocument/2006/relationships/image" Target="../media/image73.svg"/><Relationship Id="rId48" Type="http://schemas.openxmlformats.org/officeDocument/2006/relationships/image" Target="../media/image78.png"/><Relationship Id="rId56" Type="http://schemas.openxmlformats.org/officeDocument/2006/relationships/image" Target="../media/image86.png"/><Relationship Id="rId64" Type="http://schemas.openxmlformats.org/officeDocument/2006/relationships/image" Target="../media/image94.png"/><Relationship Id="rId69" Type="http://schemas.openxmlformats.org/officeDocument/2006/relationships/image" Target="../media/image99.svg"/><Relationship Id="rId77" Type="http://schemas.openxmlformats.org/officeDocument/2006/relationships/image" Target="../media/image106.png"/><Relationship Id="rId100" Type="http://schemas.openxmlformats.org/officeDocument/2006/relationships/image" Target="../media/image128.svg"/><Relationship Id="rId105" Type="http://schemas.openxmlformats.org/officeDocument/2006/relationships/image" Target="../media/image132.png"/><Relationship Id="rId113" Type="http://schemas.openxmlformats.org/officeDocument/2006/relationships/image" Target="../media/image140.png"/><Relationship Id="rId118" Type="http://schemas.openxmlformats.org/officeDocument/2006/relationships/image" Target="../media/image145.svg"/><Relationship Id="rId126" Type="http://schemas.openxmlformats.org/officeDocument/2006/relationships/image" Target="../media/image152.png"/><Relationship Id="rId134" Type="http://schemas.openxmlformats.org/officeDocument/2006/relationships/image" Target="../media/image160.svg"/><Relationship Id="rId8" Type="http://schemas.openxmlformats.org/officeDocument/2006/relationships/image" Target="../media/image38.png"/><Relationship Id="rId51" Type="http://schemas.openxmlformats.org/officeDocument/2006/relationships/image" Target="../media/image81.svg"/><Relationship Id="rId72" Type="http://schemas.openxmlformats.org/officeDocument/2006/relationships/image" Target="../media/image102.png"/><Relationship Id="rId80" Type="http://schemas.openxmlformats.org/officeDocument/2006/relationships/image" Target="../media/image108.svg"/><Relationship Id="rId85" Type="http://schemas.openxmlformats.org/officeDocument/2006/relationships/image" Target="../media/image113.png"/><Relationship Id="rId93" Type="http://schemas.openxmlformats.org/officeDocument/2006/relationships/image" Target="../media/image121.png"/><Relationship Id="rId98" Type="http://schemas.openxmlformats.org/officeDocument/2006/relationships/image" Target="../media/image126.svg"/><Relationship Id="rId121" Type="http://schemas.openxmlformats.org/officeDocument/2006/relationships/image" Target="../media/image148.png"/><Relationship Id="rId3" Type="http://schemas.openxmlformats.org/officeDocument/2006/relationships/tags" Target="../tags/tag3.xml"/><Relationship Id="rId12" Type="http://schemas.openxmlformats.org/officeDocument/2006/relationships/image" Target="../media/image42.png"/><Relationship Id="rId17" Type="http://schemas.openxmlformats.org/officeDocument/2006/relationships/image" Target="../media/image47.svg"/><Relationship Id="rId25" Type="http://schemas.openxmlformats.org/officeDocument/2006/relationships/image" Target="../media/image55.svg"/><Relationship Id="rId33" Type="http://schemas.openxmlformats.org/officeDocument/2006/relationships/image" Target="../media/image63.svg"/><Relationship Id="rId38" Type="http://schemas.openxmlformats.org/officeDocument/2006/relationships/image" Target="../media/image68.png"/><Relationship Id="rId46" Type="http://schemas.openxmlformats.org/officeDocument/2006/relationships/image" Target="../media/image76.png"/><Relationship Id="rId59" Type="http://schemas.openxmlformats.org/officeDocument/2006/relationships/image" Target="../media/image89.svg"/><Relationship Id="rId67" Type="http://schemas.openxmlformats.org/officeDocument/2006/relationships/image" Target="../media/image97.svg"/><Relationship Id="rId103" Type="http://schemas.openxmlformats.org/officeDocument/2006/relationships/image" Target="../media/image131.png"/><Relationship Id="rId108" Type="http://schemas.openxmlformats.org/officeDocument/2006/relationships/image" Target="../media/image135.svg"/><Relationship Id="rId116" Type="http://schemas.openxmlformats.org/officeDocument/2006/relationships/image" Target="../media/image143.svg"/><Relationship Id="rId124" Type="http://schemas.openxmlformats.org/officeDocument/2006/relationships/image" Target="../media/image151.svg"/><Relationship Id="rId129" Type="http://schemas.openxmlformats.org/officeDocument/2006/relationships/image" Target="../media/image155.png"/><Relationship Id="rId20" Type="http://schemas.openxmlformats.org/officeDocument/2006/relationships/image" Target="../media/image50.png"/><Relationship Id="rId41" Type="http://schemas.openxmlformats.org/officeDocument/2006/relationships/image" Target="../media/image71.svg"/><Relationship Id="rId54" Type="http://schemas.openxmlformats.org/officeDocument/2006/relationships/image" Target="../media/image84.png"/><Relationship Id="rId62" Type="http://schemas.openxmlformats.org/officeDocument/2006/relationships/image" Target="../media/image92.png"/><Relationship Id="rId70" Type="http://schemas.openxmlformats.org/officeDocument/2006/relationships/image" Target="../media/image100.png"/><Relationship Id="rId75" Type="http://schemas.openxmlformats.org/officeDocument/2006/relationships/image" Target="../media/image105.svg"/><Relationship Id="rId83" Type="http://schemas.openxmlformats.org/officeDocument/2006/relationships/image" Target="../media/image111.png"/><Relationship Id="rId88" Type="http://schemas.openxmlformats.org/officeDocument/2006/relationships/image" Target="../media/image116.svg"/><Relationship Id="rId91" Type="http://schemas.openxmlformats.org/officeDocument/2006/relationships/image" Target="../media/image119.png"/><Relationship Id="rId96" Type="http://schemas.openxmlformats.org/officeDocument/2006/relationships/image" Target="../media/image124.svg"/><Relationship Id="rId111" Type="http://schemas.openxmlformats.org/officeDocument/2006/relationships/image" Target="../media/image138.png"/><Relationship Id="rId132" Type="http://schemas.openxmlformats.org/officeDocument/2006/relationships/image" Target="../media/image158.svg"/><Relationship Id="rId1" Type="http://schemas.openxmlformats.org/officeDocument/2006/relationships/tags" Target="../tags/tag1.xml"/><Relationship Id="rId6" Type="http://schemas.openxmlformats.org/officeDocument/2006/relationships/image" Target="../media/image36.png"/><Relationship Id="rId15" Type="http://schemas.openxmlformats.org/officeDocument/2006/relationships/image" Target="../media/image45.svg"/><Relationship Id="rId23" Type="http://schemas.openxmlformats.org/officeDocument/2006/relationships/image" Target="../media/image53.svg"/><Relationship Id="rId28" Type="http://schemas.openxmlformats.org/officeDocument/2006/relationships/image" Target="../media/image58.png"/><Relationship Id="rId36" Type="http://schemas.openxmlformats.org/officeDocument/2006/relationships/image" Target="../media/image66.png"/><Relationship Id="rId49" Type="http://schemas.openxmlformats.org/officeDocument/2006/relationships/image" Target="../media/image79.svg"/><Relationship Id="rId57" Type="http://schemas.openxmlformats.org/officeDocument/2006/relationships/image" Target="../media/image87.svg"/><Relationship Id="rId106" Type="http://schemas.openxmlformats.org/officeDocument/2006/relationships/image" Target="../media/image133.svg"/><Relationship Id="rId114" Type="http://schemas.openxmlformats.org/officeDocument/2006/relationships/image" Target="../media/image141.svg"/><Relationship Id="rId119" Type="http://schemas.openxmlformats.org/officeDocument/2006/relationships/image" Target="../media/image146.png"/><Relationship Id="rId127" Type="http://schemas.openxmlformats.org/officeDocument/2006/relationships/image" Target="../media/image153.png"/><Relationship Id="rId10" Type="http://schemas.openxmlformats.org/officeDocument/2006/relationships/image" Target="../media/image40.png"/><Relationship Id="rId31" Type="http://schemas.openxmlformats.org/officeDocument/2006/relationships/image" Target="../media/image61.svg"/><Relationship Id="rId44" Type="http://schemas.openxmlformats.org/officeDocument/2006/relationships/image" Target="../media/image74.png"/><Relationship Id="rId52" Type="http://schemas.openxmlformats.org/officeDocument/2006/relationships/image" Target="../media/image82.png"/><Relationship Id="rId60" Type="http://schemas.openxmlformats.org/officeDocument/2006/relationships/image" Target="../media/image90.png"/><Relationship Id="rId65" Type="http://schemas.openxmlformats.org/officeDocument/2006/relationships/image" Target="../media/image95.svg"/><Relationship Id="rId73" Type="http://schemas.openxmlformats.org/officeDocument/2006/relationships/image" Target="../media/image103.svg"/><Relationship Id="rId78" Type="http://schemas.microsoft.com/office/2007/relationships/hdphoto" Target="../media/hdphoto3.wdp"/><Relationship Id="rId81" Type="http://schemas.openxmlformats.org/officeDocument/2006/relationships/image" Target="../media/image109.png"/><Relationship Id="rId86" Type="http://schemas.openxmlformats.org/officeDocument/2006/relationships/image" Target="../media/image114.svg"/><Relationship Id="rId94" Type="http://schemas.openxmlformats.org/officeDocument/2006/relationships/image" Target="../media/image122.svg"/><Relationship Id="rId99" Type="http://schemas.openxmlformats.org/officeDocument/2006/relationships/image" Target="../media/image127.png"/><Relationship Id="rId101" Type="http://schemas.openxmlformats.org/officeDocument/2006/relationships/image" Target="../media/image129.png"/><Relationship Id="rId122" Type="http://schemas.openxmlformats.org/officeDocument/2006/relationships/image" Target="../media/image149.svg"/><Relationship Id="rId130" Type="http://schemas.openxmlformats.org/officeDocument/2006/relationships/image" Target="../media/image156.svg"/><Relationship Id="rId135" Type="http://schemas.openxmlformats.org/officeDocument/2006/relationships/image" Target="../media/image161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39.svg"/><Relationship Id="rId13" Type="http://schemas.openxmlformats.org/officeDocument/2006/relationships/image" Target="../media/image43.svg"/><Relationship Id="rId18" Type="http://schemas.openxmlformats.org/officeDocument/2006/relationships/image" Target="../media/image48.png"/><Relationship Id="rId39" Type="http://schemas.openxmlformats.org/officeDocument/2006/relationships/image" Target="../media/image69.svg"/><Relationship Id="rId109" Type="http://schemas.openxmlformats.org/officeDocument/2006/relationships/image" Target="../media/image136.png"/><Relationship Id="rId34" Type="http://schemas.openxmlformats.org/officeDocument/2006/relationships/image" Target="../media/image64.png"/><Relationship Id="rId50" Type="http://schemas.openxmlformats.org/officeDocument/2006/relationships/image" Target="../media/image80.png"/><Relationship Id="rId55" Type="http://schemas.openxmlformats.org/officeDocument/2006/relationships/image" Target="../media/image85.svg"/><Relationship Id="rId76" Type="http://schemas.openxmlformats.org/officeDocument/2006/relationships/image" Target="../media/image1.gif"/><Relationship Id="rId97" Type="http://schemas.openxmlformats.org/officeDocument/2006/relationships/image" Target="../media/image125.png"/><Relationship Id="rId104" Type="http://schemas.microsoft.com/office/2007/relationships/hdphoto" Target="../media/hdphoto4.wdp"/><Relationship Id="rId120" Type="http://schemas.openxmlformats.org/officeDocument/2006/relationships/image" Target="../media/image147.svg"/><Relationship Id="rId125" Type="http://schemas.openxmlformats.org/officeDocument/2006/relationships/image" Target="../media/image10.png"/><Relationship Id="rId7" Type="http://schemas.openxmlformats.org/officeDocument/2006/relationships/image" Target="../media/image37.svg"/><Relationship Id="rId71" Type="http://schemas.openxmlformats.org/officeDocument/2006/relationships/image" Target="../media/image101.svg"/><Relationship Id="rId92" Type="http://schemas.openxmlformats.org/officeDocument/2006/relationships/image" Target="../media/image120.svg"/><Relationship Id="rId2" Type="http://schemas.openxmlformats.org/officeDocument/2006/relationships/tags" Target="../tags/tag2.xml"/><Relationship Id="rId29" Type="http://schemas.openxmlformats.org/officeDocument/2006/relationships/image" Target="../media/image59.svg"/><Relationship Id="rId24" Type="http://schemas.openxmlformats.org/officeDocument/2006/relationships/image" Target="../media/image54.png"/><Relationship Id="rId40" Type="http://schemas.openxmlformats.org/officeDocument/2006/relationships/image" Target="../media/image70.png"/><Relationship Id="rId45" Type="http://schemas.openxmlformats.org/officeDocument/2006/relationships/image" Target="../media/image75.svg"/><Relationship Id="rId66" Type="http://schemas.openxmlformats.org/officeDocument/2006/relationships/image" Target="../media/image96.png"/><Relationship Id="rId87" Type="http://schemas.openxmlformats.org/officeDocument/2006/relationships/image" Target="../media/image115.png"/><Relationship Id="rId110" Type="http://schemas.openxmlformats.org/officeDocument/2006/relationships/image" Target="../media/image137.svg"/><Relationship Id="rId115" Type="http://schemas.openxmlformats.org/officeDocument/2006/relationships/image" Target="../media/image142.png"/><Relationship Id="rId131" Type="http://schemas.openxmlformats.org/officeDocument/2006/relationships/image" Target="../media/image157.png"/><Relationship Id="rId61" Type="http://schemas.openxmlformats.org/officeDocument/2006/relationships/image" Target="../media/image91.svg"/><Relationship Id="rId82" Type="http://schemas.openxmlformats.org/officeDocument/2006/relationships/image" Target="../media/image110.svg"/><Relationship Id="rId19" Type="http://schemas.openxmlformats.org/officeDocument/2006/relationships/image" Target="../media/image4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27.png"/><Relationship Id="rId3" Type="http://schemas.openxmlformats.org/officeDocument/2006/relationships/slide" Target="slide16.xml"/><Relationship Id="rId7" Type="http://schemas.openxmlformats.org/officeDocument/2006/relationships/slide" Target="slide22.xml"/><Relationship Id="rId12" Type="http://schemas.openxmlformats.org/officeDocument/2006/relationships/slide" Target="slide3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11" Type="http://schemas.openxmlformats.org/officeDocument/2006/relationships/image" Target="../media/image133.svg"/><Relationship Id="rId5" Type="http://schemas.openxmlformats.org/officeDocument/2006/relationships/image" Target="../media/image48.png"/><Relationship Id="rId10" Type="http://schemas.openxmlformats.org/officeDocument/2006/relationships/image" Target="../media/image132.png"/><Relationship Id="rId4" Type="http://schemas.openxmlformats.org/officeDocument/2006/relationships/slide" Target="slide14.xml"/><Relationship Id="rId9" Type="http://schemas.openxmlformats.org/officeDocument/2006/relationships/slide" Target="slide21.xml"/><Relationship Id="rId14" Type="http://schemas.openxmlformats.org/officeDocument/2006/relationships/image" Target="../media/image12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image" Target="../media/image3.jpeg"/><Relationship Id="rId7" Type="http://schemas.openxmlformats.org/officeDocument/2006/relationships/slide" Target="slide21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slide" Target="slide17.xml"/><Relationship Id="rId4" Type="http://schemas.openxmlformats.org/officeDocument/2006/relationships/slide" Target="slide14.xml"/><Relationship Id="rId9" Type="http://schemas.openxmlformats.org/officeDocument/2006/relationships/slide" Target="slide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7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5" Type="http://schemas.openxmlformats.org/officeDocument/2006/relationships/slide" Target="slide18.xml"/><Relationship Id="rId4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3" Type="http://schemas.openxmlformats.org/officeDocument/2006/relationships/slide" Target="slide15.xml"/><Relationship Id="rId7" Type="http://schemas.openxmlformats.org/officeDocument/2006/relationships/image" Target="../media/image152.png"/><Relationship Id="rId12" Type="http://schemas.openxmlformats.org/officeDocument/2006/relationships/image" Target="../media/image41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26.xml"/><Relationship Id="rId11" Type="http://schemas.openxmlformats.org/officeDocument/2006/relationships/image" Target="../media/image40.png"/><Relationship Id="rId5" Type="http://schemas.openxmlformats.org/officeDocument/2006/relationships/image" Target="../media/image19.png"/><Relationship Id="rId10" Type="http://schemas.openxmlformats.org/officeDocument/2006/relationships/slide" Target="slide36.xml"/><Relationship Id="rId4" Type="http://schemas.openxmlformats.org/officeDocument/2006/relationships/slide" Target="slide22.xml"/><Relationship Id="rId9" Type="http://schemas.openxmlformats.org/officeDocument/2006/relationships/image" Target="../media/image1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slide" Target="slide15.xml"/><Relationship Id="rId7" Type="http://schemas.openxmlformats.org/officeDocument/2006/relationships/slide" Target="slide2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svg"/><Relationship Id="rId5" Type="http://schemas.openxmlformats.org/officeDocument/2006/relationships/image" Target="../media/image159.png"/><Relationship Id="rId4" Type="http://schemas.openxmlformats.org/officeDocument/2006/relationships/slide" Target="slide11.xml"/><Relationship Id="rId9" Type="http://schemas.openxmlformats.org/officeDocument/2006/relationships/image" Target="../media/image6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7" Type="http://schemas.openxmlformats.org/officeDocument/2006/relationships/slide" Target="slide1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slide" Target="slide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slide" Target="slide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slide" Target="slide29.xml"/><Relationship Id="rId4" Type="http://schemas.openxmlformats.org/officeDocument/2006/relationships/slide" Target="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slide" Target="slide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slide" Target="slide30.xml"/><Relationship Id="rId4" Type="http://schemas.openxmlformats.org/officeDocument/2006/relationships/slide" Target="slide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1.png"/><Relationship Id="rId4" Type="http://schemas.openxmlformats.org/officeDocument/2006/relationships/slide" Target="slide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131.png"/><Relationship Id="rId4" Type="http://schemas.openxmlformats.org/officeDocument/2006/relationships/slide" Target="slide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gif"/><Relationship Id="rId4" Type="http://schemas.openxmlformats.org/officeDocument/2006/relationships/slide" Target="slide3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1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69118C-8D7F-4028-BDCF-EAB4E586B6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9A099C4F-B30B-4795-9CA5-5C2EFC915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128" y="3728746"/>
            <a:ext cx="1641743" cy="286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CDBFF1-80F4-4381-9DDB-BEDAB69D4C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452" y="2587786"/>
            <a:ext cx="701094" cy="7010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DDCFBD-5243-48A8-AFE0-EBBCDA255616}"/>
              </a:ext>
            </a:extLst>
          </p:cNvPr>
          <p:cNvSpPr txBox="1"/>
          <p:nvPr/>
        </p:nvSpPr>
        <p:spPr>
          <a:xfrm>
            <a:off x="-1" y="6488668"/>
            <a:ext cx="3446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2020 Szymon Mochort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D55ACA-DED5-4F5E-BE04-D97C11690E10}"/>
              </a:ext>
            </a:extLst>
          </p:cNvPr>
          <p:cNvSpPr txBox="1"/>
          <p:nvPr/>
        </p:nvSpPr>
        <p:spPr>
          <a:xfrm>
            <a:off x="0" y="0"/>
            <a:ext cx="251241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BIOS date: 28/08/2020</a:t>
            </a:r>
          </a:p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BIOS version: 1.01</a:t>
            </a:r>
          </a:p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BIOS type: legacy</a:t>
            </a:r>
          </a:p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BIOS mode: locked out</a:t>
            </a:r>
          </a:p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BIOS password: set</a:t>
            </a:r>
          </a:p>
          <a:p>
            <a:pPr algn="l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l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Windos 7 Alpha</a:t>
            </a:r>
          </a:p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Boot status is ON</a:t>
            </a:r>
          </a:p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OS is unstable</a:t>
            </a:r>
          </a:p>
          <a:p>
            <a:pPr algn="l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845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729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249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95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EDGE-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294E36-009E-48B8-96BC-BC2E7B54ACDD}"/>
              </a:ext>
            </a:extLst>
          </p:cNvPr>
          <p:cNvSpPr/>
          <p:nvPr/>
        </p:nvSpPr>
        <p:spPr>
          <a:xfrm>
            <a:off x="-20" y="6358270"/>
            <a:ext cx="12192000" cy="49973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/>
              </a:rPr>
              <a:t>Home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***extensions***help***CMD***insider***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/>
              </a:rPr>
              <a:t>exit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92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INSIDER-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3E0A33-33F4-4100-A90D-E621B19900E8}"/>
              </a:ext>
            </a:extLst>
          </p:cNvPr>
          <p:cNvSpPr/>
          <p:nvPr/>
        </p:nvSpPr>
        <p:spPr>
          <a:xfrm>
            <a:off x="-20" y="635827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/>
              </a:rPr>
              <a:t>Home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***extensions***help***CMD***EDGE***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/>
              </a:rPr>
              <a:t>exit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373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96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2524046"/>
            <a:ext cx="7538484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6639429" y="252404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2918731"/>
            <a:ext cx="7538484" cy="3937988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326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52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5524D8-7C27-4F3A-BD24-24B27B65CA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522" y="4468811"/>
            <a:ext cx="4396955" cy="76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92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Access denied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You have been denied access. 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207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LEGACYICONS.DLL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4106D9-5FA8-47EC-A4B1-81F16847E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F5B1FA-720B-4069-BB9E-21809407F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7" y="435667"/>
            <a:ext cx="398146" cy="3981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912D1C-665D-4E7C-8EB1-5B5425C9D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25" y="514082"/>
            <a:ext cx="425302" cy="4253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74F2AD-3319-463F-BED1-B3932DBB03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63" y="560158"/>
            <a:ext cx="425302" cy="4253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B40DB9-520E-4177-BE10-43D7B27458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97" y="686860"/>
            <a:ext cx="425303" cy="4253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8BB1A4-2282-4F0E-83AF-E4049B6F27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943" y="503429"/>
            <a:ext cx="425303" cy="4253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A14429-729D-40F0-8423-E80339E4D0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02" y="1229047"/>
            <a:ext cx="457200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38CCE95-2138-4A39-B7F8-8C7A16DFDF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245" y="560158"/>
            <a:ext cx="528506" cy="5285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6B5A73-3B25-4169-A2A0-619B456E5B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364" y="668462"/>
            <a:ext cx="457200" cy="457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9ADDD5E-88B2-47B8-A630-6B819B347D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9" y="1411650"/>
            <a:ext cx="304800" cy="30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9C3E05F-6503-45A1-B85F-55F3384D9C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4" y="1524763"/>
            <a:ext cx="228600" cy="2286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8F7DC4F-F296-4515-AF9D-7070730A189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1" y="1229047"/>
            <a:ext cx="457200" cy="4572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0448AEE-6789-49AB-A4CA-9465C6FC2AC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836" y="687925"/>
            <a:ext cx="457201" cy="45720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DF7DE56-6BEC-47CD-8334-E960EEE78D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157" y="703873"/>
            <a:ext cx="425303" cy="42530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2E49BE4-2E4C-4D48-B0E8-F99A906E4A1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52" y="1596391"/>
            <a:ext cx="457200" cy="4572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58AE246-6AF8-4A30-95A0-60F7AD29EE4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9" y="1587229"/>
            <a:ext cx="228600" cy="2286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DC9840B-5F24-4AE3-950E-E8B13FAA9F0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654" y="634559"/>
            <a:ext cx="609600" cy="6096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17257AA-0A52-41D6-8973-0A11D0A1F38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11650"/>
            <a:ext cx="457200" cy="4572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7D54654-DD6E-4FC5-ACDD-D1C3189522B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712" y="572474"/>
            <a:ext cx="457200" cy="4572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B25AE71-3473-44EC-9CBA-65FD31AD296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4" y="1290194"/>
            <a:ext cx="365051" cy="36505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6137BCD-B782-480F-8430-7A255404926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4" y="551475"/>
            <a:ext cx="365051" cy="36505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5756A03-A63E-40FA-9238-9EA8CA00A0C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30" y="1524763"/>
            <a:ext cx="457200" cy="4572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69AC667-0779-4FD8-855B-C5334DA0B81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377" y="1577120"/>
            <a:ext cx="495742" cy="49574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8C44E40-96AC-4A13-ABA7-4E3210D46A1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827" y="671830"/>
            <a:ext cx="419100" cy="4191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478E9AF-895B-42A3-8580-75940985ECB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00" y="1233698"/>
            <a:ext cx="582131" cy="58213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7FF20D46-F229-4F4C-A6BD-F560C66B925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441" y="1412535"/>
            <a:ext cx="360178" cy="36017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4F236EC-FB9F-413F-B2B1-AC20AA31AA5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94" y="1413800"/>
            <a:ext cx="358913" cy="358913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76E7CBA-4975-417F-88B2-18C402F6C90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56" y="697266"/>
            <a:ext cx="467203" cy="46720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B5CFFC4-2F3C-4A2F-88B6-3656FD25A9B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06818" y="742579"/>
            <a:ext cx="405768" cy="39361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AAE8FA3-C548-4E2F-B860-A5369E77DAC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90743" y="793460"/>
            <a:ext cx="405768" cy="365051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5721D4F-27C9-4ABD-B8B7-EB45BAC7D68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464" y="764126"/>
            <a:ext cx="304800" cy="3048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9E5F1895-A34F-4267-B283-47154315B64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430149" y="727213"/>
            <a:ext cx="476692" cy="47669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D87253EC-5B50-4EBB-BAD7-D9FD3214863A}"/>
              </a:ext>
            </a:extLst>
          </p:cNvPr>
          <p:cNvPicPr>
            <a:picLocks noChangeAspect="1"/>
          </p:cNvPicPr>
          <p:nvPr/>
        </p:nvPicPr>
        <p:blipFill>
          <a:blip r:embed="rId36">
            <a:duotone>
              <a:prstClr val="black"/>
              <a:srgbClr val="40831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446" y="552508"/>
            <a:ext cx="502309" cy="4971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C8FFEF-05A8-44C8-A1A8-B347AF07C97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611" y="1607114"/>
            <a:ext cx="331197" cy="33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817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ICONS.DLL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17F762-43E3-468E-B888-DDB25385F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1E5C730-FD83-4DDB-9E49-73F98ABB30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4278" y="671032"/>
            <a:ext cx="457200" cy="457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92B3B75-D681-4619-9508-C95D60D5DE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47220" y="610336"/>
            <a:ext cx="448340" cy="44834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AA092CF-3907-449B-B1AC-F6AD83D940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62417" y="671032"/>
            <a:ext cx="457200" cy="4572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FAD147B-30ED-4F57-903F-5B9FBB3E606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06534" y="671032"/>
            <a:ext cx="406373" cy="40637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0B35295-F0DB-4982-B3B6-BE67644966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50916" y="709921"/>
            <a:ext cx="476692" cy="47669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A7DECA7-569E-4E34-882A-F394F14C0AE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37061" y="540698"/>
            <a:ext cx="536707" cy="53670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012C02C0-B4B1-427B-B988-26286981BD3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71390" y="604509"/>
            <a:ext cx="476692" cy="476692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DA40C61-8400-47CD-8BB0-954B94F5DCA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23132" y="676524"/>
            <a:ext cx="497003" cy="49700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E00A6A34-D9EB-4A0B-B943-6CD69EA4C71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945704" y="621690"/>
            <a:ext cx="555884" cy="55588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64A5DE7-050F-44D3-8037-C99D99CA2DC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577628" y="671736"/>
            <a:ext cx="476692" cy="47669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EAE73B6-2C48-4320-B253-96E1925E2FB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34848" y="1288373"/>
            <a:ext cx="476692" cy="47669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E466389-8A3D-49ED-B7B3-2ED483B4159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019274" y="703594"/>
            <a:ext cx="425303" cy="425303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536F0787-03A0-46E5-A45E-FE569029F46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287154" y="646972"/>
            <a:ext cx="555884" cy="55588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0027C76F-0D71-4E0F-A1CE-B55FB279E07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694486" y="703594"/>
            <a:ext cx="476692" cy="476692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EA3FEF7F-AABF-4899-AE53-22E1DB58031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83321" y="1236697"/>
            <a:ext cx="555884" cy="55588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B9634BE5-C4C9-4269-8170-27002B1F882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68467" y="1315889"/>
            <a:ext cx="476692" cy="476692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CDB4C5E9-307E-4343-876E-7437FBFFA2D4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994788" y="1315889"/>
            <a:ext cx="505662" cy="505662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A0DA28C-DBC9-42BE-9A15-CA272192C75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672283" y="1334512"/>
            <a:ext cx="425303" cy="425303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D05A27B6-D5D0-4DB9-927D-D08B912C53D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737525" y="1308816"/>
            <a:ext cx="476692" cy="476692"/>
          </a:xfrm>
          <a:prstGeom prst="rect">
            <a:avLst/>
          </a:prstGeom>
        </p:spPr>
      </p:pic>
      <p:pic>
        <p:nvPicPr>
          <p:cNvPr id="47" name="Graphic 46" descr="Optical disc">
            <a:extLst>
              <a:ext uri="{FF2B5EF4-FFF2-40B4-BE49-F238E27FC236}">
                <a16:creationId xmlns:a16="http://schemas.microsoft.com/office/drawing/2014/main" id="{9445E3CA-9629-4400-B660-85DD21C7636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520890" y="1239705"/>
            <a:ext cx="476692" cy="476692"/>
          </a:xfrm>
          <a:prstGeom prst="rect">
            <a:avLst/>
          </a:prstGeom>
        </p:spPr>
      </p:pic>
      <p:pic>
        <p:nvPicPr>
          <p:cNvPr id="49" name="Graphic 48" descr="Music">
            <a:extLst>
              <a:ext uri="{FF2B5EF4-FFF2-40B4-BE49-F238E27FC236}">
                <a16:creationId xmlns:a16="http://schemas.microsoft.com/office/drawing/2014/main" id="{66D24297-C9E0-42F0-8AB1-FAF47D61986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084152" y="1160642"/>
            <a:ext cx="555884" cy="555884"/>
          </a:xfrm>
          <a:prstGeom prst="rect">
            <a:avLst/>
          </a:prstGeom>
        </p:spPr>
      </p:pic>
      <p:pic>
        <p:nvPicPr>
          <p:cNvPr id="51" name="Graphic 50" descr="Flip calendar">
            <a:extLst>
              <a:ext uri="{FF2B5EF4-FFF2-40B4-BE49-F238E27FC236}">
                <a16:creationId xmlns:a16="http://schemas.microsoft.com/office/drawing/2014/main" id="{B9C0E764-09CA-40D9-923B-E5E644BF1E0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747588" y="1236697"/>
            <a:ext cx="451354" cy="451354"/>
          </a:xfrm>
          <a:prstGeom prst="rect">
            <a:avLst/>
          </a:prstGeom>
        </p:spPr>
      </p:pic>
      <p:pic>
        <p:nvPicPr>
          <p:cNvPr id="53" name="Graphic 52" descr="Wi Fi">
            <a:extLst>
              <a:ext uri="{FF2B5EF4-FFF2-40B4-BE49-F238E27FC236}">
                <a16:creationId xmlns:a16="http://schemas.microsoft.com/office/drawing/2014/main" id="{AF928D92-EF08-4C11-BFBC-BB083802BA68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306494" y="1077405"/>
            <a:ext cx="555884" cy="555884"/>
          </a:xfrm>
          <a:prstGeom prst="rect">
            <a:avLst/>
          </a:prstGeom>
        </p:spPr>
      </p:pic>
      <p:pic>
        <p:nvPicPr>
          <p:cNvPr id="55" name="Graphic 54" descr="Map with pin">
            <a:extLst>
              <a:ext uri="{FF2B5EF4-FFF2-40B4-BE49-F238E27FC236}">
                <a16:creationId xmlns:a16="http://schemas.microsoft.com/office/drawing/2014/main" id="{7E6540C2-C598-4F85-8FDF-208E625CE509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893496" y="1126284"/>
            <a:ext cx="470482" cy="470482"/>
          </a:xfrm>
          <a:prstGeom prst="rect">
            <a:avLst/>
          </a:prstGeom>
        </p:spPr>
      </p:pic>
      <p:pic>
        <p:nvPicPr>
          <p:cNvPr id="57" name="Graphic 56" descr="Chevron arrows RTL">
            <a:extLst>
              <a:ext uri="{FF2B5EF4-FFF2-40B4-BE49-F238E27FC236}">
                <a16:creationId xmlns:a16="http://schemas.microsoft.com/office/drawing/2014/main" id="{1E530886-1DDA-4035-8E87-FD5B221F736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663515" y="1188549"/>
            <a:ext cx="425303" cy="425303"/>
          </a:xfrm>
          <a:prstGeom prst="rect">
            <a:avLst/>
          </a:prstGeom>
        </p:spPr>
      </p:pic>
      <p:pic>
        <p:nvPicPr>
          <p:cNvPr id="59" name="Graphic 58" descr="Unlock">
            <a:extLst>
              <a:ext uri="{FF2B5EF4-FFF2-40B4-BE49-F238E27FC236}">
                <a16:creationId xmlns:a16="http://schemas.microsoft.com/office/drawing/2014/main" id="{FDE66B6A-10C6-4CAE-8C42-AE7440E357DB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423132" y="1148428"/>
            <a:ext cx="476692" cy="476692"/>
          </a:xfrm>
          <a:prstGeom prst="rect">
            <a:avLst/>
          </a:prstGeom>
        </p:spPr>
      </p:pic>
      <p:pic>
        <p:nvPicPr>
          <p:cNvPr id="61" name="Graphic 60" descr="Irritant">
            <a:extLst>
              <a:ext uri="{FF2B5EF4-FFF2-40B4-BE49-F238E27FC236}">
                <a16:creationId xmlns:a16="http://schemas.microsoft.com/office/drawing/2014/main" id="{A1F1F017-2B6C-4FD8-AF2E-5B946C94DA3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9132862" y="1148428"/>
            <a:ext cx="476692" cy="476692"/>
          </a:xfrm>
          <a:prstGeom prst="rect">
            <a:avLst/>
          </a:prstGeom>
        </p:spPr>
      </p:pic>
      <p:pic>
        <p:nvPicPr>
          <p:cNvPr id="63" name="Graphic 62" descr="Computer">
            <a:extLst>
              <a:ext uri="{FF2B5EF4-FFF2-40B4-BE49-F238E27FC236}">
                <a16:creationId xmlns:a16="http://schemas.microsoft.com/office/drawing/2014/main" id="{7AF8C524-C4EF-4E8C-933E-199EC832DD25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9884877" y="1124012"/>
            <a:ext cx="425303" cy="425303"/>
          </a:xfrm>
          <a:prstGeom prst="rect">
            <a:avLst/>
          </a:prstGeom>
        </p:spPr>
      </p:pic>
      <p:pic>
        <p:nvPicPr>
          <p:cNvPr id="65" name="Graphic 64" descr="Processor">
            <a:extLst>
              <a:ext uri="{FF2B5EF4-FFF2-40B4-BE49-F238E27FC236}">
                <a16:creationId xmlns:a16="http://schemas.microsoft.com/office/drawing/2014/main" id="{190495C0-C0BA-48C1-B8AC-75E0D3860471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579301" y="1155867"/>
            <a:ext cx="425303" cy="425303"/>
          </a:xfrm>
          <a:prstGeom prst="rect">
            <a:avLst/>
          </a:prstGeom>
        </p:spPr>
      </p:pic>
      <p:pic>
        <p:nvPicPr>
          <p:cNvPr id="67" name="Graphic 66" descr="Web cam">
            <a:extLst>
              <a:ext uri="{FF2B5EF4-FFF2-40B4-BE49-F238E27FC236}">
                <a16:creationId xmlns:a16="http://schemas.microsoft.com/office/drawing/2014/main" id="{81D53223-75EE-413B-B9E0-3F9E45B40005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1169171" y="1155867"/>
            <a:ext cx="476692" cy="476692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5F9C4752-4C1D-4EB7-9EA8-3F6CB3367F07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8081735" y="641369"/>
            <a:ext cx="417307" cy="417307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1E382CFE-1DED-474C-A3F7-018C56E71203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1444865" y="603352"/>
            <a:ext cx="467203" cy="46720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1181DFF0-3991-429F-B723-707F48847FDF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6441800" y="621690"/>
            <a:ext cx="476692" cy="476692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3BA410E4-DBC7-4D02-AA1C-4D56638594A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7305315" y="624267"/>
            <a:ext cx="476692" cy="476692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F86A5049-E385-4CF0-845E-91F9D0EF5142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8977591" y="672230"/>
            <a:ext cx="476692" cy="476692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649239CB-84FB-496B-AAAE-3099A02F8110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84" y="2271736"/>
            <a:ext cx="1641743" cy="28665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D8339089-DB5C-4D01-9D9F-CE6F6B3572FA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389" b="98611" l="5556" r="88889">
                        <a14:foregroundMark x1="45737" y1="7041" x2="11111" y2="41667"/>
                        <a14:foregroundMark x1="35376" y1="87500" x2="36111" y2="88889"/>
                        <a14:foregroundMark x1="34641" y1="86111" x2="35376" y2="87500"/>
                        <a14:foregroundMark x1="11111" y1="41667" x2="34641" y2="86111"/>
                        <a14:foregroundMark x1="41513" y1="86111" x2="84722" y2="63889"/>
                        <a14:foregroundMark x1="38812" y1="87500" x2="41513" y2="86111"/>
                        <a14:foregroundMark x1="36111" y1="88889" x2="38812" y2="87500"/>
                        <a14:foregroundMark x1="84722" y1="25000" x2="84722" y2="11111"/>
                        <a14:foregroundMark x1="84722" y1="26389" x2="84722" y2="25000"/>
                        <a14:foregroundMark x1="84722" y1="27778" x2="84722" y2="26389"/>
                        <a14:foregroundMark x1="84722" y1="33333" x2="84722" y2="30556"/>
                        <a14:foregroundMark x1="84722" y1="63889" x2="84722" y2="33333"/>
                        <a14:foregroundMark x1="75692" y1="9722" x2="70706" y2="8955"/>
                        <a14:foregroundMark x1="84722" y1="11111" x2="75692" y2="9722"/>
                        <a14:foregroundMark x1="22222" y1="43056" x2="19444" y2="40278"/>
                        <a14:foregroundMark x1="26389" y1="37500" x2="26389" y2="37500"/>
                        <a14:foregroundMark x1="31944" y1="33333" x2="31944" y2="33333"/>
                        <a14:foregroundMark x1="38889" y1="29167" x2="38889" y2="29167"/>
                        <a14:foregroundMark x1="44444" y1="22222" x2="44444" y2="22222"/>
                        <a14:foregroundMark x1="51389" y1="16667" x2="51389" y2="16667"/>
                        <a14:foregroundMark x1="48611" y1="5556" x2="48611" y2="5556"/>
                        <a14:foregroundMark x1="51389" y1="4167" x2="51389" y2="4167"/>
                        <a14:foregroundMark x1="51389" y1="4167" x2="51389" y2="4167"/>
                        <a14:foregroundMark x1="51389" y1="1389" x2="51389" y2="1389"/>
                        <a14:foregroundMark x1="50000" y1="2778" x2="50000" y2="2778"/>
                        <a14:foregroundMark x1="50000" y1="98611" x2="50000" y2="98611"/>
                        <a14:backgroundMark x1="66670" y1="5556" x2="72222" y2="6944"/>
                        <a14:backgroundMark x1="61113" y1="4167" x2="66670" y2="5556"/>
                        <a14:backgroundMark x1="55557" y1="2778" x2="61113" y2="4167"/>
                        <a14:backgroundMark x1="50000" y1="1389" x2="55557" y2="2778"/>
                        <a14:backgroundMark x1="70833" y1="12500" x2="70833" y2="8333"/>
                        <a14:backgroundMark x1="75000" y1="9722" x2="75000" y2="9722"/>
                        <a14:backgroundMark x1="72222" y1="9722" x2="72222" y2="9722"/>
                        <a14:backgroundMark x1="79167" y1="8333" x2="79167" y2="8333"/>
                        <a14:backgroundMark x1="83333" y1="29167" x2="83333" y2="29167"/>
                        <a14:backgroundMark x1="83333" y1="26389" x2="83333" y2="26389"/>
                        <a14:backgroundMark x1="84722" y1="27778" x2="84722" y2="27778"/>
                        <a14:backgroundMark x1="84722" y1="27778" x2="84722" y2="30556"/>
                        <a14:backgroundMark x1="84722" y1="26389" x2="84722" y2="26389"/>
                        <a14:backgroundMark x1="84722" y1="25000" x2="84722" y2="25000"/>
                        <a14:backgroundMark x1="84722" y1="33333" x2="84722" y2="33333"/>
                        <a14:backgroundMark x1="33333" y1="88889" x2="33333" y2="88889"/>
                        <a14:backgroundMark x1="34722" y1="88889" x2="34722" y2="88889"/>
                        <a14:backgroundMark x1="36111" y1="90278" x2="36111" y2="90278"/>
                        <a14:backgroundMark x1="33333" y1="87500" x2="33333" y2="87500"/>
                        <a14:backgroundMark x1="33333" y1="86111" x2="33333" y2="86111"/>
                        <a14:backgroundMark x1="37500" y1="88889" x2="37500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720" y="2242041"/>
            <a:ext cx="316349" cy="316349"/>
          </a:xfrm>
          <a:prstGeom prst="rect">
            <a:avLst/>
          </a:prstGeom>
        </p:spPr>
      </p:pic>
      <p:pic>
        <p:nvPicPr>
          <p:cNvPr id="87" name="Graphic 86" descr="Printer">
            <a:extLst>
              <a:ext uri="{FF2B5EF4-FFF2-40B4-BE49-F238E27FC236}">
                <a16:creationId xmlns:a16="http://schemas.microsoft.com/office/drawing/2014/main" id="{3844D3ED-1C22-4CE4-A705-D468FBF5696C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4334055" y="1957863"/>
            <a:ext cx="476692" cy="476692"/>
          </a:xfrm>
          <a:prstGeom prst="rect">
            <a:avLst/>
          </a:prstGeom>
        </p:spPr>
      </p:pic>
      <p:pic>
        <p:nvPicPr>
          <p:cNvPr id="89" name="Graphic 88" descr="Television">
            <a:extLst>
              <a:ext uri="{FF2B5EF4-FFF2-40B4-BE49-F238E27FC236}">
                <a16:creationId xmlns:a16="http://schemas.microsoft.com/office/drawing/2014/main" id="{E4066901-6E42-4504-827F-CAC786827457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5123748" y="2033390"/>
            <a:ext cx="476692" cy="476692"/>
          </a:xfrm>
          <a:prstGeom prst="rect">
            <a:avLst/>
          </a:prstGeom>
        </p:spPr>
      </p:pic>
      <p:pic>
        <p:nvPicPr>
          <p:cNvPr id="91" name="Graphic 90" descr="Single gear">
            <a:extLst>
              <a:ext uri="{FF2B5EF4-FFF2-40B4-BE49-F238E27FC236}">
                <a16:creationId xmlns:a16="http://schemas.microsoft.com/office/drawing/2014/main" id="{07CA1B1C-B2F1-4D15-AF5C-7472FC2AA05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5815974" y="2003695"/>
            <a:ext cx="476692" cy="476692"/>
          </a:xfrm>
          <a:prstGeom prst="rect">
            <a:avLst/>
          </a:prstGeom>
        </p:spPr>
      </p:pic>
      <p:pic>
        <p:nvPicPr>
          <p:cNvPr id="93" name="Graphic 92" descr="Tools">
            <a:extLst>
              <a:ext uri="{FF2B5EF4-FFF2-40B4-BE49-F238E27FC236}">
                <a16:creationId xmlns:a16="http://schemas.microsoft.com/office/drawing/2014/main" id="{63C485F5-7B0E-42F8-A0F1-E3743474FE98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6441800" y="2021557"/>
            <a:ext cx="476692" cy="476692"/>
          </a:xfrm>
          <a:prstGeom prst="rect">
            <a:avLst/>
          </a:prstGeom>
        </p:spPr>
      </p:pic>
      <p:pic>
        <p:nvPicPr>
          <p:cNvPr id="95" name="Graphic 94" descr="Pie chart">
            <a:extLst>
              <a:ext uri="{FF2B5EF4-FFF2-40B4-BE49-F238E27FC236}">
                <a16:creationId xmlns:a16="http://schemas.microsoft.com/office/drawing/2014/main" id="{B31CA623-DBB9-44E4-A5F1-321A6ED70979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7149692" y="2027265"/>
            <a:ext cx="505662" cy="505662"/>
          </a:xfrm>
          <a:prstGeom prst="rect">
            <a:avLst/>
          </a:prstGeom>
        </p:spPr>
      </p:pic>
      <p:pic>
        <p:nvPicPr>
          <p:cNvPr id="97" name="Graphic 96" descr="Receiver">
            <a:extLst>
              <a:ext uri="{FF2B5EF4-FFF2-40B4-BE49-F238E27FC236}">
                <a16:creationId xmlns:a16="http://schemas.microsoft.com/office/drawing/2014/main" id="{5C256473-FFF6-4A06-BA62-04696F6CEFA5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7782007" y="1998767"/>
            <a:ext cx="476692" cy="476692"/>
          </a:xfrm>
          <a:prstGeom prst="rect">
            <a:avLst/>
          </a:prstGeom>
        </p:spPr>
      </p:pic>
      <p:pic>
        <p:nvPicPr>
          <p:cNvPr id="99" name="Graphic 98" descr="Airplane">
            <a:extLst>
              <a:ext uri="{FF2B5EF4-FFF2-40B4-BE49-F238E27FC236}">
                <a16:creationId xmlns:a16="http://schemas.microsoft.com/office/drawing/2014/main" id="{0E49ADAB-5213-473B-9767-8CAD76B64BA1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8367159" y="1984282"/>
            <a:ext cx="505662" cy="505662"/>
          </a:xfrm>
          <a:prstGeom prst="rect">
            <a:avLst/>
          </a:prstGeom>
        </p:spPr>
      </p:pic>
      <p:pic>
        <p:nvPicPr>
          <p:cNvPr id="101" name="Graphic 100" descr="Volume">
            <a:extLst>
              <a:ext uri="{FF2B5EF4-FFF2-40B4-BE49-F238E27FC236}">
                <a16:creationId xmlns:a16="http://schemas.microsoft.com/office/drawing/2014/main" id="{0A1E6132-30A3-4CAC-B6B2-863727C2045C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9025580" y="2013252"/>
            <a:ext cx="476692" cy="476692"/>
          </a:xfrm>
          <a:prstGeom prst="rect">
            <a:avLst/>
          </a:prstGeom>
        </p:spPr>
      </p:pic>
      <p:pic>
        <p:nvPicPr>
          <p:cNvPr id="103" name="Graphic 102" descr="Full battery">
            <a:extLst>
              <a:ext uri="{FF2B5EF4-FFF2-40B4-BE49-F238E27FC236}">
                <a16:creationId xmlns:a16="http://schemas.microsoft.com/office/drawing/2014/main" id="{962A2131-99EF-413C-8482-C8D0322CFBC0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9677257" y="2046895"/>
            <a:ext cx="451354" cy="451354"/>
          </a:xfrm>
          <a:prstGeom prst="rect">
            <a:avLst/>
          </a:prstGeom>
        </p:spPr>
      </p:pic>
      <p:pic>
        <p:nvPicPr>
          <p:cNvPr id="105" name="Graphic 104" descr="Watch">
            <a:extLst>
              <a:ext uri="{FF2B5EF4-FFF2-40B4-BE49-F238E27FC236}">
                <a16:creationId xmlns:a16="http://schemas.microsoft.com/office/drawing/2014/main" id="{32B052F2-CB11-4B28-9109-64F67F569506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10340955" y="1928097"/>
            <a:ext cx="476692" cy="476692"/>
          </a:xfrm>
          <a:prstGeom prst="rect">
            <a:avLst/>
          </a:prstGeom>
        </p:spPr>
      </p:pic>
      <p:pic>
        <p:nvPicPr>
          <p:cNvPr id="107" name="Graphic 106" descr="Flag">
            <a:extLst>
              <a:ext uri="{FF2B5EF4-FFF2-40B4-BE49-F238E27FC236}">
                <a16:creationId xmlns:a16="http://schemas.microsoft.com/office/drawing/2014/main" id="{0ACC384F-640C-4AAC-B37C-EAE9C36CCF23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10806978" y="1948860"/>
            <a:ext cx="451354" cy="451354"/>
          </a:xfrm>
          <a:prstGeom prst="rect">
            <a:avLst/>
          </a:prstGeom>
        </p:spPr>
      </p:pic>
      <p:pic>
        <p:nvPicPr>
          <p:cNvPr id="109" name="Graphic 108" descr="Mute speaker">
            <a:extLst>
              <a:ext uri="{FF2B5EF4-FFF2-40B4-BE49-F238E27FC236}">
                <a16:creationId xmlns:a16="http://schemas.microsoft.com/office/drawing/2014/main" id="{AD1E5F2F-374A-4700-8952-653E134EE7B8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11386215" y="1857026"/>
            <a:ext cx="476692" cy="476692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6A4296AA-BE0A-447B-B5D7-DB92A910288E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BEBA8EAE-BF5A-486C-A8C5-ECC9F3942E4B}">
                <a14:imgProps xmlns:a14="http://schemas.microsoft.com/office/drawing/2010/main">
                  <a14:imgLayer r:embed="rId104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627" y="2015008"/>
            <a:ext cx="1169721" cy="772016"/>
          </a:xfrm>
          <a:prstGeom prst="rect">
            <a:avLst/>
          </a:prstGeom>
        </p:spPr>
      </p:pic>
      <p:pic>
        <p:nvPicPr>
          <p:cNvPr id="113" name="Graphic 112" descr="Chess pieces">
            <a:extLst>
              <a:ext uri="{FF2B5EF4-FFF2-40B4-BE49-F238E27FC236}">
                <a16:creationId xmlns:a16="http://schemas.microsoft.com/office/drawing/2014/main" id="{C0A811C7-F510-4274-8353-C2F06BDD8121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3150746" y="1276293"/>
            <a:ext cx="476692" cy="476692"/>
          </a:xfrm>
          <a:prstGeom prst="rect">
            <a:avLst/>
          </a:prstGeom>
        </p:spPr>
      </p:pic>
      <p:pic>
        <p:nvPicPr>
          <p:cNvPr id="115" name="Graphic 114" descr="Shopping bag">
            <a:extLst>
              <a:ext uri="{FF2B5EF4-FFF2-40B4-BE49-F238E27FC236}">
                <a16:creationId xmlns:a16="http://schemas.microsoft.com/office/drawing/2014/main" id="{7E86CE5C-4252-48D9-BC37-86F76AA59A6C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56772" y="584536"/>
            <a:ext cx="451354" cy="451354"/>
          </a:xfrm>
          <a:prstGeom prst="rect">
            <a:avLst/>
          </a:prstGeom>
        </p:spPr>
      </p:pic>
      <p:pic>
        <p:nvPicPr>
          <p:cNvPr id="117" name="Graphic 116" descr="Venn diagram">
            <a:extLst>
              <a:ext uri="{FF2B5EF4-FFF2-40B4-BE49-F238E27FC236}">
                <a16:creationId xmlns:a16="http://schemas.microsoft.com/office/drawing/2014/main" id="{DBCDE645-1B97-4DBD-9D79-4C6367BA1DCD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172917" y="2677919"/>
            <a:ext cx="510404" cy="510404"/>
          </a:xfrm>
          <a:prstGeom prst="rect">
            <a:avLst/>
          </a:prstGeom>
        </p:spPr>
      </p:pic>
      <p:pic>
        <p:nvPicPr>
          <p:cNvPr id="119" name="Graphic 118" descr="Thumbs up sign">
            <a:extLst>
              <a:ext uri="{FF2B5EF4-FFF2-40B4-BE49-F238E27FC236}">
                <a16:creationId xmlns:a16="http://schemas.microsoft.com/office/drawing/2014/main" id="{91C22E4F-B467-45B5-85AC-468E465D7382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787851" y="2736969"/>
            <a:ext cx="451354" cy="451354"/>
          </a:xfrm>
          <a:prstGeom prst="rect">
            <a:avLst/>
          </a:prstGeom>
        </p:spPr>
      </p:pic>
      <p:pic>
        <p:nvPicPr>
          <p:cNvPr id="121" name="Graphic 120" descr="Smart Phone">
            <a:extLst>
              <a:ext uri="{FF2B5EF4-FFF2-40B4-BE49-F238E27FC236}">
                <a16:creationId xmlns:a16="http://schemas.microsoft.com/office/drawing/2014/main" id="{D135880D-5189-434B-807C-82598623999D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334755" y="2738560"/>
            <a:ext cx="510404" cy="510404"/>
          </a:xfrm>
          <a:prstGeom prst="rect">
            <a:avLst/>
          </a:prstGeom>
        </p:spPr>
      </p:pic>
      <p:pic>
        <p:nvPicPr>
          <p:cNvPr id="123" name="Graphic 122" descr="Shield Cross">
            <a:extLst>
              <a:ext uri="{FF2B5EF4-FFF2-40B4-BE49-F238E27FC236}">
                <a16:creationId xmlns:a16="http://schemas.microsoft.com/office/drawing/2014/main" id="{13B3C28C-6920-497F-8130-E9DFE02E43F3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1944206" y="2815118"/>
            <a:ext cx="451354" cy="451354"/>
          </a:xfrm>
          <a:prstGeom prst="rect">
            <a:avLst/>
          </a:prstGeom>
        </p:spPr>
      </p:pic>
      <p:pic>
        <p:nvPicPr>
          <p:cNvPr id="125" name="Graphic 124" descr="Help">
            <a:extLst>
              <a:ext uri="{FF2B5EF4-FFF2-40B4-BE49-F238E27FC236}">
                <a16:creationId xmlns:a16="http://schemas.microsoft.com/office/drawing/2014/main" id="{8F1CCA0F-BE15-4801-8444-A9F98FF0A684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2629716" y="2815118"/>
            <a:ext cx="451354" cy="451354"/>
          </a:xfrm>
          <a:prstGeom prst="rect">
            <a:avLst/>
          </a:prstGeom>
        </p:spPr>
      </p:pic>
      <p:pic>
        <p:nvPicPr>
          <p:cNvPr id="127" name="Graphic 126" descr="Address Book">
            <a:extLst>
              <a:ext uri="{FF2B5EF4-FFF2-40B4-BE49-F238E27FC236}">
                <a16:creationId xmlns:a16="http://schemas.microsoft.com/office/drawing/2014/main" id="{2AB591E2-0F18-40C9-9302-D0AF387D320E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3225737" y="2815118"/>
            <a:ext cx="476692" cy="476692"/>
          </a:xfrm>
          <a:prstGeom prst="rect">
            <a:avLst/>
          </a:prstGeom>
        </p:spPr>
      </p:pic>
      <p:pic>
        <p:nvPicPr>
          <p:cNvPr id="129" name="Graphic 128" descr="Cmd Terminal">
            <a:extLst>
              <a:ext uri="{FF2B5EF4-FFF2-40B4-BE49-F238E27FC236}">
                <a16:creationId xmlns:a16="http://schemas.microsoft.com/office/drawing/2014/main" id="{DA8ADFDD-A60C-41A4-8B75-3D760C2F49A1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3561343" y="2166443"/>
            <a:ext cx="451354" cy="451354"/>
          </a:xfrm>
          <a:prstGeom prst="rect">
            <a:avLst/>
          </a:prstGeom>
        </p:spPr>
      </p:pic>
      <p:pic>
        <p:nvPicPr>
          <p:cNvPr id="133" name="Graphic 132" descr="Smart Phone">
            <a:extLst>
              <a:ext uri="{FF2B5EF4-FFF2-40B4-BE49-F238E27FC236}">
                <a16:creationId xmlns:a16="http://schemas.microsoft.com/office/drawing/2014/main" id="{8B52C96A-9952-4A7A-A8BE-2B38E9BF6036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 rot="1874183">
            <a:off x="4663439" y="2894317"/>
            <a:ext cx="510404" cy="510404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DF5A2D28-124D-40F5-9A08-7D0192A7D4D0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711" y="2885266"/>
            <a:ext cx="528506" cy="528506"/>
          </a:xfrm>
          <a:prstGeom prst="rect">
            <a:avLst/>
          </a:prstGeom>
        </p:spPr>
      </p:pic>
      <p:pic>
        <p:nvPicPr>
          <p:cNvPr id="137" name="Picture 136" descr="A close up of a logo&#10;&#10;Description automatically generated">
            <a:extLst>
              <a:ext uri="{FF2B5EF4-FFF2-40B4-BE49-F238E27FC236}">
                <a16:creationId xmlns:a16="http://schemas.microsoft.com/office/drawing/2014/main" id="{7F5916AE-9178-4E80-B479-65736162A5D5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5990113" y="2866760"/>
            <a:ext cx="582778" cy="572477"/>
          </a:xfrm>
          <a:prstGeom prst="rect">
            <a:avLst/>
          </a:prstGeom>
        </p:spPr>
      </p:pic>
      <p:pic>
        <p:nvPicPr>
          <p:cNvPr id="139" name="Graphic 138" descr="Folder Search">
            <a:extLst>
              <a:ext uri="{FF2B5EF4-FFF2-40B4-BE49-F238E27FC236}">
                <a16:creationId xmlns:a16="http://schemas.microsoft.com/office/drawing/2014/main" id="{7CEE86D2-1CA6-465E-ADA4-E88A97050EB2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6758371" y="2912066"/>
            <a:ext cx="506063" cy="506063"/>
          </a:xfrm>
          <a:prstGeom prst="rect">
            <a:avLst/>
          </a:prstGeom>
        </p:spPr>
      </p:pic>
      <p:pic>
        <p:nvPicPr>
          <p:cNvPr id="143" name="Graphic 142">
            <a:extLst>
              <a:ext uri="{FF2B5EF4-FFF2-40B4-BE49-F238E27FC236}">
                <a16:creationId xmlns:a16="http://schemas.microsoft.com/office/drawing/2014/main" id="{26F15676-A168-4352-A0B6-32D19E58E077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3786941" y="2758706"/>
            <a:ext cx="654678" cy="654678"/>
          </a:xfrm>
          <a:prstGeom prst="rect">
            <a:avLst/>
          </a:prstGeom>
        </p:spPr>
      </p:pic>
      <p:pic>
        <p:nvPicPr>
          <p:cNvPr id="145" name="Graphic 144">
            <a:extLst>
              <a:ext uri="{FF2B5EF4-FFF2-40B4-BE49-F238E27FC236}">
                <a16:creationId xmlns:a16="http://schemas.microsoft.com/office/drawing/2014/main" id="{0A59F472-A541-4523-8A70-47FA83A9D098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7429585" y="2851889"/>
            <a:ext cx="490769" cy="490769"/>
          </a:xfrm>
          <a:prstGeom prst="rect">
            <a:avLst/>
          </a:prstGeom>
        </p:spPr>
      </p:pic>
      <p:pic>
        <p:nvPicPr>
          <p:cNvPr id="147" name="Graphic 146">
            <a:extLst>
              <a:ext uri="{FF2B5EF4-FFF2-40B4-BE49-F238E27FC236}">
                <a16:creationId xmlns:a16="http://schemas.microsoft.com/office/drawing/2014/main" id="{D468E7F1-9712-428F-83FC-4EF0A5C81D9E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790611" y="607933"/>
            <a:ext cx="448594" cy="448594"/>
          </a:xfrm>
          <a:prstGeom prst="rect">
            <a:avLst/>
          </a:prstGeom>
        </p:spPr>
      </p:pic>
      <p:pic>
        <p:nvPicPr>
          <p:cNvPr id="149" name="Picture 148" descr="A close up of a logo&#10;&#10;Description automatically generated">
            <a:extLst>
              <a:ext uri="{FF2B5EF4-FFF2-40B4-BE49-F238E27FC236}">
                <a16:creationId xmlns:a16="http://schemas.microsoft.com/office/drawing/2014/main" id="{F43FE8E0-3CF3-4279-AE8E-5C6C0273855E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8052400" y="2736409"/>
            <a:ext cx="582778" cy="572477"/>
          </a:xfrm>
          <a:prstGeom prst="rect">
            <a:avLst/>
          </a:prstGeom>
        </p:spPr>
      </p:pic>
      <p:pic>
        <p:nvPicPr>
          <p:cNvPr id="151" name="Picture 150" descr="A close up of a logo&#10;&#10;Description automatically generated">
            <a:extLst>
              <a:ext uri="{FF2B5EF4-FFF2-40B4-BE49-F238E27FC236}">
                <a16:creationId xmlns:a16="http://schemas.microsoft.com/office/drawing/2014/main" id="{4B6DC042-2353-49EB-856D-E52CC6B668A8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8871505" y="2736599"/>
            <a:ext cx="582778" cy="572477"/>
          </a:xfrm>
          <a:prstGeom prst="rect">
            <a:avLst/>
          </a:prstGeom>
        </p:spPr>
      </p:pic>
      <p:pic>
        <p:nvPicPr>
          <p:cNvPr id="157" name="Picture 156" descr="A close up of a logo&#10;&#10;Description automatically generated">
            <a:extLst>
              <a:ext uri="{FF2B5EF4-FFF2-40B4-BE49-F238E27FC236}">
                <a16:creationId xmlns:a16="http://schemas.microsoft.com/office/drawing/2014/main" id="{13119FDA-703B-43FD-8436-3B3851D67A63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9704376" y="2736408"/>
            <a:ext cx="582778" cy="572477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1D00A3E5-CE3B-4CD5-A169-38B612307121}"/>
              </a:ext>
            </a:extLst>
          </p:cNvPr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10579301" y="2736408"/>
            <a:ext cx="609685" cy="600159"/>
          </a:xfrm>
          <a:prstGeom prst="rect">
            <a:avLst/>
          </a:prstGeom>
        </p:spPr>
      </p:pic>
      <p:grpSp>
        <p:nvGrpSpPr>
          <p:cNvPr id="76" name="Flag6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9E700203-D2DD-4D2A-B3B7-CAB2B93D177F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122425" y="3579771"/>
            <a:ext cx="481229" cy="542925"/>
            <a:chOff x="86" y="47"/>
            <a:chExt cx="312" cy="352"/>
          </a:xfrm>
          <a:solidFill>
            <a:schemeClr val="accent1"/>
          </a:solidFill>
        </p:grpSpPr>
        <p:sp>
          <p:nvSpPr>
            <p:cNvPr id="78" name="Flag6">
              <a:extLst>
                <a:ext uri="{FF2B5EF4-FFF2-40B4-BE49-F238E27FC236}">
                  <a16:creationId xmlns:a16="http://schemas.microsoft.com/office/drawing/2014/main" id="{F443646A-F1E6-4577-8FC6-F6F580EA16D1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6" y="86"/>
              <a:ext cx="39" cy="3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lag6">
              <a:extLst>
                <a:ext uri="{FF2B5EF4-FFF2-40B4-BE49-F238E27FC236}">
                  <a16:creationId xmlns:a16="http://schemas.microsoft.com/office/drawing/2014/main" id="{232C9EBE-0A2F-407D-8031-9D8CD85510D9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145" y="47"/>
              <a:ext cx="253" cy="333"/>
            </a:xfrm>
            <a:custGeom>
              <a:avLst/>
              <a:gdLst>
                <a:gd name="T0" fmla="*/ 0 w 325"/>
                <a:gd name="T1" fmla="*/ 100 h 425"/>
                <a:gd name="T2" fmla="*/ 0 w 325"/>
                <a:gd name="T3" fmla="*/ 325 h 425"/>
                <a:gd name="T4" fmla="*/ 325 w 325"/>
                <a:gd name="T5" fmla="*/ 325 h 425"/>
                <a:gd name="T6" fmla="*/ 325 w 325"/>
                <a:gd name="T7" fmla="*/ 100 h 425"/>
                <a:gd name="T8" fmla="*/ 0 w 325"/>
                <a:gd name="T9" fmla="*/ 100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5" h="425">
                  <a:moveTo>
                    <a:pt x="0" y="100"/>
                  </a:moveTo>
                  <a:lnTo>
                    <a:pt x="0" y="325"/>
                  </a:lnTo>
                  <a:cubicBezTo>
                    <a:pt x="100" y="225"/>
                    <a:pt x="225" y="425"/>
                    <a:pt x="325" y="325"/>
                  </a:cubicBezTo>
                  <a:lnTo>
                    <a:pt x="325" y="100"/>
                  </a:lnTo>
                  <a:cubicBezTo>
                    <a:pt x="225" y="200"/>
                    <a:pt x="100" y="0"/>
                    <a:pt x="0" y="1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0445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2524046"/>
            <a:ext cx="7538484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Basic login system BETA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2918731"/>
            <a:ext cx="7538484" cy="3937988"/>
          </a:xfrm>
          <a:prstGeom prst="rect">
            <a:avLst/>
          </a:prstGeom>
          <a:solidFill>
            <a:schemeClr val="bg1">
              <a:lumMod val="2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U: username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P: ********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 in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771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A910EC-59D3-4FE7-BE71-14CDF5F8EF42}"/>
              </a:ext>
            </a:extLst>
          </p:cNvPr>
          <p:cNvSpPr/>
          <p:nvPr/>
        </p:nvSpPr>
        <p:spPr>
          <a:xfrm>
            <a:off x="0" y="635827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Oval 4">
            <a:hlinkClick r:id="rId3" action="ppaction://hlinksldjump"/>
            <a:extLst>
              <a:ext uri="{FF2B5EF4-FFF2-40B4-BE49-F238E27FC236}">
                <a16:creationId xmlns:a16="http://schemas.microsoft.com/office/drawing/2014/main" id="{5B200131-B972-4B79-ABD3-32063619EDA7}"/>
              </a:ext>
            </a:extLst>
          </p:cNvPr>
          <p:cNvSpPr/>
          <p:nvPr/>
        </p:nvSpPr>
        <p:spPr>
          <a:xfrm>
            <a:off x="0" y="6358270"/>
            <a:ext cx="501074" cy="501074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C1092D-E9F1-4697-A2B1-734A48221365}"/>
              </a:ext>
            </a:extLst>
          </p:cNvPr>
          <p:cNvSpPr/>
          <p:nvPr/>
        </p:nvSpPr>
        <p:spPr>
          <a:xfrm>
            <a:off x="100483" y="149381"/>
            <a:ext cx="3808325" cy="5446207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77F24-4E5C-4079-9F4A-A27DCC56F2F4}"/>
              </a:ext>
            </a:extLst>
          </p:cNvPr>
          <p:cNvSpPr txBox="1"/>
          <p:nvPr/>
        </p:nvSpPr>
        <p:spPr>
          <a:xfrm>
            <a:off x="100483" y="149381"/>
            <a:ext cx="3808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bg2"/>
                </a:solidFill>
                <a:latin typeface="Segoe UI" panose="020B0502040204020203" pitchFamily="34" charset="0"/>
              </a:rPr>
              <a:t>What’s new in this release of Windos 7: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Added Windos AV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Scrapped Virtual Assistant idea [for now]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Updated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Gave the UI a name: Motif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Added Windos Activation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Added action centre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Got rid of blue outline in close buttons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Experimenting with transparent windows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10" name="Graphic 9">
            <a:hlinkClick r:id="rId4" action="ppaction://hlinksldjump"/>
            <a:extLst>
              <a:ext uri="{FF2B5EF4-FFF2-40B4-BE49-F238E27FC236}">
                <a16:creationId xmlns:a16="http://schemas.microsoft.com/office/drawing/2014/main" id="{1A8736C1-E28E-4132-A5FD-FD5784D470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790" y="6356926"/>
            <a:ext cx="476692" cy="476692"/>
          </a:xfrm>
          <a:prstGeom prst="rect">
            <a:avLst/>
          </a:prstGeom>
        </p:spPr>
      </p:pic>
      <p:pic>
        <p:nvPicPr>
          <p:cNvPr id="12" name="Picture 11">
            <a:hlinkClick r:id="rId7" action="ppaction://hlinksldjump"/>
            <a:extLst>
              <a:ext uri="{FF2B5EF4-FFF2-40B4-BE49-F238E27FC236}">
                <a16:creationId xmlns:a16="http://schemas.microsoft.com/office/drawing/2014/main" id="{F46C5D59-1B10-406D-A4E9-CC8A8CEDF5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198" y="6381970"/>
            <a:ext cx="476692" cy="4766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E0CDBC-DA2A-4D8A-B077-EEBB28766B35}"/>
              </a:ext>
            </a:extLst>
          </p:cNvPr>
          <p:cNvSpPr txBox="1"/>
          <p:nvPr/>
        </p:nvSpPr>
        <p:spPr>
          <a:xfrm>
            <a:off x="8351114" y="5366019"/>
            <a:ext cx="3908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2"/>
                </a:solidFill>
              </a:rPr>
              <a:t>Windos 7 Alpha 2</a:t>
            </a:r>
          </a:p>
          <a:p>
            <a:pPr algn="r"/>
            <a:r>
              <a:rPr lang="en-GB" dirty="0">
                <a:solidFill>
                  <a:schemeClr val="bg2"/>
                </a:solidFill>
              </a:rPr>
              <a:t>Test purposes only!</a:t>
            </a:r>
          </a:p>
          <a:p>
            <a:pPr algn="r"/>
            <a:r>
              <a:rPr lang="en-GB" dirty="0">
                <a:solidFill>
                  <a:schemeClr val="bg2"/>
                </a:solidFill>
              </a:rPr>
              <a:t>Not activated!  </a:t>
            </a:r>
          </a:p>
        </p:txBody>
      </p:sp>
      <p:pic>
        <p:nvPicPr>
          <p:cNvPr id="4" name="Graphic 3" descr="Chess pieces">
            <a:hlinkClick r:id="rId9" action="ppaction://hlinksldjump"/>
            <a:extLst>
              <a:ext uri="{FF2B5EF4-FFF2-40B4-BE49-F238E27FC236}">
                <a16:creationId xmlns:a16="http://schemas.microsoft.com/office/drawing/2014/main" id="{3CF2B5E7-7231-4326-984F-17EF54A66A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04252" y="6356926"/>
            <a:ext cx="476692" cy="476692"/>
          </a:xfrm>
          <a:prstGeom prst="rect">
            <a:avLst/>
          </a:prstGeom>
        </p:spPr>
      </p:pic>
      <p:pic>
        <p:nvPicPr>
          <p:cNvPr id="18" name="Graphic 17" descr="Flag">
            <a:hlinkClick r:id="rId12" action="ppaction://hlinksldjump"/>
            <a:extLst>
              <a:ext uri="{FF2B5EF4-FFF2-40B4-BE49-F238E27FC236}">
                <a16:creationId xmlns:a16="http://schemas.microsoft.com/office/drawing/2014/main" id="{C472BA59-6418-4D9C-9B29-4745616D6EF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05922" y="6356926"/>
            <a:ext cx="565576" cy="56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74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hlinkClick r:id="rId2" action="ppaction://hlinksldjump"/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A910EC-59D3-4FE7-BE71-14CDF5F8EF42}"/>
              </a:ext>
            </a:extLst>
          </p:cNvPr>
          <p:cNvSpPr/>
          <p:nvPr/>
        </p:nvSpPr>
        <p:spPr>
          <a:xfrm>
            <a:off x="0" y="635827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Oval 4">
            <a:hlinkClick r:id="rId2" action="ppaction://hlinksldjump"/>
            <a:extLst>
              <a:ext uri="{FF2B5EF4-FFF2-40B4-BE49-F238E27FC236}">
                <a16:creationId xmlns:a16="http://schemas.microsoft.com/office/drawing/2014/main" id="{5B200131-B972-4B79-ABD3-32063619EDA7}"/>
              </a:ext>
            </a:extLst>
          </p:cNvPr>
          <p:cNvSpPr/>
          <p:nvPr/>
        </p:nvSpPr>
        <p:spPr>
          <a:xfrm>
            <a:off x="0" y="6358270"/>
            <a:ext cx="501074" cy="501074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10" name="Graphic 9">
            <a:hlinkClick r:id="rId4" action="ppaction://hlinksldjump"/>
            <a:extLst>
              <a:ext uri="{FF2B5EF4-FFF2-40B4-BE49-F238E27FC236}">
                <a16:creationId xmlns:a16="http://schemas.microsoft.com/office/drawing/2014/main" id="{1A8736C1-E28E-4132-A5FD-FD5784D470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790" y="6356926"/>
            <a:ext cx="476692" cy="4766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88C5DE-5820-4351-ADE1-EFB6B94D31C7}"/>
              </a:ext>
            </a:extLst>
          </p:cNvPr>
          <p:cNvSpPr/>
          <p:nvPr/>
        </p:nvSpPr>
        <p:spPr>
          <a:xfrm>
            <a:off x="0" y="1426866"/>
            <a:ext cx="3647552" cy="493006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Feature goes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BF2331-4F04-428C-B5FE-FA5D372C539D}"/>
              </a:ext>
            </a:extLst>
          </p:cNvPr>
          <p:cNvSpPr/>
          <p:nvPr/>
        </p:nvSpPr>
        <p:spPr>
          <a:xfrm>
            <a:off x="3647552" y="1425522"/>
            <a:ext cx="3647552" cy="493006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Shortcuts:</a:t>
            </a:r>
          </a:p>
          <a:p>
            <a:pPr algn="ctr"/>
            <a:r>
              <a:rPr lang="en-GB" dirty="0">
                <a:solidFill>
                  <a:schemeClr val="bg2"/>
                </a:solidFill>
                <a:hlinkClick r:id="rId7" action="ppaction://hlinksldjump"/>
              </a:rPr>
              <a:t>All apps</a:t>
            </a:r>
            <a:endParaRPr lang="en-GB" dirty="0">
              <a:solidFill>
                <a:schemeClr val="bg2"/>
              </a:solidFill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hlinkClick r:id="rId8" action="ppaction://hlinksldjump"/>
              </a:rPr>
              <a:t>Explorer</a:t>
            </a:r>
            <a:endParaRPr lang="en-GB" dirty="0">
              <a:solidFill>
                <a:schemeClr val="bg2"/>
              </a:solidFill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hlinkClick r:id="rId9" action="ppaction://hlinksldjump"/>
              </a:rPr>
              <a:t>EDGE 3</a:t>
            </a:r>
            <a:br>
              <a:rPr lang="en-GB" dirty="0">
                <a:solidFill>
                  <a:schemeClr val="bg2"/>
                </a:solidFill>
                <a:hlinkClick r:id="rId9" action="ppaction://hlinksldjump"/>
              </a:rPr>
            </a:br>
            <a:endParaRPr lang="en-GB" dirty="0">
              <a:solidFill>
                <a:schemeClr val="bg2"/>
              </a:solidFill>
            </a:endParaRPr>
          </a:p>
          <a:p>
            <a:pPr algn="ctr"/>
            <a:endParaRPr lang="en-GB" dirty="0">
              <a:solidFill>
                <a:schemeClr val="bg2"/>
              </a:solidFill>
            </a:endParaRPr>
          </a:p>
          <a:p>
            <a:pPr algn="ctr"/>
            <a:endParaRPr lang="en-GB" dirty="0">
              <a:solidFill>
                <a:schemeClr val="bg2"/>
              </a:solidFill>
            </a:endParaRPr>
          </a:p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12" name="Rectangle 11">
            <a:hlinkClick r:id="rId10" action="ppaction://hlinksldjump"/>
            <a:extLst>
              <a:ext uri="{FF2B5EF4-FFF2-40B4-BE49-F238E27FC236}">
                <a16:creationId xmlns:a16="http://schemas.microsoft.com/office/drawing/2014/main" id="{121CB054-95BF-4744-B4B0-149B522D25EF}"/>
              </a:ext>
            </a:extLst>
          </p:cNvPr>
          <p:cNvSpPr/>
          <p:nvPr/>
        </p:nvSpPr>
        <p:spPr>
          <a:xfrm>
            <a:off x="3647552" y="5855852"/>
            <a:ext cx="3647552" cy="499730"/>
          </a:xfrm>
          <a:prstGeom prst="rect">
            <a:avLst/>
          </a:prstGeom>
          <a:solidFill>
            <a:schemeClr val="bg2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Power off &gt;</a:t>
            </a:r>
          </a:p>
        </p:txBody>
      </p:sp>
    </p:spTree>
    <p:extLst>
      <p:ext uri="{BB962C8B-B14F-4D97-AF65-F5344CB8AC3E}">
        <p14:creationId xmlns:p14="http://schemas.microsoft.com/office/powerpoint/2010/main" val="1867858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off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Reboot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Sleep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 off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hlinkClick r:id="rId7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15255F-9DCD-49F1-A043-FEA48C07AD7E}"/>
              </a:ext>
            </a:extLst>
          </p:cNvPr>
          <p:cNvSpPr txBox="1"/>
          <p:nvPr/>
        </p:nvSpPr>
        <p:spPr>
          <a:xfrm>
            <a:off x="2326758" y="1413563"/>
            <a:ext cx="880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Power:</a:t>
            </a:r>
          </a:p>
        </p:txBody>
      </p:sp>
    </p:spTree>
    <p:extLst>
      <p:ext uri="{BB962C8B-B14F-4D97-AF65-F5344CB8AC3E}">
        <p14:creationId xmlns:p14="http://schemas.microsoft.com/office/powerpoint/2010/main" val="6159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hlinkClick r:id="rId2" action="ppaction://hlinksldjump"/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099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hlinkClick r:id="rId2" action="ppaction://hlinksldjump"/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064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2524046"/>
            <a:ext cx="7538484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Windos 7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6639429" y="252404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2918731"/>
            <a:ext cx="7538484" cy="3937988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It is now safe to turn off the PC.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Close to reboot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ESC to power off. </a:t>
            </a:r>
          </a:p>
        </p:txBody>
      </p:sp>
    </p:spTree>
    <p:extLst>
      <p:ext uri="{BB962C8B-B14F-4D97-AF65-F5344CB8AC3E}">
        <p14:creationId xmlns:p14="http://schemas.microsoft.com/office/powerpoint/2010/main" val="3536790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chemeClr val="bg1">
              <a:lumMod val="2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>
            <a:hlinkClick r:id="rId4" action="ppaction://hlinksldjump"/>
            <a:extLst>
              <a:ext uri="{FF2B5EF4-FFF2-40B4-BE49-F238E27FC236}">
                <a16:creationId xmlns:a16="http://schemas.microsoft.com/office/drawing/2014/main" id="{B85B2988-E115-4226-B98C-F315EC33F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0" y="499730"/>
            <a:ext cx="60960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259FA5-EED7-4114-9B85-513620AD2705}"/>
              </a:ext>
            </a:extLst>
          </p:cNvPr>
          <p:cNvSpPr txBox="1"/>
          <p:nvPr/>
        </p:nvSpPr>
        <p:spPr>
          <a:xfrm>
            <a:off x="0" y="1185705"/>
            <a:ext cx="2713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explorer</a:t>
            </a:r>
          </a:p>
        </p:txBody>
      </p:sp>
      <p:pic>
        <p:nvPicPr>
          <p:cNvPr id="10" name="Picture 9" descr="A close up of a logo&#10;&#10;Description automatically generated">
            <a:hlinkClick r:id="rId6" action="ppaction://hlinksldjump"/>
            <a:extLst>
              <a:ext uri="{FF2B5EF4-FFF2-40B4-BE49-F238E27FC236}">
                <a16:creationId xmlns:a16="http://schemas.microsoft.com/office/drawing/2014/main" id="{D3FB4275-007B-4815-9BA6-C6AFBFE49D6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1356527" y="612587"/>
            <a:ext cx="582778" cy="5724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D2C8AE-E7BF-452B-B07A-73BCB76F736E}"/>
              </a:ext>
            </a:extLst>
          </p:cNvPr>
          <p:cNvSpPr txBox="1"/>
          <p:nvPr/>
        </p:nvSpPr>
        <p:spPr>
          <a:xfrm>
            <a:off x="1245996" y="1211769"/>
            <a:ext cx="3125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 3</a:t>
            </a:r>
          </a:p>
        </p:txBody>
      </p:sp>
      <p:pic>
        <p:nvPicPr>
          <p:cNvPr id="6" name="Picture 5">
            <a:hlinkClick r:id="rId8" action="ppaction://hlinksldjump"/>
            <a:extLst>
              <a:ext uri="{FF2B5EF4-FFF2-40B4-BE49-F238E27FC236}">
                <a16:creationId xmlns:a16="http://schemas.microsoft.com/office/drawing/2014/main" id="{784959F2-F2AB-4013-A50E-3C8510BD22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5087" y="667781"/>
            <a:ext cx="609685" cy="6001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94F479-89F1-48CC-994E-A87F0D85910D}"/>
              </a:ext>
            </a:extLst>
          </p:cNvPr>
          <p:cNvSpPr txBox="1"/>
          <p:nvPr/>
        </p:nvSpPr>
        <p:spPr>
          <a:xfrm>
            <a:off x="2434856" y="1267940"/>
            <a:ext cx="3774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Windos AV</a:t>
            </a:r>
          </a:p>
        </p:txBody>
      </p:sp>
      <p:pic>
        <p:nvPicPr>
          <p:cNvPr id="14" name="Graphic 13">
            <a:hlinkClick r:id="rId10" action="ppaction://hlinksldjump"/>
            <a:extLst>
              <a:ext uri="{FF2B5EF4-FFF2-40B4-BE49-F238E27FC236}">
                <a16:creationId xmlns:a16="http://schemas.microsoft.com/office/drawing/2014/main" id="{A8F12982-808D-4CA0-825F-BB194E8056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71033" y="711101"/>
            <a:ext cx="457200" cy="457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4616F8-5322-42DB-AC07-8328821484F1}"/>
              </a:ext>
            </a:extLst>
          </p:cNvPr>
          <p:cNvSpPr txBox="1"/>
          <p:nvPr/>
        </p:nvSpPr>
        <p:spPr>
          <a:xfrm>
            <a:off x="3911525" y="1164248"/>
            <a:ext cx="2913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>
                <a:solidFill>
                  <a:schemeClr val="bg2"/>
                </a:solidFill>
                <a:latin typeface="Segoe UI" panose="020B0502040204020203" pitchFamily="34" charset="0"/>
              </a:rPr>
              <a:t>MEMZ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.EXE</a:t>
            </a:r>
          </a:p>
        </p:txBody>
      </p:sp>
    </p:spTree>
    <p:extLst>
      <p:ext uri="{BB962C8B-B14F-4D97-AF65-F5344CB8AC3E}">
        <p14:creationId xmlns:p14="http://schemas.microsoft.com/office/powerpoint/2010/main" val="1073463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My Computer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559F4FD-4DBF-42E9-BAE4-49F019464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621" y="1011373"/>
            <a:ext cx="4572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05A7BB-CF0E-436F-9C9D-873A7B6D1DC1}"/>
              </a:ext>
            </a:extLst>
          </p:cNvPr>
          <p:cNvSpPr txBox="1"/>
          <p:nvPr/>
        </p:nvSpPr>
        <p:spPr>
          <a:xfrm>
            <a:off x="266621" y="1396721"/>
            <a:ext cx="239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C:/</a:t>
            </a:r>
          </a:p>
        </p:txBody>
      </p:sp>
    </p:spTree>
    <p:extLst>
      <p:ext uri="{BB962C8B-B14F-4D97-AF65-F5344CB8AC3E}">
        <p14:creationId xmlns:p14="http://schemas.microsoft.com/office/powerpoint/2010/main" val="5117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C:/</a:t>
            </a:r>
          </a:p>
        </p:txBody>
      </p:sp>
      <p:pic>
        <p:nvPicPr>
          <p:cNvPr id="6" name="Graphic 5">
            <a:hlinkClick r:id="rId4" action="ppaction://hlinksldjump"/>
            <a:extLst>
              <a:ext uri="{FF2B5EF4-FFF2-40B4-BE49-F238E27FC236}">
                <a16:creationId xmlns:a16="http://schemas.microsoft.com/office/drawing/2014/main" id="{BA21A1B3-87BC-4205-8FD2-3E9664452F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000" y="1049314"/>
            <a:ext cx="448594" cy="4485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1B1D6D-83D7-4B68-BFCC-3AEB35440256}"/>
              </a:ext>
            </a:extLst>
          </p:cNvPr>
          <p:cNvSpPr txBox="1"/>
          <p:nvPr/>
        </p:nvSpPr>
        <p:spPr>
          <a:xfrm>
            <a:off x="150725" y="1597688"/>
            <a:ext cx="2351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Windos</a:t>
            </a:r>
          </a:p>
        </p:txBody>
      </p:sp>
      <p:pic>
        <p:nvPicPr>
          <p:cNvPr id="11" name="Graphic 10">
            <a:hlinkClick r:id="rId7" action="ppaction://hlinksldjump"/>
            <a:extLst>
              <a:ext uri="{FF2B5EF4-FFF2-40B4-BE49-F238E27FC236}">
                <a16:creationId xmlns:a16="http://schemas.microsoft.com/office/drawing/2014/main" id="{DF69A371-E4B5-49B6-9D9B-1124978F53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00546" y="1068517"/>
            <a:ext cx="476692" cy="4766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20073D-AADD-4B07-AD5B-ECE66972ABC8}"/>
              </a:ext>
            </a:extLst>
          </p:cNvPr>
          <p:cNvSpPr txBox="1"/>
          <p:nvPr/>
        </p:nvSpPr>
        <p:spPr>
          <a:xfrm>
            <a:off x="1517301" y="1597688"/>
            <a:ext cx="1969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Username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22B29B4-A1ED-45AC-AD6E-87540C75D8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1190" y="1082566"/>
            <a:ext cx="448594" cy="448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E10928-121A-434D-946D-AF008DBC41C5}"/>
              </a:ext>
            </a:extLst>
          </p:cNvPr>
          <p:cNvSpPr txBox="1"/>
          <p:nvPr/>
        </p:nvSpPr>
        <p:spPr>
          <a:xfrm>
            <a:off x="3064747" y="1597688"/>
            <a:ext cx="2853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icon packs</a:t>
            </a:r>
          </a:p>
        </p:txBody>
      </p:sp>
    </p:spTree>
    <p:extLst>
      <p:ext uri="{BB962C8B-B14F-4D97-AF65-F5344CB8AC3E}">
        <p14:creationId xmlns:p14="http://schemas.microsoft.com/office/powerpoint/2010/main" val="1620641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Nothing to be found! </a:t>
            </a: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C:/username</a:t>
            </a:r>
          </a:p>
        </p:txBody>
      </p:sp>
    </p:spTree>
    <p:extLst>
      <p:ext uri="{BB962C8B-B14F-4D97-AF65-F5344CB8AC3E}">
        <p14:creationId xmlns:p14="http://schemas.microsoft.com/office/powerpoint/2010/main" val="3360801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C;/icon packs</a:t>
            </a:r>
          </a:p>
        </p:txBody>
      </p:sp>
      <p:pic>
        <p:nvPicPr>
          <p:cNvPr id="6" name="Graphic 5">
            <a:hlinkClick r:id="rId4" action="ppaction://hlinksldjump"/>
            <a:extLst>
              <a:ext uri="{FF2B5EF4-FFF2-40B4-BE49-F238E27FC236}">
                <a16:creationId xmlns:a16="http://schemas.microsoft.com/office/drawing/2014/main" id="{E958AC63-B4CA-46FB-B315-BF196B5F89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7514" y="1021216"/>
            <a:ext cx="476692" cy="476692"/>
          </a:xfrm>
          <a:prstGeom prst="rect">
            <a:avLst/>
          </a:prstGeom>
        </p:spPr>
      </p:pic>
      <p:pic>
        <p:nvPicPr>
          <p:cNvPr id="10" name="Graphic 9">
            <a:hlinkClick r:id="rId7" action="ppaction://hlinksldjump"/>
            <a:extLst>
              <a:ext uri="{FF2B5EF4-FFF2-40B4-BE49-F238E27FC236}">
                <a16:creationId xmlns:a16="http://schemas.microsoft.com/office/drawing/2014/main" id="{193C70AC-01A8-4E44-BD3E-42BCE32BDC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55" y="1021216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2B37DB-E092-4C38-85C9-EF37B8F8A804}"/>
              </a:ext>
            </a:extLst>
          </p:cNvPr>
          <p:cNvSpPr txBox="1"/>
          <p:nvPr/>
        </p:nvSpPr>
        <p:spPr>
          <a:xfrm>
            <a:off x="-20" y="1597688"/>
            <a:ext cx="139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legacy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F5343F-4D0E-462F-B3FC-145409AF1D34}"/>
              </a:ext>
            </a:extLst>
          </p:cNvPr>
          <p:cNvSpPr txBox="1"/>
          <p:nvPr/>
        </p:nvSpPr>
        <p:spPr>
          <a:xfrm>
            <a:off x="1326382" y="1748413"/>
            <a:ext cx="392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2883234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 3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Pre release 1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Registered to Username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D316055E-0729-41C4-874E-9751FE287CC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3103751" y="3142761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43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EDGE-home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Select a page: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No pages downloaded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0" y="499730"/>
            <a:ext cx="12192000" cy="49973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EDGE://HOME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56903-A992-4152-B226-26A5774BC391}"/>
              </a:ext>
            </a:extLst>
          </p:cNvPr>
          <p:cNvSpPr/>
          <p:nvPr/>
        </p:nvSpPr>
        <p:spPr>
          <a:xfrm>
            <a:off x="-20" y="6358270"/>
            <a:ext cx="12192000" cy="49973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/>
              </a:rPr>
              <a:t>Home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***extensions***help***CMD***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5" action="ppaction://hlinksldjump"/>
              </a:rPr>
              <a:t>insider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/>
              </a:rPr>
              <a:t>exit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341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EDGE extensions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No 3</a:t>
            </a:r>
            <a:r>
              <a:rPr lang="en-GB" baseline="30000" dirty="0">
                <a:solidFill>
                  <a:schemeClr val="bg2"/>
                </a:solidFill>
                <a:latin typeface="Segoe UI" panose="020B0502040204020203" pitchFamily="34" charset="0"/>
              </a:rPr>
              <a:t>rd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 party extensions installed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Close to go to home page</a:t>
            </a:r>
          </a:p>
        </p:txBody>
      </p:sp>
    </p:spTree>
    <p:extLst>
      <p:ext uri="{BB962C8B-B14F-4D97-AF65-F5344CB8AC3E}">
        <p14:creationId xmlns:p14="http://schemas.microsoft.com/office/powerpoint/2010/main" val="1031644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 3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Pre-release 1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Registered to Username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66CE9341-BA6A-4805-BAC0-0011B4121D3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3570835" y="3057957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343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INSIDER-home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Select a page: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/>
              </a:rPr>
              <a:t>test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0" y="49973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INSIDER://HOME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56903-A992-4152-B226-26A5774BC391}"/>
              </a:ext>
            </a:extLst>
          </p:cNvPr>
          <p:cNvSpPr/>
          <p:nvPr/>
        </p:nvSpPr>
        <p:spPr>
          <a:xfrm>
            <a:off x="-20" y="635827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***extensions***help***CMD***EDGE***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/>
              </a:rPr>
              <a:t>exit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428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INSIDER-test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 3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Pre release whatever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Registered to whoever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Made by me</a:t>
            </a: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8C252-215F-4B08-9D96-BEE7E65A83A5}"/>
              </a:ext>
            </a:extLst>
          </p:cNvPr>
          <p:cNvSpPr/>
          <p:nvPr/>
        </p:nvSpPr>
        <p:spPr>
          <a:xfrm>
            <a:off x="-20" y="49973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Insider://test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3E0A33-33F4-4100-A90D-E621B19900E8}"/>
              </a:ext>
            </a:extLst>
          </p:cNvPr>
          <p:cNvSpPr/>
          <p:nvPr/>
        </p:nvSpPr>
        <p:spPr>
          <a:xfrm>
            <a:off x="-20" y="6358270"/>
            <a:ext cx="12192000" cy="499730"/>
          </a:xfrm>
          <a:prstGeom prst="rect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/>
              </a:rPr>
              <a:t>Home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***extensions***help***CMD***EDGE***</a:t>
            </a:r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/>
              </a:rPr>
              <a:t>exit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5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Windos AV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Pre release 1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Registered to Username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F8BB79-AAE0-4F5E-B4A5-D3C478700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810" y="3038484"/>
            <a:ext cx="609685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1739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Windos AV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3" action="ppaction://hlinksldjump"/>
              </a:rPr>
              <a:t>Scan for viruses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  <a:hlinkClick r:id="rId4" action="ppaction://hlinksldjump"/>
              </a:rPr>
              <a:t>exit</a:t>
            </a: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9BBBE-848C-465E-9EC1-36E3FA6688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729" y="4983889"/>
            <a:ext cx="2704808" cy="1785174"/>
          </a:xfrm>
          <a:prstGeom prst="rect">
            <a:avLst/>
          </a:prstGeom>
        </p:spPr>
      </p:pic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818EF320-1ED7-41C2-84DD-46A25C34C5D0}"/>
              </a:ext>
            </a:extLst>
          </p:cNvPr>
          <p:cNvSpPr/>
          <p:nvPr/>
        </p:nvSpPr>
        <p:spPr>
          <a:xfrm>
            <a:off x="318977" y="868743"/>
            <a:ext cx="2817628" cy="3774558"/>
          </a:xfrm>
          <a:prstGeom prst="wedgeRectCallou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on scan for viruses to scan our system for malicious apps/sites saved to the PC. 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You can then take further action and remove the apps that were listed as malicious.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Windos AV only detects viruses, so get a proper antivirus!  </a:t>
            </a:r>
          </a:p>
        </p:txBody>
      </p:sp>
    </p:spTree>
    <p:extLst>
      <p:ext uri="{BB962C8B-B14F-4D97-AF65-F5344CB8AC3E}">
        <p14:creationId xmlns:p14="http://schemas.microsoft.com/office/powerpoint/2010/main" val="37070456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Scanning for viruses…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Picture 1">
            <a:hlinkClick r:id="rId4" action="ppaction://hlinksldjump"/>
            <a:extLst>
              <a:ext uri="{FF2B5EF4-FFF2-40B4-BE49-F238E27FC236}">
                <a16:creationId xmlns:a16="http://schemas.microsoft.com/office/drawing/2014/main" id="{5A5524D8-7C27-4F3A-BD24-24B27B65CA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522" y="4468811"/>
            <a:ext cx="4396955" cy="76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70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455193-051E-4F8A-A558-66666F2BA3E6}"/>
              </a:ext>
            </a:extLst>
          </p:cNvPr>
          <p:cNvSpPr/>
          <p:nvPr/>
        </p:nvSpPr>
        <p:spPr>
          <a:xfrm>
            <a:off x="0" y="0"/>
            <a:ext cx="12192000" cy="49973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Scan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0" y="487817"/>
            <a:ext cx="12191980" cy="6368902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Found threats:</a:t>
            </a:r>
            <a:b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</a:br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rgbClr val="FF0000"/>
                </a:solidFill>
                <a:latin typeface="Segoe UI" panose="020B0502040204020203" pitchFamily="34" charset="0"/>
              </a:rPr>
              <a:t>MEMZ//high//removal: hard if executed, easy if not//portable trojan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B46DAD59-DD5F-4BB0-AE08-4A9DDC91C8B2}"/>
              </a:ext>
            </a:extLst>
          </p:cNvPr>
          <p:cNvSpPr/>
          <p:nvPr/>
        </p:nvSpPr>
        <p:spPr>
          <a:xfrm>
            <a:off x="11265099" y="0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045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D1A1366D-BFE2-4AD2-A711-3DF878FCB602}"/>
              </a:ext>
            </a:extLst>
          </p:cNvPr>
          <p:cNvSpPr/>
          <p:nvPr/>
        </p:nvSpPr>
        <p:spPr>
          <a:xfrm>
            <a:off x="2326758" y="1460006"/>
            <a:ext cx="7538484" cy="3937988"/>
          </a:xfrm>
          <a:prstGeom prst="rect">
            <a:avLst/>
          </a:prstGeom>
          <a:solidFill>
            <a:srgbClr val="3B3838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MEMZ:</a:t>
            </a:r>
          </a:p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Click me to execute the virus!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Close to cancel!</a:t>
            </a:r>
          </a:p>
          <a:p>
            <a:pPr algn="ctr"/>
            <a:r>
              <a:rPr lang="en-GB" dirty="0">
                <a:solidFill>
                  <a:schemeClr val="bg2"/>
                </a:solidFill>
                <a:latin typeface="Segoe UI" panose="020B0502040204020203" pitchFamily="34" charset="0"/>
              </a:rPr>
              <a:t>This is a virus that screws up the system! Never execute on a real machine! 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AE39A043-0D33-42A3-9986-3B8A658F7CD6}"/>
              </a:ext>
            </a:extLst>
          </p:cNvPr>
          <p:cNvSpPr/>
          <p:nvPr/>
        </p:nvSpPr>
        <p:spPr>
          <a:xfrm>
            <a:off x="8980695" y="1460006"/>
            <a:ext cx="776176" cy="276446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634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ull HD p Vista Wallpapers HD, Desktop Backgrounds 1280×800 ...">
            <a:hlinkClick r:id="rId2" action="ppaction://hlinksldjump"/>
            <a:extLst>
              <a:ext uri="{FF2B5EF4-FFF2-40B4-BE49-F238E27FC236}">
                <a16:creationId xmlns:a16="http://schemas.microsoft.com/office/drawing/2014/main" id="{84A6E266-9CE5-440B-96C1-5F8EC22F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6BEC94-7DD0-4233-AE6B-95A46633E70D}"/>
              </a:ext>
            </a:extLst>
          </p:cNvPr>
          <p:cNvSpPr/>
          <p:nvPr/>
        </p:nvSpPr>
        <p:spPr>
          <a:xfrm>
            <a:off x="9048307" y="255181"/>
            <a:ext cx="3030279" cy="6347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D56EA-2B0E-46D2-AC56-E0C95B5AD3B2}"/>
              </a:ext>
            </a:extLst>
          </p:cNvPr>
          <p:cNvSpPr txBox="1"/>
          <p:nvPr/>
        </p:nvSpPr>
        <p:spPr>
          <a:xfrm>
            <a:off x="9029699" y="221178"/>
            <a:ext cx="304888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Action centre:</a:t>
            </a:r>
          </a:p>
          <a:p>
            <a:endParaRPr lang="en-GB" dirty="0"/>
          </a:p>
          <a:p>
            <a:r>
              <a:rPr lang="en-GB" dirty="0"/>
              <a:t>Windos 7 isn’t activated</a:t>
            </a:r>
          </a:p>
          <a:p>
            <a:endParaRPr lang="en-GB" dirty="0"/>
          </a:p>
          <a:p>
            <a:r>
              <a:rPr lang="en-GB" dirty="0"/>
              <a:t>Windos Av installed</a:t>
            </a:r>
          </a:p>
          <a:p>
            <a:endParaRPr lang="en-GB" dirty="0"/>
          </a:p>
          <a:p>
            <a:r>
              <a:rPr lang="en-GB" dirty="0"/>
              <a:t>WP7 on</a:t>
            </a:r>
          </a:p>
          <a:p>
            <a:endParaRPr lang="en-GB" dirty="0"/>
          </a:p>
          <a:p>
            <a:r>
              <a:rPr lang="en-GB" dirty="0"/>
              <a:t>Legacy BIOS on</a:t>
            </a:r>
          </a:p>
          <a:p>
            <a:endParaRPr lang="en-GB" dirty="0"/>
          </a:p>
          <a:p>
            <a:r>
              <a:rPr lang="en-GB" dirty="0"/>
              <a:t>BIOS: Win BIOS v1.01</a:t>
            </a:r>
          </a:p>
          <a:p>
            <a:endParaRPr lang="en-GB" dirty="0"/>
          </a:p>
          <a:p>
            <a:r>
              <a:rPr lang="en-GB" dirty="0"/>
              <a:t>Unstable OS build</a:t>
            </a:r>
          </a:p>
          <a:p>
            <a:endParaRPr lang="en-GB" dirty="0"/>
          </a:p>
          <a:p>
            <a:r>
              <a:rPr lang="en-GB" dirty="0"/>
              <a:t>Boot status ON</a:t>
            </a:r>
          </a:p>
          <a:p>
            <a:endParaRPr lang="en-GB" dirty="0"/>
          </a:p>
          <a:p>
            <a:r>
              <a:rPr lang="en-GB" dirty="0"/>
              <a:t>Auto update UNAVAILABLE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C4CF29-65B5-41DF-97D1-8B35A337E7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7139" y="1437520"/>
            <a:ext cx="425303" cy="425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60E8A3-6C21-4A37-85F0-0E7B1F8F74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232" y="2022310"/>
            <a:ext cx="425303" cy="425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B59077-0362-4622-B943-A23F1D3E6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7138" y="3106831"/>
            <a:ext cx="425303" cy="4253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B6420F-01CA-47BD-9CED-5E6DBAE2D5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840" y="853369"/>
            <a:ext cx="457201" cy="4572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BBCC0C-66E7-4A90-B8A8-26FB679F7C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143" y="2649630"/>
            <a:ext cx="457201" cy="4572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7F8E19-6239-44B3-BD9A-8F5294FE29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537" y="3639731"/>
            <a:ext cx="457201" cy="4572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4016C47-0C8A-4B63-AD6B-758C26E1BC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142" y="4257272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415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Shape icon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Shape icon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Shape icons"/>
</p:tagLst>
</file>

<file path=ppt/theme/theme1.xml><?xml version="1.0" encoding="utf-8"?>
<a:theme xmlns:a="http://schemas.openxmlformats.org/drawingml/2006/main" name="Office Theme">
  <a:themeElements>
    <a:clrScheme name="Windos 7">
      <a:dk1>
        <a:srgbClr val="E7E6E6"/>
      </a:dk1>
      <a:lt1>
        <a:srgbClr val="E7E6E6"/>
      </a:lt1>
      <a:dk2>
        <a:srgbClr val="44546A"/>
      </a:dk2>
      <a:lt2>
        <a:srgbClr val="E7E6E6"/>
      </a:lt2>
      <a:accent1>
        <a:srgbClr val="00B0F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chemeClr val="bg2"/>
            </a:solidFill>
            <a:latin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159</TotalTime>
  <Words>468</Words>
  <Application>Microsoft Office PowerPoint</Application>
  <PresentationFormat>Widescreen</PresentationFormat>
  <Paragraphs>155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251</cp:revision>
  <dcterms:created xsi:type="dcterms:W3CDTF">2020-08-08T16:52:32Z</dcterms:created>
  <dcterms:modified xsi:type="dcterms:W3CDTF">2020-08-28T16:57:33Z</dcterms:modified>
</cp:coreProperties>
</file>