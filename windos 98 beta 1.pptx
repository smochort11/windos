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81" r:id="rId4"/>
    <p:sldId id="258" r:id="rId5"/>
    <p:sldId id="289" r:id="rId6"/>
    <p:sldId id="287" r:id="rId7"/>
    <p:sldId id="259" r:id="rId8"/>
    <p:sldId id="260" r:id="rId9"/>
    <p:sldId id="262" r:id="rId10"/>
    <p:sldId id="297" r:id="rId11"/>
    <p:sldId id="307" r:id="rId12"/>
    <p:sldId id="298" r:id="rId13"/>
    <p:sldId id="264" r:id="rId14"/>
    <p:sldId id="265" r:id="rId15"/>
    <p:sldId id="299" r:id="rId16"/>
    <p:sldId id="268" r:id="rId17"/>
    <p:sldId id="269" r:id="rId18"/>
    <p:sldId id="270" r:id="rId19"/>
    <p:sldId id="271" r:id="rId20"/>
    <p:sldId id="272" r:id="rId21"/>
    <p:sldId id="273" r:id="rId22"/>
    <p:sldId id="276" r:id="rId23"/>
    <p:sldId id="277" r:id="rId24"/>
    <p:sldId id="278" r:id="rId25"/>
    <p:sldId id="279" r:id="rId26"/>
    <p:sldId id="280" r:id="rId27"/>
    <p:sldId id="282" r:id="rId28"/>
    <p:sldId id="283" r:id="rId29"/>
    <p:sldId id="284" r:id="rId30"/>
    <p:sldId id="285" r:id="rId31"/>
    <p:sldId id="286" r:id="rId32"/>
    <p:sldId id="288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300" r:id="rId41"/>
    <p:sldId id="301" r:id="rId42"/>
    <p:sldId id="302" r:id="rId43"/>
    <p:sldId id="303" r:id="rId44"/>
    <p:sldId id="304" r:id="rId45"/>
    <p:sldId id="305" r:id="rId46"/>
    <p:sldId id="306" r:id="rId47"/>
    <p:sldId id="308" r:id="rId48"/>
    <p:sldId id="309" r:id="rId49"/>
    <p:sldId id="310" r:id="rId50"/>
    <p:sldId id="311" r:id="rId51"/>
    <p:sldId id="312" r:id="rId52"/>
    <p:sldId id="313" r:id="rId53"/>
    <p:sldId id="314" r:id="rId54"/>
    <p:sldId id="315" r:id="rId55"/>
    <p:sldId id="316" r:id="rId56"/>
    <p:sldId id="317" r:id="rId57"/>
    <p:sldId id="318" r:id="rId5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425" autoAdjust="0"/>
    <p:restoredTop sz="94660"/>
  </p:normalViewPr>
  <p:slideViewPr>
    <p:cSldViewPr snapToGrid="0">
      <p:cViewPr varScale="1">
        <p:scale>
          <a:sx n="90" d="100"/>
          <a:sy n="90" d="100"/>
        </p:scale>
        <p:origin x="64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97CC4-0D06-44A4-9CF7-1A2AE1124A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F35222-A861-41B2-8FAC-1A62D958DF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CDBA24-3B41-43AB-B789-EC3CD6081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0ACB4-EAB2-4C27-966B-58272C2FD95B}" type="datetimeFigureOut">
              <a:rPr lang="en-GB" smtClean="0"/>
              <a:t>19/07/2020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34C9B1-BECF-4D50-A3BA-874CD6877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3C6E2B-AADD-46B4-A2DC-960F62F11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A90C0-1A04-48CB-92B5-42F3155E64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004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E1C27-E4BC-4A9A-A686-5C0646F22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E8400F-EC96-4C33-82E9-A20CFD1DE3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6C563D-8F81-49FE-AC08-E05C45B7A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0ACB4-EAB2-4C27-966B-58272C2FD95B}" type="datetimeFigureOut">
              <a:rPr lang="en-GB" smtClean="0"/>
              <a:t>19/07/2020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CB68E0-2270-4A90-AF52-314F9CFE8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16EB6D-0A77-42AF-B4DE-32F461D8B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A90C0-1A04-48CB-92B5-42F3155E64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7391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2BD52-80A2-4145-8AAE-958E5BF15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3BC416-CCAD-4900-8D08-1A2021D8DC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86158-2533-422A-8360-0133BEF6F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0ACB4-EAB2-4C27-966B-58272C2FD95B}" type="datetimeFigureOut">
              <a:rPr lang="en-GB" smtClean="0"/>
              <a:t>19/07/2020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39F1E7-B59A-47F6-AAB5-1EE0C1732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377C8-0FF1-4632-902E-125A90745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A90C0-1A04-48CB-92B5-42F3155E64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9089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8E820-85CA-4423-A968-8A423FEC5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ADC71B-02B5-4B48-9917-F2076D420D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4A1177-9995-40A7-AF0B-458EDE1239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04C731-B474-4D6E-85C0-3FE759C35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0ACB4-EAB2-4C27-966B-58272C2FD95B}" type="datetimeFigureOut">
              <a:rPr lang="en-GB" smtClean="0"/>
              <a:t>19/07/2020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BD5F72-EFFC-424F-A77E-8A4B24C96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A3FC6B-7D17-482A-9150-10D9DFF45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A90C0-1A04-48CB-92B5-42F3155E64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836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7FB2B-3002-43DE-B3D7-F4A977517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72071D-17FA-4B15-9683-9BD487281D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2BBF06-76C9-480B-8538-B2259F039E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CF8B75-6D87-4F44-89CE-7196BDDCB6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68A509-A2FF-42EF-93D1-A343879196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476171-3A0E-4B4D-B77C-C9F7E8418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0ACB4-EAB2-4C27-966B-58272C2FD95B}" type="datetimeFigureOut">
              <a:rPr lang="en-GB" smtClean="0"/>
              <a:t>19/07/2020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653C30-016F-4475-AF33-80AC37434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F8B657-517D-4628-ADA4-5A81478A2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A90C0-1A04-48CB-92B5-42F3155E64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5546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261C2-7113-4699-98CA-AEFE09A7B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5D5308-7301-4744-BFCF-4CEEC6ABB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0ACB4-EAB2-4C27-966B-58272C2FD95B}" type="datetimeFigureOut">
              <a:rPr lang="en-GB" smtClean="0"/>
              <a:t>19/07/2020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D95728-EA55-4FF5-8597-E12021557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1FB1B3-1A2C-45E3-873F-0806C79A4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A90C0-1A04-48CB-92B5-42F3155E64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29566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75E25C-7134-4806-99DA-C6808B9EB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0ACB4-EAB2-4C27-966B-58272C2FD95B}" type="datetimeFigureOut">
              <a:rPr lang="en-GB" smtClean="0"/>
              <a:t>19/07/2020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E63138-3E73-4747-BBCB-7C629E9AF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C826A2-51F9-4545-95E7-B92229179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A90C0-1A04-48CB-92B5-42F3155E64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6272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06EE4-D031-4F2F-86A2-E8F071726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BBD20-DF1B-44E5-B070-030944CEEB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7EE108-C52C-45B7-98C7-DF5DF0E0F3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766D07-3E32-41E8-9265-9D29E4D97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0ACB4-EAB2-4C27-966B-58272C2FD95B}" type="datetimeFigureOut">
              <a:rPr lang="en-GB" smtClean="0"/>
              <a:t>19/07/2020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E58CA7-7EC5-4F04-9BC7-15500F2AB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226E8E-8073-424C-BAFD-9FF9EF1A0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A90C0-1A04-48CB-92B5-42F3155E64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092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8290E-0EB9-46FC-BE2D-7C640400F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10FD39-323B-4553-8387-32B6CD9A18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D6C31D-9D85-44FC-B4A0-5308898515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689D92-20EC-43E2-B448-C5C49DB1C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0ACB4-EAB2-4C27-966B-58272C2FD95B}" type="datetimeFigureOut">
              <a:rPr lang="en-GB" smtClean="0"/>
              <a:t>19/07/2020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CFEC05-79D9-4B63-8283-5B3DAA02D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ED0475-773D-4E82-BDEB-602E5B1DA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A90C0-1A04-48CB-92B5-42F3155E64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8085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9DEDD-2101-4156-BFDE-B7CECE967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AC06B5-4D8F-461E-AA30-989F82B8B4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5AC7DA-13A1-4A64-9852-3E2F402F1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0ACB4-EAB2-4C27-966B-58272C2FD95B}" type="datetimeFigureOut">
              <a:rPr lang="en-GB" smtClean="0"/>
              <a:t>19/07/2020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FE2708-5ED0-4C85-903A-D2118AC35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41DB6B-06E6-4456-ADBC-D6DB89635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A90C0-1A04-48CB-92B5-42F3155E64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5992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E45538-370A-4A00-8953-7A201702BB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4AF04A-8A93-44EE-A84F-1C7FF210CA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0D982D-4B6E-41B2-BE39-4D58D0EC7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0ACB4-EAB2-4C27-966B-58272C2FD95B}" type="datetimeFigureOut">
              <a:rPr lang="en-GB" smtClean="0"/>
              <a:t>19/07/2020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9D02D0-1263-4D97-B0B0-8813884CE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CBED45-6AE3-4516-BF70-3B329C639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A90C0-1A04-48CB-92B5-42F3155E64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6287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8B49B7-E306-4D2F-BF3C-55FAE7767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92732E-5473-48E4-9145-F5B0F2DB1C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8E7F33-967D-4359-A52C-44D5131238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F0ACB4-EAB2-4C27-966B-58272C2FD95B}" type="datetimeFigureOut">
              <a:rPr lang="en-GB" smtClean="0"/>
              <a:t>19/07/2020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214767-6EC3-4955-8DF1-2C66BE9636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2D327D-39C4-4A69-B2DC-1381E18413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5A90C0-1A04-48CB-92B5-42F3155E64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8122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8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20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23.xml"/><Relationship Id="rId2" Type="http://schemas.openxmlformats.org/officeDocument/2006/relationships/slide" Target="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2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" Target="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slide" Target="slide9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2.png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12" Type="http://schemas.openxmlformats.org/officeDocument/2006/relationships/image" Target="../media/image4.png"/><Relationship Id="rId2" Type="http://schemas.openxmlformats.org/officeDocument/2006/relationships/slide" Target="slide10.xml"/><Relationship Id="rId1" Type="http://schemas.openxmlformats.org/officeDocument/2006/relationships/slideLayout" Target="../slideLayouts/slideLayout7.xml"/><Relationship Id="rId6" Type="http://schemas.openxmlformats.org/officeDocument/2006/relationships/slide" Target="slide26.xml"/><Relationship Id="rId11" Type="http://schemas.openxmlformats.org/officeDocument/2006/relationships/image" Target="../media/image11.png"/><Relationship Id="rId5" Type="http://schemas.openxmlformats.org/officeDocument/2006/relationships/image" Target="../media/image6.png"/><Relationship Id="rId10" Type="http://schemas.openxmlformats.org/officeDocument/2006/relationships/image" Target="../media/image10.png"/><Relationship Id="rId4" Type="http://schemas.openxmlformats.org/officeDocument/2006/relationships/slide" Target="slide19.xml"/><Relationship Id="rId9" Type="http://schemas.openxmlformats.org/officeDocument/2006/relationships/image" Target="../media/image9.png"/><Relationship Id="rId1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gi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14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slide" Target="slide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gif"/><Relationship Id="rId4" Type="http://schemas.openxmlformats.org/officeDocument/2006/relationships/slide" Target="slide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slide" Target="slide18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19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audio" Target="../media/audio1.wav"/><Relationship Id="rId5" Type="http://schemas.openxmlformats.org/officeDocument/2006/relationships/image" Target="../media/image11.png"/><Relationship Id="rId4" Type="http://schemas.openxmlformats.org/officeDocument/2006/relationships/slide" Target="slide20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slide" Target="slide56.xml"/><Relationship Id="rId13" Type="http://schemas.openxmlformats.org/officeDocument/2006/relationships/image" Target="../media/image16.png"/><Relationship Id="rId3" Type="http://schemas.openxmlformats.org/officeDocument/2006/relationships/slide" Target="slide21.xml"/><Relationship Id="rId7" Type="http://schemas.openxmlformats.org/officeDocument/2006/relationships/image" Target="../media/image11.png"/><Relationship Id="rId12" Type="http://schemas.openxmlformats.org/officeDocument/2006/relationships/slide" Target="slide24.xml"/><Relationship Id="rId2" Type="http://schemas.openxmlformats.org/officeDocument/2006/relationships/image" Target="../media/image1.jpg"/><Relationship Id="rId16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slide" Target="slide41.xml"/><Relationship Id="rId11" Type="http://schemas.openxmlformats.org/officeDocument/2006/relationships/image" Target="../media/image15.png"/><Relationship Id="rId5" Type="http://schemas.openxmlformats.org/officeDocument/2006/relationships/image" Target="../media/image12.png"/><Relationship Id="rId15" Type="http://schemas.openxmlformats.org/officeDocument/2006/relationships/image" Target="../media/image3.png"/><Relationship Id="rId10" Type="http://schemas.openxmlformats.org/officeDocument/2006/relationships/slide" Target="slide20.xml"/><Relationship Id="rId4" Type="http://schemas.openxmlformats.org/officeDocument/2006/relationships/slide" Target="slide22.xml"/><Relationship Id="rId9" Type="http://schemas.openxmlformats.org/officeDocument/2006/relationships/image" Target="../media/image4.png"/><Relationship Id="rId14" Type="http://schemas.openxmlformats.org/officeDocument/2006/relationships/slide" Target="slide23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slide" Target="slide33.xml"/><Relationship Id="rId13" Type="http://schemas.openxmlformats.org/officeDocument/2006/relationships/image" Target="../media/image6.png"/><Relationship Id="rId3" Type="http://schemas.openxmlformats.org/officeDocument/2006/relationships/image" Target="../media/image1.jpg"/><Relationship Id="rId7" Type="http://schemas.openxmlformats.org/officeDocument/2006/relationships/slide" Target="slide22.xml"/><Relationship Id="rId12" Type="http://schemas.openxmlformats.org/officeDocument/2006/relationships/slide" Target="slide19.xml"/><Relationship Id="rId2" Type="http://schemas.openxmlformats.org/officeDocument/2006/relationships/slide" Target="slide20.xml"/><Relationship Id="rId1" Type="http://schemas.openxmlformats.org/officeDocument/2006/relationships/slideLayout" Target="../slideLayouts/slideLayout7.xml"/><Relationship Id="rId6" Type="http://schemas.openxmlformats.org/officeDocument/2006/relationships/slide" Target="slide27.xml"/><Relationship Id="rId11" Type="http://schemas.openxmlformats.org/officeDocument/2006/relationships/image" Target="../media/image5.png"/><Relationship Id="rId5" Type="http://schemas.openxmlformats.org/officeDocument/2006/relationships/slide" Target="slide24.xml"/><Relationship Id="rId1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slide" Target="slide23.xml"/><Relationship Id="rId9" Type="http://schemas.openxmlformats.org/officeDocument/2006/relationships/image" Target="../media/image3.png"/><Relationship Id="rId1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32.xml"/><Relationship Id="rId2" Type="http://schemas.openxmlformats.org/officeDocument/2006/relationships/slide" Target="slide20.xml"/><Relationship Id="rId1" Type="http://schemas.openxmlformats.org/officeDocument/2006/relationships/slideLayout" Target="../slideLayouts/slideLayout7.xml"/><Relationship Id="rId6" Type="http://schemas.openxmlformats.org/officeDocument/2006/relationships/slide" Target="slide46.xml"/><Relationship Id="rId5" Type="http://schemas.openxmlformats.org/officeDocument/2006/relationships/slide" Target="slide40.xml"/><Relationship Id="rId4" Type="http://schemas.openxmlformats.org/officeDocument/2006/relationships/slide" Target="slide3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34.xml"/><Relationship Id="rId2" Type="http://schemas.openxmlformats.org/officeDocument/2006/relationships/slide" Target="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slide" Target="slide47.xml"/><Relationship Id="rId4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slide" Target="slide23.xml"/><Relationship Id="rId13" Type="http://schemas.openxmlformats.org/officeDocument/2006/relationships/image" Target="../media/image19.png"/><Relationship Id="rId18" Type="http://schemas.openxmlformats.org/officeDocument/2006/relationships/slide" Target="slide57.xml"/><Relationship Id="rId3" Type="http://schemas.openxmlformats.org/officeDocument/2006/relationships/slide" Target="slide21.xml"/><Relationship Id="rId7" Type="http://schemas.openxmlformats.org/officeDocument/2006/relationships/image" Target="../media/image8.svg"/><Relationship Id="rId12" Type="http://schemas.openxmlformats.org/officeDocument/2006/relationships/slide" Target="slide41.xml"/><Relationship Id="rId17" Type="http://schemas.openxmlformats.org/officeDocument/2006/relationships/image" Target="../media/image20.png"/><Relationship Id="rId2" Type="http://schemas.openxmlformats.org/officeDocument/2006/relationships/slide" Target="slide20.xml"/><Relationship Id="rId16" Type="http://schemas.openxmlformats.org/officeDocument/2006/relationships/slide" Target="slide2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9.png"/><Relationship Id="rId5" Type="http://schemas.openxmlformats.org/officeDocument/2006/relationships/slide" Target="slide25.xml"/><Relationship Id="rId15" Type="http://schemas.openxmlformats.org/officeDocument/2006/relationships/image" Target="../media/image4.png"/><Relationship Id="rId10" Type="http://schemas.openxmlformats.org/officeDocument/2006/relationships/slide" Target="slide24.xml"/><Relationship Id="rId19" Type="http://schemas.openxmlformats.org/officeDocument/2006/relationships/image" Target="../media/image21.jpg"/><Relationship Id="rId4" Type="http://schemas.openxmlformats.org/officeDocument/2006/relationships/image" Target="../media/image6.png"/><Relationship Id="rId9" Type="http://schemas.openxmlformats.org/officeDocument/2006/relationships/image" Target="../media/image3.png"/><Relationship Id="rId14" Type="http://schemas.openxmlformats.org/officeDocument/2006/relationships/slide" Target="slide5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26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" Target="slide20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slide" Target="slide28.xml"/><Relationship Id="rId2" Type="http://schemas.openxmlformats.org/officeDocument/2006/relationships/slide" Target="slide19.xml"/><Relationship Id="rId1" Type="http://schemas.openxmlformats.org/officeDocument/2006/relationships/slideLayout" Target="../slideLayouts/slideLayout7.xml"/><Relationship Id="rId6" Type="http://schemas.openxmlformats.org/officeDocument/2006/relationships/slide" Target="slide31.xml"/><Relationship Id="rId5" Type="http://schemas.openxmlformats.org/officeDocument/2006/relationships/slide" Target="slide1.xml"/><Relationship Id="rId4" Type="http://schemas.openxmlformats.org/officeDocument/2006/relationships/slide" Target="slide3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" Target="slide29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" Target="slide20.xml"/><Relationship Id="rId1" Type="http://schemas.openxmlformats.org/officeDocument/2006/relationships/slideLayout" Target="../slideLayouts/slideLayout7.xml"/><Relationship Id="rId4" Type="http://schemas.openxmlformats.org/officeDocument/2006/relationships/slide" Target="slide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" Target="slide20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" Target="slide34.xml"/><Relationship Id="rId2" Type="http://schemas.openxmlformats.org/officeDocument/2006/relationships/slide" Target="slide2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5.png"/><Relationship Id="rId18" Type="http://schemas.openxmlformats.org/officeDocument/2006/relationships/image" Target="../media/image28.png"/><Relationship Id="rId26" Type="http://schemas.openxmlformats.org/officeDocument/2006/relationships/image" Target="../media/image18.png"/><Relationship Id="rId3" Type="http://schemas.openxmlformats.org/officeDocument/2006/relationships/slide" Target="slide23.xml"/><Relationship Id="rId21" Type="http://schemas.openxmlformats.org/officeDocument/2006/relationships/image" Target="../media/image16.png"/><Relationship Id="rId7" Type="http://schemas.openxmlformats.org/officeDocument/2006/relationships/image" Target="../media/image12.png"/><Relationship Id="rId12" Type="http://schemas.openxmlformats.org/officeDocument/2006/relationships/image" Target="../media/image20.png"/><Relationship Id="rId17" Type="http://schemas.openxmlformats.org/officeDocument/2006/relationships/image" Target="../media/image27.png"/><Relationship Id="rId25" Type="http://schemas.openxmlformats.org/officeDocument/2006/relationships/image" Target="../media/image19.png"/><Relationship Id="rId33" Type="http://schemas.openxmlformats.org/officeDocument/2006/relationships/image" Target="../media/image35.png"/><Relationship Id="rId2" Type="http://schemas.openxmlformats.org/officeDocument/2006/relationships/slide" Target="slide20.xml"/><Relationship Id="rId16" Type="http://schemas.openxmlformats.org/officeDocument/2006/relationships/image" Target="../media/image10.png"/><Relationship Id="rId20" Type="http://schemas.openxmlformats.org/officeDocument/2006/relationships/image" Target="../media/image4.png"/><Relationship Id="rId29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24.png"/><Relationship Id="rId24" Type="http://schemas.openxmlformats.org/officeDocument/2006/relationships/image" Target="../media/image2.gif"/><Relationship Id="rId32" Type="http://schemas.openxmlformats.org/officeDocument/2006/relationships/image" Target="../media/image34.png"/><Relationship Id="rId5" Type="http://schemas.openxmlformats.org/officeDocument/2006/relationships/image" Target="../media/image22.png"/><Relationship Id="rId15" Type="http://schemas.openxmlformats.org/officeDocument/2006/relationships/image" Target="../media/image11.png"/><Relationship Id="rId23" Type="http://schemas.openxmlformats.org/officeDocument/2006/relationships/image" Target="../media/image6.png"/><Relationship Id="rId28" Type="http://schemas.openxmlformats.org/officeDocument/2006/relationships/image" Target="../media/image30.png"/><Relationship Id="rId10" Type="http://schemas.openxmlformats.org/officeDocument/2006/relationships/image" Target="../media/image5.png"/><Relationship Id="rId19" Type="http://schemas.openxmlformats.org/officeDocument/2006/relationships/image" Target="../media/image13.png"/><Relationship Id="rId31" Type="http://schemas.openxmlformats.org/officeDocument/2006/relationships/image" Target="../media/image33.png"/><Relationship Id="rId4" Type="http://schemas.openxmlformats.org/officeDocument/2006/relationships/image" Target="../media/image3.png"/><Relationship Id="rId9" Type="http://schemas.openxmlformats.org/officeDocument/2006/relationships/image" Target="../media/image23.png"/><Relationship Id="rId14" Type="http://schemas.openxmlformats.org/officeDocument/2006/relationships/image" Target="../media/image26.png"/><Relationship Id="rId22" Type="http://schemas.openxmlformats.org/officeDocument/2006/relationships/slide" Target="slide19.xml"/><Relationship Id="rId27" Type="http://schemas.openxmlformats.org/officeDocument/2006/relationships/image" Target="../media/image29.png"/><Relationship Id="rId30" Type="http://schemas.openxmlformats.org/officeDocument/2006/relationships/image" Target="../media/image32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slide" Target="slide23.xml"/><Relationship Id="rId7" Type="http://schemas.openxmlformats.org/officeDocument/2006/relationships/slide" Target="slide47.xml"/><Relationship Id="rId12" Type="http://schemas.openxmlformats.org/officeDocument/2006/relationships/slide" Target="slide8.xml"/><Relationship Id="rId2" Type="http://schemas.openxmlformats.org/officeDocument/2006/relationships/slide" Target="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11" Type="http://schemas.openxmlformats.org/officeDocument/2006/relationships/image" Target="../media/image9.png"/><Relationship Id="rId5" Type="http://schemas.openxmlformats.org/officeDocument/2006/relationships/slide" Target="slide35.xml"/><Relationship Id="rId15" Type="http://schemas.openxmlformats.org/officeDocument/2006/relationships/image" Target="../media/image35.png"/><Relationship Id="rId10" Type="http://schemas.openxmlformats.org/officeDocument/2006/relationships/slide" Target="slide29.xml"/><Relationship Id="rId4" Type="http://schemas.openxmlformats.org/officeDocument/2006/relationships/image" Target="../media/image3.png"/><Relationship Id="rId9" Type="http://schemas.openxmlformats.org/officeDocument/2006/relationships/slide" Target="slide37.xml"/><Relationship Id="rId14" Type="http://schemas.openxmlformats.org/officeDocument/2006/relationships/image" Target="../media/image13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slide" Target="slide23.xml"/><Relationship Id="rId7" Type="http://schemas.openxmlformats.org/officeDocument/2006/relationships/slide" Target="slide33.xml"/><Relationship Id="rId2" Type="http://schemas.openxmlformats.org/officeDocument/2006/relationships/slide" Target="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slide" Target="slide36.xml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" Target="slide20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" Target="slide20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" Target="slide20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" Target="slide38.xml"/><Relationship Id="rId2" Type="http://schemas.openxmlformats.org/officeDocument/2006/relationships/slide" Target="slide22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" Target="slide22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slide" Target="slide43.xml"/><Relationship Id="rId3" Type="http://schemas.openxmlformats.org/officeDocument/2006/relationships/image" Target="../media/image1.jpg"/><Relationship Id="rId7" Type="http://schemas.openxmlformats.org/officeDocument/2006/relationships/image" Target="../media/image4.png"/><Relationship Id="rId2" Type="http://schemas.openxmlformats.org/officeDocument/2006/relationships/slide" Target="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slide" Target="slide42.xml"/><Relationship Id="rId10" Type="http://schemas.openxmlformats.org/officeDocument/2006/relationships/slide" Target="slide45.xml"/><Relationship Id="rId4" Type="http://schemas.openxmlformats.org/officeDocument/2006/relationships/image" Target="../media/image11.png"/><Relationship Id="rId9" Type="http://schemas.openxmlformats.org/officeDocument/2006/relationships/slide" Target="slide4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" Target="slide52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slide" Target="slide20.xml"/><Relationship Id="rId4" Type="http://schemas.openxmlformats.org/officeDocument/2006/relationships/slide" Target="slide55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" Target="slide22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slide" Target="slide51.xml"/><Relationship Id="rId3" Type="http://schemas.openxmlformats.org/officeDocument/2006/relationships/slide" Target="slide23.xml"/><Relationship Id="rId7" Type="http://schemas.openxmlformats.org/officeDocument/2006/relationships/slide" Target="slide38.xml"/><Relationship Id="rId12" Type="http://schemas.openxmlformats.org/officeDocument/2006/relationships/image" Target="../media/image30.png"/><Relationship Id="rId2" Type="http://schemas.openxmlformats.org/officeDocument/2006/relationships/slide" Target="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11" Type="http://schemas.openxmlformats.org/officeDocument/2006/relationships/slide" Target="slide50.xml"/><Relationship Id="rId5" Type="http://schemas.openxmlformats.org/officeDocument/2006/relationships/slide" Target="slide48.xml"/><Relationship Id="rId10" Type="http://schemas.openxmlformats.org/officeDocument/2006/relationships/image" Target="../media/image29.png"/><Relationship Id="rId4" Type="http://schemas.openxmlformats.org/officeDocument/2006/relationships/image" Target="../media/image3.png"/><Relationship Id="rId9" Type="http://schemas.openxmlformats.org/officeDocument/2006/relationships/slide" Target="slide19.xml"/><Relationship Id="rId14" Type="http://schemas.openxmlformats.org/officeDocument/2006/relationships/image" Target="../media/image31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" Target="slide23.xml"/><Relationship Id="rId2" Type="http://schemas.openxmlformats.org/officeDocument/2006/relationships/slide" Target="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" Target="slide23.xml"/><Relationship Id="rId2" Type="http://schemas.openxmlformats.org/officeDocument/2006/relationships/slide" Target="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" Target="slide23.xml"/><Relationship Id="rId2" Type="http://schemas.openxmlformats.org/officeDocument/2006/relationships/slide" Target="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" Target="slide23.xml"/><Relationship Id="rId2" Type="http://schemas.openxmlformats.org/officeDocument/2006/relationships/slide" Target="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" Target="slide53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slide" Target="slide20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slide" Target="slide54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" Target="slide53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slide" Target="slide20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33.png"/><Relationship Id="rId2" Type="http://schemas.openxmlformats.org/officeDocument/2006/relationships/slide" Target="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Relationship Id="rId5" Type="http://schemas.openxmlformats.org/officeDocument/2006/relationships/audio" Target="../media/audio2.wav"/><Relationship Id="rId4" Type="http://schemas.openxmlformats.org/officeDocument/2006/relationships/slide" Target="slide5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BB60392-19A1-4D8F-AD56-988F1EFC7E6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E45B9F-0CF7-4499-9B05-15822017B9B6}"/>
              </a:ext>
            </a:extLst>
          </p:cNvPr>
          <p:cNvSpPr txBox="1"/>
          <p:nvPr/>
        </p:nvSpPr>
        <p:spPr>
          <a:xfrm>
            <a:off x="116958" y="106326"/>
            <a:ext cx="105687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Booting from hard disk…</a:t>
            </a:r>
          </a:p>
          <a:p>
            <a:r>
              <a:rPr lang="en-GB" dirty="0">
                <a:solidFill>
                  <a:schemeClr val="bg1"/>
                </a:solidFill>
              </a:rPr>
              <a:t>Starting Windos 98…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  <a:hlinkClick r:id="rId2" action="ppaction://hlinksldjump"/>
              </a:rPr>
              <a:t>Start now </a:t>
            </a:r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7788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85FA5E-6BD8-4F2D-BDA3-1665AA20B5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4750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85FA5E-6BD8-4F2D-BDA3-1665AA20B5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F23FE59-5C66-4A70-A972-C8C604A1F29A}"/>
              </a:ext>
            </a:extLst>
          </p:cNvPr>
          <p:cNvSpPr/>
          <p:nvPr/>
        </p:nvSpPr>
        <p:spPr>
          <a:xfrm>
            <a:off x="3515834" y="1520456"/>
            <a:ext cx="5617534" cy="288142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F52C57-D14E-43D0-9B67-F26CA0AEE6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0927" y="3761269"/>
            <a:ext cx="2730145" cy="476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6236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11490251" y="53163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95768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explorer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11490251" y="53163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5">
            <a:hlinkClick r:id="rId3" action="ppaction://hlinksldjump"/>
            <a:extLst>
              <a:ext uri="{FF2B5EF4-FFF2-40B4-BE49-F238E27FC236}">
                <a16:creationId xmlns:a16="http://schemas.microsoft.com/office/drawing/2014/main" id="{5FB3FE7A-9B98-42C3-BAA5-B80BA70E9D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5963" y="-31898"/>
            <a:ext cx="457200" cy="4572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D5B876B-ABBB-4489-B384-7BA132941D1E}"/>
              </a:ext>
            </a:extLst>
          </p:cNvPr>
          <p:cNvSpPr/>
          <p:nvPr/>
        </p:nvSpPr>
        <p:spPr>
          <a:xfrm>
            <a:off x="0" y="425302"/>
            <a:ext cx="12192000" cy="42530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14793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Internet explorer 22.5: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11490251" y="53163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42793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65C8590-AFDA-4E30-AB3C-7AA3F5DD04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3274828"/>
            <a:ext cx="5975498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3700130"/>
            <a:ext cx="5975498" cy="315786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5280837" y="3327991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22261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hlinkClick r:id="rId2" action="ppaction://hlinksldjump"/>
            <a:extLst>
              <a:ext uri="{FF2B5EF4-FFF2-40B4-BE49-F238E27FC236}">
                <a16:creationId xmlns:a16="http://schemas.microsoft.com/office/drawing/2014/main" id="{065C8590-AFDA-4E30-AB3C-7AA3F5DD04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3274828"/>
            <a:ext cx="5975498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Welcome to Windos 98!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3700130"/>
            <a:ext cx="5975498" cy="315786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Welcome to setup</a:t>
            </a:r>
          </a:p>
          <a:p>
            <a:r>
              <a:rPr lang="en-GB" dirty="0"/>
              <a:t>Close the window to start the welcome tour!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 </a:t>
            </a:r>
          </a:p>
        </p:txBody>
      </p:sp>
      <p:sp>
        <p:nvSpPr>
          <p:cNvPr id="5" name="Rectangle 4">
            <a:hlinkClick r:id="rId4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5280837" y="3327991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1E4982-4394-439F-9641-28849C81E8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2270" y="4667692"/>
            <a:ext cx="1437167" cy="1437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2493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Welcome!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/>
              <a:t>Welcome to Windos 98!</a:t>
            </a:r>
          </a:p>
          <a:p>
            <a:pPr algn="ctr"/>
            <a:r>
              <a:rPr lang="en-GB" sz="2000" dirty="0"/>
              <a:t>This OS features:</a:t>
            </a:r>
          </a:p>
          <a:p>
            <a:pPr algn="ctr"/>
            <a:endParaRPr lang="en-GB" sz="2000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GB" sz="2000" dirty="0"/>
              <a:t>New, tighter security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GB" sz="2000" dirty="0"/>
              <a:t>New Internet Explorer 22.5 to provide the best browsing experience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GB" sz="2000" dirty="0"/>
              <a:t>New email client to help you manage emails better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GB" sz="2000" dirty="0"/>
              <a:t>New software to get things done!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GB" sz="2000" dirty="0"/>
              <a:t>A rock- solid filesystem makes Windos a lot less prone to crashing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GB" sz="2000" dirty="0"/>
              <a:t>Alerts tell you when your security is not optimal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GB" sz="2000" dirty="0"/>
              <a:t>Many pre installed programs that are your to keep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GB" sz="2000" dirty="0"/>
              <a:t>Sleek icons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GB" sz="2000" dirty="0"/>
              <a:t>Great internet connectivity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GB" sz="2000" dirty="0"/>
              <a:t>Easy Internet Setup®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GB" sz="2000" dirty="0"/>
              <a:t>A beautiful interface which is optimised for readability</a:t>
            </a:r>
          </a:p>
          <a:p>
            <a:pPr algn="ctr"/>
            <a:r>
              <a:rPr lang="en-GB" sz="2000" dirty="0">
                <a:solidFill>
                  <a:srgbClr val="FF0000"/>
                </a:solidFill>
              </a:rPr>
              <a:t>Close window to proceed</a:t>
            </a:r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11490251" y="53163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F2A550-8597-4F2E-8D2C-CF98003BAA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488" y="1925375"/>
            <a:ext cx="609600" cy="609600"/>
          </a:xfrm>
          <a:prstGeom prst="rect">
            <a:avLst/>
          </a:prstGeom>
        </p:spPr>
      </p:pic>
      <p:pic>
        <p:nvPicPr>
          <p:cNvPr id="7" name="Picture 6">
            <a:hlinkClick r:id="rId4" action="ppaction://hlinksldjump"/>
            <a:extLst>
              <a:ext uri="{FF2B5EF4-FFF2-40B4-BE49-F238E27FC236}">
                <a16:creationId xmlns:a16="http://schemas.microsoft.com/office/drawing/2014/main" id="{FE024831-1B2C-4897-A323-817D93D26EE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2569" y="2488016"/>
            <a:ext cx="615950" cy="609600"/>
          </a:xfrm>
          <a:prstGeom prst="rect">
            <a:avLst/>
          </a:prstGeom>
        </p:spPr>
      </p:pic>
      <p:pic>
        <p:nvPicPr>
          <p:cNvPr id="8" name="Graphic 7">
            <a:hlinkClick r:id="rId6" action="ppaction://hlinksldjump"/>
            <a:extLst>
              <a:ext uri="{FF2B5EF4-FFF2-40B4-BE49-F238E27FC236}">
                <a16:creationId xmlns:a16="http://schemas.microsoft.com/office/drawing/2014/main" id="{1DB7EEA3-618D-4C4C-A979-DBFDB1E12E5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52612" y="2963826"/>
            <a:ext cx="451883" cy="4518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CC620B1-886C-4CE0-84C3-7E6608F1389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884" y="3272168"/>
            <a:ext cx="523654" cy="5236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ECFEA5B-937C-499D-98DC-330061B651C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5241" y="3533995"/>
            <a:ext cx="425303" cy="42530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27F91F5-33D8-455C-AB89-65CDE70E1DF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1352" y="3841011"/>
            <a:ext cx="457201" cy="45720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71301B9-8A47-4857-ABF2-CCD006A5B64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0841" y="4171949"/>
            <a:ext cx="523654" cy="52365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15B0AF9-C9D5-4AC6-9850-0F6FB54D9E6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1993" y="4467003"/>
            <a:ext cx="457200" cy="4572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DC4A98D-F0FE-42CD-B47B-82BD9A4E1F7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9713" y="4901607"/>
            <a:ext cx="609600" cy="6096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D22F765-436D-4438-9BB7-F9FC53BAA34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2969" y="533134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2760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85FA5E-6BD8-4F2D-BDA3-1665AA20B5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hlinkClick r:id="rId3" action="ppaction://hlinksldjump"/>
            <a:extLst>
              <a:ext uri="{FF2B5EF4-FFF2-40B4-BE49-F238E27FC236}">
                <a16:creationId xmlns:a16="http://schemas.microsoft.com/office/drawing/2014/main" id="{6F23FE59-5C66-4A70-A972-C8C604A1F29A}"/>
              </a:ext>
            </a:extLst>
          </p:cNvPr>
          <p:cNvSpPr/>
          <p:nvPr/>
        </p:nvSpPr>
        <p:spPr>
          <a:xfrm>
            <a:off x="3515834" y="1520456"/>
            <a:ext cx="5617534" cy="288142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This OS is under construction.</a:t>
            </a:r>
          </a:p>
          <a:p>
            <a:pPr algn="ctr"/>
            <a:r>
              <a:rPr lang="en-GB" dirty="0"/>
              <a:t>Please only use it for testing purposes. </a:t>
            </a:r>
          </a:p>
          <a:p>
            <a:pPr algn="ctr"/>
            <a:r>
              <a:rPr lang="en-GB" dirty="0"/>
              <a:t>Please click me to continue</a:t>
            </a:r>
          </a:p>
        </p:txBody>
      </p:sp>
    </p:spTree>
    <p:extLst>
      <p:ext uri="{BB962C8B-B14F-4D97-AF65-F5344CB8AC3E}">
        <p14:creationId xmlns:p14="http://schemas.microsoft.com/office/powerpoint/2010/main" val="31783189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85FA5E-6BD8-4F2D-BDA3-1665AA20B5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F23FE59-5C66-4A70-A972-C8C604A1F29A}"/>
              </a:ext>
            </a:extLst>
          </p:cNvPr>
          <p:cNvSpPr/>
          <p:nvPr/>
        </p:nvSpPr>
        <p:spPr>
          <a:xfrm>
            <a:off x="3515834" y="1520456"/>
            <a:ext cx="5617534" cy="288142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Installing Windos 98…</a:t>
            </a:r>
          </a:p>
        </p:txBody>
      </p:sp>
      <p:pic>
        <p:nvPicPr>
          <p:cNvPr id="4" name="Picture 3">
            <a:hlinkClick r:id="rId3" action="ppaction://hlinksldjump"/>
            <a:extLst>
              <a:ext uri="{FF2B5EF4-FFF2-40B4-BE49-F238E27FC236}">
                <a16:creationId xmlns:a16="http://schemas.microsoft.com/office/drawing/2014/main" id="{F0F52C57-D14E-43D0-9B67-F26CA0AEE6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0927" y="3761269"/>
            <a:ext cx="2730145" cy="476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4732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65C8590-AFDA-4E30-AB3C-7AA3F5DD04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3274828"/>
            <a:ext cx="5975498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Complete!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3700130"/>
            <a:ext cx="5975498" cy="315786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Setup has finished installing Windos 98.</a:t>
            </a:r>
          </a:p>
          <a:p>
            <a:pPr algn="ctr"/>
            <a:r>
              <a:rPr lang="en-GB" dirty="0"/>
              <a:t>Please close the window to proceed with setting up Windos. </a:t>
            </a:r>
          </a:p>
        </p:txBody>
      </p:sp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5280837" y="3327991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19051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Welcome!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Please set a password to use with this computer: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42BD11-B01E-4D60-99EC-567916E36982}"/>
              </a:ext>
            </a:extLst>
          </p:cNvPr>
          <p:cNvSpPr/>
          <p:nvPr/>
        </p:nvSpPr>
        <p:spPr>
          <a:xfrm>
            <a:off x="2594343" y="5220586"/>
            <a:ext cx="3211033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hlinkClick r:id="rId2" action="ppaction://hlinksldjump"/>
            <a:extLst>
              <a:ext uri="{FF2B5EF4-FFF2-40B4-BE49-F238E27FC236}">
                <a16:creationId xmlns:a16="http://schemas.microsoft.com/office/drawing/2014/main" id="{C9A8879D-D434-48F5-8CC9-174D9F56322D}"/>
              </a:ext>
            </a:extLst>
          </p:cNvPr>
          <p:cNvSpPr/>
          <p:nvPr/>
        </p:nvSpPr>
        <p:spPr>
          <a:xfrm>
            <a:off x="6198781" y="5220586"/>
            <a:ext cx="914400" cy="9144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6215582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65C8590-AFDA-4E30-AB3C-7AA3F5DD04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3274828"/>
            <a:ext cx="5975498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Security alert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3700130"/>
            <a:ext cx="5975498" cy="315786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Setting a blank password is dangerous and this allows anyone to access the system without your contest! </a:t>
            </a:r>
          </a:p>
          <a:p>
            <a:r>
              <a:rPr lang="en-GB" dirty="0"/>
              <a:t>Close to proceed </a:t>
            </a:r>
          </a:p>
        </p:txBody>
      </p:sp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5280837" y="3327991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hlinkClick r:id="rId4" action="ppaction://hlinksldjump"/>
            <a:extLst>
              <a:ext uri="{FF2B5EF4-FFF2-40B4-BE49-F238E27FC236}">
                <a16:creationId xmlns:a16="http://schemas.microsoft.com/office/drawing/2014/main" id="{F0B89CC5-706F-4AE2-9B1F-7524282257F3}"/>
              </a:ext>
            </a:extLst>
          </p:cNvPr>
          <p:cNvSpPr/>
          <p:nvPr/>
        </p:nvSpPr>
        <p:spPr>
          <a:xfrm>
            <a:off x="609600" y="5858540"/>
            <a:ext cx="5270204" cy="7336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Go back and set a password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33D798E-6857-4963-994D-2166C7B13C5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2236" y="5188688"/>
            <a:ext cx="457201" cy="457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3618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85FA5E-6BD8-4F2D-BDA3-1665AA20B5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F23FE59-5C66-4A70-A972-C8C604A1F29A}"/>
              </a:ext>
            </a:extLst>
          </p:cNvPr>
          <p:cNvSpPr/>
          <p:nvPr/>
        </p:nvSpPr>
        <p:spPr>
          <a:xfrm>
            <a:off x="3515834" y="1520456"/>
            <a:ext cx="5617534" cy="288142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Connecting to the Internet…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3A29D5-F691-43D3-ACD3-D8EDE6F120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9384" y="2647505"/>
            <a:ext cx="1031360" cy="1031360"/>
          </a:xfrm>
          <a:prstGeom prst="rect">
            <a:avLst/>
          </a:prstGeom>
        </p:spPr>
      </p:pic>
      <p:pic>
        <p:nvPicPr>
          <p:cNvPr id="5" name="Picture 4">
            <a:hlinkClick r:id="rId4" action="ppaction://hlinksldjump"/>
            <a:extLst>
              <a:ext uri="{FF2B5EF4-FFF2-40B4-BE49-F238E27FC236}">
                <a16:creationId xmlns:a16="http://schemas.microsoft.com/office/drawing/2014/main" id="{80F66593-9BB2-41CB-80CE-124FC171DC6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0352" y="3563680"/>
            <a:ext cx="2730145" cy="476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3823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65C8590-AFDA-4E30-AB3C-7AA3F5DD04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3274828"/>
            <a:ext cx="5975498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update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3700130"/>
            <a:ext cx="5975498" cy="315786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Setup is ready to install updates to Windos 98.</a:t>
            </a:r>
          </a:p>
          <a:p>
            <a:pPr algn="ctr"/>
            <a:r>
              <a:rPr lang="en-GB" dirty="0"/>
              <a:t>Please close the Window to proceed. </a:t>
            </a:r>
          </a:p>
          <a:p>
            <a:pPr algn="ctr"/>
            <a:r>
              <a:rPr lang="en-GB" dirty="0">
                <a:solidFill>
                  <a:srgbClr val="FF0000"/>
                </a:solidFill>
              </a:rPr>
              <a:t>This cannot be skipped! </a:t>
            </a:r>
          </a:p>
        </p:txBody>
      </p:sp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5280837" y="3327991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78044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hlinkClick r:id="rId2" action="ppaction://hlinksldjump"/>
            <a:extLst>
              <a:ext uri="{FF2B5EF4-FFF2-40B4-BE49-F238E27FC236}">
                <a16:creationId xmlns:a16="http://schemas.microsoft.com/office/drawing/2014/main" id="{D8A1CD2C-8108-4AB1-96E0-655FFFFB88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220"/>
            <a:ext cx="12192000" cy="6861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8968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65C8590-AFDA-4E30-AB3C-7AA3F5DD04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3274828"/>
            <a:ext cx="5975498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updater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3700130"/>
            <a:ext cx="5975498" cy="315786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Updates have been installed and Windos 98 has been installed.</a:t>
            </a:r>
          </a:p>
          <a:p>
            <a:pPr algn="ctr"/>
            <a:r>
              <a:rPr lang="en-GB" dirty="0"/>
              <a:t>Please close the window and log on. </a:t>
            </a:r>
          </a:p>
        </p:txBody>
      </p:sp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5280837" y="3327991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4725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endSnd/>
        </p:sndAc>
      </p:transition>
    </mc:Choice>
    <mc:Fallback xmlns="">
      <p:transition spd="slow">
        <p:sndAc>
          <p:endSnd/>
        </p:sndAc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65C8590-AFDA-4E30-AB3C-7AA3F5DD04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3274828"/>
            <a:ext cx="5975498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login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3700130"/>
            <a:ext cx="5975498" cy="315786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Please press the button to sign in:</a:t>
            </a:r>
          </a:p>
        </p:txBody>
      </p:sp>
      <p:sp>
        <p:nvSpPr>
          <p:cNvPr id="3" name="Rectangle 2">
            <a:hlinkClick r:id="rId4" action="ppaction://hlinksldjump"/>
            <a:extLst>
              <a:ext uri="{FF2B5EF4-FFF2-40B4-BE49-F238E27FC236}">
                <a16:creationId xmlns:a16="http://schemas.microsoft.com/office/drawing/2014/main" id="{61384998-C49A-43F5-A143-CB355B1AC1F5}"/>
              </a:ext>
            </a:extLst>
          </p:cNvPr>
          <p:cNvSpPr/>
          <p:nvPr/>
        </p:nvSpPr>
        <p:spPr>
          <a:xfrm>
            <a:off x="1350335" y="5741581"/>
            <a:ext cx="2062716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Sign in</a:t>
            </a:r>
          </a:p>
        </p:txBody>
      </p:sp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54F9F190-775F-4ACA-B970-C03DCE380607}"/>
              </a:ext>
            </a:extLst>
          </p:cNvPr>
          <p:cNvSpPr/>
          <p:nvPr/>
        </p:nvSpPr>
        <p:spPr>
          <a:xfrm>
            <a:off x="6358270" y="2998381"/>
            <a:ext cx="3487479" cy="1541721"/>
          </a:xfrm>
          <a:prstGeom prst="wedgeRectCallout">
            <a:avLst>
              <a:gd name="adj1" fmla="val -72053"/>
              <a:gd name="adj2" fmla="val 9284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You need a password!</a:t>
            </a:r>
          </a:p>
          <a:p>
            <a:r>
              <a:rPr lang="en-GB" dirty="0"/>
              <a:t>Please add one by reinstalling Windos 98!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39626D1-5F8E-497F-9F8C-E5C3BE572DF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3485" y="3540640"/>
            <a:ext cx="457201" cy="457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177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Microsoft Windows 7 Startup Sound.wav"/>
          </p:stSnd>
        </p:sndAc>
      </p:transition>
    </mc:Choice>
    <mc:Fallback xmlns="">
      <p:transition spd="slow">
        <p:sndAc>
          <p:stSnd>
            <p:snd r:embed="rId6" name="Microsoft Windows 7 Startup Sound.wav"/>
          </p:stSnd>
        </p:sndAc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85FA5E-6BD8-4F2D-BDA3-1665AA20B5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3C07C2F-9EB0-4D83-80B4-A93270181E43}"/>
              </a:ext>
            </a:extLst>
          </p:cNvPr>
          <p:cNvSpPr/>
          <p:nvPr/>
        </p:nvSpPr>
        <p:spPr>
          <a:xfrm>
            <a:off x="0" y="5943600"/>
            <a:ext cx="12192000" cy="9144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 dirty="0"/>
          </a:p>
        </p:txBody>
      </p:sp>
      <p:sp>
        <p:nvSpPr>
          <p:cNvPr id="4" name="Oval 3">
            <a:hlinkClick r:id="rId3" action="ppaction://hlinksldjump"/>
            <a:extLst>
              <a:ext uri="{FF2B5EF4-FFF2-40B4-BE49-F238E27FC236}">
                <a16:creationId xmlns:a16="http://schemas.microsoft.com/office/drawing/2014/main" id="{208836F8-A8F6-414C-8090-59449178CCB5}"/>
              </a:ext>
            </a:extLst>
          </p:cNvPr>
          <p:cNvSpPr/>
          <p:nvPr/>
        </p:nvSpPr>
        <p:spPr>
          <a:xfrm>
            <a:off x="180754" y="6049925"/>
            <a:ext cx="609600" cy="701749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B58117-E816-4028-8A68-C24F8E057CB7}"/>
              </a:ext>
            </a:extLst>
          </p:cNvPr>
          <p:cNvSpPr txBox="1"/>
          <p:nvPr/>
        </p:nvSpPr>
        <p:spPr>
          <a:xfrm>
            <a:off x="11045678" y="5311814"/>
            <a:ext cx="12349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Windos 98</a:t>
            </a:r>
          </a:p>
          <a:p>
            <a:r>
              <a:rPr lang="en-GB"/>
              <a:t>Beta 1</a:t>
            </a:r>
            <a:endParaRPr lang="en-GB" dirty="0"/>
          </a:p>
          <a:p>
            <a:r>
              <a:rPr lang="en-GB" dirty="0"/>
              <a:t>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7ACA4EE-923F-4581-8BCE-9EE8635628A3}"/>
              </a:ext>
            </a:extLst>
          </p:cNvPr>
          <p:cNvSpPr/>
          <p:nvPr/>
        </p:nvSpPr>
        <p:spPr>
          <a:xfrm>
            <a:off x="1587239" y="417754"/>
            <a:ext cx="3923414" cy="52099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D0888D-13E8-47A9-9CCA-FF06C7AE399A}"/>
              </a:ext>
            </a:extLst>
          </p:cNvPr>
          <p:cNvSpPr txBox="1"/>
          <p:nvPr/>
        </p:nvSpPr>
        <p:spPr>
          <a:xfrm>
            <a:off x="1587239" y="340241"/>
            <a:ext cx="392341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u="sng" dirty="0"/>
              <a:t>What’s new: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This is the app update!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5 new apps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Finished indexing drive 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local disk [C] to Computer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access to user profile folder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Improved action centre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Changed version plan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startup sound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Updated BSOD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Plan to add welcome tour music!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desktop icons!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  <p:pic>
        <p:nvPicPr>
          <p:cNvPr id="11" name="Picture 10">
            <a:hlinkClick r:id="rId4" action="ppaction://hlinksldjump"/>
            <a:extLst>
              <a:ext uri="{FF2B5EF4-FFF2-40B4-BE49-F238E27FC236}">
                <a16:creationId xmlns:a16="http://schemas.microsoft.com/office/drawing/2014/main" id="{02DE51AE-E47E-4EE8-9D65-250CA8AC3AA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82400" y="6188147"/>
            <a:ext cx="425303" cy="425303"/>
          </a:xfrm>
          <a:prstGeom prst="rect">
            <a:avLst/>
          </a:prstGeom>
        </p:spPr>
      </p:pic>
      <p:pic>
        <p:nvPicPr>
          <p:cNvPr id="12" name="Picture 11">
            <a:hlinkClick r:id="rId6" action="ppaction://hlinksldjump"/>
            <a:extLst>
              <a:ext uri="{FF2B5EF4-FFF2-40B4-BE49-F238E27FC236}">
                <a16:creationId xmlns:a16="http://schemas.microsoft.com/office/drawing/2014/main" id="{287B5EE6-E564-4E01-9C9D-B6448B59AE6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0902" y="6156249"/>
            <a:ext cx="457201" cy="457201"/>
          </a:xfrm>
          <a:prstGeom prst="rect">
            <a:avLst/>
          </a:prstGeom>
        </p:spPr>
      </p:pic>
      <p:pic>
        <p:nvPicPr>
          <p:cNvPr id="13" name="Picture 12">
            <a:hlinkClick r:id="rId8" action="ppaction://hlinksldjump"/>
            <a:extLst>
              <a:ext uri="{FF2B5EF4-FFF2-40B4-BE49-F238E27FC236}">
                <a16:creationId xmlns:a16="http://schemas.microsoft.com/office/drawing/2014/main" id="{4A102331-50E7-4798-A5EF-6AAC50E4F8B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7472" y="6172198"/>
            <a:ext cx="457200" cy="457200"/>
          </a:xfrm>
          <a:prstGeom prst="rect">
            <a:avLst/>
          </a:prstGeom>
        </p:spPr>
      </p:pic>
      <p:pic>
        <p:nvPicPr>
          <p:cNvPr id="14" name="Picture 13">
            <a:hlinkClick r:id="rId10" action="ppaction://hlinksldjump"/>
            <a:extLst>
              <a:ext uri="{FF2B5EF4-FFF2-40B4-BE49-F238E27FC236}">
                <a16:creationId xmlns:a16="http://schemas.microsoft.com/office/drawing/2014/main" id="{B579F1A7-CD63-4562-948F-B2054F6C015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4798" y="6055924"/>
            <a:ext cx="926551" cy="695750"/>
          </a:xfrm>
          <a:prstGeom prst="rect">
            <a:avLst/>
          </a:prstGeom>
        </p:spPr>
      </p:pic>
      <p:pic>
        <p:nvPicPr>
          <p:cNvPr id="15" name="Picture 14">
            <a:hlinkClick r:id="rId12" action="ppaction://hlinksldjump"/>
            <a:extLst>
              <a:ext uri="{FF2B5EF4-FFF2-40B4-BE49-F238E27FC236}">
                <a16:creationId xmlns:a16="http://schemas.microsoft.com/office/drawing/2014/main" id="{DEBF65E0-6EC8-4600-A35F-6953070C523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5450" y="6188147"/>
            <a:ext cx="457200" cy="457200"/>
          </a:xfrm>
          <a:prstGeom prst="rect">
            <a:avLst/>
          </a:prstGeom>
        </p:spPr>
      </p:pic>
      <p:pic>
        <p:nvPicPr>
          <p:cNvPr id="16" name="Picture 15">
            <a:hlinkClick r:id="rId14" action="ppaction://hlinksldjump"/>
            <a:extLst>
              <a:ext uri="{FF2B5EF4-FFF2-40B4-BE49-F238E27FC236}">
                <a16:creationId xmlns:a16="http://schemas.microsoft.com/office/drawing/2014/main" id="{BEACF0EE-C442-4D30-AE93-CEA18F1130A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1" y="127590"/>
            <a:ext cx="425302" cy="425302"/>
          </a:xfrm>
          <a:prstGeom prst="rect">
            <a:avLst/>
          </a:prstGeom>
        </p:spPr>
      </p:pic>
      <p:pic>
        <p:nvPicPr>
          <p:cNvPr id="17" name="Picture 16">
            <a:hlinkClick r:id="rId12" action="ppaction://hlinksldjump"/>
            <a:extLst>
              <a:ext uri="{FF2B5EF4-FFF2-40B4-BE49-F238E27FC236}">
                <a16:creationId xmlns:a16="http://schemas.microsoft.com/office/drawing/2014/main" id="{71E7874C-57F4-4596-A83F-1FC82507ECD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1" y="765541"/>
            <a:ext cx="457200" cy="457200"/>
          </a:xfrm>
          <a:prstGeom prst="rect">
            <a:avLst/>
          </a:prstGeom>
        </p:spPr>
      </p:pic>
      <p:pic>
        <p:nvPicPr>
          <p:cNvPr id="18" name="Picture 17">
            <a:hlinkClick r:id="rId4" action="ppaction://hlinksldjump"/>
            <a:extLst>
              <a:ext uri="{FF2B5EF4-FFF2-40B4-BE49-F238E27FC236}">
                <a16:creationId xmlns:a16="http://schemas.microsoft.com/office/drawing/2014/main" id="{0554A61B-61C3-43D7-BB62-A134E89534BC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5924" y="1538634"/>
            <a:ext cx="614077" cy="607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0445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hlinkClick r:id="rId2" action="ppaction://hlinksldjump"/>
            <a:extLst>
              <a:ext uri="{FF2B5EF4-FFF2-40B4-BE49-F238E27FC236}">
                <a16:creationId xmlns:a16="http://schemas.microsoft.com/office/drawing/2014/main" id="{F185FA5E-6BD8-4F2D-BDA3-1665AA20B5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3C07C2F-9EB0-4D83-80B4-A93270181E43}"/>
              </a:ext>
            </a:extLst>
          </p:cNvPr>
          <p:cNvSpPr/>
          <p:nvPr/>
        </p:nvSpPr>
        <p:spPr>
          <a:xfrm>
            <a:off x="0" y="5943600"/>
            <a:ext cx="12192000" cy="9144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Oval 3">
            <a:hlinkClick r:id="rId2" action="ppaction://hlinksldjump"/>
            <a:extLst>
              <a:ext uri="{FF2B5EF4-FFF2-40B4-BE49-F238E27FC236}">
                <a16:creationId xmlns:a16="http://schemas.microsoft.com/office/drawing/2014/main" id="{208836F8-A8F6-414C-8090-59449178CCB5}"/>
              </a:ext>
            </a:extLst>
          </p:cNvPr>
          <p:cNvSpPr/>
          <p:nvPr/>
        </p:nvSpPr>
        <p:spPr>
          <a:xfrm>
            <a:off x="180754" y="6049925"/>
            <a:ext cx="609600" cy="701749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E9EFB7F-5AD3-4FBF-981D-59C26CC17322}"/>
              </a:ext>
            </a:extLst>
          </p:cNvPr>
          <p:cNvSpPr/>
          <p:nvPr/>
        </p:nvSpPr>
        <p:spPr>
          <a:xfrm>
            <a:off x="-15013" y="1531089"/>
            <a:ext cx="2619990" cy="4423144"/>
          </a:xfrm>
          <a:custGeom>
            <a:avLst/>
            <a:gdLst>
              <a:gd name="connsiteX0" fmla="*/ 0 w 2604977"/>
              <a:gd name="connsiteY0" fmla="*/ 434172 h 4412511"/>
              <a:gd name="connsiteX1" fmla="*/ 434172 w 2604977"/>
              <a:gd name="connsiteY1" fmla="*/ 0 h 4412511"/>
              <a:gd name="connsiteX2" fmla="*/ 2170805 w 2604977"/>
              <a:gd name="connsiteY2" fmla="*/ 0 h 4412511"/>
              <a:gd name="connsiteX3" fmla="*/ 2604977 w 2604977"/>
              <a:gd name="connsiteY3" fmla="*/ 434172 h 4412511"/>
              <a:gd name="connsiteX4" fmla="*/ 2604977 w 2604977"/>
              <a:gd name="connsiteY4" fmla="*/ 3978339 h 4412511"/>
              <a:gd name="connsiteX5" fmla="*/ 2170805 w 2604977"/>
              <a:gd name="connsiteY5" fmla="*/ 4412511 h 4412511"/>
              <a:gd name="connsiteX6" fmla="*/ 434172 w 2604977"/>
              <a:gd name="connsiteY6" fmla="*/ 4412511 h 4412511"/>
              <a:gd name="connsiteX7" fmla="*/ 0 w 2604977"/>
              <a:gd name="connsiteY7" fmla="*/ 3978339 h 4412511"/>
              <a:gd name="connsiteX8" fmla="*/ 0 w 2604977"/>
              <a:gd name="connsiteY8" fmla="*/ 434172 h 4412511"/>
              <a:gd name="connsiteX0" fmla="*/ 27 w 2605004"/>
              <a:gd name="connsiteY0" fmla="*/ 434172 h 4423144"/>
              <a:gd name="connsiteX1" fmla="*/ 434199 w 2605004"/>
              <a:gd name="connsiteY1" fmla="*/ 0 h 4423144"/>
              <a:gd name="connsiteX2" fmla="*/ 2170832 w 2605004"/>
              <a:gd name="connsiteY2" fmla="*/ 0 h 4423144"/>
              <a:gd name="connsiteX3" fmla="*/ 2605004 w 2605004"/>
              <a:gd name="connsiteY3" fmla="*/ 434172 h 4423144"/>
              <a:gd name="connsiteX4" fmla="*/ 2605004 w 2605004"/>
              <a:gd name="connsiteY4" fmla="*/ 3978339 h 4423144"/>
              <a:gd name="connsiteX5" fmla="*/ 2170832 w 2605004"/>
              <a:gd name="connsiteY5" fmla="*/ 4412511 h 4423144"/>
              <a:gd name="connsiteX6" fmla="*/ 232180 w 2605004"/>
              <a:gd name="connsiteY6" fmla="*/ 4423144 h 4423144"/>
              <a:gd name="connsiteX7" fmla="*/ 27 w 2605004"/>
              <a:gd name="connsiteY7" fmla="*/ 3978339 h 4423144"/>
              <a:gd name="connsiteX8" fmla="*/ 27 w 2605004"/>
              <a:gd name="connsiteY8" fmla="*/ 434172 h 4423144"/>
              <a:gd name="connsiteX0" fmla="*/ 15013 w 2619990"/>
              <a:gd name="connsiteY0" fmla="*/ 434172 h 4423144"/>
              <a:gd name="connsiteX1" fmla="*/ 449185 w 2619990"/>
              <a:gd name="connsiteY1" fmla="*/ 0 h 4423144"/>
              <a:gd name="connsiteX2" fmla="*/ 2185818 w 2619990"/>
              <a:gd name="connsiteY2" fmla="*/ 0 h 4423144"/>
              <a:gd name="connsiteX3" fmla="*/ 2619990 w 2619990"/>
              <a:gd name="connsiteY3" fmla="*/ 434172 h 4423144"/>
              <a:gd name="connsiteX4" fmla="*/ 2619990 w 2619990"/>
              <a:gd name="connsiteY4" fmla="*/ 3978339 h 4423144"/>
              <a:gd name="connsiteX5" fmla="*/ 2185818 w 2619990"/>
              <a:gd name="connsiteY5" fmla="*/ 4412511 h 4423144"/>
              <a:gd name="connsiteX6" fmla="*/ 247166 w 2619990"/>
              <a:gd name="connsiteY6" fmla="*/ 4423144 h 4423144"/>
              <a:gd name="connsiteX7" fmla="*/ 15013 w 2619990"/>
              <a:gd name="connsiteY7" fmla="*/ 3978339 h 4423144"/>
              <a:gd name="connsiteX8" fmla="*/ 15013 w 2619990"/>
              <a:gd name="connsiteY8" fmla="*/ 434172 h 4423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19990" h="4423144">
                <a:moveTo>
                  <a:pt x="15013" y="434172"/>
                </a:moveTo>
                <a:cubicBezTo>
                  <a:pt x="15013" y="194385"/>
                  <a:pt x="209398" y="0"/>
                  <a:pt x="449185" y="0"/>
                </a:cubicBezTo>
                <a:lnTo>
                  <a:pt x="2185818" y="0"/>
                </a:lnTo>
                <a:cubicBezTo>
                  <a:pt x="2425605" y="0"/>
                  <a:pt x="2619990" y="194385"/>
                  <a:pt x="2619990" y="434172"/>
                </a:cubicBezTo>
                <a:lnTo>
                  <a:pt x="2619990" y="3978339"/>
                </a:lnTo>
                <a:cubicBezTo>
                  <a:pt x="2619990" y="4218126"/>
                  <a:pt x="2425605" y="4412511"/>
                  <a:pt x="2185818" y="4412511"/>
                </a:cubicBezTo>
                <a:lnTo>
                  <a:pt x="247166" y="4423144"/>
                </a:lnTo>
                <a:cubicBezTo>
                  <a:pt x="-88314" y="4423144"/>
                  <a:pt x="15013" y="4218126"/>
                  <a:pt x="15013" y="3978339"/>
                </a:cubicBezTo>
                <a:lnTo>
                  <a:pt x="15013" y="434172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Clippy is unavailable in this version of Windos. Update the system to see if he is added</a:t>
            </a:r>
          </a:p>
          <a:p>
            <a:endParaRPr lang="en-GB" dirty="0"/>
          </a:p>
        </p:txBody>
      </p:sp>
      <p:sp>
        <p:nvSpPr>
          <p:cNvPr id="6" name="Rectangle: Rounded Corners 4">
            <a:extLst>
              <a:ext uri="{FF2B5EF4-FFF2-40B4-BE49-F238E27FC236}">
                <a16:creationId xmlns:a16="http://schemas.microsoft.com/office/drawing/2014/main" id="{2FBD5FBB-5A77-4C83-A864-6DB21C8A74FA}"/>
              </a:ext>
            </a:extLst>
          </p:cNvPr>
          <p:cNvSpPr/>
          <p:nvPr/>
        </p:nvSpPr>
        <p:spPr>
          <a:xfrm>
            <a:off x="2619990" y="1520456"/>
            <a:ext cx="2619990" cy="4423144"/>
          </a:xfrm>
          <a:custGeom>
            <a:avLst/>
            <a:gdLst>
              <a:gd name="connsiteX0" fmla="*/ 0 w 2604977"/>
              <a:gd name="connsiteY0" fmla="*/ 434172 h 4412511"/>
              <a:gd name="connsiteX1" fmla="*/ 434172 w 2604977"/>
              <a:gd name="connsiteY1" fmla="*/ 0 h 4412511"/>
              <a:gd name="connsiteX2" fmla="*/ 2170805 w 2604977"/>
              <a:gd name="connsiteY2" fmla="*/ 0 h 4412511"/>
              <a:gd name="connsiteX3" fmla="*/ 2604977 w 2604977"/>
              <a:gd name="connsiteY3" fmla="*/ 434172 h 4412511"/>
              <a:gd name="connsiteX4" fmla="*/ 2604977 w 2604977"/>
              <a:gd name="connsiteY4" fmla="*/ 3978339 h 4412511"/>
              <a:gd name="connsiteX5" fmla="*/ 2170805 w 2604977"/>
              <a:gd name="connsiteY5" fmla="*/ 4412511 h 4412511"/>
              <a:gd name="connsiteX6" fmla="*/ 434172 w 2604977"/>
              <a:gd name="connsiteY6" fmla="*/ 4412511 h 4412511"/>
              <a:gd name="connsiteX7" fmla="*/ 0 w 2604977"/>
              <a:gd name="connsiteY7" fmla="*/ 3978339 h 4412511"/>
              <a:gd name="connsiteX8" fmla="*/ 0 w 2604977"/>
              <a:gd name="connsiteY8" fmla="*/ 434172 h 4412511"/>
              <a:gd name="connsiteX0" fmla="*/ 27 w 2605004"/>
              <a:gd name="connsiteY0" fmla="*/ 434172 h 4423144"/>
              <a:gd name="connsiteX1" fmla="*/ 434199 w 2605004"/>
              <a:gd name="connsiteY1" fmla="*/ 0 h 4423144"/>
              <a:gd name="connsiteX2" fmla="*/ 2170832 w 2605004"/>
              <a:gd name="connsiteY2" fmla="*/ 0 h 4423144"/>
              <a:gd name="connsiteX3" fmla="*/ 2605004 w 2605004"/>
              <a:gd name="connsiteY3" fmla="*/ 434172 h 4423144"/>
              <a:gd name="connsiteX4" fmla="*/ 2605004 w 2605004"/>
              <a:gd name="connsiteY4" fmla="*/ 3978339 h 4423144"/>
              <a:gd name="connsiteX5" fmla="*/ 2170832 w 2605004"/>
              <a:gd name="connsiteY5" fmla="*/ 4412511 h 4423144"/>
              <a:gd name="connsiteX6" fmla="*/ 232180 w 2605004"/>
              <a:gd name="connsiteY6" fmla="*/ 4423144 h 4423144"/>
              <a:gd name="connsiteX7" fmla="*/ 27 w 2605004"/>
              <a:gd name="connsiteY7" fmla="*/ 3978339 h 4423144"/>
              <a:gd name="connsiteX8" fmla="*/ 27 w 2605004"/>
              <a:gd name="connsiteY8" fmla="*/ 434172 h 4423144"/>
              <a:gd name="connsiteX0" fmla="*/ 15013 w 2619990"/>
              <a:gd name="connsiteY0" fmla="*/ 434172 h 4423144"/>
              <a:gd name="connsiteX1" fmla="*/ 449185 w 2619990"/>
              <a:gd name="connsiteY1" fmla="*/ 0 h 4423144"/>
              <a:gd name="connsiteX2" fmla="*/ 2185818 w 2619990"/>
              <a:gd name="connsiteY2" fmla="*/ 0 h 4423144"/>
              <a:gd name="connsiteX3" fmla="*/ 2619990 w 2619990"/>
              <a:gd name="connsiteY3" fmla="*/ 434172 h 4423144"/>
              <a:gd name="connsiteX4" fmla="*/ 2619990 w 2619990"/>
              <a:gd name="connsiteY4" fmla="*/ 3978339 h 4423144"/>
              <a:gd name="connsiteX5" fmla="*/ 2185818 w 2619990"/>
              <a:gd name="connsiteY5" fmla="*/ 4412511 h 4423144"/>
              <a:gd name="connsiteX6" fmla="*/ 247166 w 2619990"/>
              <a:gd name="connsiteY6" fmla="*/ 4423144 h 4423144"/>
              <a:gd name="connsiteX7" fmla="*/ 15013 w 2619990"/>
              <a:gd name="connsiteY7" fmla="*/ 3978339 h 4423144"/>
              <a:gd name="connsiteX8" fmla="*/ 15013 w 2619990"/>
              <a:gd name="connsiteY8" fmla="*/ 434172 h 4423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19990" h="4423144">
                <a:moveTo>
                  <a:pt x="15013" y="434172"/>
                </a:moveTo>
                <a:cubicBezTo>
                  <a:pt x="15013" y="194385"/>
                  <a:pt x="209398" y="0"/>
                  <a:pt x="449185" y="0"/>
                </a:cubicBezTo>
                <a:lnTo>
                  <a:pt x="2185818" y="0"/>
                </a:lnTo>
                <a:cubicBezTo>
                  <a:pt x="2425605" y="0"/>
                  <a:pt x="2619990" y="194385"/>
                  <a:pt x="2619990" y="434172"/>
                </a:cubicBezTo>
                <a:lnTo>
                  <a:pt x="2619990" y="3978339"/>
                </a:lnTo>
                <a:cubicBezTo>
                  <a:pt x="2619990" y="4218126"/>
                  <a:pt x="2425605" y="4412511"/>
                  <a:pt x="2185818" y="4412511"/>
                </a:cubicBezTo>
                <a:lnTo>
                  <a:pt x="247166" y="4423144"/>
                </a:lnTo>
                <a:cubicBezTo>
                  <a:pt x="-88314" y="4423144"/>
                  <a:pt x="15013" y="4218126"/>
                  <a:pt x="15013" y="3978339"/>
                </a:cubicBezTo>
                <a:lnTo>
                  <a:pt x="15013" y="434172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BED495-DB9A-4AC2-81EC-EEA26C944DC8}"/>
              </a:ext>
            </a:extLst>
          </p:cNvPr>
          <p:cNvSpPr txBox="1"/>
          <p:nvPr/>
        </p:nvSpPr>
        <p:spPr>
          <a:xfrm>
            <a:off x="2849526" y="1669312"/>
            <a:ext cx="222220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u="sng" dirty="0"/>
              <a:t>Shortcuts:</a:t>
            </a:r>
          </a:p>
          <a:p>
            <a:endParaRPr lang="en-GB" dirty="0"/>
          </a:p>
          <a:p>
            <a:r>
              <a:rPr lang="en-GB" dirty="0">
                <a:hlinkClick r:id="rId4" action="ppaction://hlinksldjump"/>
              </a:rPr>
              <a:t>Computer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5" action="ppaction://hlinksldjump"/>
              </a:rPr>
              <a:t>All Apps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6" action="ppaction://hlinksldjump"/>
              </a:rPr>
              <a:t>Power Menu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7" action="ppaction://hlinksldjump"/>
              </a:rPr>
              <a:t>IE225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8" action="ppaction://hlinksldjump"/>
              </a:rPr>
              <a:t>Icon pack</a:t>
            </a:r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4F9E5D6-6967-4801-94DB-02246409750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6576" y="2200939"/>
            <a:ext cx="425302" cy="42530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DBF6A85-E5DA-4357-A385-5D55387587F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2027" y="2750010"/>
            <a:ext cx="457200" cy="4572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83EC9FB-B05B-4368-90D4-319C33EEB94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1130" y="3330979"/>
            <a:ext cx="495768" cy="495768"/>
          </a:xfrm>
          <a:prstGeom prst="rect">
            <a:avLst/>
          </a:prstGeom>
        </p:spPr>
      </p:pic>
      <p:pic>
        <p:nvPicPr>
          <p:cNvPr id="11" name="Picture 10">
            <a:hlinkClick r:id="rId12" action="ppaction://hlinksldjump"/>
            <a:extLst>
              <a:ext uri="{FF2B5EF4-FFF2-40B4-BE49-F238E27FC236}">
                <a16:creationId xmlns:a16="http://schemas.microsoft.com/office/drawing/2014/main" id="{AD7FB233-ACA6-48CF-8541-3A3C667A14A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4988" y="3799969"/>
            <a:ext cx="614077" cy="60774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62A246F-1EB6-4659-8C90-F77F6592996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5311" y="4397891"/>
            <a:ext cx="523654" cy="52365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57909E9-15A4-4202-B246-AF9278C0686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354" y="1972338"/>
            <a:ext cx="1017133" cy="1017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1707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9356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935665"/>
            <a:ext cx="12192000" cy="5922335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 rot="5400000">
            <a:off x="11733027" y="317769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BAFD1AF-E28E-40F6-970A-DCB307E8A0AB}"/>
              </a:ext>
            </a:extLst>
          </p:cNvPr>
          <p:cNvSpPr/>
          <p:nvPr/>
        </p:nvSpPr>
        <p:spPr>
          <a:xfrm>
            <a:off x="-248094" y="18848"/>
            <a:ext cx="12440093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dirty="0"/>
              <a:t>Internet Explorer 22.5; connected; DNS 1.1.1.2; IP address 112.12.12.345; connection speed is 10mbps; up to date browser;</a:t>
            </a:r>
          </a:p>
          <a:p>
            <a:pPr algn="ctr"/>
            <a:r>
              <a:rPr lang="en-GB" dirty="0"/>
              <a:t>DNS protocol is HTTPS; internet is secured by TSL encryption; cookies enabled; 1000 cookies stored in browser; this site uses 10 cookies; Internet Explorer was made by M1cr0$0ft in 2020. the successor of 3dg3.</a:t>
            </a:r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CBFB73-FB18-41C9-B385-B516C94A8D60}"/>
              </a:ext>
            </a:extLst>
          </p:cNvPr>
          <p:cNvSpPr txBox="1"/>
          <p:nvPr/>
        </p:nvSpPr>
        <p:spPr>
          <a:xfrm>
            <a:off x="0" y="1311509"/>
            <a:ext cx="1205732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Welcome to the Internet!</a:t>
            </a:r>
          </a:p>
          <a:p>
            <a:r>
              <a:rPr lang="en-GB" dirty="0"/>
              <a:t>Please select one of these sites:</a:t>
            </a:r>
          </a:p>
          <a:p>
            <a:endParaRPr lang="en-GB" dirty="0"/>
          </a:p>
          <a:p>
            <a:r>
              <a:rPr lang="en-GB" dirty="0">
                <a:hlinkClick r:id="rId3" action="ppaction://hlinksldjump"/>
              </a:rPr>
              <a:t>Get aCCe55</a:t>
            </a:r>
            <a:endParaRPr lang="en-GB" dirty="0"/>
          </a:p>
          <a:p>
            <a:r>
              <a:rPr lang="en-GB" dirty="0">
                <a:hlinkClick r:id="rId4" action="ppaction://hlinksldjump"/>
              </a:rPr>
              <a:t>Return of the Documents</a:t>
            </a:r>
            <a:endParaRPr lang="en-GB" dirty="0"/>
          </a:p>
          <a:p>
            <a:r>
              <a:rPr lang="en-GB" dirty="0">
                <a:hlinkClick r:id="rId5" action="ppaction://hlinksldjump"/>
              </a:rPr>
              <a:t>News</a:t>
            </a:r>
            <a:endParaRPr lang="en-GB" dirty="0"/>
          </a:p>
          <a:p>
            <a:r>
              <a:rPr lang="en-GB" dirty="0">
                <a:hlinkClick r:id="rId6" action="ppaction://hlinksldjump"/>
              </a:rPr>
              <a:t>Version plan from developer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735009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computer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11490251" y="53163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5">
            <a:hlinkClick r:id="rId3" action="ppaction://hlinksldjump"/>
            <a:extLst>
              <a:ext uri="{FF2B5EF4-FFF2-40B4-BE49-F238E27FC236}">
                <a16:creationId xmlns:a16="http://schemas.microsoft.com/office/drawing/2014/main" id="{DFE9E913-ADA2-4CCE-BE7D-76768C13B0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171" y="425302"/>
            <a:ext cx="425303" cy="42530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B70364C-5664-4EDC-8F0E-559239AFBA65}"/>
              </a:ext>
            </a:extLst>
          </p:cNvPr>
          <p:cNvSpPr txBox="1"/>
          <p:nvPr/>
        </p:nvSpPr>
        <p:spPr>
          <a:xfrm>
            <a:off x="0" y="946298"/>
            <a:ext cx="1733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Local Disk[C]</a:t>
            </a:r>
          </a:p>
        </p:txBody>
      </p:sp>
      <p:pic>
        <p:nvPicPr>
          <p:cNvPr id="8" name="Picture 7">
            <a:hlinkClick r:id="rId5" action="ppaction://hlinksldjump"/>
            <a:extLst>
              <a:ext uri="{FF2B5EF4-FFF2-40B4-BE49-F238E27FC236}">
                <a16:creationId xmlns:a16="http://schemas.microsoft.com/office/drawing/2014/main" id="{40EE8489-51FD-4F17-8885-773F29B8F8E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3107" y="520995"/>
            <a:ext cx="457200" cy="4572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3C44D59-2F29-4232-81E5-7AAC42713CD6}"/>
              </a:ext>
            </a:extLst>
          </p:cNvPr>
          <p:cNvSpPr txBox="1"/>
          <p:nvPr/>
        </p:nvSpPr>
        <p:spPr>
          <a:xfrm>
            <a:off x="1573619" y="978195"/>
            <a:ext cx="22434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me</a:t>
            </a:r>
          </a:p>
        </p:txBody>
      </p:sp>
    </p:spTree>
    <p:extLst>
      <p:ext uri="{BB962C8B-B14F-4D97-AF65-F5344CB8AC3E}">
        <p14:creationId xmlns:p14="http://schemas.microsoft.com/office/powerpoint/2010/main" val="25501566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All apps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11490251" y="53163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5">
            <a:hlinkClick r:id="rId3" action="ppaction://hlinksldjump"/>
            <a:extLst>
              <a:ext uri="{FF2B5EF4-FFF2-40B4-BE49-F238E27FC236}">
                <a16:creationId xmlns:a16="http://schemas.microsoft.com/office/drawing/2014/main" id="{4E120AB7-4535-4128-86B0-1F7A46769F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062" y="664471"/>
            <a:ext cx="924054" cy="9145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6D50642-8945-4DA4-A28D-F25A6AC2546F}"/>
              </a:ext>
            </a:extLst>
          </p:cNvPr>
          <p:cNvSpPr txBox="1"/>
          <p:nvPr/>
        </p:nvSpPr>
        <p:spPr>
          <a:xfrm>
            <a:off x="116958" y="1796902"/>
            <a:ext cx="1414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IE22.5</a:t>
            </a:r>
          </a:p>
        </p:txBody>
      </p:sp>
      <p:pic>
        <p:nvPicPr>
          <p:cNvPr id="9" name="Graphic 8">
            <a:hlinkClick r:id="rId5" action="ppaction://hlinksldjump"/>
            <a:extLst>
              <a:ext uri="{FF2B5EF4-FFF2-40B4-BE49-F238E27FC236}">
                <a16:creationId xmlns:a16="http://schemas.microsoft.com/office/drawing/2014/main" id="{26234E25-F293-467D-AB3C-EEB66932306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885507" y="664599"/>
            <a:ext cx="914400" cy="914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AC85EF6-9869-45D3-A350-3166E51001B4}"/>
              </a:ext>
            </a:extLst>
          </p:cNvPr>
          <p:cNvSpPr txBox="1"/>
          <p:nvPr/>
        </p:nvSpPr>
        <p:spPr>
          <a:xfrm>
            <a:off x="1531088" y="1690577"/>
            <a:ext cx="2541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Email 2.02</a:t>
            </a:r>
          </a:p>
        </p:txBody>
      </p:sp>
      <p:pic>
        <p:nvPicPr>
          <p:cNvPr id="11" name="Picture 10">
            <a:hlinkClick r:id="rId8" action="ppaction://hlinksldjump"/>
            <a:extLst>
              <a:ext uri="{FF2B5EF4-FFF2-40B4-BE49-F238E27FC236}">
                <a16:creationId xmlns:a16="http://schemas.microsoft.com/office/drawing/2014/main" id="{95AB141D-1113-42CF-9B27-8FC86FE3093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2158" y="834720"/>
            <a:ext cx="990111" cy="99011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0300A34-0DD3-49C7-9C3F-23E57415B665}"/>
              </a:ext>
            </a:extLst>
          </p:cNvPr>
          <p:cNvSpPr txBox="1"/>
          <p:nvPr/>
        </p:nvSpPr>
        <p:spPr>
          <a:xfrm>
            <a:off x="3082158" y="1913860"/>
            <a:ext cx="252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computer</a:t>
            </a:r>
          </a:p>
        </p:txBody>
      </p:sp>
      <p:pic>
        <p:nvPicPr>
          <p:cNvPr id="12" name="Picture 11">
            <a:hlinkClick r:id="rId10" action="ppaction://hlinksldjump"/>
            <a:extLst>
              <a:ext uri="{FF2B5EF4-FFF2-40B4-BE49-F238E27FC236}">
                <a16:creationId xmlns:a16="http://schemas.microsoft.com/office/drawing/2014/main" id="{00F31BA8-5953-47D9-AA09-0986F817C0F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5500" y="1202807"/>
            <a:ext cx="523654" cy="52365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A0EFAA6-B15C-4ACD-9968-C501F7826175}"/>
              </a:ext>
            </a:extLst>
          </p:cNvPr>
          <p:cNvSpPr txBox="1"/>
          <p:nvPr/>
        </p:nvSpPr>
        <p:spPr>
          <a:xfrm>
            <a:off x="4342758" y="1690577"/>
            <a:ext cx="15805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Runtime Broker</a:t>
            </a:r>
          </a:p>
        </p:txBody>
      </p:sp>
      <p:pic>
        <p:nvPicPr>
          <p:cNvPr id="13" name="Picture 12">
            <a:hlinkClick r:id="rId12" action="ppaction://hlinksldjump"/>
            <a:extLst>
              <a:ext uri="{FF2B5EF4-FFF2-40B4-BE49-F238E27FC236}">
                <a16:creationId xmlns:a16="http://schemas.microsoft.com/office/drawing/2014/main" id="{E4C48AED-34E3-4985-8866-F9772E4A3FB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7014" y="1271810"/>
            <a:ext cx="523654" cy="52365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7B6B52F-4414-4E1F-B8F4-EF6E281B14F3}"/>
              </a:ext>
            </a:extLst>
          </p:cNvPr>
          <p:cNvSpPr txBox="1"/>
          <p:nvPr/>
        </p:nvSpPr>
        <p:spPr>
          <a:xfrm>
            <a:off x="5517014" y="1726461"/>
            <a:ext cx="22022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Action centre</a:t>
            </a:r>
          </a:p>
        </p:txBody>
      </p:sp>
      <p:pic>
        <p:nvPicPr>
          <p:cNvPr id="15" name="Picture 14">
            <a:hlinkClick r:id="rId14" action="ppaction://hlinksldjump"/>
            <a:extLst>
              <a:ext uri="{FF2B5EF4-FFF2-40B4-BE49-F238E27FC236}">
                <a16:creationId xmlns:a16="http://schemas.microsoft.com/office/drawing/2014/main" id="{62B175BE-F852-4226-9535-D458D18B76F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6491" y="940980"/>
            <a:ext cx="854483" cy="85448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0B7C024-6EC4-4A40-980C-F5B0523383E8}"/>
              </a:ext>
            </a:extLst>
          </p:cNvPr>
          <p:cNvSpPr txBox="1"/>
          <p:nvPr/>
        </p:nvSpPr>
        <p:spPr>
          <a:xfrm>
            <a:off x="7196491" y="1824831"/>
            <a:ext cx="18624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Home network manager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AD59D2B-FEB3-4A72-A096-2F6BD6E1E7B9}"/>
              </a:ext>
            </a:extLst>
          </p:cNvPr>
          <p:cNvSpPr txBox="1"/>
          <p:nvPr/>
        </p:nvSpPr>
        <p:spPr>
          <a:xfrm>
            <a:off x="8686800" y="1578999"/>
            <a:ext cx="2488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Do not open</a:t>
            </a:r>
          </a:p>
        </p:txBody>
      </p:sp>
      <p:pic>
        <p:nvPicPr>
          <p:cNvPr id="19" name="Picture 18">
            <a:hlinkClick r:id="rId16" action="ppaction://hlinksldjump"/>
            <a:extLst>
              <a:ext uri="{FF2B5EF4-FFF2-40B4-BE49-F238E27FC236}">
                <a16:creationId xmlns:a16="http://schemas.microsoft.com/office/drawing/2014/main" id="{9D6D08F8-F1D3-423E-BEFD-76161EF8AC1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4397" y="1024975"/>
            <a:ext cx="554024" cy="554024"/>
          </a:xfrm>
          <a:prstGeom prst="rect">
            <a:avLst/>
          </a:prstGeom>
        </p:spPr>
      </p:pic>
      <p:pic>
        <p:nvPicPr>
          <p:cNvPr id="21" name="Picture 20">
            <a:hlinkClick r:id="rId18" action="ppaction://hlinksldjump"/>
            <a:extLst>
              <a:ext uri="{FF2B5EF4-FFF2-40B4-BE49-F238E27FC236}">
                <a16:creationId xmlns:a16="http://schemas.microsoft.com/office/drawing/2014/main" id="{B9C19D62-5DAA-4157-B4AA-C3D7BC7AF691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3146" y="834720"/>
            <a:ext cx="733425" cy="9144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86ECEF51-1428-4B9A-95C1-5492B46DAAA0}"/>
              </a:ext>
            </a:extLst>
          </p:cNvPr>
          <p:cNvSpPr txBox="1"/>
          <p:nvPr/>
        </p:nvSpPr>
        <p:spPr>
          <a:xfrm>
            <a:off x="10111563" y="1948331"/>
            <a:ext cx="1963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MEMZ</a:t>
            </a:r>
          </a:p>
        </p:txBody>
      </p:sp>
    </p:spTree>
    <p:extLst>
      <p:ext uri="{BB962C8B-B14F-4D97-AF65-F5344CB8AC3E}">
        <p14:creationId xmlns:p14="http://schemas.microsoft.com/office/powerpoint/2010/main" val="20234480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85FA5E-6BD8-4F2D-BDA3-1665AA20B5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hlinkClick r:id="rId3" action="ppaction://hlinksldjump"/>
            <a:extLst>
              <a:ext uri="{FF2B5EF4-FFF2-40B4-BE49-F238E27FC236}">
                <a16:creationId xmlns:a16="http://schemas.microsoft.com/office/drawing/2014/main" id="{A0473E9D-2E60-4A7C-8914-E1EC101C2AFF}"/>
              </a:ext>
            </a:extLst>
          </p:cNvPr>
          <p:cNvSpPr/>
          <p:nvPr/>
        </p:nvSpPr>
        <p:spPr>
          <a:xfrm>
            <a:off x="2392325" y="1648047"/>
            <a:ext cx="6156251" cy="25943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Email client</a:t>
            </a:r>
          </a:p>
          <a:p>
            <a:pPr algn="ctr"/>
            <a:r>
              <a:rPr lang="en-GB" dirty="0"/>
              <a:t>V2. 02</a:t>
            </a:r>
          </a:p>
          <a:p>
            <a:pPr algn="ctr"/>
            <a:r>
              <a:rPr lang="en-GB" dirty="0"/>
              <a:t>For Windos 98</a:t>
            </a:r>
          </a:p>
          <a:p>
            <a:pPr algn="ctr"/>
            <a:r>
              <a:rPr lang="en-GB" dirty="0"/>
              <a:t>© 2020 M1cr0$0ft c0rp. </a:t>
            </a:r>
          </a:p>
        </p:txBody>
      </p:sp>
      <p:pic>
        <p:nvPicPr>
          <p:cNvPr id="4" name="Graphic 3">
            <a:hlinkClick r:id="rId3" action="ppaction://hlinksldjump"/>
            <a:extLst>
              <a:ext uri="{FF2B5EF4-FFF2-40B4-BE49-F238E27FC236}">
                <a16:creationId xmlns:a16="http://schemas.microsoft.com/office/drawing/2014/main" id="{AB9EE351-7E08-4F84-BC17-EB6540B13C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66751" y="1897975"/>
            <a:ext cx="2004173" cy="2004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0691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Email client v2.01 - inbox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It is empty! </a:t>
            </a:r>
            <a:r>
              <a:rPr lang="en-GB" dirty="0">
                <a:sym typeface="Wingdings" panose="05000000000000000000" pitchFamily="2" charset="2"/>
              </a:rPr>
              <a:t>:) </a:t>
            </a:r>
            <a:endParaRPr lang="en-GB" dirty="0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11490251" y="53163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13741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hlinkClick r:id="rId2" action="ppaction://hlinksldjump"/>
            <a:extLst>
              <a:ext uri="{FF2B5EF4-FFF2-40B4-BE49-F238E27FC236}">
                <a16:creationId xmlns:a16="http://schemas.microsoft.com/office/drawing/2014/main" id="{F185FA5E-6BD8-4F2D-BDA3-1665AA20B5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F23FE59-5C66-4A70-A972-C8C604A1F29A}"/>
              </a:ext>
            </a:extLst>
          </p:cNvPr>
          <p:cNvSpPr/>
          <p:nvPr/>
        </p:nvSpPr>
        <p:spPr>
          <a:xfrm>
            <a:off x="3515834" y="1520456"/>
            <a:ext cx="5617534" cy="288142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hlinkClick r:id="rId4" action="ppaction://hlinksldjump"/>
              </a:rPr>
              <a:t>Power off</a:t>
            </a:r>
            <a:endParaRPr lang="en-GB" dirty="0"/>
          </a:p>
          <a:p>
            <a:pPr algn="ctr"/>
            <a:r>
              <a:rPr lang="en-GB" dirty="0">
                <a:hlinkClick r:id="rId5" action="ppaction://hlinksldjump"/>
              </a:rPr>
              <a:t>Reboot</a:t>
            </a:r>
            <a:endParaRPr lang="en-GB" dirty="0"/>
          </a:p>
          <a:p>
            <a:pPr algn="ctr"/>
            <a:r>
              <a:rPr lang="en-GB" dirty="0">
                <a:hlinkClick r:id="rId2" action="ppaction://hlinksldjump"/>
              </a:rPr>
              <a:t>Sign out</a:t>
            </a:r>
            <a:endParaRPr lang="en-GB" dirty="0"/>
          </a:p>
          <a:p>
            <a:pPr algn="ctr"/>
            <a:r>
              <a:rPr lang="en-GB" dirty="0">
                <a:hlinkClick r:id="rId6" action="ppaction://hlinksldjump"/>
              </a:rPr>
              <a:t>Sleep</a:t>
            </a:r>
            <a:r>
              <a:rPr lang="en-GB" dirty="0"/>
              <a:t> </a:t>
            </a:r>
          </a:p>
          <a:p>
            <a:pPr algn="ctr"/>
            <a:r>
              <a:rPr lang="en-GB" dirty="0">
                <a:hlinkClick r:id="rId7" action="ppaction://hlinksldjump"/>
              </a:rPr>
              <a:t>Crash system</a:t>
            </a: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28917B-0AD5-480E-94C0-59831B491451}"/>
              </a:ext>
            </a:extLst>
          </p:cNvPr>
          <p:cNvSpPr/>
          <p:nvPr/>
        </p:nvSpPr>
        <p:spPr>
          <a:xfrm>
            <a:off x="3515834" y="1509823"/>
            <a:ext cx="5617534" cy="446567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Power off</a:t>
            </a:r>
          </a:p>
        </p:txBody>
      </p:sp>
    </p:spTree>
    <p:extLst>
      <p:ext uri="{BB962C8B-B14F-4D97-AF65-F5344CB8AC3E}">
        <p14:creationId xmlns:p14="http://schemas.microsoft.com/office/powerpoint/2010/main" val="30633432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65C8590-AFDA-4E30-AB3C-7AA3F5DD04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3274828"/>
            <a:ext cx="5975498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Crash system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3700130"/>
            <a:ext cx="5975498" cy="315786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Click outside of window to cancel.</a:t>
            </a:r>
          </a:p>
          <a:p>
            <a:pPr algn="ctr"/>
            <a:r>
              <a:rPr lang="en-GB" dirty="0"/>
              <a:t>Close window to accept</a:t>
            </a:r>
          </a:p>
        </p:txBody>
      </p:sp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5280837" y="3327991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12863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F95002-29C5-4846-8609-0DB152AF8BB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F9CB92-0B5C-4B80-B572-F9C6C0EB8594}"/>
              </a:ext>
            </a:extLst>
          </p:cNvPr>
          <p:cNvSpPr txBox="1"/>
          <p:nvPr/>
        </p:nvSpPr>
        <p:spPr>
          <a:xfrm>
            <a:off x="0" y="159488"/>
            <a:ext cx="121920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Your PC ran into a problem and needs to reboot.</a:t>
            </a:r>
          </a:p>
          <a:p>
            <a:r>
              <a:rPr lang="en-GB" dirty="0"/>
              <a:t>Please note the error code before rebooting:</a:t>
            </a:r>
          </a:p>
          <a:p>
            <a:r>
              <a:rPr lang="en-GB" dirty="0"/>
              <a:t>WINDOS-98-CRASH</a:t>
            </a:r>
          </a:p>
          <a:p>
            <a:endParaRPr lang="en-GB" dirty="0"/>
          </a:p>
          <a:p>
            <a:r>
              <a:rPr lang="en-GB" dirty="0"/>
              <a:t>Please reboot by pressing:</a:t>
            </a:r>
          </a:p>
          <a:p>
            <a:endParaRPr lang="en-GB" dirty="0"/>
          </a:p>
          <a:p>
            <a:r>
              <a:rPr lang="en-GB" dirty="0"/>
              <a:t>Reboot. 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953123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hlinkClick r:id="rId2" action="ppaction://hlinksldjump"/>
            <a:extLst>
              <a:ext uri="{FF2B5EF4-FFF2-40B4-BE49-F238E27FC236}">
                <a16:creationId xmlns:a16="http://schemas.microsoft.com/office/drawing/2014/main" id="{F185FA5E-6BD8-4F2D-BDA3-1665AA20B5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F23FE59-5C66-4A70-A972-C8C604A1F29A}"/>
              </a:ext>
            </a:extLst>
          </p:cNvPr>
          <p:cNvSpPr/>
          <p:nvPr/>
        </p:nvSpPr>
        <p:spPr>
          <a:xfrm>
            <a:off x="3515834" y="1520456"/>
            <a:ext cx="5617534" cy="288142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Windos has been uninstalled and you may shut down</a:t>
            </a:r>
          </a:p>
          <a:p>
            <a:pPr algn="ctr"/>
            <a:r>
              <a:rPr lang="en-GB" dirty="0"/>
              <a:t>Press ESC to turn off</a:t>
            </a:r>
          </a:p>
          <a:p>
            <a:pPr algn="ctr"/>
            <a:r>
              <a:rPr lang="en-GB" dirty="0">
                <a:hlinkClick r:id="rId4" action="ppaction://hlinksldjump"/>
              </a:rPr>
              <a:t>reboot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812205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hlinkClick r:id="rId2" action="ppaction://hlinksldjump"/>
            <a:extLst>
              <a:ext uri="{FF2B5EF4-FFF2-40B4-BE49-F238E27FC236}">
                <a16:creationId xmlns:a16="http://schemas.microsoft.com/office/drawing/2014/main" id="{F185FA5E-6BD8-4F2D-BDA3-1665AA20B5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4886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Internet explorer 22.5:get aCCe55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46568"/>
            <a:ext cx="12192000" cy="643269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11490251" y="53163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2C58D1-AE55-4DB8-AC13-492F84ADE25F}"/>
              </a:ext>
            </a:extLst>
          </p:cNvPr>
          <p:cNvSpPr txBox="1"/>
          <p:nvPr/>
        </p:nvSpPr>
        <p:spPr>
          <a:xfrm>
            <a:off x="180753" y="627321"/>
            <a:ext cx="117915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Hey! </a:t>
            </a:r>
          </a:p>
          <a:p>
            <a:r>
              <a:rPr lang="en-GB" dirty="0"/>
              <a:t>Click on da link 2 aCCe55 drive C if it is hidden in your version!</a:t>
            </a:r>
          </a:p>
          <a:p>
            <a:r>
              <a:rPr lang="en-GB" dirty="0"/>
              <a:t>BTW the drive may not be 1nd3x3d s0 u m4y h4v3 2 w41t Unt1l 1t 1s Unh1dden 2 C da full d1sk! </a:t>
            </a:r>
          </a:p>
          <a:p>
            <a:endParaRPr lang="en-GB" dirty="0"/>
          </a:p>
        </p:txBody>
      </p:sp>
      <p:sp>
        <p:nvSpPr>
          <p:cNvPr id="6" name="Rectangle 5">
            <a:hlinkClick r:id="rId3" action="ppaction://hlinksldjump"/>
            <a:extLst>
              <a:ext uri="{FF2B5EF4-FFF2-40B4-BE49-F238E27FC236}">
                <a16:creationId xmlns:a16="http://schemas.microsoft.com/office/drawing/2014/main" id="{71381D64-DCD0-43B9-9A28-4F1C8AE4AB89}"/>
              </a:ext>
            </a:extLst>
          </p:cNvPr>
          <p:cNvSpPr/>
          <p:nvPr/>
        </p:nvSpPr>
        <p:spPr>
          <a:xfrm>
            <a:off x="2254102" y="3157870"/>
            <a:ext cx="2626242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Get aCCe55</a:t>
            </a:r>
          </a:p>
        </p:txBody>
      </p:sp>
    </p:spTree>
    <p:extLst>
      <p:ext uri="{BB962C8B-B14F-4D97-AF65-F5344CB8AC3E}">
        <p14:creationId xmlns:p14="http://schemas.microsoft.com/office/powerpoint/2010/main" val="6528236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explorer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11490251" y="53163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5">
            <a:hlinkClick r:id="rId3" action="ppaction://hlinksldjump"/>
            <a:extLst>
              <a:ext uri="{FF2B5EF4-FFF2-40B4-BE49-F238E27FC236}">
                <a16:creationId xmlns:a16="http://schemas.microsoft.com/office/drawing/2014/main" id="{5FB3FE7A-9B98-42C3-BAA5-B80BA70E9D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5963" y="-31898"/>
            <a:ext cx="457200" cy="4572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D5B876B-ABBB-4489-B384-7BA132941D1E}"/>
              </a:ext>
            </a:extLst>
          </p:cNvPr>
          <p:cNvSpPr/>
          <p:nvPr/>
        </p:nvSpPr>
        <p:spPr>
          <a:xfrm>
            <a:off x="0" y="425302"/>
            <a:ext cx="12192000" cy="42530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</a:t>
            </a:r>
            <a:r>
              <a:rPr lang="en-GB" dirty="0">
                <a:sym typeface="Wingdings" panose="05000000000000000000" pitchFamily="2" charset="2"/>
              </a:rPr>
              <a:t>:\Windos\shell32.dll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A4BC3AA-0580-4917-A509-BAB3B6A05F3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018" y="903767"/>
            <a:ext cx="523654" cy="5236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F378AAD-0FC9-40A7-8417-19258692104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6240" y="1326410"/>
            <a:ext cx="523654" cy="52365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2E48B7A-FD73-420E-997F-4F9FF12AE6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4260" y="1424762"/>
            <a:ext cx="425302" cy="42530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8B8A4A9-6836-4B54-89B4-8BEB0B63D76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9915" y="2583710"/>
            <a:ext cx="425303" cy="42530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CC541A8-F9C5-4D8A-B890-47EA12D3D18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9604" y="2466751"/>
            <a:ext cx="425303" cy="42530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E637D94-6628-4F31-B1D8-66AD074E34A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7400" y="3200400"/>
            <a:ext cx="457200" cy="4572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BA22942-0F45-4D45-A460-954D544C2A1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8379" y="2161951"/>
            <a:ext cx="609600" cy="6096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FA668D47-CC64-499A-B281-BB89E30B36B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979" y="2759149"/>
            <a:ext cx="457200" cy="4572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58E388C2-CC13-468E-9862-1BD8BEEDC5E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9894" y="3993413"/>
            <a:ext cx="304800" cy="3048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A51280DA-8210-4AB8-8D22-74B5CBA449F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0607" y="4214480"/>
            <a:ext cx="228600" cy="2286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B73C82FB-1307-47A2-8B95-8286C22021B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8780" y="3168502"/>
            <a:ext cx="457200" cy="45720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717E8ED6-E46F-4EC6-9278-168D6507A4D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4657" y="1795127"/>
            <a:ext cx="457201" cy="457201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23FA127A-88E8-42D3-99BD-7F9DA11C1E3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2466" y="1690575"/>
            <a:ext cx="425303" cy="425303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462D4155-9127-4ACB-881C-22CD3F2DAD42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3673" y="5037175"/>
            <a:ext cx="457200" cy="45720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C8A092F1-744E-43D0-908A-5EC550FADDD6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8549" y="4633137"/>
            <a:ext cx="228600" cy="2286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00297EC6-EAB5-41B9-963A-78AE514681E0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5973" y="3549502"/>
            <a:ext cx="609600" cy="6096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2575D466-80DC-4E0E-8C03-B7B446989710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714" y="4921990"/>
            <a:ext cx="457200" cy="457200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93795278-6F7D-466E-8E98-786299D08AE5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8549" y="2263405"/>
            <a:ext cx="457200" cy="457200"/>
          </a:xfrm>
          <a:prstGeom prst="rect">
            <a:avLst/>
          </a:prstGeom>
        </p:spPr>
      </p:pic>
      <p:pic>
        <p:nvPicPr>
          <p:cNvPr id="55" name="Picture 54">
            <a:hlinkClick r:id="rId22" action="ppaction://hlinksldjump"/>
            <a:extLst>
              <a:ext uri="{FF2B5EF4-FFF2-40B4-BE49-F238E27FC236}">
                <a16:creationId xmlns:a16="http://schemas.microsoft.com/office/drawing/2014/main" id="{FE4163AF-B01A-4813-B2EB-8ECE3EAFBC57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834" y="2759085"/>
            <a:ext cx="924054" cy="914528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AA1E1AAD-6A3A-431F-8C59-6560B6E20201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9909" y="5558171"/>
            <a:ext cx="2730145" cy="476692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6A9E1A0B-659E-429E-BF3C-DA7D87766910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5276" y="3184450"/>
            <a:ext cx="365051" cy="365051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6C304CF6-250F-444C-A08E-31BF978706AF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8565" y="966234"/>
            <a:ext cx="457200" cy="45720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C90C0575-D872-4AF1-9BB6-FA915A58FFF6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1700" y="4747437"/>
            <a:ext cx="457200" cy="457200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7072ED46-9EC2-47FE-9917-FE33A380131D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1162" y="4921990"/>
            <a:ext cx="495742" cy="495742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C6CF968F-8215-4735-B706-506AA6460F48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2379" y="2164610"/>
            <a:ext cx="419100" cy="419100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9A1EF82B-9E24-4646-8FD7-F6E5A7E62706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2914" y="3707218"/>
            <a:ext cx="735862" cy="735862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68E19A63-ED59-4F3E-8719-F1C335B41110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1859" y="3716081"/>
            <a:ext cx="582131" cy="58213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A177EAB-D575-437C-ADDE-81DC434F680F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1700" y="3854302"/>
            <a:ext cx="360178" cy="36017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9E5C0A3-F3A2-4FF2-AC6C-4276DB593116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9281" y="3895692"/>
            <a:ext cx="358913" cy="358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2461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explorer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11490251" y="53163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5">
            <a:hlinkClick r:id="rId3" action="ppaction://hlinksldjump"/>
            <a:extLst>
              <a:ext uri="{FF2B5EF4-FFF2-40B4-BE49-F238E27FC236}">
                <a16:creationId xmlns:a16="http://schemas.microsoft.com/office/drawing/2014/main" id="{5FB3FE7A-9B98-42C3-BAA5-B80BA70E9D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5963" y="-31898"/>
            <a:ext cx="457200" cy="4572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D5B876B-ABBB-4489-B384-7BA132941D1E}"/>
              </a:ext>
            </a:extLst>
          </p:cNvPr>
          <p:cNvSpPr/>
          <p:nvPr/>
        </p:nvSpPr>
        <p:spPr>
          <a:xfrm>
            <a:off x="0" y="425302"/>
            <a:ext cx="12192000" cy="42530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C:</a:t>
            </a:r>
          </a:p>
        </p:txBody>
      </p:sp>
      <p:pic>
        <p:nvPicPr>
          <p:cNvPr id="8" name="Picture 7">
            <a:hlinkClick r:id="rId5" action="ppaction://hlinksldjump"/>
            <a:extLst>
              <a:ext uri="{FF2B5EF4-FFF2-40B4-BE49-F238E27FC236}">
                <a16:creationId xmlns:a16="http://schemas.microsoft.com/office/drawing/2014/main" id="{D912FA9F-D97A-4E95-8213-B09E366A9D9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018" y="903767"/>
            <a:ext cx="523654" cy="523654"/>
          </a:xfrm>
          <a:prstGeom prst="rect">
            <a:avLst/>
          </a:prstGeom>
        </p:spPr>
      </p:pic>
      <p:pic>
        <p:nvPicPr>
          <p:cNvPr id="9" name="Picture 8">
            <a:hlinkClick r:id="rId7" action="ppaction://hlinksldjump"/>
            <a:extLst>
              <a:ext uri="{FF2B5EF4-FFF2-40B4-BE49-F238E27FC236}">
                <a16:creationId xmlns:a16="http://schemas.microsoft.com/office/drawing/2014/main" id="{16F1EB47-C093-4E47-8C5F-E9CF6F6BD17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8565" y="966234"/>
            <a:ext cx="457200" cy="4572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157D74C-74F2-4440-BA49-91DFA090B4A9}"/>
              </a:ext>
            </a:extLst>
          </p:cNvPr>
          <p:cNvSpPr txBox="1"/>
          <p:nvPr/>
        </p:nvSpPr>
        <p:spPr>
          <a:xfrm>
            <a:off x="0" y="1427421"/>
            <a:ext cx="927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Windos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2A5E05-222A-4345-BA2A-AAEEC68C7AB5}"/>
              </a:ext>
            </a:extLst>
          </p:cNvPr>
          <p:cNvSpPr txBox="1"/>
          <p:nvPr/>
        </p:nvSpPr>
        <p:spPr>
          <a:xfrm>
            <a:off x="1095153" y="1423434"/>
            <a:ext cx="1881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Username</a:t>
            </a:r>
          </a:p>
        </p:txBody>
      </p:sp>
      <p:pic>
        <p:nvPicPr>
          <p:cNvPr id="11" name="Picture 10">
            <a:hlinkClick r:id="rId9" action="ppaction://hlinksldjump"/>
            <a:extLst>
              <a:ext uri="{FF2B5EF4-FFF2-40B4-BE49-F238E27FC236}">
                <a16:creationId xmlns:a16="http://schemas.microsoft.com/office/drawing/2014/main" id="{C76F10ED-6EBD-4B31-AC53-2DB63E1FC97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3328" y="966234"/>
            <a:ext cx="457200" cy="4572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D84FCE1-224E-43F2-BCE6-D3D06D33E348}"/>
              </a:ext>
            </a:extLst>
          </p:cNvPr>
          <p:cNvSpPr txBox="1"/>
          <p:nvPr/>
        </p:nvSpPr>
        <p:spPr>
          <a:xfrm>
            <a:off x="2416695" y="1423434"/>
            <a:ext cx="1506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admin</a:t>
            </a:r>
          </a:p>
        </p:txBody>
      </p:sp>
      <p:pic>
        <p:nvPicPr>
          <p:cNvPr id="13" name="Picture 12">
            <a:hlinkClick r:id="rId9" action="ppaction://hlinksldjump"/>
            <a:extLst>
              <a:ext uri="{FF2B5EF4-FFF2-40B4-BE49-F238E27FC236}">
                <a16:creationId xmlns:a16="http://schemas.microsoft.com/office/drawing/2014/main" id="{14736E9E-4729-459C-8E27-D5E88A42383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3984" y="982922"/>
            <a:ext cx="457200" cy="4572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65E77D1-0E0E-4ED5-B0B8-EB9A58C87146}"/>
              </a:ext>
            </a:extLst>
          </p:cNvPr>
          <p:cNvSpPr txBox="1"/>
          <p:nvPr/>
        </p:nvSpPr>
        <p:spPr>
          <a:xfrm>
            <a:off x="3558143" y="1453338"/>
            <a:ext cx="20924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SYSTEM</a:t>
            </a:r>
          </a:p>
        </p:txBody>
      </p:sp>
      <p:pic>
        <p:nvPicPr>
          <p:cNvPr id="15" name="Picture 14">
            <a:hlinkClick r:id="rId10" action="ppaction://hlinksldjump"/>
            <a:extLst>
              <a:ext uri="{FF2B5EF4-FFF2-40B4-BE49-F238E27FC236}">
                <a16:creationId xmlns:a16="http://schemas.microsoft.com/office/drawing/2014/main" id="{F107188A-F27D-48C6-88CC-6F5BF9D6D3C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4640" y="1028036"/>
            <a:ext cx="523654" cy="52365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8AAF3BC-393B-45B4-91F6-68581DC658E7}"/>
              </a:ext>
            </a:extLst>
          </p:cNvPr>
          <p:cNvSpPr txBox="1"/>
          <p:nvPr/>
        </p:nvSpPr>
        <p:spPr>
          <a:xfrm>
            <a:off x="4924640" y="1453338"/>
            <a:ext cx="1720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windos.exe</a:t>
            </a:r>
          </a:p>
        </p:txBody>
      </p:sp>
      <p:pic>
        <p:nvPicPr>
          <p:cNvPr id="17" name="Picture 16">
            <a:hlinkClick r:id="rId12" action="ppaction://hlinksldjump"/>
            <a:extLst>
              <a:ext uri="{FF2B5EF4-FFF2-40B4-BE49-F238E27FC236}">
                <a16:creationId xmlns:a16="http://schemas.microsoft.com/office/drawing/2014/main" id="{BCA47D79-BA3E-45EB-A55F-E7D751C9534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7724" y="931012"/>
            <a:ext cx="457200" cy="4572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10A0C82-E09F-4D88-90DE-7FEFA8160594}"/>
              </a:ext>
            </a:extLst>
          </p:cNvPr>
          <p:cNvSpPr txBox="1"/>
          <p:nvPr/>
        </p:nvSpPr>
        <p:spPr>
          <a:xfrm>
            <a:off x="6182393" y="1420775"/>
            <a:ext cx="2006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Welcome.exe</a:t>
            </a:r>
          </a:p>
        </p:txBody>
      </p:sp>
      <p:pic>
        <p:nvPicPr>
          <p:cNvPr id="19" name="Picture 18">
            <a:hlinkClick r:id="rId2" action="ppaction://hlinksldjump"/>
            <a:extLst>
              <a:ext uri="{FF2B5EF4-FFF2-40B4-BE49-F238E27FC236}">
                <a16:creationId xmlns:a16="http://schemas.microsoft.com/office/drawing/2014/main" id="{BE446616-A9A1-408D-835B-40638777DB8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3252" y="985133"/>
            <a:ext cx="609600" cy="6096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1A1585D-8D89-4EEC-8E78-DA2B7CCEA1DD}"/>
              </a:ext>
            </a:extLst>
          </p:cNvPr>
          <p:cNvSpPr txBox="1"/>
          <p:nvPr/>
        </p:nvSpPr>
        <p:spPr>
          <a:xfrm>
            <a:off x="7783033" y="1605441"/>
            <a:ext cx="20924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Explorer. exe</a:t>
            </a:r>
          </a:p>
        </p:txBody>
      </p:sp>
      <p:pic>
        <p:nvPicPr>
          <p:cNvPr id="21" name="Picture 20">
            <a:hlinkClick r:id="rId2" action="ppaction://hlinksldjump"/>
            <a:extLst>
              <a:ext uri="{FF2B5EF4-FFF2-40B4-BE49-F238E27FC236}">
                <a16:creationId xmlns:a16="http://schemas.microsoft.com/office/drawing/2014/main" id="{C0ED8756-D8FF-4768-9971-BD7C884A804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4853" y="997391"/>
            <a:ext cx="640613" cy="640613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81759905-2BE5-4246-80D9-B009F3FB6F62}"/>
              </a:ext>
            </a:extLst>
          </p:cNvPr>
          <p:cNvSpPr txBox="1"/>
          <p:nvPr/>
        </p:nvSpPr>
        <p:spPr>
          <a:xfrm>
            <a:off x="9380581" y="1628037"/>
            <a:ext cx="13928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bin</a:t>
            </a:r>
          </a:p>
        </p:txBody>
      </p:sp>
    </p:spTree>
    <p:extLst>
      <p:ext uri="{BB962C8B-B14F-4D97-AF65-F5344CB8AC3E}">
        <p14:creationId xmlns:p14="http://schemas.microsoft.com/office/powerpoint/2010/main" val="421086203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explorer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11490251" y="53163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5">
            <a:hlinkClick r:id="rId3" action="ppaction://hlinksldjump"/>
            <a:extLst>
              <a:ext uri="{FF2B5EF4-FFF2-40B4-BE49-F238E27FC236}">
                <a16:creationId xmlns:a16="http://schemas.microsoft.com/office/drawing/2014/main" id="{5FB3FE7A-9B98-42C3-BAA5-B80BA70E9D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5963" y="-31898"/>
            <a:ext cx="457200" cy="4572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D5B876B-ABBB-4489-B384-7BA132941D1E}"/>
              </a:ext>
            </a:extLst>
          </p:cNvPr>
          <p:cNvSpPr/>
          <p:nvPr/>
        </p:nvSpPr>
        <p:spPr>
          <a:xfrm>
            <a:off x="0" y="425302"/>
            <a:ext cx="12192000" cy="42530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C:\windos</a:t>
            </a:r>
          </a:p>
        </p:txBody>
      </p:sp>
      <p:pic>
        <p:nvPicPr>
          <p:cNvPr id="8" name="Picture 7">
            <a:hlinkClick r:id="rId5" action="ppaction://hlinksldjump"/>
            <a:extLst>
              <a:ext uri="{FF2B5EF4-FFF2-40B4-BE49-F238E27FC236}">
                <a16:creationId xmlns:a16="http://schemas.microsoft.com/office/drawing/2014/main" id="{3C1C8066-D6D9-425B-B2A5-E4AE2031F0E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845" y="956930"/>
            <a:ext cx="523654" cy="52365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572EAA5-2865-42F1-89F3-30B50CD095EF}"/>
              </a:ext>
            </a:extLst>
          </p:cNvPr>
          <p:cNvSpPr txBox="1"/>
          <p:nvPr/>
        </p:nvSpPr>
        <p:spPr>
          <a:xfrm>
            <a:off x="202018" y="1427421"/>
            <a:ext cx="1935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system32</a:t>
            </a:r>
          </a:p>
        </p:txBody>
      </p:sp>
      <p:pic>
        <p:nvPicPr>
          <p:cNvPr id="9" name="Picture 8">
            <a:hlinkClick r:id="rId5" action="ppaction://hlinksldjump"/>
            <a:extLst>
              <a:ext uri="{FF2B5EF4-FFF2-40B4-BE49-F238E27FC236}">
                <a16:creationId xmlns:a16="http://schemas.microsoft.com/office/drawing/2014/main" id="{2C137519-EE38-4C4C-BBD1-7B5BBEF657A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8870" y="1014079"/>
            <a:ext cx="523654" cy="52365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BEFC5AB-1824-43A2-B41E-749FDF085C21}"/>
              </a:ext>
            </a:extLst>
          </p:cNvPr>
          <p:cNvSpPr txBox="1"/>
          <p:nvPr/>
        </p:nvSpPr>
        <p:spPr>
          <a:xfrm>
            <a:off x="1428749" y="1537733"/>
            <a:ext cx="2569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winSxS</a:t>
            </a:r>
          </a:p>
        </p:txBody>
      </p:sp>
      <p:pic>
        <p:nvPicPr>
          <p:cNvPr id="11" name="Picture 10">
            <a:hlinkClick r:id="rId5" action="ppaction://hlinksldjump"/>
            <a:extLst>
              <a:ext uri="{FF2B5EF4-FFF2-40B4-BE49-F238E27FC236}">
                <a16:creationId xmlns:a16="http://schemas.microsoft.com/office/drawing/2014/main" id="{5D6000EA-9AC9-401C-A3A9-0818719ADD6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3839" y="1063255"/>
            <a:ext cx="523654" cy="52365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5170121-ABD6-460F-A0C8-DD997BF1EB5C}"/>
              </a:ext>
            </a:extLst>
          </p:cNvPr>
          <p:cNvSpPr txBox="1"/>
          <p:nvPr/>
        </p:nvSpPr>
        <p:spPr>
          <a:xfrm>
            <a:off x="2543839" y="1586909"/>
            <a:ext cx="1935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war</a:t>
            </a:r>
          </a:p>
        </p:txBody>
      </p:sp>
      <p:pic>
        <p:nvPicPr>
          <p:cNvPr id="13" name="Picture 12">
            <a:hlinkClick r:id="rId7" action="ppaction://hlinksldjump"/>
            <a:extLst>
              <a:ext uri="{FF2B5EF4-FFF2-40B4-BE49-F238E27FC236}">
                <a16:creationId xmlns:a16="http://schemas.microsoft.com/office/drawing/2014/main" id="{64D694DB-E024-4411-AFB9-E938DD872C2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255" y="1088433"/>
            <a:ext cx="523654" cy="52365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033CDD0-616A-482F-8653-2FCD5E10A356}"/>
              </a:ext>
            </a:extLst>
          </p:cNvPr>
          <p:cNvSpPr txBox="1"/>
          <p:nvPr/>
        </p:nvSpPr>
        <p:spPr>
          <a:xfrm>
            <a:off x="3067493" y="1612087"/>
            <a:ext cx="1935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shell32.dll</a:t>
            </a:r>
          </a:p>
        </p:txBody>
      </p:sp>
    </p:spTree>
    <p:extLst>
      <p:ext uri="{BB962C8B-B14F-4D97-AF65-F5344CB8AC3E}">
        <p14:creationId xmlns:p14="http://schemas.microsoft.com/office/powerpoint/2010/main" val="36251909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hlinkClick r:id="rId2" action="ppaction://hlinksldjump"/>
            <a:extLst>
              <a:ext uri="{FF2B5EF4-FFF2-40B4-BE49-F238E27FC236}">
                <a16:creationId xmlns:a16="http://schemas.microsoft.com/office/drawing/2014/main" id="{F185FA5E-6BD8-4F2D-BDA3-1665AA20B5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F23FE59-5C66-4A70-A972-C8C604A1F29A}"/>
              </a:ext>
            </a:extLst>
          </p:cNvPr>
          <p:cNvSpPr/>
          <p:nvPr/>
        </p:nvSpPr>
        <p:spPr>
          <a:xfrm>
            <a:off x="3515834" y="1520456"/>
            <a:ext cx="5617534" cy="288142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u="sng" dirty="0"/>
              <a:t>Access denied!</a:t>
            </a:r>
          </a:p>
          <a:p>
            <a:pPr algn="ctr"/>
            <a:r>
              <a:rPr lang="en-GB" dirty="0"/>
              <a:t>The system does not let you access that!</a:t>
            </a:r>
          </a:p>
          <a:p>
            <a:pPr algn="ctr"/>
            <a:r>
              <a:rPr lang="en-GB" dirty="0"/>
              <a:t>This is to protect the system</a:t>
            </a:r>
          </a:p>
          <a:p>
            <a:pPr algn="ctr"/>
            <a:r>
              <a:rPr lang="en-GB" dirty="0"/>
              <a:t>Click outside to exit</a:t>
            </a:r>
          </a:p>
        </p:txBody>
      </p:sp>
    </p:spTree>
    <p:extLst>
      <p:ext uri="{BB962C8B-B14F-4D97-AF65-F5344CB8AC3E}">
        <p14:creationId xmlns:p14="http://schemas.microsoft.com/office/powerpoint/2010/main" val="247157205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hlinkClick r:id="rId2" action="ppaction://hlinksldjump"/>
            <a:extLst>
              <a:ext uri="{FF2B5EF4-FFF2-40B4-BE49-F238E27FC236}">
                <a16:creationId xmlns:a16="http://schemas.microsoft.com/office/drawing/2014/main" id="{F185FA5E-6BD8-4F2D-BDA3-1665AA20B5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F23FE59-5C66-4A70-A972-C8C604A1F29A}"/>
              </a:ext>
            </a:extLst>
          </p:cNvPr>
          <p:cNvSpPr/>
          <p:nvPr/>
        </p:nvSpPr>
        <p:spPr>
          <a:xfrm>
            <a:off x="3515834" y="1520456"/>
            <a:ext cx="5617534" cy="288142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u="sng" dirty="0"/>
              <a:t>Access denied!</a:t>
            </a:r>
          </a:p>
          <a:p>
            <a:pPr algn="ctr"/>
            <a:r>
              <a:rPr lang="en-GB" dirty="0"/>
              <a:t>The system does not let you access other user folders!</a:t>
            </a:r>
          </a:p>
          <a:p>
            <a:pPr algn="ctr"/>
            <a:r>
              <a:rPr lang="en-GB" dirty="0"/>
              <a:t>This is to protect their privacy! </a:t>
            </a:r>
          </a:p>
          <a:p>
            <a:pPr algn="ctr"/>
            <a:r>
              <a:rPr lang="en-GB" dirty="0"/>
              <a:t>Would you like it if someone looked at your documents?</a:t>
            </a:r>
          </a:p>
          <a:p>
            <a:pPr algn="ctr"/>
            <a:r>
              <a:rPr lang="en-GB" dirty="0"/>
              <a:t>Click outside to exit</a:t>
            </a:r>
          </a:p>
        </p:txBody>
      </p:sp>
    </p:spTree>
    <p:extLst>
      <p:ext uri="{BB962C8B-B14F-4D97-AF65-F5344CB8AC3E}">
        <p14:creationId xmlns:p14="http://schemas.microsoft.com/office/powerpoint/2010/main" val="49168746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hlinkClick r:id="rId2" action="ppaction://hlinksldjump"/>
            <a:extLst>
              <a:ext uri="{FF2B5EF4-FFF2-40B4-BE49-F238E27FC236}">
                <a16:creationId xmlns:a16="http://schemas.microsoft.com/office/drawing/2014/main" id="{F185FA5E-6BD8-4F2D-BDA3-1665AA20B5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F23FE59-5C66-4A70-A972-C8C604A1F29A}"/>
              </a:ext>
            </a:extLst>
          </p:cNvPr>
          <p:cNvSpPr/>
          <p:nvPr/>
        </p:nvSpPr>
        <p:spPr>
          <a:xfrm>
            <a:off x="3515834" y="1520456"/>
            <a:ext cx="5617534" cy="288142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u="sng" dirty="0"/>
              <a:t>Access denied!</a:t>
            </a:r>
          </a:p>
          <a:p>
            <a:pPr algn="ctr"/>
            <a:r>
              <a:rPr lang="en-GB" dirty="0"/>
              <a:t>The system does not let you access your user’s system folder!</a:t>
            </a:r>
          </a:p>
          <a:p>
            <a:pPr algn="ctr"/>
            <a:r>
              <a:rPr lang="en-GB" dirty="0"/>
              <a:t>This is to protect the system files associated with this user profile</a:t>
            </a:r>
          </a:p>
          <a:p>
            <a:pPr algn="ctr"/>
            <a:r>
              <a:rPr lang="en-GB" dirty="0"/>
              <a:t>Thank us later for the security! </a:t>
            </a:r>
          </a:p>
          <a:p>
            <a:pPr algn="ctr"/>
            <a:r>
              <a:rPr lang="en-GB" dirty="0"/>
              <a:t>Click outside to exit</a:t>
            </a:r>
          </a:p>
        </p:txBody>
      </p:sp>
    </p:spTree>
    <p:extLst>
      <p:ext uri="{BB962C8B-B14F-4D97-AF65-F5344CB8AC3E}">
        <p14:creationId xmlns:p14="http://schemas.microsoft.com/office/powerpoint/2010/main" val="116563452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Internet explorer 22.5: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11490251" y="53163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23959F-27CC-4A91-8A0C-4483CE26AD11}"/>
              </a:ext>
            </a:extLst>
          </p:cNvPr>
          <p:cNvSpPr txBox="1"/>
          <p:nvPr/>
        </p:nvSpPr>
        <p:spPr>
          <a:xfrm>
            <a:off x="116958" y="574158"/>
            <a:ext cx="118872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Hello! </a:t>
            </a:r>
          </a:p>
          <a:p>
            <a:r>
              <a:rPr lang="en-GB" dirty="0"/>
              <a:t>As you probably know Windos 98 has blocked you from accessing your documents located at C:\username</a:t>
            </a:r>
          </a:p>
          <a:p>
            <a:r>
              <a:rPr lang="en-GB" dirty="0"/>
              <a:t> Click on the link to be redirected to the folder now!</a:t>
            </a:r>
          </a:p>
          <a:p>
            <a:r>
              <a:rPr lang="en-GB" dirty="0"/>
              <a:t>Note: in a future update this bug may be patched</a:t>
            </a:r>
          </a:p>
          <a:p>
            <a:r>
              <a:rPr lang="en-GB" dirty="0"/>
              <a:t>Note 2: Only Windos can add in documents, as the folder is read only. </a:t>
            </a:r>
          </a:p>
          <a:p>
            <a:r>
              <a:rPr lang="en-GB" dirty="0"/>
              <a:t>Note 3: please do not delete this folder as the system needs it</a:t>
            </a:r>
          </a:p>
          <a:p>
            <a:r>
              <a:rPr lang="en-GB" dirty="0"/>
              <a:t>Note 4: do not try and open the system sub folder.</a:t>
            </a:r>
          </a:p>
          <a:p>
            <a:r>
              <a:rPr lang="en-GB" dirty="0"/>
              <a:t>Note 5: you may not be allowed to access sub folders. </a:t>
            </a:r>
          </a:p>
          <a:p>
            <a:r>
              <a:rPr lang="en-GB" dirty="0"/>
              <a:t>Note 6: I refuse to update this site if the glitch is patched</a:t>
            </a:r>
          </a:p>
          <a:p>
            <a:r>
              <a:rPr lang="en-GB" dirty="0"/>
              <a:t>Note 7: this site may be taken down, so I will hack beta 1 so that it has the shortcut in the C:\ folder. </a:t>
            </a:r>
          </a:p>
        </p:txBody>
      </p:sp>
      <p:sp>
        <p:nvSpPr>
          <p:cNvPr id="6" name="Rectangle 5">
            <a:hlinkClick r:id="rId3" action="ppaction://hlinksldjump"/>
            <a:extLst>
              <a:ext uri="{FF2B5EF4-FFF2-40B4-BE49-F238E27FC236}">
                <a16:creationId xmlns:a16="http://schemas.microsoft.com/office/drawing/2014/main" id="{C3431E15-282C-48F2-B7FF-CE7C3C003204}"/>
              </a:ext>
            </a:extLst>
          </p:cNvPr>
          <p:cNvSpPr/>
          <p:nvPr/>
        </p:nvSpPr>
        <p:spPr>
          <a:xfrm>
            <a:off x="4231758" y="4541184"/>
            <a:ext cx="2806996" cy="12121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Go to C:\Username</a:t>
            </a:r>
          </a:p>
        </p:txBody>
      </p:sp>
      <p:sp>
        <p:nvSpPr>
          <p:cNvPr id="7" name="Speech Bubble: Rectangle 6">
            <a:extLst>
              <a:ext uri="{FF2B5EF4-FFF2-40B4-BE49-F238E27FC236}">
                <a16:creationId xmlns:a16="http://schemas.microsoft.com/office/drawing/2014/main" id="{BD2B4A97-3220-40A0-A65C-FFCDDBC9FFA0}"/>
              </a:ext>
            </a:extLst>
          </p:cNvPr>
          <p:cNvSpPr/>
          <p:nvPr/>
        </p:nvSpPr>
        <p:spPr>
          <a:xfrm>
            <a:off x="8261498" y="3585336"/>
            <a:ext cx="3327990" cy="1741576"/>
          </a:xfrm>
          <a:prstGeom prst="wedgeRectCallout">
            <a:avLst>
              <a:gd name="adj1" fmla="val -102303"/>
              <a:gd name="adj2" fmla="val 58837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FF0000"/>
                </a:solidFill>
              </a:rPr>
              <a:t>Windos has patched the bug before it reached consumers! </a:t>
            </a:r>
          </a:p>
        </p:txBody>
      </p:sp>
    </p:spTree>
    <p:extLst>
      <p:ext uri="{BB962C8B-B14F-4D97-AF65-F5344CB8AC3E}">
        <p14:creationId xmlns:p14="http://schemas.microsoft.com/office/powerpoint/2010/main" val="328586141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Internet explorer 22.5: news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11490251" y="53163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2F1E47-EADD-435B-9D6F-AC39397E935C}"/>
              </a:ext>
            </a:extLst>
          </p:cNvPr>
          <p:cNvSpPr/>
          <p:nvPr/>
        </p:nvSpPr>
        <p:spPr>
          <a:xfrm>
            <a:off x="3742660" y="2094614"/>
            <a:ext cx="6613452" cy="30728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This site is under construction in a hidden part of the system!</a:t>
            </a:r>
          </a:p>
          <a:p>
            <a:pPr algn="ctr"/>
            <a:r>
              <a:rPr lang="en-GB" dirty="0"/>
              <a:t>Please update to see if it is released to you </a:t>
            </a:r>
          </a:p>
        </p:txBody>
      </p:sp>
    </p:spTree>
    <p:extLst>
      <p:ext uri="{BB962C8B-B14F-4D97-AF65-F5344CB8AC3E}">
        <p14:creationId xmlns:p14="http://schemas.microsoft.com/office/powerpoint/2010/main" val="234453892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hlinkClick r:id="rId2" action="ppaction://hlinksldjump"/>
            <a:extLst>
              <a:ext uri="{FF2B5EF4-FFF2-40B4-BE49-F238E27FC236}">
                <a16:creationId xmlns:a16="http://schemas.microsoft.com/office/drawing/2014/main" id="{F185FA5E-6BD8-4F2D-BDA3-1665AA20B5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Speech Bubble: Rectangle 1">
            <a:extLst>
              <a:ext uri="{FF2B5EF4-FFF2-40B4-BE49-F238E27FC236}">
                <a16:creationId xmlns:a16="http://schemas.microsoft.com/office/drawing/2014/main" id="{E4AD550F-0B42-4F95-A2F7-674B1C465921}"/>
              </a:ext>
            </a:extLst>
          </p:cNvPr>
          <p:cNvSpPr/>
          <p:nvPr/>
        </p:nvSpPr>
        <p:spPr>
          <a:xfrm>
            <a:off x="8729330" y="1382233"/>
            <a:ext cx="3040912" cy="5252483"/>
          </a:xfrm>
          <a:prstGeom prst="wedgeRectCallou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17717F-6C63-4F15-8528-BA5A9A6A718C}"/>
              </a:ext>
            </a:extLst>
          </p:cNvPr>
          <p:cNvSpPr txBox="1"/>
          <p:nvPr/>
        </p:nvSpPr>
        <p:spPr>
          <a:xfrm>
            <a:off x="8835656" y="1520456"/>
            <a:ext cx="28282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u="sng" dirty="0"/>
              <a:t>Action centre:</a:t>
            </a:r>
          </a:p>
          <a:p>
            <a:r>
              <a:rPr lang="en-GB" dirty="0"/>
              <a:t>Here is a summary of your system settings in a nutshell: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4AF3E0-9C84-47AC-8203-FDD4E4E63A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5656" y="2794588"/>
            <a:ext cx="457201" cy="45720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881F311-1B80-42FA-86EE-88198E743AA6}"/>
              </a:ext>
            </a:extLst>
          </p:cNvPr>
          <p:cNvSpPr txBox="1"/>
          <p:nvPr/>
        </p:nvSpPr>
        <p:spPr>
          <a:xfrm>
            <a:off x="9292857" y="2794588"/>
            <a:ext cx="24773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hlinkClick r:id="rId5" action="ppaction://hlinksldjump"/>
              </a:rPr>
              <a:t>Set a password for this PC</a:t>
            </a:r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32257C4-0F82-42E8-A6E5-B3DC0DFECF1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5656" y="3583171"/>
            <a:ext cx="425303" cy="42530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1E620BF-4292-46B3-9AD8-05DFF446375F}"/>
              </a:ext>
            </a:extLst>
          </p:cNvPr>
          <p:cNvSpPr txBox="1"/>
          <p:nvPr/>
        </p:nvSpPr>
        <p:spPr>
          <a:xfrm>
            <a:off x="9260959" y="3583171"/>
            <a:ext cx="2509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Firewall is 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39BE1B8-4236-4D7C-8207-90D4F407E54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3759" y="4185615"/>
            <a:ext cx="457200" cy="4572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981FF16-4CA0-46BB-947F-3F2091893F72}"/>
              </a:ext>
            </a:extLst>
          </p:cNvPr>
          <p:cNvSpPr txBox="1"/>
          <p:nvPr/>
        </p:nvSpPr>
        <p:spPr>
          <a:xfrm>
            <a:off x="9292857" y="4185615"/>
            <a:ext cx="2477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hlinkClick r:id="rId8" action="ppaction://hlinksldjump"/>
              </a:rPr>
              <a:t>Home network detected</a:t>
            </a:r>
            <a:endParaRPr lang="en-GB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72540A3-4A8C-4E45-B73F-E20A15A8B7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3758" y="4836408"/>
            <a:ext cx="457201" cy="45720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F9B5F6D-6636-4F8E-8DC3-8EB640C66A57}"/>
              </a:ext>
            </a:extLst>
          </p:cNvPr>
          <p:cNvSpPr txBox="1"/>
          <p:nvPr/>
        </p:nvSpPr>
        <p:spPr>
          <a:xfrm>
            <a:off x="9292857" y="4944140"/>
            <a:ext cx="2371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hlinkClick r:id="rId9" action="ppaction://hlinksldjump"/>
              </a:rPr>
              <a:t>OS version is unstable</a:t>
            </a:r>
            <a:endParaRPr lang="en-GB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F60EC5A-47C2-417F-BDE3-42045EAA2F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5656" y="5725630"/>
            <a:ext cx="457201" cy="45720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EDDF66F-AC4F-4D95-88DD-59FB45CD056A}"/>
              </a:ext>
            </a:extLst>
          </p:cNvPr>
          <p:cNvSpPr txBox="1"/>
          <p:nvPr/>
        </p:nvSpPr>
        <p:spPr>
          <a:xfrm>
            <a:off x="9388549" y="5725630"/>
            <a:ext cx="23001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hlinkClick r:id="rId10" action="ppaction://hlinksldjump"/>
              </a:rPr>
              <a:t>Web protection OFF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5220616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65C8590-AFDA-4E30-AB3C-7AA3F5DD04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3274828"/>
            <a:ext cx="5975498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Password protection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3700130"/>
            <a:ext cx="5975498" cy="315786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Hey. </a:t>
            </a:r>
          </a:p>
          <a:p>
            <a:pPr algn="ctr"/>
            <a:r>
              <a:rPr lang="en-GB" dirty="0"/>
              <a:t>You need to set a password to your system!</a:t>
            </a:r>
          </a:p>
          <a:p>
            <a:pPr algn="ctr"/>
            <a:r>
              <a:rPr lang="en-GB" dirty="0"/>
              <a:t>Please reinstall the system and set one.</a:t>
            </a:r>
          </a:p>
          <a:p>
            <a:pPr algn="ctr"/>
            <a:r>
              <a:rPr lang="en-GB" dirty="0"/>
              <a:t>How to reinstall Windos</a:t>
            </a:r>
          </a:p>
        </p:txBody>
      </p:sp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5280837" y="3327991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67994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65C8590-AFDA-4E30-AB3C-7AA3F5DD04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3274828"/>
            <a:ext cx="5975498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Home network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3700130"/>
            <a:ext cx="5975498" cy="315786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Your PC is visible to devices on the network as Windos detected it as a home network.</a:t>
            </a:r>
          </a:p>
          <a:p>
            <a:pPr algn="ctr"/>
            <a:endParaRPr lang="en-GB" dirty="0"/>
          </a:p>
          <a:p>
            <a:pPr algn="ctr"/>
            <a:r>
              <a:rPr lang="en-GB" dirty="0">
                <a:hlinkClick r:id="rId3" action="ppaction://hlinksldjump"/>
              </a:rPr>
              <a:t>It is a work network</a:t>
            </a:r>
            <a:endParaRPr lang="en-GB" dirty="0"/>
          </a:p>
          <a:p>
            <a:pPr algn="ctr"/>
            <a:r>
              <a:rPr lang="en-GB" dirty="0">
                <a:hlinkClick r:id="rId4" action="ppaction://hlinksldjump"/>
              </a:rPr>
              <a:t>It I a public network</a:t>
            </a:r>
            <a:endParaRPr lang="en-GB" dirty="0"/>
          </a:p>
        </p:txBody>
      </p:sp>
      <p:sp>
        <p:nvSpPr>
          <p:cNvPr id="5" name="Rectangle 4">
            <a:hlinkClick r:id="rId5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5280837" y="3327991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198745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65C8590-AFDA-4E30-AB3C-7AA3F5DD04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3274828"/>
            <a:ext cx="5975498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Unstable OS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3700130"/>
            <a:ext cx="5975498" cy="315786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Hello.</a:t>
            </a:r>
          </a:p>
          <a:p>
            <a:pPr algn="ctr"/>
            <a:r>
              <a:rPr lang="en-GB" dirty="0"/>
              <a:t>This OS is not an official build.</a:t>
            </a:r>
          </a:p>
          <a:p>
            <a:pPr algn="ctr"/>
            <a:r>
              <a:rPr lang="en-GB" dirty="0"/>
              <a:t>Please install an official build if you can.</a:t>
            </a:r>
          </a:p>
          <a:p>
            <a:pPr algn="ctr"/>
            <a:r>
              <a:rPr lang="en-GB" dirty="0"/>
              <a:t>That way there will be fewer bugs and you will always be up to date. </a:t>
            </a:r>
          </a:p>
          <a:p>
            <a:pPr algn="ctr"/>
            <a:r>
              <a:rPr lang="en-GB" dirty="0"/>
              <a:t>This is Windos 98 alpha.</a:t>
            </a:r>
          </a:p>
          <a:p>
            <a:pPr algn="ctr"/>
            <a:r>
              <a:rPr lang="en-GB" dirty="0"/>
              <a:t>Please get Windos 98 v1.00 when it comes or get Windos 95. </a:t>
            </a:r>
          </a:p>
        </p:txBody>
      </p:sp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5280837" y="3327991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883650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65C8590-AFDA-4E30-AB3C-7AA3F5DD04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3274828"/>
            <a:ext cx="5975498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Web protection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3700130"/>
            <a:ext cx="5975498" cy="315786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Please enable Web Protection in Internet Explorer by asking your admin to disable Trusted Network Mode in the control panel. </a:t>
            </a:r>
          </a:p>
          <a:p>
            <a:pPr algn="ctr"/>
            <a:r>
              <a:rPr lang="en-GB" dirty="0"/>
              <a:t>This will be disable by default in beta 3. </a:t>
            </a:r>
          </a:p>
        </p:txBody>
      </p:sp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5280837" y="3327991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804900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Internet explorer 22.5: version plan from dev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11490251" y="53163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C48F3A-D83B-446F-8458-88A48D608C79}"/>
              </a:ext>
            </a:extLst>
          </p:cNvPr>
          <p:cNvSpPr txBox="1"/>
          <p:nvPr/>
        </p:nvSpPr>
        <p:spPr>
          <a:xfrm>
            <a:off x="102782" y="627321"/>
            <a:ext cx="1198643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Beta 1:</a:t>
            </a:r>
          </a:p>
          <a:p>
            <a:r>
              <a:rPr lang="en-GB" dirty="0"/>
              <a:t>An app update</a:t>
            </a:r>
          </a:p>
          <a:p>
            <a:r>
              <a:rPr lang="en-GB" dirty="0"/>
              <a:t>Beta 2:</a:t>
            </a:r>
          </a:p>
          <a:p>
            <a:r>
              <a:rPr lang="en-GB" dirty="0"/>
              <a:t>Control Panel update</a:t>
            </a:r>
          </a:p>
          <a:p>
            <a:r>
              <a:rPr lang="en-GB" dirty="0"/>
              <a:t>Beta 3:</a:t>
            </a:r>
          </a:p>
          <a:p>
            <a:r>
              <a:rPr lang="en-GB" dirty="0"/>
              <a:t>Background stuff update</a:t>
            </a:r>
          </a:p>
          <a:p>
            <a:r>
              <a:rPr lang="en-GB" dirty="0"/>
              <a:t>Beta 4:</a:t>
            </a:r>
          </a:p>
          <a:p>
            <a:r>
              <a:rPr lang="en-GB" dirty="0"/>
              <a:t>Help update</a:t>
            </a:r>
          </a:p>
          <a:p>
            <a:r>
              <a:rPr lang="en-GB" dirty="0"/>
              <a:t>Beta 5:</a:t>
            </a:r>
          </a:p>
          <a:p>
            <a:r>
              <a:rPr lang="en-GB" dirty="0"/>
              <a:t>Final touches</a:t>
            </a:r>
          </a:p>
          <a:p>
            <a:r>
              <a:rPr lang="en-GB" dirty="0"/>
              <a:t>V1. 00:</a:t>
            </a:r>
          </a:p>
          <a:p>
            <a:r>
              <a:rPr lang="en-GB" dirty="0"/>
              <a:t>Launch update, will add more apps. </a:t>
            </a:r>
          </a:p>
        </p:txBody>
      </p:sp>
    </p:spTree>
    <p:extLst>
      <p:ext uri="{BB962C8B-B14F-4D97-AF65-F5344CB8AC3E}">
        <p14:creationId xmlns:p14="http://schemas.microsoft.com/office/powerpoint/2010/main" val="377773473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explorer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11490251" y="53163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5">
            <a:hlinkClick r:id="rId3" action="ppaction://hlinksldjump"/>
            <a:extLst>
              <a:ext uri="{FF2B5EF4-FFF2-40B4-BE49-F238E27FC236}">
                <a16:creationId xmlns:a16="http://schemas.microsoft.com/office/drawing/2014/main" id="{5FB3FE7A-9B98-42C3-BAA5-B80BA70E9D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5963" y="-31898"/>
            <a:ext cx="457200" cy="4572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D5B876B-ABBB-4489-B384-7BA132941D1E}"/>
              </a:ext>
            </a:extLst>
          </p:cNvPr>
          <p:cNvSpPr/>
          <p:nvPr/>
        </p:nvSpPr>
        <p:spPr>
          <a:xfrm>
            <a:off x="0" y="425302"/>
            <a:ext cx="12192000" cy="42530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\username</a:t>
            </a:r>
          </a:p>
        </p:txBody>
      </p:sp>
      <p:pic>
        <p:nvPicPr>
          <p:cNvPr id="8" name="Picture 7">
            <a:hlinkClick r:id="rId5" action="ppaction://hlinksldjump"/>
            <a:extLst>
              <a:ext uri="{FF2B5EF4-FFF2-40B4-BE49-F238E27FC236}">
                <a16:creationId xmlns:a16="http://schemas.microsoft.com/office/drawing/2014/main" id="{B83DB702-1A27-4FFD-ADB8-4259C978B15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468" y="1275906"/>
            <a:ext cx="457200" cy="4572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E17FEB8-0B92-4AF0-8E34-8EEDC3AB9D2F}"/>
              </a:ext>
            </a:extLst>
          </p:cNvPr>
          <p:cNvSpPr txBox="1"/>
          <p:nvPr/>
        </p:nvSpPr>
        <p:spPr>
          <a:xfrm>
            <a:off x="170121" y="1733106"/>
            <a:ext cx="2115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documents</a:t>
            </a:r>
          </a:p>
        </p:txBody>
      </p:sp>
      <p:pic>
        <p:nvPicPr>
          <p:cNvPr id="11" name="Picture 10">
            <a:hlinkClick r:id="rId7" action="ppaction://hlinksldjump"/>
            <a:extLst>
              <a:ext uri="{FF2B5EF4-FFF2-40B4-BE49-F238E27FC236}">
                <a16:creationId xmlns:a16="http://schemas.microsoft.com/office/drawing/2014/main" id="{FAD9E0FA-7776-412A-BC2B-F1095C4DF3E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6521" y="1275906"/>
            <a:ext cx="609600" cy="6096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23AC4D2-B233-44F9-A484-B0BF63164C3D}"/>
              </a:ext>
            </a:extLst>
          </p:cNvPr>
          <p:cNvSpPr txBox="1"/>
          <p:nvPr/>
        </p:nvSpPr>
        <p:spPr>
          <a:xfrm>
            <a:off x="1846521" y="1917772"/>
            <a:ext cx="1928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system</a:t>
            </a:r>
          </a:p>
        </p:txBody>
      </p:sp>
      <p:pic>
        <p:nvPicPr>
          <p:cNvPr id="13" name="Picture 12">
            <a:hlinkClick r:id="rId9" action="ppaction://hlinksldjump"/>
            <a:extLst>
              <a:ext uri="{FF2B5EF4-FFF2-40B4-BE49-F238E27FC236}">
                <a16:creationId xmlns:a16="http://schemas.microsoft.com/office/drawing/2014/main" id="{F36023D4-0B7C-4EF6-9D49-178A91157D1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3374" y="1275906"/>
            <a:ext cx="641866" cy="64186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C7EADE4-612D-41DB-9844-32E2B1D84F5E}"/>
              </a:ext>
            </a:extLst>
          </p:cNvPr>
          <p:cNvSpPr txBox="1"/>
          <p:nvPr/>
        </p:nvSpPr>
        <p:spPr>
          <a:xfrm>
            <a:off x="2939682" y="1950038"/>
            <a:ext cx="20454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Elvis Playlist</a:t>
            </a:r>
          </a:p>
        </p:txBody>
      </p:sp>
      <p:pic>
        <p:nvPicPr>
          <p:cNvPr id="15" name="Picture 14">
            <a:hlinkClick r:id="rId11" action="ppaction://hlinksldjump"/>
            <a:extLst>
              <a:ext uri="{FF2B5EF4-FFF2-40B4-BE49-F238E27FC236}">
                <a16:creationId xmlns:a16="http://schemas.microsoft.com/office/drawing/2014/main" id="{E2F33BDB-0DF7-4CD8-8B2A-AE11D3A27EF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1177" y="1332835"/>
            <a:ext cx="495742" cy="49574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7A02162-19E9-44C4-8F45-7C69932B0753}"/>
              </a:ext>
            </a:extLst>
          </p:cNvPr>
          <p:cNvSpPr txBox="1"/>
          <p:nvPr/>
        </p:nvSpPr>
        <p:spPr>
          <a:xfrm>
            <a:off x="4631177" y="1885506"/>
            <a:ext cx="1716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IE225 files</a:t>
            </a:r>
          </a:p>
        </p:txBody>
      </p:sp>
      <p:pic>
        <p:nvPicPr>
          <p:cNvPr id="17" name="Picture 16">
            <a:hlinkClick r:id="rId13" action="ppaction://hlinksldjump"/>
            <a:extLst>
              <a:ext uri="{FF2B5EF4-FFF2-40B4-BE49-F238E27FC236}">
                <a16:creationId xmlns:a16="http://schemas.microsoft.com/office/drawing/2014/main" id="{15D22271-B508-497A-B5C0-F9A50718B46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8087" y="1294956"/>
            <a:ext cx="641866" cy="64186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E740200-A8F1-4ACB-B096-C1A8D582C4BA}"/>
              </a:ext>
            </a:extLst>
          </p:cNvPr>
          <p:cNvSpPr txBox="1"/>
          <p:nvPr/>
        </p:nvSpPr>
        <p:spPr>
          <a:xfrm>
            <a:off x="6138087" y="2102438"/>
            <a:ext cx="11558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Email people</a:t>
            </a:r>
          </a:p>
        </p:txBody>
      </p:sp>
    </p:spTree>
    <p:extLst>
      <p:ext uri="{BB962C8B-B14F-4D97-AF65-F5344CB8AC3E}">
        <p14:creationId xmlns:p14="http://schemas.microsoft.com/office/powerpoint/2010/main" val="194849866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explorer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11490251" y="53163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5">
            <a:hlinkClick r:id="rId3" action="ppaction://hlinksldjump"/>
            <a:extLst>
              <a:ext uri="{FF2B5EF4-FFF2-40B4-BE49-F238E27FC236}">
                <a16:creationId xmlns:a16="http://schemas.microsoft.com/office/drawing/2014/main" id="{5FB3FE7A-9B98-42C3-BAA5-B80BA70E9D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5963" y="-31898"/>
            <a:ext cx="457200" cy="4572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D5B876B-ABBB-4489-B384-7BA132941D1E}"/>
              </a:ext>
            </a:extLst>
          </p:cNvPr>
          <p:cNvSpPr/>
          <p:nvPr/>
        </p:nvSpPr>
        <p:spPr>
          <a:xfrm>
            <a:off x="0" y="425302"/>
            <a:ext cx="12192000" cy="42530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\\\documents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E97C4C-1BCC-42F0-94C8-E950BD048D11}"/>
              </a:ext>
            </a:extLst>
          </p:cNvPr>
          <p:cNvSpPr/>
          <p:nvPr/>
        </p:nvSpPr>
        <p:spPr>
          <a:xfrm>
            <a:off x="5638800" y="3184451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empty</a:t>
            </a:r>
          </a:p>
        </p:txBody>
      </p:sp>
    </p:spTree>
    <p:extLst>
      <p:ext uri="{BB962C8B-B14F-4D97-AF65-F5344CB8AC3E}">
        <p14:creationId xmlns:p14="http://schemas.microsoft.com/office/powerpoint/2010/main" val="275455638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explorer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11490251" y="53163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5">
            <a:hlinkClick r:id="rId3" action="ppaction://hlinksldjump"/>
            <a:extLst>
              <a:ext uri="{FF2B5EF4-FFF2-40B4-BE49-F238E27FC236}">
                <a16:creationId xmlns:a16="http://schemas.microsoft.com/office/drawing/2014/main" id="{5FB3FE7A-9B98-42C3-BAA5-B80BA70E9D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5963" y="-31898"/>
            <a:ext cx="457200" cy="4572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D5B876B-ABBB-4489-B384-7BA132941D1E}"/>
              </a:ext>
            </a:extLst>
          </p:cNvPr>
          <p:cNvSpPr/>
          <p:nvPr/>
        </p:nvSpPr>
        <p:spPr>
          <a:xfrm>
            <a:off x="0" y="425302"/>
            <a:ext cx="12192000" cy="42530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\\\elvis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40027E-7CF7-49FD-B9B4-491E011BE944}"/>
              </a:ext>
            </a:extLst>
          </p:cNvPr>
          <p:cNvSpPr txBox="1"/>
          <p:nvPr/>
        </p:nvSpPr>
        <p:spPr>
          <a:xfrm>
            <a:off x="202019" y="1041991"/>
            <a:ext cx="11887199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dirty="0"/>
              <a:t>,Paradise Hawaiian Style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See,  See rider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Burning love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Something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You gave me a mountain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Steamroller blues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My way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Love me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Johnny B Goode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Blue Suede Shoes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I’m so lonesome I could cry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I can’t stop loving you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Hound dog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What now my love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Fever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Welcome to my world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Suspicious minds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I’ll remember you 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long tall sally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An American trilogy </a:t>
            </a:r>
          </a:p>
          <a:p>
            <a:pPr marL="342900" indent="-342900">
              <a:buFont typeface="+mj-lt"/>
              <a:buAutoNum type="arabicPeriod"/>
            </a:pPr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BA69D0-4F27-477B-9A3A-FB5575F3FA24}"/>
              </a:ext>
            </a:extLst>
          </p:cNvPr>
          <p:cNvSpPr txBox="1"/>
          <p:nvPr/>
        </p:nvSpPr>
        <p:spPr>
          <a:xfrm>
            <a:off x="4527698" y="1392865"/>
            <a:ext cx="35831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dirty="0"/>
              <a:t>A big hunk of love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 can’t help falling in love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921DE0-6638-4D2D-B625-1E71DF35E264}"/>
              </a:ext>
            </a:extLst>
          </p:cNvPr>
          <p:cNvSpPr txBox="1"/>
          <p:nvPr/>
        </p:nvSpPr>
        <p:spPr>
          <a:xfrm>
            <a:off x="4316819" y="1392865"/>
            <a:ext cx="2108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</a:t>
            </a:r>
          </a:p>
          <a:p>
            <a:r>
              <a:rPr lang="en-GB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12734100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explorer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11490251" y="53163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5">
            <a:hlinkClick r:id="rId3" action="ppaction://hlinksldjump"/>
            <a:extLst>
              <a:ext uri="{FF2B5EF4-FFF2-40B4-BE49-F238E27FC236}">
                <a16:creationId xmlns:a16="http://schemas.microsoft.com/office/drawing/2014/main" id="{5FB3FE7A-9B98-42C3-BAA5-B80BA70E9D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5963" y="-31898"/>
            <a:ext cx="457200" cy="4572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D5B876B-ABBB-4489-B384-7BA132941D1E}"/>
              </a:ext>
            </a:extLst>
          </p:cNvPr>
          <p:cNvSpPr/>
          <p:nvPr/>
        </p:nvSpPr>
        <p:spPr>
          <a:xfrm>
            <a:off x="0" y="425302"/>
            <a:ext cx="12192000" cy="42530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\\\ie225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4D897B4-3C56-4A65-8A76-E445DDB48D59}"/>
              </a:ext>
            </a:extLst>
          </p:cNvPr>
          <p:cNvSpPr/>
          <p:nvPr/>
        </p:nvSpPr>
        <p:spPr>
          <a:xfrm>
            <a:off x="5638800" y="3184451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empty</a:t>
            </a:r>
          </a:p>
        </p:txBody>
      </p:sp>
    </p:spTree>
    <p:extLst>
      <p:ext uri="{BB962C8B-B14F-4D97-AF65-F5344CB8AC3E}">
        <p14:creationId xmlns:p14="http://schemas.microsoft.com/office/powerpoint/2010/main" val="358662876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explorer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11490251" y="53163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5">
            <a:hlinkClick r:id="rId3" action="ppaction://hlinksldjump"/>
            <a:extLst>
              <a:ext uri="{FF2B5EF4-FFF2-40B4-BE49-F238E27FC236}">
                <a16:creationId xmlns:a16="http://schemas.microsoft.com/office/drawing/2014/main" id="{5FB3FE7A-9B98-42C3-BAA5-B80BA70E9D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5963" y="-31898"/>
            <a:ext cx="457200" cy="4572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D5B876B-ABBB-4489-B384-7BA132941D1E}"/>
              </a:ext>
            </a:extLst>
          </p:cNvPr>
          <p:cNvSpPr/>
          <p:nvPr/>
        </p:nvSpPr>
        <p:spPr>
          <a:xfrm>
            <a:off x="0" y="425302"/>
            <a:ext cx="12192000" cy="42530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\\\people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ED57B62-88A0-4A0D-B69F-69DA285882D0}"/>
              </a:ext>
            </a:extLst>
          </p:cNvPr>
          <p:cNvSpPr/>
          <p:nvPr/>
        </p:nvSpPr>
        <p:spPr>
          <a:xfrm>
            <a:off x="5638800" y="3184451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empty</a:t>
            </a:r>
          </a:p>
        </p:txBody>
      </p:sp>
    </p:spTree>
    <p:extLst>
      <p:ext uri="{BB962C8B-B14F-4D97-AF65-F5344CB8AC3E}">
        <p14:creationId xmlns:p14="http://schemas.microsoft.com/office/powerpoint/2010/main" val="133262882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65C8590-AFDA-4E30-AB3C-7AA3F5DD04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3274828"/>
            <a:ext cx="5975498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Change to work network?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3700130"/>
            <a:ext cx="5975498" cy="315786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This requires admin rights!</a:t>
            </a:r>
          </a:p>
          <a:p>
            <a:pPr algn="ctr"/>
            <a:r>
              <a:rPr lang="en-GB" dirty="0">
                <a:hlinkClick r:id="rId3" action="ppaction://hlinksldjump"/>
              </a:rPr>
              <a:t>Yes</a:t>
            </a:r>
            <a:r>
              <a:rPr lang="en-GB" dirty="0"/>
              <a:t>	 </a:t>
            </a:r>
            <a:r>
              <a:rPr lang="en-GB" dirty="0">
                <a:hlinkClick r:id="rId4" action="ppaction://hlinksldjump"/>
              </a:rPr>
              <a:t>no</a:t>
            </a:r>
            <a:r>
              <a:rPr lang="en-GB" dirty="0"/>
              <a:t> </a:t>
            </a:r>
          </a:p>
        </p:txBody>
      </p:sp>
      <p:sp>
        <p:nvSpPr>
          <p:cNvPr id="5" name="Rectangle 4">
            <a:hlinkClick r:id="rId4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5280837" y="3327991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201342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65C8590-AFDA-4E30-AB3C-7AA3F5DD04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3274828"/>
            <a:ext cx="5975498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UAC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3700130"/>
            <a:ext cx="5975498" cy="315786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 program requested admin access.</a:t>
            </a:r>
          </a:p>
          <a:p>
            <a:pPr algn="ctr"/>
            <a:r>
              <a:rPr lang="en-GB" dirty="0"/>
              <a:t>Enter the admin password:</a:t>
            </a:r>
          </a:p>
        </p:txBody>
      </p:sp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5280837" y="3327991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A0C380A-3CE7-4E03-BB80-7A1FE6C74ACE}"/>
              </a:ext>
            </a:extLst>
          </p:cNvPr>
          <p:cNvSpPr/>
          <p:nvPr/>
        </p:nvSpPr>
        <p:spPr>
          <a:xfrm>
            <a:off x="0" y="5693735"/>
            <a:ext cx="5975498" cy="5847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hlinkClick r:id="rId4" action="ppaction://hlinksldjump"/>
            <a:extLst>
              <a:ext uri="{FF2B5EF4-FFF2-40B4-BE49-F238E27FC236}">
                <a16:creationId xmlns:a16="http://schemas.microsoft.com/office/drawing/2014/main" id="{99E77A7F-AEBE-4F76-B69A-3D0F9BECE0B6}"/>
              </a:ext>
            </a:extLst>
          </p:cNvPr>
          <p:cNvSpPr/>
          <p:nvPr/>
        </p:nvSpPr>
        <p:spPr>
          <a:xfrm>
            <a:off x="0" y="6275867"/>
            <a:ext cx="2679405" cy="58479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OK</a:t>
            </a:r>
          </a:p>
        </p:txBody>
      </p:sp>
      <p:sp>
        <p:nvSpPr>
          <p:cNvPr id="10" name="Rectangle 9">
            <a:hlinkClick r:id="rId3" action="ppaction://hlinksldjump"/>
            <a:extLst>
              <a:ext uri="{FF2B5EF4-FFF2-40B4-BE49-F238E27FC236}">
                <a16:creationId xmlns:a16="http://schemas.microsoft.com/office/drawing/2014/main" id="{FD94C9DB-68FD-4EFD-A839-533439B1CDAD}"/>
              </a:ext>
            </a:extLst>
          </p:cNvPr>
          <p:cNvSpPr/>
          <p:nvPr/>
        </p:nvSpPr>
        <p:spPr>
          <a:xfrm>
            <a:off x="2679405" y="6270551"/>
            <a:ext cx="3296093" cy="58479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Cancel</a:t>
            </a:r>
          </a:p>
        </p:txBody>
      </p:sp>
    </p:spTree>
    <p:extLst>
      <p:ext uri="{BB962C8B-B14F-4D97-AF65-F5344CB8AC3E}">
        <p14:creationId xmlns:p14="http://schemas.microsoft.com/office/powerpoint/2010/main" val="368056480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65C8590-AFDA-4E30-AB3C-7AA3F5DD04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3274828"/>
            <a:ext cx="5975498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error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3700130"/>
            <a:ext cx="5975498" cy="315786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The admin password was incorrect</a:t>
            </a:r>
          </a:p>
        </p:txBody>
      </p:sp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5280837" y="3327991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610669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65C8590-AFDA-4E30-AB3C-7AA3F5DD04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3274828"/>
            <a:ext cx="5975498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Disconnect from the Internet?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3700130"/>
            <a:ext cx="5975498" cy="315786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This requires admin rights!</a:t>
            </a:r>
          </a:p>
          <a:p>
            <a:pPr algn="ctr"/>
            <a:r>
              <a:rPr lang="en-GB" dirty="0">
                <a:hlinkClick r:id="rId3" action="ppaction://hlinksldjump"/>
              </a:rPr>
              <a:t>Yes</a:t>
            </a:r>
            <a:r>
              <a:rPr lang="en-GB" dirty="0"/>
              <a:t>	 </a:t>
            </a:r>
            <a:r>
              <a:rPr lang="en-GB" dirty="0">
                <a:hlinkClick r:id="rId4" action="ppaction://hlinksldjump"/>
              </a:rPr>
              <a:t>no</a:t>
            </a:r>
            <a:r>
              <a:rPr lang="en-GB" dirty="0"/>
              <a:t> </a:t>
            </a:r>
          </a:p>
        </p:txBody>
      </p:sp>
      <p:sp>
        <p:nvSpPr>
          <p:cNvPr id="5" name="Rectangle 4">
            <a:hlinkClick r:id="rId4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5280837" y="3327991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54152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0"/>
            <a:ext cx="12192000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Home network manager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425302"/>
            <a:ext cx="12192000" cy="643269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11490251" y="53163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A74246-4EFB-4224-8666-ACCFE1D32C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1088" y="1307804"/>
            <a:ext cx="425302" cy="4253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4C025EE-9FE9-4032-A438-2303DFC8F9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9788" y="2731684"/>
            <a:ext cx="457200" cy="457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194ECDF-BF31-42C0-BE16-ACA69466DFF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0697" y="1233375"/>
            <a:ext cx="425303" cy="425303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29ACF6F-9362-49E5-95F4-879BAEE3974C}"/>
              </a:ext>
            </a:extLst>
          </p:cNvPr>
          <p:cNvCxnSpPr/>
          <p:nvPr/>
        </p:nvCxnSpPr>
        <p:spPr>
          <a:xfrm>
            <a:off x="2169042" y="1733106"/>
            <a:ext cx="2222205" cy="11164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6E9EA8C-A8EF-48F9-95D0-5630170B4C5A}"/>
              </a:ext>
            </a:extLst>
          </p:cNvPr>
          <p:cNvCxnSpPr/>
          <p:nvPr/>
        </p:nvCxnSpPr>
        <p:spPr>
          <a:xfrm flipV="1">
            <a:off x="5167423" y="1733106"/>
            <a:ext cx="715925" cy="9985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1BBF302-5C2A-4275-BA8B-530027FF15AA}"/>
              </a:ext>
            </a:extLst>
          </p:cNvPr>
          <p:cNvCxnSpPr/>
          <p:nvPr/>
        </p:nvCxnSpPr>
        <p:spPr>
          <a:xfrm flipH="1">
            <a:off x="2026390" y="1446026"/>
            <a:ext cx="34989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67B86735-3431-4741-BF7E-066AFF5196B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6134" y="1736206"/>
            <a:ext cx="523654" cy="523654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83AE42E-189B-4A02-A3C4-3562F1831571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2026390" y="1520455"/>
            <a:ext cx="1931140" cy="4766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45170AD-DD07-4061-8594-AC095C3A0254}"/>
              </a:ext>
            </a:extLst>
          </p:cNvPr>
          <p:cNvCxnSpPr/>
          <p:nvPr/>
        </p:nvCxnSpPr>
        <p:spPr>
          <a:xfrm flipV="1">
            <a:off x="4391247" y="1520455"/>
            <a:ext cx="1403497" cy="4775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CDDF8D7-0883-4075-9F1A-A36CB1D115BE}"/>
              </a:ext>
            </a:extLst>
          </p:cNvPr>
          <p:cNvCxnSpPr/>
          <p:nvPr/>
        </p:nvCxnSpPr>
        <p:spPr>
          <a:xfrm>
            <a:off x="4391247" y="2094614"/>
            <a:ext cx="265813" cy="6370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440F8E7-9E74-45E3-82B4-FAFC7FC127AD}"/>
              </a:ext>
            </a:extLst>
          </p:cNvPr>
          <p:cNvSpPr txBox="1"/>
          <p:nvPr/>
        </p:nvSpPr>
        <p:spPr>
          <a:xfrm>
            <a:off x="6762307" y="829340"/>
            <a:ext cx="47279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Your device is connected to a home network.</a:t>
            </a:r>
          </a:p>
          <a:p>
            <a:r>
              <a:rPr lang="en-GB" dirty="0"/>
              <a:t>Connection type: ethernet 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12F8DE3-18A6-43AA-82BF-A86BDB8F88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209" y="3400646"/>
            <a:ext cx="425302" cy="42530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0AB097B-CFE6-4973-BF0E-2754EA19F6A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857" y="3989423"/>
            <a:ext cx="523654" cy="52365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5426EE7-B83B-4F2C-BCC0-3C9910AAF9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876" y="4676993"/>
            <a:ext cx="457200" cy="4572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9E6BB92-5825-4DC2-9D78-98CF3C85E0A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876" y="5361903"/>
            <a:ext cx="425303" cy="425303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063230D3-7F39-4F3D-887A-D134E252A76B}"/>
              </a:ext>
            </a:extLst>
          </p:cNvPr>
          <p:cNvSpPr txBox="1"/>
          <p:nvPr/>
        </p:nvSpPr>
        <p:spPr>
          <a:xfrm>
            <a:off x="1601088" y="3400646"/>
            <a:ext cx="30559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Computer is connected  via ethernet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10AC798-97BE-4125-9948-891CA9BFB4C2}"/>
              </a:ext>
            </a:extLst>
          </p:cNvPr>
          <p:cNvSpPr txBox="1"/>
          <p:nvPr/>
        </p:nvSpPr>
        <p:spPr>
          <a:xfrm>
            <a:off x="1601088" y="4082902"/>
            <a:ext cx="3194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Gateway is enabled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EC98B46-0DA1-48CE-BDC7-5E91314645ED}"/>
              </a:ext>
            </a:extLst>
          </p:cNvPr>
          <p:cNvSpPr txBox="1"/>
          <p:nvPr/>
        </p:nvSpPr>
        <p:spPr>
          <a:xfrm>
            <a:off x="1601088" y="4784651"/>
            <a:ext cx="4193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Home </a:t>
            </a:r>
            <a:r>
              <a:rPr lang="en-GB"/>
              <a:t>network enabled</a:t>
            </a:r>
            <a:endParaRPr lang="en-GB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95D9B7D-21D4-49FC-9266-9F0E3CC66035}"/>
              </a:ext>
            </a:extLst>
          </p:cNvPr>
          <p:cNvSpPr txBox="1"/>
          <p:nvPr/>
        </p:nvSpPr>
        <p:spPr>
          <a:xfrm>
            <a:off x="1434511" y="5465135"/>
            <a:ext cx="3055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Internet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5FBA3032-D77A-4261-A1E6-730248DCBD0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5068" y="409796"/>
            <a:ext cx="582131" cy="582131"/>
          </a:xfrm>
          <a:prstGeom prst="rect">
            <a:avLst/>
          </a:prstGeom>
        </p:spPr>
      </p:pic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2E26E59-C6E2-43C9-85B0-EFD6D9B71055}"/>
              </a:ext>
            </a:extLst>
          </p:cNvPr>
          <p:cNvCxnSpPr>
            <a:stCxn id="6" idx="0"/>
          </p:cNvCxnSpPr>
          <p:nvPr/>
        </p:nvCxnSpPr>
        <p:spPr>
          <a:xfrm flipV="1">
            <a:off x="1813739" y="829340"/>
            <a:ext cx="1884177" cy="4784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B4C67CA-D82F-420D-9868-2308EC9F7B66}"/>
              </a:ext>
            </a:extLst>
          </p:cNvPr>
          <p:cNvCxnSpPr/>
          <p:nvPr/>
        </p:nvCxnSpPr>
        <p:spPr>
          <a:xfrm flipH="1" flipV="1">
            <a:off x="4157330" y="829340"/>
            <a:ext cx="1637414" cy="4784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054026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65C8590-AFDA-4E30-AB3C-7AA3F5DD04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7DFC1DC-E152-47E7-A162-62DDDAD54A4E}"/>
              </a:ext>
            </a:extLst>
          </p:cNvPr>
          <p:cNvSpPr/>
          <p:nvPr/>
        </p:nvSpPr>
        <p:spPr>
          <a:xfrm>
            <a:off x="0" y="3274828"/>
            <a:ext cx="5975498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MEMZ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03A22-3070-417F-AC0E-31410487A896}"/>
              </a:ext>
            </a:extLst>
          </p:cNvPr>
          <p:cNvSpPr/>
          <p:nvPr/>
        </p:nvSpPr>
        <p:spPr>
          <a:xfrm>
            <a:off x="0" y="3700130"/>
            <a:ext cx="5975498" cy="315786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Whoops! </a:t>
            </a:r>
          </a:p>
          <a:p>
            <a:pPr algn="ctr"/>
            <a:r>
              <a:rPr lang="en-GB" dirty="0"/>
              <a:t>You messed up! </a:t>
            </a:r>
          </a:p>
        </p:txBody>
      </p:sp>
      <p:sp>
        <p:nvSpPr>
          <p:cNvPr id="5" name="Rectangle 4">
            <a:hlinkClick r:id="rId4" action="ppaction://hlinksldjump"/>
            <a:extLst>
              <a:ext uri="{FF2B5EF4-FFF2-40B4-BE49-F238E27FC236}">
                <a16:creationId xmlns:a16="http://schemas.microsoft.com/office/drawing/2014/main" id="{F52B0615-BD42-4111-8CBB-00775D953B07}"/>
              </a:ext>
            </a:extLst>
          </p:cNvPr>
          <p:cNvSpPr/>
          <p:nvPr/>
        </p:nvSpPr>
        <p:spPr>
          <a:xfrm>
            <a:off x="5280837" y="3327991"/>
            <a:ext cx="598967" cy="31897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3192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cashreg.wav"/>
          </p:stSnd>
        </p:sndAc>
      </p:transition>
    </mc:Choice>
    <mc:Fallback xmlns="">
      <p:transition spd="slow">
        <p:sndAc>
          <p:stSnd>
            <p:snd r:embed="rId5" name="cashreg.wav"/>
          </p:stSnd>
        </p:sndAc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</TotalTime>
  <Words>1342</Words>
  <Application>Microsoft Office PowerPoint</Application>
  <PresentationFormat>Widescreen</PresentationFormat>
  <Paragraphs>296</Paragraphs>
  <Slides>57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Szymon Mochort</dc:creator>
  <cp:lastModifiedBy>Szymon Mochort</cp:lastModifiedBy>
  <cp:revision>598</cp:revision>
  <dcterms:created xsi:type="dcterms:W3CDTF">2020-07-18T17:31:31Z</dcterms:created>
  <dcterms:modified xsi:type="dcterms:W3CDTF">2020-07-19T19:47:51Z</dcterms:modified>
</cp:coreProperties>
</file>