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81" r:id="rId5"/>
    <p:sldId id="280" r:id="rId6"/>
    <p:sldId id="265" r:id="rId7"/>
    <p:sldId id="288" r:id="rId8"/>
    <p:sldId id="287" r:id="rId9"/>
    <p:sldId id="286" r:id="rId10"/>
    <p:sldId id="285" r:id="rId11"/>
    <p:sldId id="284" r:id="rId12"/>
    <p:sldId id="283" r:id="rId13"/>
    <p:sldId id="282" r:id="rId14"/>
    <p:sldId id="279" r:id="rId15"/>
    <p:sldId id="278" r:id="rId16"/>
    <p:sldId id="277" r:id="rId17"/>
    <p:sldId id="276" r:id="rId18"/>
    <p:sldId id="275" r:id="rId19"/>
    <p:sldId id="274" r:id="rId20"/>
    <p:sldId id="272" r:id="rId21"/>
    <p:sldId id="271" r:id="rId22"/>
    <p:sldId id="270" r:id="rId23"/>
    <p:sldId id="269" r:id="rId24"/>
    <p:sldId id="267" r:id="rId25"/>
    <p:sldId id="268" r:id="rId26"/>
    <p:sldId id="266" r:id="rId27"/>
    <p:sldId id="259" r:id="rId28"/>
    <p:sldId id="260" r:id="rId29"/>
    <p:sldId id="261" r:id="rId30"/>
    <p:sldId id="262" r:id="rId31"/>
    <p:sldId id="263" r:id="rId32"/>
    <p:sldId id="264" r:id="rId33"/>
    <p:sldId id="27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p:cViewPr varScale="1">
        <p:scale>
          <a:sx n="90" d="100"/>
          <a:sy n="90" d="100"/>
        </p:scale>
        <p:origin x="57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14FE30-B250-42AF-A5E9-F9D53D54911D}" type="datetimeFigureOut">
              <a:rPr lang="en-GB" smtClean="0"/>
              <a:t>27/03/2020</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0E67C2-3D54-41BE-BFA5-A6DA6B06C35E}" type="slidenum">
              <a:rPr lang="en-GB" smtClean="0"/>
              <a:t>‹#›</a:t>
            </a:fld>
            <a:endParaRPr lang="en-GB" dirty="0"/>
          </a:p>
        </p:txBody>
      </p:sp>
    </p:spTree>
    <p:extLst>
      <p:ext uri="{BB962C8B-B14F-4D97-AF65-F5344CB8AC3E}">
        <p14:creationId xmlns:p14="http://schemas.microsoft.com/office/powerpoint/2010/main" val="1535218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C1725-D1F4-433E-964F-7459F72993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ECFC8B8-9001-4CCB-BEE6-254A9249BE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BAB626F-2779-4BBF-9D86-8DD47FC51E2B}"/>
              </a:ext>
            </a:extLst>
          </p:cNvPr>
          <p:cNvSpPr>
            <a:spLocks noGrp="1"/>
          </p:cNvSpPr>
          <p:nvPr>
            <p:ph type="dt" sz="half" idx="10"/>
          </p:nvPr>
        </p:nvSpPr>
        <p:spPr/>
        <p:txBody>
          <a:bodyPr/>
          <a:lstStyle/>
          <a:p>
            <a:fld id="{A0F60D10-1AF1-41C6-8F2F-3F4589CB7561}" type="datetimeFigureOut">
              <a:rPr lang="en-GB" smtClean="0"/>
              <a:t>27/03/2020</a:t>
            </a:fld>
            <a:endParaRPr lang="en-GB" dirty="0"/>
          </a:p>
        </p:txBody>
      </p:sp>
      <p:sp>
        <p:nvSpPr>
          <p:cNvPr id="5" name="Footer Placeholder 4">
            <a:extLst>
              <a:ext uri="{FF2B5EF4-FFF2-40B4-BE49-F238E27FC236}">
                <a16:creationId xmlns:a16="http://schemas.microsoft.com/office/drawing/2014/main" id="{96F6718D-8525-41F1-8FDD-015FE14097A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1A5DAAE-9FE3-4926-B024-460F51C83855}"/>
              </a:ext>
            </a:extLst>
          </p:cNvPr>
          <p:cNvSpPr>
            <a:spLocks noGrp="1"/>
          </p:cNvSpPr>
          <p:nvPr>
            <p:ph type="sldNum" sz="quarter" idx="12"/>
          </p:nvPr>
        </p:nvSpPr>
        <p:spPr/>
        <p:txBody>
          <a:bodyPr/>
          <a:lstStyle/>
          <a:p>
            <a:fld id="{9AF65283-CB45-41F3-8415-57DE06D8DC29}" type="slidenum">
              <a:rPr lang="en-GB" smtClean="0"/>
              <a:t>‹#›</a:t>
            </a:fld>
            <a:endParaRPr lang="en-GB" dirty="0"/>
          </a:p>
        </p:txBody>
      </p:sp>
    </p:spTree>
    <p:extLst>
      <p:ext uri="{BB962C8B-B14F-4D97-AF65-F5344CB8AC3E}">
        <p14:creationId xmlns:p14="http://schemas.microsoft.com/office/powerpoint/2010/main" val="804150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EFEEE-23B5-4E01-95F8-4BA8CEDE208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C4C5886-D5D0-4149-90D5-2EBBD8C64D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BF8A2F-3069-497D-89B5-E4B00A297798}"/>
              </a:ext>
            </a:extLst>
          </p:cNvPr>
          <p:cNvSpPr>
            <a:spLocks noGrp="1"/>
          </p:cNvSpPr>
          <p:nvPr>
            <p:ph type="dt" sz="half" idx="10"/>
          </p:nvPr>
        </p:nvSpPr>
        <p:spPr/>
        <p:txBody>
          <a:bodyPr/>
          <a:lstStyle/>
          <a:p>
            <a:fld id="{A0F60D10-1AF1-41C6-8F2F-3F4589CB7561}" type="datetimeFigureOut">
              <a:rPr lang="en-GB" smtClean="0"/>
              <a:t>27/03/2020</a:t>
            </a:fld>
            <a:endParaRPr lang="en-GB" dirty="0"/>
          </a:p>
        </p:txBody>
      </p:sp>
      <p:sp>
        <p:nvSpPr>
          <p:cNvPr id="5" name="Footer Placeholder 4">
            <a:extLst>
              <a:ext uri="{FF2B5EF4-FFF2-40B4-BE49-F238E27FC236}">
                <a16:creationId xmlns:a16="http://schemas.microsoft.com/office/drawing/2014/main" id="{D1FCAD1F-CCB9-4A2F-A6C6-007A18CA3BC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DF4670B-A7AA-4070-AB5B-E654B7D8D1BF}"/>
              </a:ext>
            </a:extLst>
          </p:cNvPr>
          <p:cNvSpPr>
            <a:spLocks noGrp="1"/>
          </p:cNvSpPr>
          <p:nvPr>
            <p:ph type="sldNum" sz="quarter" idx="12"/>
          </p:nvPr>
        </p:nvSpPr>
        <p:spPr/>
        <p:txBody>
          <a:bodyPr/>
          <a:lstStyle/>
          <a:p>
            <a:fld id="{9AF65283-CB45-41F3-8415-57DE06D8DC29}" type="slidenum">
              <a:rPr lang="en-GB" smtClean="0"/>
              <a:t>‹#›</a:t>
            </a:fld>
            <a:endParaRPr lang="en-GB" dirty="0"/>
          </a:p>
        </p:txBody>
      </p:sp>
    </p:spTree>
    <p:extLst>
      <p:ext uri="{BB962C8B-B14F-4D97-AF65-F5344CB8AC3E}">
        <p14:creationId xmlns:p14="http://schemas.microsoft.com/office/powerpoint/2010/main" val="1352917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C8875-E3C0-4D33-8CD2-374960B0E1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7A86125-DC66-4BB5-9C7D-E16DB439D4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30C01D-812C-4894-A6D4-69F399A21819}"/>
              </a:ext>
            </a:extLst>
          </p:cNvPr>
          <p:cNvSpPr>
            <a:spLocks noGrp="1"/>
          </p:cNvSpPr>
          <p:nvPr>
            <p:ph type="dt" sz="half" idx="10"/>
          </p:nvPr>
        </p:nvSpPr>
        <p:spPr/>
        <p:txBody>
          <a:bodyPr/>
          <a:lstStyle/>
          <a:p>
            <a:fld id="{A0F60D10-1AF1-41C6-8F2F-3F4589CB7561}" type="datetimeFigureOut">
              <a:rPr lang="en-GB" smtClean="0"/>
              <a:t>27/03/2020</a:t>
            </a:fld>
            <a:endParaRPr lang="en-GB" dirty="0"/>
          </a:p>
        </p:txBody>
      </p:sp>
      <p:sp>
        <p:nvSpPr>
          <p:cNvPr id="5" name="Footer Placeholder 4">
            <a:extLst>
              <a:ext uri="{FF2B5EF4-FFF2-40B4-BE49-F238E27FC236}">
                <a16:creationId xmlns:a16="http://schemas.microsoft.com/office/drawing/2014/main" id="{A4159527-19B9-4D23-A8DC-628D59AEE33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047C807-46FB-40E5-99C6-53097E3821D8}"/>
              </a:ext>
            </a:extLst>
          </p:cNvPr>
          <p:cNvSpPr>
            <a:spLocks noGrp="1"/>
          </p:cNvSpPr>
          <p:nvPr>
            <p:ph type="sldNum" sz="quarter" idx="12"/>
          </p:nvPr>
        </p:nvSpPr>
        <p:spPr/>
        <p:txBody>
          <a:bodyPr/>
          <a:lstStyle/>
          <a:p>
            <a:fld id="{9AF65283-CB45-41F3-8415-57DE06D8DC29}" type="slidenum">
              <a:rPr lang="en-GB" smtClean="0"/>
              <a:t>‹#›</a:t>
            </a:fld>
            <a:endParaRPr lang="en-GB" dirty="0"/>
          </a:p>
        </p:txBody>
      </p:sp>
    </p:spTree>
    <p:extLst>
      <p:ext uri="{BB962C8B-B14F-4D97-AF65-F5344CB8AC3E}">
        <p14:creationId xmlns:p14="http://schemas.microsoft.com/office/powerpoint/2010/main" val="3384592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31D1-8C61-4B97-89A5-344F385E20F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5A4A821-39FE-4A63-9FF2-3D7E762E8D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773B101-5FD4-4981-B45E-1C6979C0EB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7826D38-4A84-4846-B4A7-8326F7FCCE19}"/>
              </a:ext>
            </a:extLst>
          </p:cNvPr>
          <p:cNvSpPr>
            <a:spLocks noGrp="1"/>
          </p:cNvSpPr>
          <p:nvPr>
            <p:ph type="dt" sz="half" idx="10"/>
          </p:nvPr>
        </p:nvSpPr>
        <p:spPr/>
        <p:txBody>
          <a:bodyPr/>
          <a:lstStyle/>
          <a:p>
            <a:fld id="{A0F60D10-1AF1-41C6-8F2F-3F4589CB7561}" type="datetimeFigureOut">
              <a:rPr lang="en-GB" smtClean="0"/>
              <a:t>27/03/2020</a:t>
            </a:fld>
            <a:endParaRPr lang="en-GB" dirty="0"/>
          </a:p>
        </p:txBody>
      </p:sp>
      <p:sp>
        <p:nvSpPr>
          <p:cNvPr id="6" name="Footer Placeholder 5">
            <a:extLst>
              <a:ext uri="{FF2B5EF4-FFF2-40B4-BE49-F238E27FC236}">
                <a16:creationId xmlns:a16="http://schemas.microsoft.com/office/drawing/2014/main" id="{0B7A80DD-29FA-42A9-B558-63CD6A634638}"/>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2868935B-8D9E-48E9-AFC9-157A5FD9A69A}"/>
              </a:ext>
            </a:extLst>
          </p:cNvPr>
          <p:cNvSpPr>
            <a:spLocks noGrp="1"/>
          </p:cNvSpPr>
          <p:nvPr>
            <p:ph type="sldNum" sz="quarter" idx="12"/>
          </p:nvPr>
        </p:nvSpPr>
        <p:spPr/>
        <p:txBody>
          <a:bodyPr/>
          <a:lstStyle/>
          <a:p>
            <a:fld id="{9AF65283-CB45-41F3-8415-57DE06D8DC29}" type="slidenum">
              <a:rPr lang="en-GB" smtClean="0"/>
              <a:t>‹#›</a:t>
            </a:fld>
            <a:endParaRPr lang="en-GB" dirty="0"/>
          </a:p>
        </p:txBody>
      </p:sp>
    </p:spTree>
    <p:extLst>
      <p:ext uri="{BB962C8B-B14F-4D97-AF65-F5344CB8AC3E}">
        <p14:creationId xmlns:p14="http://schemas.microsoft.com/office/powerpoint/2010/main" val="1471623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5721C-A07D-4CD0-AC1C-747C8E3D1BB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7E2087A-D150-4A1E-913A-E4E7C71078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8EA29D-3A84-4D67-9D35-84BBD0C9D9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CFC2863-C473-4E11-8BB3-C4BB59A0D4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B4EC40-B90B-4375-85E9-C3C1EA6739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FA6CBD1-A4AA-44CA-BC1D-5A5149FDE1F5}"/>
              </a:ext>
            </a:extLst>
          </p:cNvPr>
          <p:cNvSpPr>
            <a:spLocks noGrp="1"/>
          </p:cNvSpPr>
          <p:nvPr>
            <p:ph type="dt" sz="half" idx="10"/>
          </p:nvPr>
        </p:nvSpPr>
        <p:spPr/>
        <p:txBody>
          <a:bodyPr/>
          <a:lstStyle/>
          <a:p>
            <a:fld id="{A0F60D10-1AF1-41C6-8F2F-3F4589CB7561}" type="datetimeFigureOut">
              <a:rPr lang="en-GB" smtClean="0"/>
              <a:t>27/03/2020</a:t>
            </a:fld>
            <a:endParaRPr lang="en-GB" dirty="0"/>
          </a:p>
        </p:txBody>
      </p:sp>
      <p:sp>
        <p:nvSpPr>
          <p:cNvPr id="8" name="Footer Placeholder 7">
            <a:extLst>
              <a:ext uri="{FF2B5EF4-FFF2-40B4-BE49-F238E27FC236}">
                <a16:creationId xmlns:a16="http://schemas.microsoft.com/office/drawing/2014/main" id="{AF7FE043-E73B-4211-B310-01C6E231CB46}"/>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B9076E76-84EE-4E1B-93DC-DA35D5890C49}"/>
              </a:ext>
            </a:extLst>
          </p:cNvPr>
          <p:cNvSpPr>
            <a:spLocks noGrp="1"/>
          </p:cNvSpPr>
          <p:nvPr>
            <p:ph type="sldNum" sz="quarter" idx="12"/>
          </p:nvPr>
        </p:nvSpPr>
        <p:spPr/>
        <p:txBody>
          <a:bodyPr/>
          <a:lstStyle/>
          <a:p>
            <a:fld id="{9AF65283-CB45-41F3-8415-57DE06D8DC29}" type="slidenum">
              <a:rPr lang="en-GB" smtClean="0"/>
              <a:t>‹#›</a:t>
            </a:fld>
            <a:endParaRPr lang="en-GB" dirty="0"/>
          </a:p>
        </p:txBody>
      </p:sp>
    </p:spTree>
    <p:extLst>
      <p:ext uri="{BB962C8B-B14F-4D97-AF65-F5344CB8AC3E}">
        <p14:creationId xmlns:p14="http://schemas.microsoft.com/office/powerpoint/2010/main" val="320257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97E0E-CCC7-4BB3-9116-7BA72073A0B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BA48679-00E4-43DC-B9E9-DB33C8E14237}"/>
              </a:ext>
            </a:extLst>
          </p:cNvPr>
          <p:cNvSpPr>
            <a:spLocks noGrp="1"/>
          </p:cNvSpPr>
          <p:nvPr>
            <p:ph type="dt" sz="half" idx="10"/>
          </p:nvPr>
        </p:nvSpPr>
        <p:spPr/>
        <p:txBody>
          <a:bodyPr/>
          <a:lstStyle/>
          <a:p>
            <a:fld id="{A0F60D10-1AF1-41C6-8F2F-3F4589CB7561}" type="datetimeFigureOut">
              <a:rPr lang="en-GB" smtClean="0"/>
              <a:t>27/03/2020</a:t>
            </a:fld>
            <a:endParaRPr lang="en-GB" dirty="0"/>
          </a:p>
        </p:txBody>
      </p:sp>
      <p:sp>
        <p:nvSpPr>
          <p:cNvPr id="4" name="Footer Placeholder 3">
            <a:extLst>
              <a:ext uri="{FF2B5EF4-FFF2-40B4-BE49-F238E27FC236}">
                <a16:creationId xmlns:a16="http://schemas.microsoft.com/office/drawing/2014/main" id="{84A6F170-5B94-49AB-B90E-C9C1FE69A991}"/>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94E6263A-1D58-4165-B0FF-43B7399EBD5C}"/>
              </a:ext>
            </a:extLst>
          </p:cNvPr>
          <p:cNvSpPr>
            <a:spLocks noGrp="1"/>
          </p:cNvSpPr>
          <p:nvPr>
            <p:ph type="sldNum" sz="quarter" idx="12"/>
          </p:nvPr>
        </p:nvSpPr>
        <p:spPr/>
        <p:txBody>
          <a:bodyPr/>
          <a:lstStyle/>
          <a:p>
            <a:fld id="{9AF65283-CB45-41F3-8415-57DE06D8DC29}" type="slidenum">
              <a:rPr lang="en-GB" smtClean="0"/>
              <a:t>‹#›</a:t>
            </a:fld>
            <a:endParaRPr lang="en-GB" dirty="0"/>
          </a:p>
        </p:txBody>
      </p:sp>
    </p:spTree>
    <p:extLst>
      <p:ext uri="{BB962C8B-B14F-4D97-AF65-F5344CB8AC3E}">
        <p14:creationId xmlns:p14="http://schemas.microsoft.com/office/powerpoint/2010/main" val="2707487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A8B27D-2669-4776-B565-67A4793910ED}"/>
              </a:ext>
            </a:extLst>
          </p:cNvPr>
          <p:cNvSpPr>
            <a:spLocks noGrp="1"/>
          </p:cNvSpPr>
          <p:nvPr>
            <p:ph type="dt" sz="half" idx="10"/>
          </p:nvPr>
        </p:nvSpPr>
        <p:spPr/>
        <p:txBody>
          <a:bodyPr/>
          <a:lstStyle/>
          <a:p>
            <a:fld id="{A0F60D10-1AF1-41C6-8F2F-3F4589CB7561}" type="datetimeFigureOut">
              <a:rPr lang="en-GB" smtClean="0"/>
              <a:t>27/03/2020</a:t>
            </a:fld>
            <a:endParaRPr lang="en-GB" dirty="0"/>
          </a:p>
        </p:txBody>
      </p:sp>
      <p:sp>
        <p:nvSpPr>
          <p:cNvPr id="3" name="Footer Placeholder 2">
            <a:extLst>
              <a:ext uri="{FF2B5EF4-FFF2-40B4-BE49-F238E27FC236}">
                <a16:creationId xmlns:a16="http://schemas.microsoft.com/office/drawing/2014/main" id="{95B8471F-63A1-4F3E-9A1A-58039F476A14}"/>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3025C33D-1255-4B91-97A6-9D9E4700B951}"/>
              </a:ext>
            </a:extLst>
          </p:cNvPr>
          <p:cNvSpPr>
            <a:spLocks noGrp="1"/>
          </p:cNvSpPr>
          <p:nvPr>
            <p:ph type="sldNum" sz="quarter" idx="12"/>
          </p:nvPr>
        </p:nvSpPr>
        <p:spPr/>
        <p:txBody>
          <a:bodyPr/>
          <a:lstStyle/>
          <a:p>
            <a:fld id="{9AF65283-CB45-41F3-8415-57DE06D8DC29}" type="slidenum">
              <a:rPr lang="en-GB" smtClean="0"/>
              <a:t>‹#›</a:t>
            </a:fld>
            <a:endParaRPr lang="en-GB" dirty="0"/>
          </a:p>
        </p:txBody>
      </p:sp>
    </p:spTree>
    <p:extLst>
      <p:ext uri="{BB962C8B-B14F-4D97-AF65-F5344CB8AC3E}">
        <p14:creationId xmlns:p14="http://schemas.microsoft.com/office/powerpoint/2010/main" val="4059554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57E19-8954-467E-985D-BEB0F8D2B5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5DFD6BE-E930-4E91-B14D-D57E7591D8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87F7C4A-97CA-45B1-9C46-4405D629B6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B9DB88-05BE-438C-8659-64743A8E8B29}"/>
              </a:ext>
            </a:extLst>
          </p:cNvPr>
          <p:cNvSpPr>
            <a:spLocks noGrp="1"/>
          </p:cNvSpPr>
          <p:nvPr>
            <p:ph type="dt" sz="half" idx="10"/>
          </p:nvPr>
        </p:nvSpPr>
        <p:spPr/>
        <p:txBody>
          <a:bodyPr/>
          <a:lstStyle/>
          <a:p>
            <a:fld id="{A0F60D10-1AF1-41C6-8F2F-3F4589CB7561}" type="datetimeFigureOut">
              <a:rPr lang="en-GB" smtClean="0"/>
              <a:t>27/03/2020</a:t>
            </a:fld>
            <a:endParaRPr lang="en-GB" dirty="0"/>
          </a:p>
        </p:txBody>
      </p:sp>
      <p:sp>
        <p:nvSpPr>
          <p:cNvPr id="6" name="Footer Placeholder 5">
            <a:extLst>
              <a:ext uri="{FF2B5EF4-FFF2-40B4-BE49-F238E27FC236}">
                <a16:creationId xmlns:a16="http://schemas.microsoft.com/office/drawing/2014/main" id="{34E3CC5C-B101-41F8-95A8-3BA77FC58025}"/>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48C476FA-032E-46FE-8EE9-FE02C70D2FDD}"/>
              </a:ext>
            </a:extLst>
          </p:cNvPr>
          <p:cNvSpPr>
            <a:spLocks noGrp="1"/>
          </p:cNvSpPr>
          <p:nvPr>
            <p:ph type="sldNum" sz="quarter" idx="12"/>
          </p:nvPr>
        </p:nvSpPr>
        <p:spPr/>
        <p:txBody>
          <a:bodyPr/>
          <a:lstStyle/>
          <a:p>
            <a:fld id="{9AF65283-CB45-41F3-8415-57DE06D8DC29}" type="slidenum">
              <a:rPr lang="en-GB" smtClean="0"/>
              <a:t>‹#›</a:t>
            </a:fld>
            <a:endParaRPr lang="en-GB" dirty="0"/>
          </a:p>
        </p:txBody>
      </p:sp>
    </p:spTree>
    <p:extLst>
      <p:ext uri="{BB962C8B-B14F-4D97-AF65-F5344CB8AC3E}">
        <p14:creationId xmlns:p14="http://schemas.microsoft.com/office/powerpoint/2010/main" val="3754753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258F2-D198-4664-8361-45B61E074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4DDCB1C-522E-40BD-878F-FE3627FD70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31DE2595-D432-41FD-B135-5D75E2BBDC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6AFEA4-4787-4B1A-9C19-9BDEBF6CA8B9}"/>
              </a:ext>
            </a:extLst>
          </p:cNvPr>
          <p:cNvSpPr>
            <a:spLocks noGrp="1"/>
          </p:cNvSpPr>
          <p:nvPr>
            <p:ph type="dt" sz="half" idx="10"/>
          </p:nvPr>
        </p:nvSpPr>
        <p:spPr/>
        <p:txBody>
          <a:bodyPr/>
          <a:lstStyle/>
          <a:p>
            <a:fld id="{A0F60D10-1AF1-41C6-8F2F-3F4589CB7561}" type="datetimeFigureOut">
              <a:rPr lang="en-GB" smtClean="0"/>
              <a:t>27/03/2020</a:t>
            </a:fld>
            <a:endParaRPr lang="en-GB" dirty="0"/>
          </a:p>
        </p:txBody>
      </p:sp>
      <p:sp>
        <p:nvSpPr>
          <p:cNvPr id="6" name="Footer Placeholder 5">
            <a:extLst>
              <a:ext uri="{FF2B5EF4-FFF2-40B4-BE49-F238E27FC236}">
                <a16:creationId xmlns:a16="http://schemas.microsoft.com/office/drawing/2014/main" id="{2B78A4CA-66A2-406E-AD2C-3AC5B43F594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8E3DB70E-7707-4D5C-94B8-BA7729B96363}"/>
              </a:ext>
            </a:extLst>
          </p:cNvPr>
          <p:cNvSpPr>
            <a:spLocks noGrp="1"/>
          </p:cNvSpPr>
          <p:nvPr>
            <p:ph type="sldNum" sz="quarter" idx="12"/>
          </p:nvPr>
        </p:nvSpPr>
        <p:spPr/>
        <p:txBody>
          <a:bodyPr/>
          <a:lstStyle/>
          <a:p>
            <a:fld id="{9AF65283-CB45-41F3-8415-57DE06D8DC29}" type="slidenum">
              <a:rPr lang="en-GB" smtClean="0"/>
              <a:t>‹#›</a:t>
            </a:fld>
            <a:endParaRPr lang="en-GB" dirty="0"/>
          </a:p>
        </p:txBody>
      </p:sp>
    </p:spTree>
    <p:extLst>
      <p:ext uri="{BB962C8B-B14F-4D97-AF65-F5344CB8AC3E}">
        <p14:creationId xmlns:p14="http://schemas.microsoft.com/office/powerpoint/2010/main" val="3542952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21664-E8D0-433D-A2E1-1800FFB402A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04D86F3-5E68-4384-A680-B9AEFB5C3C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65EA4FE-79C6-4940-ABDD-8408251E67C9}"/>
              </a:ext>
            </a:extLst>
          </p:cNvPr>
          <p:cNvSpPr>
            <a:spLocks noGrp="1"/>
          </p:cNvSpPr>
          <p:nvPr>
            <p:ph type="dt" sz="half" idx="10"/>
          </p:nvPr>
        </p:nvSpPr>
        <p:spPr/>
        <p:txBody>
          <a:bodyPr/>
          <a:lstStyle/>
          <a:p>
            <a:fld id="{A0F60D10-1AF1-41C6-8F2F-3F4589CB7561}" type="datetimeFigureOut">
              <a:rPr lang="en-GB" smtClean="0"/>
              <a:t>27/03/2020</a:t>
            </a:fld>
            <a:endParaRPr lang="en-GB" dirty="0"/>
          </a:p>
        </p:txBody>
      </p:sp>
      <p:sp>
        <p:nvSpPr>
          <p:cNvPr id="5" name="Footer Placeholder 4">
            <a:extLst>
              <a:ext uri="{FF2B5EF4-FFF2-40B4-BE49-F238E27FC236}">
                <a16:creationId xmlns:a16="http://schemas.microsoft.com/office/drawing/2014/main" id="{1A7E99BC-DB47-49E6-B520-EAF51FAFCBD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D941A66-94A2-4056-8796-C25CBFED3E69}"/>
              </a:ext>
            </a:extLst>
          </p:cNvPr>
          <p:cNvSpPr>
            <a:spLocks noGrp="1"/>
          </p:cNvSpPr>
          <p:nvPr>
            <p:ph type="sldNum" sz="quarter" idx="12"/>
          </p:nvPr>
        </p:nvSpPr>
        <p:spPr/>
        <p:txBody>
          <a:bodyPr/>
          <a:lstStyle/>
          <a:p>
            <a:fld id="{9AF65283-CB45-41F3-8415-57DE06D8DC29}" type="slidenum">
              <a:rPr lang="en-GB" smtClean="0"/>
              <a:t>‹#›</a:t>
            </a:fld>
            <a:endParaRPr lang="en-GB" dirty="0"/>
          </a:p>
        </p:txBody>
      </p:sp>
    </p:spTree>
    <p:extLst>
      <p:ext uri="{BB962C8B-B14F-4D97-AF65-F5344CB8AC3E}">
        <p14:creationId xmlns:p14="http://schemas.microsoft.com/office/powerpoint/2010/main" val="4244422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9AD95D-DF64-478B-B320-EC61F69E65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4DBDA7C-FDC4-46CA-BD29-410B2D31D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9596E7-662C-4453-A56E-933B135A476C}"/>
              </a:ext>
            </a:extLst>
          </p:cNvPr>
          <p:cNvSpPr>
            <a:spLocks noGrp="1"/>
          </p:cNvSpPr>
          <p:nvPr>
            <p:ph type="dt" sz="half" idx="10"/>
          </p:nvPr>
        </p:nvSpPr>
        <p:spPr/>
        <p:txBody>
          <a:bodyPr/>
          <a:lstStyle/>
          <a:p>
            <a:fld id="{A0F60D10-1AF1-41C6-8F2F-3F4589CB7561}" type="datetimeFigureOut">
              <a:rPr lang="en-GB" smtClean="0"/>
              <a:t>27/03/2020</a:t>
            </a:fld>
            <a:endParaRPr lang="en-GB" dirty="0"/>
          </a:p>
        </p:txBody>
      </p:sp>
      <p:sp>
        <p:nvSpPr>
          <p:cNvPr id="5" name="Footer Placeholder 4">
            <a:extLst>
              <a:ext uri="{FF2B5EF4-FFF2-40B4-BE49-F238E27FC236}">
                <a16:creationId xmlns:a16="http://schemas.microsoft.com/office/drawing/2014/main" id="{B51FA6B2-15A0-48BE-AF72-6BD7B6D16E7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4EF1627-99B8-4B59-81A5-EF9EE21BDF71}"/>
              </a:ext>
            </a:extLst>
          </p:cNvPr>
          <p:cNvSpPr>
            <a:spLocks noGrp="1"/>
          </p:cNvSpPr>
          <p:nvPr>
            <p:ph type="sldNum" sz="quarter" idx="12"/>
          </p:nvPr>
        </p:nvSpPr>
        <p:spPr/>
        <p:txBody>
          <a:bodyPr/>
          <a:lstStyle/>
          <a:p>
            <a:fld id="{9AF65283-CB45-41F3-8415-57DE06D8DC29}" type="slidenum">
              <a:rPr lang="en-GB" smtClean="0"/>
              <a:t>‹#›</a:t>
            </a:fld>
            <a:endParaRPr lang="en-GB" dirty="0"/>
          </a:p>
        </p:txBody>
      </p:sp>
    </p:spTree>
    <p:extLst>
      <p:ext uri="{BB962C8B-B14F-4D97-AF65-F5344CB8AC3E}">
        <p14:creationId xmlns:p14="http://schemas.microsoft.com/office/powerpoint/2010/main" val="4281763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56772F-2189-45B1-9644-1DFAE217D2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D78436E-CD48-4438-9B29-C5EC3B9957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4D0DD3-0DD4-4A13-A032-67CCE8D49B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F60D10-1AF1-41C6-8F2F-3F4589CB7561}" type="datetimeFigureOut">
              <a:rPr lang="en-GB" smtClean="0"/>
              <a:t>27/03/2020</a:t>
            </a:fld>
            <a:endParaRPr lang="en-GB" dirty="0"/>
          </a:p>
        </p:txBody>
      </p:sp>
      <p:sp>
        <p:nvSpPr>
          <p:cNvPr id="5" name="Footer Placeholder 4">
            <a:extLst>
              <a:ext uri="{FF2B5EF4-FFF2-40B4-BE49-F238E27FC236}">
                <a16:creationId xmlns:a16="http://schemas.microsoft.com/office/drawing/2014/main" id="{67A6A4A5-F13F-4900-A73D-22BDA1314D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94EECE09-C49F-4DA0-97AE-775955807D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F65283-CB45-41F3-8415-57DE06D8DC29}" type="slidenum">
              <a:rPr lang="en-GB" smtClean="0"/>
              <a:t>‹#›</a:t>
            </a:fld>
            <a:endParaRPr lang="en-GB" dirty="0"/>
          </a:p>
        </p:txBody>
      </p:sp>
    </p:spTree>
    <p:extLst>
      <p:ext uri="{BB962C8B-B14F-4D97-AF65-F5344CB8AC3E}">
        <p14:creationId xmlns:p14="http://schemas.microsoft.com/office/powerpoint/2010/main" val="2165314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8.xml"/><Relationship Id="rId1" Type="http://schemas.openxmlformats.org/officeDocument/2006/relationships/slideLayout" Target="../slideLayouts/slideLayout7.xml"/><Relationship Id="rId4" Type="http://schemas.openxmlformats.org/officeDocument/2006/relationships/slide" Target="slide14.xml"/></Relationships>
</file>

<file path=ppt/slides/_rels/slide5.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Google" TargetMode="External"/><Relationship Id="rId2" Type="http://schemas.openxmlformats.org/officeDocument/2006/relationships/slide" Target="slide28.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slide" Target="slide1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windows93.net" TargetMode="External"/><Relationship Id="rId2" Type="http://schemas.openxmlformats.org/officeDocument/2006/relationships/slide" Target="slide9.xml"/><Relationship Id="rId1" Type="http://schemas.openxmlformats.org/officeDocument/2006/relationships/slideLayout" Target="../slideLayouts/slideLayout7.xml"/><Relationship Id="rId4" Type="http://schemas.openxmlformats.org/officeDocument/2006/relationships/slide" Target="slide28.xml"/></Relationships>
</file>

<file path=ppt/slides/_rels/slide15.xml.rels><?xml version="1.0" encoding="UTF-8" standalone="yes"?>
<Relationships xmlns="http://schemas.openxmlformats.org/package/2006/relationships"><Relationship Id="rId3" Type="http://schemas.openxmlformats.org/officeDocument/2006/relationships/hyperlink" Target="https://minecraft.net/" TargetMode="External"/><Relationship Id="rId2" Type="http://schemas.openxmlformats.org/officeDocument/2006/relationships/slide" Target="slide28.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16.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hyperlink" Target="mailto:bill.gates@microsoft.com"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8.xml"/><Relationship Id="rId1" Type="http://schemas.openxmlformats.org/officeDocument/2006/relationships/slideLayout" Target="../slideLayouts/slideLayout7.xml"/><Relationship Id="rId6" Type="http://schemas.openxmlformats.org/officeDocument/2006/relationships/slide" Target="slide16.xml"/><Relationship Id="rId5" Type="http://schemas.openxmlformats.org/officeDocument/2006/relationships/hyperlink" Target="https://calendar.google.com/calendar/r" TargetMode="External"/><Relationship Id="rId4" Type="http://schemas.openxmlformats.org/officeDocument/2006/relationships/slide" Target="slide17.xml"/></Relationships>
</file>

<file path=ppt/slides/_rels/slide19.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slide" Target="slide26.xml"/><Relationship Id="rId7" Type="http://schemas.openxmlformats.org/officeDocument/2006/relationships/slide" Target="slide5.xml"/><Relationship Id="rId2" Type="http://schemas.openxmlformats.org/officeDocument/2006/relationships/slide" Target="slide28.xml"/><Relationship Id="rId1" Type="http://schemas.openxmlformats.org/officeDocument/2006/relationships/slideLayout" Target="../slideLayouts/slideLayout7.xml"/><Relationship Id="rId6" Type="http://schemas.openxmlformats.org/officeDocument/2006/relationships/slide" Target="slide15.xml"/><Relationship Id="rId11" Type="http://schemas.openxmlformats.org/officeDocument/2006/relationships/slide" Target="slide7.xml"/><Relationship Id="rId5" Type="http://schemas.openxmlformats.org/officeDocument/2006/relationships/slide" Target="slide33.xml"/><Relationship Id="rId10" Type="http://schemas.openxmlformats.org/officeDocument/2006/relationships/slide" Target="slide10.xml"/><Relationship Id="rId4" Type="http://schemas.openxmlformats.org/officeDocument/2006/relationships/slide" Target="slide18.xml"/><Relationship Id="rId9" Type="http://schemas.openxmlformats.org/officeDocument/2006/relationships/slide" Target="slide11.xml"/></Relationships>
</file>

<file path=ppt/slides/_rels/slide20.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slide" Target="slide28.xml"/><Relationship Id="rId4" Type="http://schemas.openxmlformats.org/officeDocument/2006/relationships/slide" Target="slide20.xml"/></Relationships>
</file>

<file path=ppt/slides/_rels/slide24.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slide" Target="slide28.xml"/><Relationship Id="rId1" Type="http://schemas.openxmlformats.org/officeDocument/2006/relationships/slideLayout" Target="../slideLayouts/slideLayout7.xml"/><Relationship Id="rId4" Type="http://schemas.openxmlformats.org/officeDocument/2006/relationships/image" Target="../media/image1.gif"/></Relationships>
</file>

<file path=ppt/slides/_rels/slide2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 Target="slide28.xml"/><Relationship Id="rId1" Type="http://schemas.openxmlformats.org/officeDocument/2006/relationships/slideLayout" Target="../slideLayouts/slideLayout7.xml"/><Relationship Id="rId4" Type="http://schemas.openxmlformats.org/officeDocument/2006/relationships/slide" Target="slide23.xml"/></Relationships>
</file>

<file path=ppt/slides/_rels/slide26.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slide" Target="slide2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slide" Target="slide30.xml"/><Relationship Id="rId7" Type="http://schemas.openxmlformats.org/officeDocument/2006/relationships/slide" Target="slide4.xml"/><Relationship Id="rId2" Type="http://schemas.openxmlformats.org/officeDocument/2006/relationships/slide" Target="slide28.xml"/><Relationship Id="rId1" Type="http://schemas.openxmlformats.org/officeDocument/2006/relationships/slideLayout" Target="../slideLayouts/slideLayout7.xml"/><Relationship Id="rId6" Type="http://schemas.openxmlformats.org/officeDocument/2006/relationships/slide" Target="slide18.xml"/><Relationship Id="rId11" Type="http://schemas.openxmlformats.org/officeDocument/2006/relationships/image" Target="../media/image7.png"/><Relationship Id="rId5" Type="http://schemas.openxmlformats.org/officeDocument/2006/relationships/slide" Target="slide26.xml"/><Relationship Id="rId10" Type="http://schemas.openxmlformats.org/officeDocument/2006/relationships/slide" Target="slide33.xml"/><Relationship Id="rId4" Type="http://schemas.openxmlformats.org/officeDocument/2006/relationships/slide" Target="slide27.xml"/><Relationship Id="rId9" Type="http://schemas.openxmlformats.org/officeDocument/2006/relationships/slide" Target="slide13.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31.xml"/><Relationship Id="rId1" Type="http://schemas.openxmlformats.org/officeDocument/2006/relationships/slideLayout" Target="../slideLayouts/slideLayout7.xml"/><Relationship Id="rId6" Type="http://schemas.openxmlformats.org/officeDocument/2006/relationships/slide" Target="slide28.xml"/><Relationship Id="rId5" Type="http://schemas.openxmlformats.org/officeDocument/2006/relationships/slide" Target="slide32.xml"/><Relationship Id="rId4" Type="http://schemas.openxmlformats.org/officeDocument/2006/relationships/slide" Target="slide27.xml"/></Relationships>
</file>

<file path=ppt/slides/_rels/slide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8F0C2-659D-4D1E-A16D-F023974EDA46}"/>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B2473FDA-265A-4419-9DBF-635813A0C297}"/>
              </a:ext>
            </a:extLst>
          </p:cNvPr>
          <p:cNvSpPr>
            <a:spLocks noGrp="1"/>
          </p:cNvSpPr>
          <p:nvPr>
            <p:ph type="subTitle" idx="1"/>
          </p:nvPr>
        </p:nvSpPr>
        <p:spPr/>
        <p:txBody>
          <a:bodyPr/>
          <a:lstStyle/>
          <a:p>
            <a:endParaRPr lang="en-GB" dirty="0"/>
          </a:p>
        </p:txBody>
      </p:sp>
      <p:sp>
        <p:nvSpPr>
          <p:cNvPr id="4" name="Rectangle 3">
            <a:extLst>
              <a:ext uri="{FF2B5EF4-FFF2-40B4-BE49-F238E27FC236}">
                <a16:creationId xmlns:a16="http://schemas.microsoft.com/office/drawing/2014/main" id="{79077146-C805-434A-B50F-7790336B8A0A}"/>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Booting SSD…</a:t>
            </a:r>
          </a:p>
          <a:p>
            <a:endParaRPr lang="en-GB" dirty="0"/>
          </a:p>
          <a:p>
            <a:r>
              <a:rPr lang="en-GB" dirty="0"/>
              <a:t>Starting Windos 1…</a:t>
            </a:r>
          </a:p>
          <a:p>
            <a:r>
              <a:rPr lang="en-GB" dirty="0">
                <a:hlinkClick r:id="rId2" action="ppaction://hlinksldjump"/>
              </a:rPr>
              <a:t>click me to start the system up!</a:t>
            </a:r>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362824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35929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3274828" y="2073349"/>
            <a:ext cx="6432698" cy="3732028"/>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3274828" y="1265274"/>
            <a:ext cx="6432698" cy="808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8963247" y="1424763"/>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09384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3274828" y="2073349"/>
            <a:ext cx="6432698" cy="3732028"/>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Program name:</a:t>
            </a:r>
          </a:p>
          <a:p>
            <a:pPr algn="ctr"/>
            <a:endParaRPr lang="en-GB" dirty="0">
              <a:solidFill>
                <a:schemeClr val="tx1"/>
              </a:solidFill>
            </a:endParaRPr>
          </a:p>
          <a:p>
            <a:pPr algn="ctr"/>
            <a:endParaRPr lang="en-GB" dirty="0">
              <a:solidFill>
                <a:schemeClr val="tx1"/>
              </a:solidFill>
            </a:endParaRPr>
          </a:p>
          <a:p>
            <a:pPr algn="ctr"/>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3274828" y="1265274"/>
            <a:ext cx="6432698" cy="808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8963247" y="1424763"/>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1767C034-454A-45E6-8565-BB1916E2D5CE}"/>
              </a:ext>
            </a:extLst>
          </p:cNvPr>
          <p:cNvSpPr/>
          <p:nvPr/>
        </p:nvSpPr>
        <p:spPr>
          <a:xfrm>
            <a:off x="3678865" y="3795823"/>
            <a:ext cx="5837275" cy="9888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exe</a:t>
            </a:r>
          </a:p>
        </p:txBody>
      </p:sp>
      <p:sp>
        <p:nvSpPr>
          <p:cNvPr id="7" name="Rectangle 6">
            <a:hlinkClick r:id="rId3" action="ppaction://hlinksldjump"/>
            <a:extLst>
              <a:ext uri="{FF2B5EF4-FFF2-40B4-BE49-F238E27FC236}">
                <a16:creationId xmlns:a16="http://schemas.microsoft.com/office/drawing/2014/main" id="{1584BAD9-CB1A-4262-B625-114F21B7F821}"/>
              </a:ext>
            </a:extLst>
          </p:cNvPr>
          <p:cNvSpPr/>
          <p:nvPr/>
        </p:nvSpPr>
        <p:spPr>
          <a:xfrm>
            <a:off x="3487479" y="5135526"/>
            <a:ext cx="2105247"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8" name="Rectangle 7">
            <a:hlinkClick r:id="rId2" action="ppaction://hlinksldjump"/>
            <a:extLst>
              <a:ext uri="{FF2B5EF4-FFF2-40B4-BE49-F238E27FC236}">
                <a16:creationId xmlns:a16="http://schemas.microsoft.com/office/drawing/2014/main" id="{6C096567-3834-4F10-B831-3BAF795BA533}"/>
              </a:ext>
            </a:extLst>
          </p:cNvPr>
          <p:cNvSpPr/>
          <p:nvPr/>
        </p:nvSpPr>
        <p:spPr>
          <a:xfrm>
            <a:off x="5805377" y="5135526"/>
            <a:ext cx="1594883"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9" name="Rectangle 8">
            <a:hlinkClick r:id="rId4" action="ppaction://hlinksldjump"/>
            <a:extLst>
              <a:ext uri="{FF2B5EF4-FFF2-40B4-BE49-F238E27FC236}">
                <a16:creationId xmlns:a16="http://schemas.microsoft.com/office/drawing/2014/main" id="{C16F8E5C-E347-4F7F-958E-5406BBA8ECDF}"/>
              </a:ext>
            </a:extLst>
          </p:cNvPr>
          <p:cNvSpPr/>
          <p:nvPr/>
        </p:nvSpPr>
        <p:spPr>
          <a:xfrm>
            <a:off x="7612911" y="5135526"/>
            <a:ext cx="1818168"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a:t>
            </a:r>
          </a:p>
        </p:txBody>
      </p:sp>
    </p:spTree>
    <p:extLst>
      <p:ext uri="{BB962C8B-B14F-4D97-AF65-F5344CB8AC3E}">
        <p14:creationId xmlns:p14="http://schemas.microsoft.com/office/powerpoint/2010/main" val="2946888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3285461" y="2073349"/>
            <a:ext cx="6432698" cy="3732028"/>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This program is not compatible with Windos!</a:t>
            </a:r>
          </a:p>
          <a:p>
            <a:pPr algn="ctr"/>
            <a:r>
              <a:rPr lang="en-GB" dirty="0">
                <a:solidFill>
                  <a:schemeClr val="tx1"/>
                </a:solidFill>
              </a:rPr>
              <a:t>Please get a new version of it and install/run it</a:t>
            </a:r>
          </a:p>
          <a:p>
            <a:pPr algn="ctr"/>
            <a:endParaRPr lang="en-GB" dirty="0"/>
          </a:p>
        </p:txBody>
      </p:sp>
      <p:sp>
        <p:nvSpPr>
          <p:cNvPr id="4" name="Rectangle 3">
            <a:extLst>
              <a:ext uri="{FF2B5EF4-FFF2-40B4-BE49-F238E27FC236}">
                <a16:creationId xmlns:a16="http://schemas.microsoft.com/office/drawing/2014/main" id="{7BCD7ED6-22E0-453F-9968-B76731390FFD}"/>
              </a:ext>
            </a:extLst>
          </p:cNvPr>
          <p:cNvSpPr/>
          <p:nvPr/>
        </p:nvSpPr>
        <p:spPr>
          <a:xfrm>
            <a:off x="3274828" y="1265274"/>
            <a:ext cx="6432698" cy="808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Version error</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8963247" y="1424763"/>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70011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300388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Downloading. ..</a:t>
            </a: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Fortnite 1.7</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70F24669-3057-4405-B3C4-DF22FB6128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9654" y="4164197"/>
            <a:ext cx="3066347" cy="535394"/>
          </a:xfrm>
          <a:prstGeom prst="rect">
            <a:avLst/>
          </a:prstGeom>
        </p:spPr>
      </p:pic>
    </p:spTree>
    <p:extLst>
      <p:ext uri="{BB962C8B-B14F-4D97-AF65-F5344CB8AC3E}">
        <p14:creationId xmlns:p14="http://schemas.microsoft.com/office/powerpoint/2010/main" val="212834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Error 404</a:t>
            </a:r>
          </a:p>
          <a:p>
            <a:pPr algn="ctr"/>
            <a:r>
              <a:rPr lang="en-GB" dirty="0">
                <a:solidFill>
                  <a:schemeClr val="tx1"/>
                </a:solidFill>
              </a:rPr>
              <a:t>Not found! </a:t>
            </a: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Error 404</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16BB7E57-579C-4047-BC13-2BE95E0A2FAC}"/>
              </a:ext>
            </a:extLst>
          </p:cNvPr>
          <p:cNvSpPr/>
          <p:nvPr/>
        </p:nvSpPr>
        <p:spPr>
          <a:xfrm>
            <a:off x="6273209" y="2615609"/>
            <a:ext cx="2477386" cy="23285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intranet</a:t>
            </a:r>
          </a:p>
          <a:p>
            <a:pPr algn="ctr"/>
            <a:r>
              <a:rPr lang="en-GB" dirty="0"/>
              <a:t>Please come back later to see if the website is up!</a:t>
            </a:r>
          </a:p>
          <a:p>
            <a:pPr algn="ctr"/>
            <a:r>
              <a:rPr lang="en-GB" dirty="0"/>
              <a:t>We will add it in a future update</a:t>
            </a:r>
          </a:p>
          <a:p>
            <a:pPr algn="ctr"/>
            <a:endParaRPr lang="en-GB" dirty="0"/>
          </a:p>
        </p:txBody>
      </p:sp>
    </p:spTree>
    <p:extLst>
      <p:ext uri="{BB962C8B-B14F-4D97-AF65-F5344CB8AC3E}">
        <p14:creationId xmlns:p14="http://schemas.microsoft.com/office/powerpoint/2010/main" val="1764382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Welcome to widia!</a:t>
            </a:r>
          </a:p>
          <a:p>
            <a:pPr algn="ctr"/>
            <a:r>
              <a:rPr lang="en-GB" dirty="0">
                <a:solidFill>
                  <a:schemeClr val="tx1"/>
                </a:solidFill>
              </a:rPr>
              <a:t>Search the wiki universe!</a:t>
            </a:r>
          </a:p>
          <a:p>
            <a:pPr algn="ctr"/>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\\websites\widia.html</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575D7E40-EEB9-4D40-9891-4C42AAC4C7CD}"/>
              </a:ext>
            </a:extLst>
          </p:cNvPr>
          <p:cNvSpPr/>
          <p:nvPr/>
        </p:nvSpPr>
        <p:spPr>
          <a:xfrm>
            <a:off x="3051544" y="4242391"/>
            <a:ext cx="4954772"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google</a:t>
            </a:r>
          </a:p>
        </p:txBody>
      </p:sp>
      <p:sp>
        <p:nvSpPr>
          <p:cNvPr id="7" name="Rectangle 6">
            <a:hlinkClick r:id="rId3"/>
            <a:extLst>
              <a:ext uri="{FF2B5EF4-FFF2-40B4-BE49-F238E27FC236}">
                <a16:creationId xmlns:a16="http://schemas.microsoft.com/office/drawing/2014/main" id="{54433438-3C3C-44D9-AF6F-8F5477314220}"/>
              </a:ext>
            </a:extLst>
          </p:cNvPr>
          <p:cNvSpPr/>
          <p:nvPr/>
        </p:nvSpPr>
        <p:spPr>
          <a:xfrm>
            <a:off x="7113181" y="4497572"/>
            <a:ext cx="723014" cy="52099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309A3A2F-C7B7-415E-B341-5289446D7610}"/>
              </a:ext>
            </a:extLst>
          </p:cNvPr>
          <p:cNvSpPr/>
          <p:nvPr/>
        </p:nvSpPr>
        <p:spPr>
          <a:xfrm>
            <a:off x="871236" y="1562986"/>
            <a:ext cx="2838893" cy="659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Algerian" panose="04020705040A02060702" pitchFamily="82" charset="0"/>
              </a:rPr>
              <a:t>Widia! </a:t>
            </a:r>
          </a:p>
        </p:txBody>
      </p:sp>
      <p:sp>
        <p:nvSpPr>
          <p:cNvPr id="9" name="TextBox 8">
            <a:extLst>
              <a:ext uri="{FF2B5EF4-FFF2-40B4-BE49-F238E27FC236}">
                <a16:creationId xmlns:a16="http://schemas.microsoft.com/office/drawing/2014/main" id="{E5676081-0BF2-4783-9E3E-AB171680F912}"/>
              </a:ext>
            </a:extLst>
          </p:cNvPr>
          <p:cNvSpPr txBox="1"/>
          <p:nvPr/>
        </p:nvSpPr>
        <p:spPr>
          <a:xfrm>
            <a:off x="3051544" y="2381693"/>
            <a:ext cx="605422" cy="369332"/>
          </a:xfrm>
          <a:prstGeom prst="rect">
            <a:avLst/>
          </a:prstGeom>
          <a:noFill/>
        </p:spPr>
        <p:txBody>
          <a:bodyPr wrap="none" rtlCol="0">
            <a:spAutoFit/>
          </a:bodyPr>
          <a:lstStyle/>
          <a:p>
            <a:r>
              <a:rPr lang="en-GB" dirty="0"/>
              <a:t>beta</a:t>
            </a:r>
          </a:p>
        </p:txBody>
      </p:sp>
      <p:sp>
        <p:nvSpPr>
          <p:cNvPr id="10" name="Rectangle 9">
            <a:extLst>
              <a:ext uri="{FF2B5EF4-FFF2-40B4-BE49-F238E27FC236}">
                <a16:creationId xmlns:a16="http://schemas.microsoft.com/office/drawing/2014/main" id="{BB5A683E-085B-4B87-954C-6E95F5479125}"/>
              </a:ext>
            </a:extLst>
          </p:cNvPr>
          <p:cNvSpPr/>
          <p:nvPr/>
        </p:nvSpPr>
        <p:spPr>
          <a:xfrm>
            <a:off x="776177" y="1467293"/>
            <a:ext cx="3168502" cy="1562986"/>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extBox 10">
            <a:extLst>
              <a:ext uri="{FF2B5EF4-FFF2-40B4-BE49-F238E27FC236}">
                <a16:creationId xmlns:a16="http://schemas.microsoft.com/office/drawing/2014/main" id="{2393ABF8-F9D6-4FD7-AFE9-6AF09038B03E}"/>
              </a:ext>
            </a:extLst>
          </p:cNvPr>
          <p:cNvSpPr txBox="1"/>
          <p:nvPr/>
        </p:nvSpPr>
        <p:spPr>
          <a:xfrm>
            <a:off x="637953" y="6052734"/>
            <a:ext cx="2797432" cy="369332"/>
          </a:xfrm>
          <a:prstGeom prst="rect">
            <a:avLst/>
          </a:prstGeom>
          <a:noFill/>
        </p:spPr>
        <p:txBody>
          <a:bodyPr wrap="none" rtlCol="0">
            <a:spAutoFit/>
          </a:bodyPr>
          <a:lstStyle/>
          <a:p>
            <a:r>
              <a:rPr lang="en-GB" dirty="0"/>
              <a:t>©2020 Wikimedia notation</a:t>
            </a:r>
          </a:p>
        </p:txBody>
      </p:sp>
      <p:pic>
        <p:nvPicPr>
          <p:cNvPr id="14" name="Graphic 13" descr="Home">
            <a:hlinkClick r:id="rId4" action="ppaction://hlinksldjump"/>
            <a:extLst>
              <a:ext uri="{FF2B5EF4-FFF2-40B4-BE49-F238E27FC236}">
                <a16:creationId xmlns:a16="http://schemas.microsoft.com/office/drawing/2014/main" id="{1AFAF739-509C-4216-B468-FD045E96CD3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16679" y="329611"/>
            <a:ext cx="914400" cy="914400"/>
          </a:xfrm>
          <a:prstGeom prst="rect">
            <a:avLst/>
          </a:prstGeom>
        </p:spPr>
      </p:pic>
    </p:spTree>
    <p:extLst>
      <p:ext uri="{BB962C8B-B14F-4D97-AF65-F5344CB8AC3E}">
        <p14:creationId xmlns:p14="http://schemas.microsoft.com/office/powerpoint/2010/main" val="2955599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Logo.bmp – paint </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descr="A close up of a logo&#10;&#10;Description automatically generated">
            <a:extLst>
              <a:ext uri="{FF2B5EF4-FFF2-40B4-BE49-F238E27FC236}">
                <a16:creationId xmlns:a16="http://schemas.microsoft.com/office/drawing/2014/main" id="{FB127B37-0A7D-4CD4-B858-0A5AB47FE9E6}"/>
              </a:ext>
            </a:extLst>
          </p:cNvPr>
          <p:cNvPicPr>
            <a:picLocks noChangeAspect="1"/>
          </p:cNvPicPr>
          <p:nvPr/>
        </p:nvPicPr>
        <p:blipFill rotWithShape="1">
          <a:blip r:embed="rId3">
            <a:extLst>
              <a:ext uri="{28A0092B-C50C-407E-A947-70E740481C1C}">
                <a14:useLocalDpi xmlns:a14="http://schemas.microsoft.com/office/drawing/2010/main" val="0"/>
              </a:ext>
            </a:extLst>
          </a:blip>
          <a:srcRect l="8070" t="2171" r="83163" b="82015"/>
          <a:stretch/>
        </p:blipFill>
        <p:spPr>
          <a:xfrm>
            <a:off x="3405962" y="1823483"/>
            <a:ext cx="3452038" cy="3642495"/>
          </a:xfrm>
          <a:prstGeom prst="rect">
            <a:avLst/>
          </a:prstGeom>
          <a:ln>
            <a:noFill/>
          </a:ln>
        </p:spPr>
      </p:pic>
      <p:sp>
        <p:nvSpPr>
          <p:cNvPr id="8" name="TextBox 7">
            <a:extLst>
              <a:ext uri="{FF2B5EF4-FFF2-40B4-BE49-F238E27FC236}">
                <a16:creationId xmlns:a16="http://schemas.microsoft.com/office/drawing/2014/main" id="{555E6BCA-ED25-4894-A093-9E27A5D833D9}"/>
              </a:ext>
            </a:extLst>
          </p:cNvPr>
          <p:cNvSpPr txBox="1"/>
          <p:nvPr/>
        </p:nvSpPr>
        <p:spPr>
          <a:xfrm>
            <a:off x="637953" y="5890437"/>
            <a:ext cx="3452038" cy="369332"/>
          </a:xfrm>
          <a:prstGeom prst="rect">
            <a:avLst/>
          </a:prstGeom>
          <a:noFill/>
        </p:spPr>
        <p:txBody>
          <a:bodyPr wrap="square" rtlCol="0">
            <a:spAutoFit/>
          </a:bodyPr>
          <a:lstStyle/>
          <a:p>
            <a:r>
              <a:rPr lang="en-GB" dirty="0"/>
              <a:t>The [un]official Windos logo! </a:t>
            </a:r>
          </a:p>
        </p:txBody>
      </p:sp>
    </p:spTree>
    <p:extLst>
      <p:ext uri="{BB962C8B-B14F-4D97-AF65-F5344CB8AC3E}">
        <p14:creationId xmlns:p14="http://schemas.microsoft.com/office/powerpoint/2010/main" val="870487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r>
              <a:rPr lang="en-GB" dirty="0">
                <a:solidFill>
                  <a:schemeClr val="tx1"/>
                </a:solidFill>
              </a:rPr>
              <a:t>Curabitur pretium tincidunt lacus. Nulla gravida orci a odio. Nullam varius, turpis et commodo pharetra, est eros bibendum elit, nec luctus magna felis sollicitudin mauris. Integer in mauris eu nibh euismod gravida. Duis ac tellus et risus vulputate vehicula. Donec lobortis risus a elit. Etiam tempor. Ut ullamcorper, ligula eu tempor congue, eros est euismod turpis, id tincidunt sapien risus a quam. Maecenas fermentum consequat mi. Donec fermentum. Pellentesque malesuada nulla a mi. Duis sapien sem, aliquet nec, commodo eget, consequat quis, neque. Aliquam faucibus, elit ut dictum aliquet, felis nisl adipiscing sapien, sed malesuada diam lacus eget erat. Cras mollis scelerisque nunc. Nullam arcu. Aliquam consequat. Curabitur augue lorem, dapibus quis, laoreet et, pretium ac, nisi. Aenean magna nisl, mollis quis, molestie eu, feugiat in, orci. In hac habitasse platea dictumst.</a:t>
            </a:r>
          </a:p>
          <a:p>
            <a:pPr algn="ctr"/>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Notepad- lorem.txt</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54870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NO INTERNET!!!</a:t>
            </a:r>
          </a:p>
          <a:p>
            <a:pPr algn="ctr"/>
            <a:endParaRPr lang="en-GB" dirty="0">
              <a:solidFill>
                <a:schemeClr val="tx1"/>
              </a:solidFill>
            </a:endParaRPr>
          </a:p>
          <a:p>
            <a:pPr algn="ctr"/>
            <a:endParaRPr lang="en-GB" dirty="0">
              <a:solidFill>
                <a:schemeClr val="tx1"/>
              </a:solidFill>
            </a:endParaRPr>
          </a:p>
          <a:p>
            <a:pPr algn="ctr"/>
            <a:r>
              <a:rPr lang="en-GB" dirty="0">
                <a:solidFill>
                  <a:schemeClr val="tx1"/>
                </a:solidFill>
                <a:hlinkClick r:id="rId2" action="ppaction://hlinksldjump"/>
              </a:rPr>
              <a:t>CLICK ME TO CONNECT!</a:t>
            </a:r>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Flamefox 1.0 home</a:t>
            </a:r>
          </a:p>
        </p:txBody>
      </p:sp>
      <p:sp>
        <p:nvSpPr>
          <p:cNvPr id="5" name="Rectangle 4">
            <a:hlinkClick r:id="rId3"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650392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This feature is under construction!</a:t>
            </a:r>
          </a:p>
          <a:p>
            <a:pPr algn="ctr"/>
            <a:r>
              <a:rPr lang="en-GB" dirty="0">
                <a:solidFill>
                  <a:schemeClr val="tx1"/>
                </a:solidFill>
              </a:rPr>
              <a:t>Sorry for the inconvenience of being stuck with default settings. </a:t>
            </a:r>
          </a:p>
          <a:p>
            <a:pPr algn="ctr"/>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Change settings</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168518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Welcome to the intranet!</a:t>
            </a:r>
          </a:p>
          <a:p>
            <a:r>
              <a:rPr lang="en-GB" dirty="0">
                <a:solidFill>
                  <a:schemeClr val="tx1"/>
                </a:solidFill>
              </a:rPr>
              <a:t>Click on some websites:</a:t>
            </a:r>
          </a:p>
          <a:p>
            <a:endParaRPr lang="en-GB" dirty="0">
              <a:solidFill>
                <a:schemeClr val="tx1"/>
              </a:solidFill>
            </a:endParaRPr>
          </a:p>
          <a:p>
            <a:r>
              <a:rPr lang="en-GB" dirty="0">
                <a:solidFill>
                  <a:schemeClr val="tx1"/>
                </a:solidFill>
              </a:rPr>
              <a:t>Ask Jeeves 2.01</a:t>
            </a:r>
          </a:p>
          <a:p>
            <a:r>
              <a:rPr lang="en-GB" dirty="0">
                <a:solidFill>
                  <a:schemeClr val="tx1"/>
                </a:solidFill>
              </a:rPr>
              <a:t>Googol</a:t>
            </a:r>
          </a:p>
          <a:p>
            <a:r>
              <a:rPr lang="en-GB" dirty="0">
                <a:solidFill>
                  <a:schemeClr val="tx1"/>
                </a:solidFill>
                <a:hlinkClick r:id="rId2" action="ppaction://hlinksldjump"/>
              </a:rPr>
              <a:t>Widia</a:t>
            </a:r>
            <a:endParaRPr lang="en-GB" dirty="0">
              <a:solidFill>
                <a:schemeClr val="tx1"/>
              </a:solidFill>
            </a:endParaRPr>
          </a:p>
          <a:p>
            <a:r>
              <a:rPr lang="en-GB" dirty="0">
                <a:solidFill>
                  <a:schemeClr val="tx1"/>
                </a:solidFill>
                <a:hlinkClick r:id="rId3" action="ppaction://hlinkfile"/>
              </a:rPr>
              <a:t>Acid moat </a:t>
            </a:r>
            <a:r>
              <a:rPr lang="en-GB" dirty="0">
                <a:solidFill>
                  <a:schemeClr val="tx1"/>
                </a:solidFill>
              </a:rPr>
              <a:t>*</a:t>
            </a:r>
          </a:p>
          <a:p>
            <a:endParaRPr lang="en-GB" dirty="0">
              <a:solidFill>
                <a:schemeClr val="tx1"/>
              </a:solidFill>
            </a:endParaRPr>
          </a:p>
          <a:p>
            <a:r>
              <a:rPr lang="en-GB" dirty="0">
                <a:solidFill>
                  <a:schemeClr val="tx1"/>
                </a:solidFill>
              </a:rPr>
              <a:t>*connects to internet site! </a:t>
            </a:r>
          </a:p>
          <a:p>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The intranet! </a:t>
            </a:r>
          </a:p>
        </p:txBody>
      </p:sp>
      <p:sp>
        <p:nvSpPr>
          <p:cNvPr id="5" name="Rectangle 4">
            <a:hlinkClick r:id="rId4"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14001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Minecraft 1.15</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AutoShape 2" descr="history windows GIF">
            <a:extLst>
              <a:ext uri="{FF2B5EF4-FFF2-40B4-BE49-F238E27FC236}">
                <a16:creationId xmlns:a16="http://schemas.microsoft.com/office/drawing/2014/main" id="{5C12920F-4709-45AE-A70C-7F8DA78C93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sp>
        <p:nvSpPr>
          <p:cNvPr id="9" name="AutoShape 4" descr="history windows GIF">
            <a:extLst>
              <a:ext uri="{FF2B5EF4-FFF2-40B4-BE49-F238E27FC236}">
                <a16:creationId xmlns:a16="http://schemas.microsoft.com/office/drawing/2014/main" id="{64C0C7E1-1FDC-4624-A1FF-D8B72056AEB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1" name="Picture 10" descr="Minecraft logo">
            <a:hlinkClick r:id="rId3"/>
            <a:extLst>
              <a:ext uri="{FF2B5EF4-FFF2-40B4-BE49-F238E27FC236}">
                <a16:creationId xmlns:a16="http://schemas.microsoft.com/office/drawing/2014/main" id="{1F716260-4112-43F5-9FE6-2CA9CF593E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2335" y="1384005"/>
            <a:ext cx="9608716" cy="4699590"/>
          </a:xfrm>
          <a:prstGeom prst="rect">
            <a:avLst/>
          </a:prstGeom>
        </p:spPr>
      </p:pic>
    </p:spTree>
    <p:extLst>
      <p:ext uri="{BB962C8B-B14F-4D97-AF65-F5344CB8AC3E}">
        <p14:creationId xmlns:p14="http://schemas.microsoft.com/office/powerpoint/2010/main" val="3634827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Dear Billie:</a:t>
            </a:r>
          </a:p>
          <a:p>
            <a:pPr algn="ctr"/>
            <a:r>
              <a:rPr lang="en-GB" dirty="0">
                <a:solidFill>
                  <a:schemeClr val="tx1"/>
                </a:solidFill>
              </a:rPr>
              <a:t>I am having a nice party at Los Vegas at the moment.</a:t>
            </a:r>
          </a:p>
          <a:p>
            <a:pPr algn="ctr"/>
            <a:r>
              <a:rPr lang="en-GB" dirty="0">
                <a:solidFill>
                  <a:schemeClr val="tx1"/>
                </a:solidFill>
              </a:rPr>
              <a:t>It will last 12 days.</a:t>
            </a:r>
          </a:p>
          <a:p>
            <a:pPr algn="ctr"/>
            <a:r>
              <a:rPr lang="en-GB" dirty="0">
                <a:solidFill>
                  <a:schemeClr val="tx1"/>
                </a:solidFill>
              </a:rPr>
              <a:t>See you very soon! </a:t>
            </a:r>
          </a:p>
          <a:p>
            <a:pPr algn="ctr"/>
            <a:r>
              <a:rPr lang="en-GB" dirty="0">
                <a:solidFill>
                  <a:schemeClr val="tx1"/>
                </a:solidFill>
              </a:rPr>
              <a:t>Your darlin’ wife known as Mrs. Gates</a:t>
            </a:r>
          </a:p>
          <a:p>
            <a:pPr algn="ctr"/>
            <a:endParaRPr lang="en-GB" dirty="0">
              <a:solidFill>
                <a:schemeClr val="tx1"/>
              </a:solidFill>
            </a:endParaRPr>
          </a:p>
          <a:p>
            <a:pPr algn="ctr"/>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Message from kissyface@gmail.com</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46747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to: tech-support@help.me</a:t>
            </a:r>
          </a:p>
          <a:p>
            <a:r>
              <a:rPr lang="en-GB" dirty="0">
                <a:solidFill>
                  <a:schemeClr val="tx1"/>
                </a:solidFill>
              </a:rPr>
              <a:t>From:  </a:t>
            </a:r>
            <a:r>
              <a:rPr lang="en-GB" dirty="0">
                <a:solidFill>
                  <a:schemeClr val="tx1"/>
                </a:solidFill>
                <a:hlinkClick r:id="rId2"/>
              </a:rPr>
              <a:t>bill.gates@microsoft.com</a:t>
            </a:r>
            <a:endParaRPr lang="en-GB" dirty="0">
              <a:solidFill>
                <a:schemeClr val="tx1"/>
              </a:solidFill>
            </a:endParaRPr>
          </a:p>
          <a:p>
            <a:r>
              <a:rPr lang="en-GB" dirty="0">
                <a:solidFill>
                  <a:schemeClr val="tx1"/>
                </a:solidFill>
              </a:rPr>
              <a:t>subject:  scamming</a:t>
            </a:r>
          </a:p>
          <a:p>
            <a:endParaRPr lang="en-GB" dirty="0">
              <a:solidFill>
                <a:schemeClr val="tx1"/>
              </a:solidFill>
            </a:endParaRPr>
          </a:p>
          <a:p>
            <a:r>
              <a:rPr lang="en-GB" dirty="0">
                <a:solidFill>
                  <a:schemeClr val="tx1"/>
                </a:solidFill>
              </a:rPr>
              <a:t>Dear whoever is here,</a:t>
            </a:r>
          </a:p>
          <a:p>
            <a:r>
              <a:rPr lang="en-GB" dirty="0">
                <a:solidFill>
                  <a:schemeClr val="tx1"/>
                </a:solidFill>
              </a:rPr>
              <a:t>You idiots have ruined my day when I heard that you steal money from non-tech savvy people. You even tried to scam me!</a:t>
            </a:r>
          </a:p>
          <a:p>
            <a:r>
              <a:rPr lang="en-GB" dirty="0">
                <a:solidFill>
                  <a:schemeClr val="tx1"/>
                </a:solidFill>
              </a:rPr>
              <a:t>You must die now and shut down or I sue you for $8274509827567!</a:t>
            </a:r>
          </a:p>
          <a:p>
            <a:r>
              <a:rPr lang="en-GB" dirty="0">
                <a:solidFill>
                  <a:schemeClr val="tx1"/>
                </a:solidFill>
              </a:rPr>
              <a:t>Signed, </a:t>
            </a:r>
          </a:p>
          <a:p>
            <a:r>
              <a:rPr lang="en-GB" dirty="0">
                <a:solidFill>
                  <a:schemeClr val="tx1"/>
                </a:solidFill>
                <a:latin typeface="Algerian" panose="04020705040A02060702" pitchFamily="82" charset="0"/>
              </a:rPr>
              <a:t>Bill gates</a:t>
            </a:r>
          </a:p>
          <a:p>
            <a:r>
              <a:rPr lang="en-GB" dirty="0">
                <a:solidFill>
                  <a:schemeClr val="tx1"/>
                </a:solidFill>
              </a:rPr>
              <a:t>Hope you see my name!</a:t>
            </a: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New z-mail message</a:t>
            </a:r>
          </a:p>
        </p:txBody>
      </p:sp>
      <p:sp>
        <p:nvSpPr>
          <p:cNvPr id="5" name="Rectangle 4">
            <a:hlinkClick r:id="rId3"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24545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Bill.gates@Microsoft.com   - Z-Mail 1.12679813645</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3FF7CC5C-2684-42F9-AA05-4018FFAA2085}"/>
              </a:ext>
            </a:extLst>
          </p:cNvPr>
          <p:cNvSpPr/>
          <p:nvPr/>
        </p:nvSpPr>
        <p:spPr>
          <a:xfrm>
            <a:off x="776177" y="1403498"/>
            <a:ext cx="3785190" cy="4901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Inbox</a:t>
            </a:r>
          </a:p>
          <a:p>
            <a:endParaRPr lang="en-GB" dirty="0"/>
          </a:p>
          <a:p>
            <a:r>
              <a:rPr lang="en-GB" dirty="0">
                <a:hlinkClick r:id="rId3" action="ppaction://hlinksldjump"/>
              </a:rPr>
              <a:t>Outbox</a:t>
            </a:r>
          </a:p>
          <a:p>
            <a:endParaRPr lang="en-GB" dirty="0">
              <a:hlinkClick r:id="rId3" action="ppaction://hlinksldjump"/>
            </a:endParaRPr>
          </a:p>
          <a:p>
            <a:r>
              <a:rPr lang="en-GB" dirty="0">
                <a:hlinkClick r:id="rId3" action="ppaction://hlinksldjump"/>
              </a:rPr>
              <a:t>Bin</a:t>
            </a:r>
            <a:endParaRPr lang="en-GB" dirty="0"/>
          </a:p>
          <a:p>
            <a:endParaRPr lang="en-GB" dirty="0"/>
          </a:p>
          <a:p>
            <a:r>
              <a:rPr lang="en-GB" dirty="0">
                <a:hlinkClick r:id="rId4" action="ppaction://hlinksldjump"/>
              </a:rPr>
              <a:t>New mail</a:t>
            </a:r>
            <a:endParaRPr lang="en-GB" dirty="0"/>
          </a:p>
          <a:p>
            <a:endParaRPr lang="en-GB" dirty="0"/>
          </a:p>
          <a:p>
            <a:r>
              <a:rPr lang="en-GB" dirty="0">
                <a:hlinkClick r:id="rId5"/>
              </a:rPr>
              <a:t>New calendar event </a:t>
            </a:r>
            <a:endParaRPr lang="en-GB" dirty="0"/>
          </a:p>
        </p:txBody>
      </p:sp>
      <p:sp>
        <p:nvSpPr>
          <p:cNvPr id="7" name="Rectangle 6">
            <a:hlinkClick r:id="rId6" action="ppaction://hlinksldjump"/>
            <a:extLst>
              <a:ext uri="{FF2B5EF4-FFF2-40B4-BE49-F238E27FC236}">
                <a16:creationId xmlns:a16="http://schemas.microsoft.com/office/drawing/2014/main" id="{BD6F1DA3-688A-4A60-A4A1-6CB0D718255C}"/>
              </a:ext>
            </a:extLst>
          </p:cNvPr>
          <p:cNvSpPr/>
          <p:nvPr/>
        </p:nvSpPr>
        <p:spPr>
          <a:xfrm>
            <a:off x="4763386" y="1552353"/>
            <a:ext cx="5114261" cy="11376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From kissyface@gmail.com</a:t>
            </a:r>
          </a:p>
          <a:p>
            <a:pPr algn="ctr"/>
            <a:r>
              <a:rPr lang="en-GB" dirty="0"/>
              <a:t>SJ: love you Billie! </a:t>
            </a:r>
          </a:p>
        </p:txBody>
      </p:sp>
    </p:spTree>
    <p:extLst>
      <p:ext uri="{BB962C8B-B14F-4D97-AF65-F5344CB8AC3E}">
        <p14:creationId xmlns:p14="http://schemas.microsoft.com/office/powerpoint/2010/main" val="951970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All applications</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D7C03CF2-FBE5-42D5-B12D-19147317C6DC}"/>
              </a:ext>
            </a:extLst>
          </p:cNvPr>
          <p:cNvSpPr txBox="1"/>
          <p:nvPr/>
        </p:nvSpPr>
        <p:spPr>
          <a:xfrm>
            <a:off x="765544" y="1477926"/>
            <a:ext cx="4316819" cy="5632311"/>
          </a:xfrm>
          <a:prstGeom prst="rect">
            <a:avLst/>
          </a:prstGeom>
          <a:noFill/>
        </p:spPr>
        <p:txBody>
          <a:bodyPr wrap="square" rtlCol="0">
            <a:spAutoFit/>
          </a:bodyPr>
          <a:lstStyle/>
          <a:p>
            <a:r>
              <a:rPr lang="en-GB" dirty="0">
                <a:hlinkClick r:id="rId3" action="ppaction://hlinksldjump"/>
              </a:rPr>
              <a:t>Browser</a:t>
            </a:r>
            <a:endParaRPr lang="en-GB" dirty="0"/>
          </a:p>
          <a:p>
            <a:endParaRPr lang="en-GB" dirty="0"/>
          </a:p>
          <a:p>
            <a:r>
              <a:rPr lang="en-GB" dirty="0">
                <a:hlinkClick r:id="rId4" action="ppaction://hlinksldjump"/>
              </a:rPr>
              <a:t>Email</a:t>
            </a:r>
            <a:endParaRPr lang="en-GB" dirty="0"/>
          </a:p>
          <a:p>
            <a:endParaRPr lang="en-GB" dirty="0"/>
          </a:p>
          <a:p>
            <a:r>
              <a:rPr lang="en-GB" dirty="0">
                <a:hlinkClick r:id="rId5" action="ppaction://hlinksldjump"/>
              </a:rPr>
              <a:t>BSOD</a:t>
            </a:r>
            <a:endParaRPr lang="en-GB" dirty="0"/>
          </a:p>
          <a:p>
            <a:endParaRPr lang="en-GB" dirty="0"/>
          </a:p>
          <a:p>
            <a:r>
              <a:rPr lang="en-GB" dirty="0">
                <a:hlinkClick r:id="rId6" action="ppaction://hlinksldjump"/>
              </a:rPr>
              <a:t>Minecraft</a:t>
            </a:r>
            <a:endParaRPr lang="en-GB" dirty="0"/>
          </a:p>
          <a:p>
            <a:endParaRPr lang="en-GB" dirty="0"/>
          </a:p>
          <a:p>
            <a:r>
              <a:rPr lang="en-GB" dirty="0">
                <a:hlinkClick r:id="rId7" action="ppaction://hlinksldjump"/>
              </a:rPr>
              <a:t>IE 0.75 crack</a:t>
            </a:r>
            <a:endParaRPr lang="en-GB" dirty="0"/>
          </a:p>
          <a:p>
            <a:endParaRPr lang="en-GB" dirty="0"/>
          </a:p>
          <a:p>
            <a:r>
              <a:rPr lang="en-GB" dirty="0">
                <a:hlinkClick r:id="rId8" action="ppaction://hlinksldjump"/>
              </a:rPr>
              <a:t>Flamefox 1.0</a:t>
            </a:r>
            <a:endParaRPr lang="en-GB" dirty="0"/>
          </a:p>
          <a:p>
            <a:endParaRPr lang="en-GB" dirty="0"/>
          </a:p>
          <a:p>
            <a:r>
              <a:rPr lang="en-GB" dirty="0">
                <a:hlinkClick r:id="rId9" action="ppaction://hlinksldjump"/>
              </a:rPr>
              <a:t>Notepad</a:t>
            </a:r>
            <a:endParaRPr lang="en-GB" dirty="0"/>
          </a:p>
          <a:p>
            <a:endParaRPr lang="en-GB" dirty="0"/>
          </a:p>
          <a:p>
            <a:r>
              <a:rPr lang="en-GB" dirty="0">
                <a:hlinkClick r:id="rId10" action="ppaction://hlinksldjump"/>
              </a:rPr>
              <a:t>Paint</a:t>
            </a:r>
            <a:endParaRPr lang="en-GB" dirty="0"/>
          </a:p>
          <a:p>
            <a:endParaRPr lang="en-GB" dirty="0"/>
          </a:p>
          <a:p>
            <a:r>
              <a:rPr lang="en-GB" dirty="0">
                <a:hlinkClick r:id="rId11" action="ppaction://hlinksldjump"/>
              </a:rPr>
              <a:t>Fortnite</a:t>
            </a:r>
            <a:endParaRPr lang="en-GB" dirty="0"/>
          </a:p>
          <a:p>
            <a:endParaRPr lang="en-GB" dirty="0"/>
          </a:p>
          <a:p>
            <a:endParaRPr lang="en-GB" dirty="0"/>
          </a:p>
          <a:p>
            <a:endParaRPr lang="en-GB" dirty="0"/>
          </a:p>
        </p:txBody>
      </p:sp>
    </p:spTree>
    <p:extLst>
      <p:ext uri="{BB962C8B-B14F-4D97-AF65-F5344CB8AC3E}">
        <p14:creationId xmlns:p14="http://schemas.microsoft.com/office/powerpoint/2010/main" val="2097457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3274828" y="2073349"/>
            <a:ext cx="6432698" cy="3732028"/>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AOL is dead!</a:t>
            </a:r>
          </a:p>
          <a:p>
            <a:pPr algn="ctr"/>
            <a:r>
              <a:rPr lang="en-GB" dirty="0">
                <a:solidFill>
                  <a:schemeClr val="tx1"/>
                </a:solidFill>
              </a:rPr>
              <a:t>Continue???</a:t>
            </a:r>
          </a:p>
        </p:txBody>
      </p:sp>
      <p:sp>
        <p:nvSpPr>
          <p:cNvPr id="4" name="Rectangle 3">
            <a:extLst>
              <a:ext uri="{FF2B5EF4-FFF2-40B4-BE49-F238E27FC236}">
                <a16:creationId xmlns:a16="http://schemas.microsoft.com/office/drawing/2014/main" id="{7BCD7ED6-22E0-453F-9968-B76731390FFD}"/>
              </a:ext>
            </a:extLst>
          </p:cNvPr>
          <p:cNvSpPr/>
          <p:nvPr/>
        </p:nvSpPr>
        <p:spPr>
          <a:xfrm>
            <a:off x="3274828" y="1265274"/>
            <a:ext cx="6432698" cy="808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AOL 12.00</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8963247" y="1424763"/>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3" action="ppaction://hlinksldjump"/>
            <a:extLst>
              <a:ext uri="{FF2B5EF4-FFF2-40B4-BE49-F238E27FC236}">
                <a16:creationId xmlns:a16="http://schemas.microsoft.com/office/drawing/2014/main" id="{A4A3F1F6-51C4-4EFE-AED0-D31011AF08EE}"/>
              </a:ext>
            </a:extLst>
          </p:cNvPr>
          <p:cNvSpPr/>
          <p:nvPr/>
        </p:nvSpPr>
        <p:spPr>
          <a:xfrm>
            <a:off x="3615070" y="4933507"/>
            <a:ext cx="2902688" cy="542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ya</a:t>
            </a:r>
          </a:p>
        </p:txBody>
      </p:sp>
      <p:sp>
        <p:nvSpPr>
          <p:cNvPr id="7" name="Rectangle 6">
            <a:hlinkClick r:id="rId2" action="ppaction://hlinksldjump"/>
            <a:extLst>
              <a:ext uri="{FF2B5EF4-FFF2-40B4-BE49-F238E27FC236}">
                <a16:creationId xmlns:a16="http://schemas.microsoft.com/office/drawing/2014/main" id="{4477F519-DADF-45F3-B09F-1C935128D872}"/>
              </a:ext>
            </a:extLst>
          </p:cNvPr>
          <p:cNvSpPr/>
          <p:nvPr/>
        </p:nvSpPr>
        <p:spPr>
          <a:xfrm>
            <a:off x="6698512" y="4933507"/>
            <a:ext cx="2647507" cy="542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Nope! </a:t>
            </a:r>
          </a:p>
        </p:txBody>
      </p:sp>
    </p:spTree>
    <p:extLst>
      <p:ext uri="{BB962C8B-B14F-4D97-AF65-F5344CB8AC3E}">
        <p14:creationId xmlns:p14="http://schemas.microsoft.com/office/powerpoint/2010/main" val="3752205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3274828" y="2073349"/>
            <a:ext cx="6432698" cy="3732028"/>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Enter password:</a:t>
            </a:r>
          </a:p>
        </p:txBody>
      </p:sp>
      <p:sp>
        <p:nvSpPr>
          <p:cNvPr id="4" name="Rectangle 3">
            <a:extLst>
              <a:ext uri="{FF2B5EF4-FFF2-40B4-BE49-F238E27FC236}">
                <a16:creationId xmlns:a16="http://schemas.microsoft.com/office/drawing/2014/main" id="{7BCD7ED6-22E0-453F-9968-B76731390FFD}"/>
              </a:ext>
            </a:extLst>
          </p:cNvPr>
          <p:cNvSpPr/>
          <p:nvPr/>
        </p:nvSpPr>
        <p:spPr>
          <a:xfrm>
            <a:off x="3274828" y="1265274"/>
            <a:ext cx="6432698" cy="808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WIFI password:</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8963247" y="1424763"/>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57BEFB98-15B5-43BC-BD53-34EBE27D70AB}"/>
              </a:ext>
            </a:extLst>
          </p:cNvPr>
          <p:cNvSpPr/>
          <p:nvPr/>
        </p:nvSpPr>
        <p:spPr>
          <a:xfrm>
            <a:off x="3615070" y="4114800"/>
            <a:ext cx="5518297" cy="903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hlinkClick r:id="rId3" action="ppaction://hlinksldjump"/>
            <a:extLst>
              <a:ext uri="{FF2B5EF4-FFF2-40B4-BE49-F238E27FC236}">
                <a16:creationId xmlns:a16="http://schemas.microsoft.com/office/drawing/2014/main" id="{F828602B-2A6D-47B9-9382-A0C5B586E1F6}"/>
              </a:ext>
            </a:extLst>
          </p:cNvPr>
          <p:cNvSpPr/>
          <p:nvPr/>
        </p:nvSpPr>
        <p:spPr>
          <a:xfrm>
            <a:off x="8318205" y="4300869"/>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61589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Select your network SSID</a:t>
            </a:r>
            <a:r>
              <a:rPr lang="en-GB" dirty="0"/>
              <a:t>:</a:t>
            </a:r>
          </a:p>
          <a:p>
            <a:pPr algn="ctr"/>
            <a:endParaRPr lang="en-GB" dirty="0"/>
          </a:p>
          <a:p>
            <a:pPr algn="ctr"/>
            <a:r>
              <a:rPr lang="en-GB" dirty="0">
                <a:hlinkClick r:id="rId2" action="ppaction://hlinksldjump"/>
              </a:rPr>
              <a:t>The evil network</a:t>
            </a:r>
          </a:p>
          <a:p>
            <a:pPr algn="ctr"/>
            <a:endParaRPr lang="en-GB" dirty="0">
              <a:hlinkClick r:id="rId2" action="ppaction://hlinksldjump"/>
            </a:endParaRPr>
          </a:p>
          <a:p>
            <a:pPr algn="ctr"/>
            <a:r>
              <a:rPr lang="en-GB" dirty="0">
                <a:hlinkClick r:id="rId2" action="ppaction://hlinksldjump"/>
              </a:rPr>
              <a:t>Nostalgia</a:t>
            </a:r>
          </a:p>
          <a:p>
            <a:pPr algn="ctr"/>
            <a:endParaRPr lang="en-GB" dirty="0">
              <a:hlinkClick r:id="rId2" action="ppaction://hlinksldjump"/>
            </a:endParaRPr>
          </a:p>
          <a:p>
            <a:pPr algn="ctr"/>
            <a:r>
              <a:rPr lang="en-GB" dirty="0">
                <a:hlinkClick r:id="rId2" action="ppaction://hlinksldjump"/>
              </a:rPr>
              <a:t>Google sucks</a:t>
            </a:r>
            <a:endParaRPr lang="en-GB" dirty="0"/>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WIFI connect 1.012</a:t>
            </a:r>
          </a:p>
        </p:txBody>
      </p:sp>
      <p:sp>
        <p:nvSpPr>
          <p:cNvPr id="5" name="Rectangle 4">
            <a:hlinkClick r:id="rId3"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50141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Select the connection type:</a:t>
            </a:r>
          </a:p>
          <a:p>
            <a:pPr algn="ctr"/>
            <a:endParaRPr lang="en-GB" dirty="0">
              <a:solidFill>
                <a:schemeClr val="tx1"/>
              </a:solidFill>
            </a:endParaRPr>
          </a:p>
          <a:p>
            <a:pPr algn="ctr"/>
            <a:r>
              <a:rPr lang="en-GB" dirty="0">
                <a:solidFill>
                  <a:schemeClr val="tx1"/>
                </a:solidFill>
                <a:hlinkClick r:id="rId2" action="ppaction://hlinksldjump">
                  <a:extLst>
                    <a:ext uri="{A12FA001-AC4F-418D-AE19-62706E023703}">
                      <ahyp:hlinkClr xmlns:ahyp="http://schemas.microsoft.com/office/drawing/2018/hyperlinkcolor" val="tx"/>
                    </a:ext>
                  </a:extLst>
                </a:hlinkClick>
              </a:rPr>
              <a:t>WIFI</a:t>
            </a:r>
            <a:endParaRPr lang="en-GB" dirty="0">
              <a:solidFill>
                <a:schemeClr val="tx1"/>
              </a:solidFill>
            </a:endParaRPr>
          </a:p>
          <a:p>
            <a:pPr algn="ctr"/>
            <a:endParaRPr lang="en-GB" dirty="0">
              <a:solidFill>
                <a:schemeClr val="tx1"/>
              </a:solidFill>
            </a:endParaRPr>
          </a:p>
          <a:p>
            <a:pPr algn="ctr"/>
            <a:r>
              <a:rPr lang="en-GB" dirty="0">
                <a:solidFill>
                  <a:schemeClr val="tx1"/>
                </a:solidFill>
                <a:hlinkClick r:id="rId3" action="ppaction://hlinksldjump">
                  <a:extLst>
                    <a:ext uri="{A12FA001-AC4F-418D-AE19-62706E023703}">
                      <ahyp:hlinkClr xmlns:ahyp="http://schemas.microsoft.com/office/drawing/2018/hyperlinkcolor" val="tx"/>
                    </a:ext>
                  </a:extLst>
                </a:hlinkClick>
              </a:rPr>
              <a:t>Ethernet</a:t>
            </a:r>
            <a:endParaRPr lang="en-GB" dirty="0">
              <a:solidFill>
                <a:schemeClr val="tx1"/>
              </a:solidFill>
            </a:endParaRPr>
          </a:p>
          <a:p>
            <a:pPr algn="ctr"/>
            <a:endParaRPr lang="en-GB" dirty="0">
              <a:solidFill>
                <a:schemeClr val="tx1"/>
              </a:solidFill>
            </a:endParaRPr>
          </a:p>
          <a:p>
            <a:pPr algn="ctr"/>
            <a:r>
              <a:rPr lang="en-GB" dirty="0">
                <a:solidFill>
                  <a:schemeClr val="tx1"/>
                </a:solidFill>
                <a:hlinkClick r:id="rId4" action="ppaction://hlinksldjump">
                  <a:extLst>
                    <a:ext uri="{A12FA001-AC4F-418D-AE19-62706E023703}">
                      <ahyp:hlinkClr xmlns:ahyp="http://schemas.microsoft.com/office/drawing/2018/hyperlinkcolor" val="tx"/>
                    </a:ext>
                  </a:extLst>
                </a:hlinkClick>
              </a:rPr>
              <a:t>Dial-up</a:t>
            </a:r>
            <a:endParaRPr lang="en-GB" dirty="0">
              <a:solidFill>
                <a:schemeClr val="tx1"/>
              </a:solidFill>
            </a:endParaRP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Internet connection</a:t>
            </a:r>
          </a:p>
        </p:txBody>
      </p:sp>
      <p:sp>
        <p:nvSpPr>
          <p:cNvPr id="5" name="Rectangle 4">
            <a:hlinkClick r:id="rId5"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19525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10633"/>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Trying to find a problem…</a:t>
            </a:r>
          </a:p>
          <a:p>
            <a:pPr algn="ctr"/>
            <a:r>
              <a:rPr lang="en-GB" dirty="0">
                <a:solidFill>
                  <a:schemeClr val="tx1"/>
                </a:solidFill>
              </a:rPr>
              <a:t>Please wait …</a:t>
            </a: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Windos trouble-shooter o.0023470926734578 alpha </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AutoShape 2" descr="Image result for loading gif">
            <a:extLst>
              <a:ext uri="{FF2B5EF4-FFF2-40B4-BE49-F238E27FC236}">
                <a16:creationId xmlns:a16="http://schemas.microsoft.com/office/drawing/2014/main" id="{019D7C1C-8BA0-4992-BA35-6621BFE2599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9" name="Picture 8">
            <a:hlinkClick r:id="rId3" action="ppaction://hlinksldjump"/>
            <a:extLst>
              <a:ext uri="{FF2B5EF4-FFF2-40B4-BE49-F238E27FC236}">
                <a16:creationId xmlns:a16="http://schemas.microsoft.com/office/drawing/2014/main" id="{4AD3D671-4AED-4DE7-8657-65B4CC9251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09654" y="4164197"/>
            <a:ext cx="3066347" cy="535394"/>
          </a:xfrm>
          <a:prstGeom prst="rect">
            <a:avLst/>
          </a:prstGeom>
        </p:spPr>
      </p:pic>
    </p:spTree>
    <p:extLst>
      <p:ext uri="{BB962C8B-B14F-4D97-AF65-F5344CB8AC3E}">
        <p14:creationId xmlns:p14="http://schemas.microsoft.com/office/powerpoint/2010/main" val="783862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Fixing the problem…</a:t>
            </a:r>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Windos trouble-shooter o.0023470926734578 alpha </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AutoShape 2" descr="Image result for loading gif">
            <a:extLst>
              <a:ext uri="{FF2B5EF4-FFF2-40B4-BE49-F238E27FC236}">
                <a16:creationId xmlns:a16="http://schemas.microsoft.com/office/drawing/2014/main" id="{019D7C1C-8BA0-4992-BA35-6621BFE2599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9" name="Picture 8">
            <a:extLst>
              <a:ext uri="{FF2B5EF4-FFF2-40B4-BE49-F238E27FC236}">
                <a16:creationId xmlns:a16="http://schemas.microsoft.com/office/drawing/2014/main" id="{4AD3D671-4AED-4DE7-8657-65B4CC9251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9654" y="4164197"/>
            <a:ext cx="3066347" cy="535394"/>
          </a:xfrm>
          <a:prstGeom prst="rect">
            <a:avLst/>
          </a:prstGeom>
        </p:spPr>
      </p:pic>
      <p:sp>
        <p:nvSpPr>
          <p:cNvPr id="7" name="TextBox 6">
            <a:extLst>
              <a:ext uri="{FF2B5EF4-FFF2-40B4-BE49-F238E27FC236}">
                <a16:creationId xmlns:a16="http://schemas.microsoft.com/office/drawing/2014/main" id="{4AB08492-055D-4C80-B6D6-FD1877BBCC1B}"/>
              </a:ext>
            </a:extLst>
          </p:cNvPr>
          <p:cNvSpPr txBox="1"/>
          <p:nvPr/>
        </p:nvSpPr>
        <p:spPr>
          <a:xfrm>
            <a:off x="967563" y="1382233"/>
            <a:ext cx="6719777" cy="369332"/>
          </a:xfrm>
          <a:prstGeom prst="rect">
            <a:avLst/>
          </a:prstGeom>
          <a:noFill/>
        </p:spPr>
        <p:txBody>
          <a:bodyPr wrap="square" rtlCol="0">
            <a:spAutoFit/>
          </a:bodyPr>
          <a:lstStyle/>
          <a:p>
            <a:r>
              <a:rPr lang="en-GB" dirty="0">
                <a:hlinkClick r:id="rId4" action="ppaction://hlinksldjump"/>
              </a:rPr>
              <a:t>Open internet wizard</a:t>
            </a:r>
            <a:endParaRPr lang="en-GB" dirty="0"/>
          </a:p>
        </p:txBody>
      </p:sp>
    </p:spTree>
    <p:extLst>
      <p:ext uri="{BB962C8B-B14F-4D97-AF65-F5344CB8AC3E}">
        <p14:creationId xmlns:p14="http://schemas.microsoft.com/office/powerpoint/2010/main" val="566020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637953" y="1307805"/>
            <a:ext cx="9633098" cy="51142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7BCD7ED6-22E0-453F-9968-B76731390FFD}"/>
              </a:ext>
            </a:extLst>
          </p:cNvPr>
          <p:cNvSpPr/>
          <p:nvPr/>
        </p:nvSpPr>
        <p:spPr>
          <a:xfrm>
            <a:off x="637953" y="340242"/>
            <a:ext cx="9633098" cy="967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Firedog 112.5***not connected</a:t>
            </a:r>
          </a:p>
        </p:txBody>
      </p:sp>
      <p:sp>
        <p:nvSpPr>
          <p:cNvPr id="5" name="Rectangle 4">
            <a:hlinkClick r:id="rId2" action="ppaction://hlinksldjump"/>
            <a:extLst>
              <a:ext uri="{FF2B5EF4-FFF2-40B4-BE49-F238E27FC236}">
                <a16:creationId xmlns:a16="http://schemas.microsoft.com/office/drawing/2014/main" id="{7D5AFBF5-6C4B-421D-9ADE-3511195BDCFA}"/>
              </a:ext>
            </a:extLst>
          </p:cNvPr>
          <p:cNvSpPr/>
          <p:nvPr/>
        </p:nvSpPr>
        <p:spPr>
          <a:xfrm>
            <a:off x="9431079" y="520995"/>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AutoShape 2" descr="Image result for no internet">
            <a:extLst>
              <a:ext uri="{FF2B5EF4-FFF2-40B4-BE49-F238E27FC236}">
                <a16:creationId xmlns:a16="http://schemas.microsoft.com/office/drawing/2014/main" id="{87F42EC9-7C91-42C2-A9CB-DF71D97F031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7" name="Picture 6">
            <a:hlinkClick r:id="rId3" action="ppaction://hlinksldjump"/>
            <a:extLst>
              <a:ext uri="{FF2B5EF4-FFF2-40B4-BE49-F238E27FC236}">
                <a16:creationId xmlns:a16="http://schemas.microsoft.com/office/drawing/2014/main" id="{693287B6-FA46-442F-A2E8-0929B59F352C}"/>
              </a:ext>
            </a:extLst>
          </p:cNvPr>
          <p:cNvPicPr>
            <a:picLocks noChangeAspect="1"/>
          </p:cNvPicPr>
          <p:nvPr/>
        </p:nvPicPr>
        <p:blipFill>
          <a:blip r:embed="rId4"/>
          <a:stretch>
            <a:fillRect/>
          </a:stretch>
        </p:blipFill>
        <p:spPr>
          <a:xfrm>
            <a:off x="689996" y="1670198"/>
            <a:ext cx="9529011" cy="4114800"/>
          </a:xfrm>
          <a:prstGeom prst="rect">
            <a:avLst/>
          </a:prstGeom>
        </p:spPr>
      </p:pic>
      <p:sp>
        <p:nvSpPr>
          <p:cNvPr id="8" name="TextBox 7">
            <a:extLst>
              <a:ext uri="{FF2B5EF4-FFF2-40B4-BE49-F238E27FC236}">
                <a16:creationId xmlns:a16="http://schemas.microsoft.com/office/drawing/2014/main" id="{1B0FFC4F-56CF-41A6-963C-79B2DD8172B4}"/>
              </a:ext>
            </a:extLst>
          </p:cNvPr>
          <p:cNvSpPr txBox="1"/>
          <p:nvPr/>
        </p:nvSpPr>
        <p:spPr>
          <a:xfrm>
            <a:off x="689996" y="6018028"/>
            <a:ext cx="3180255" cy="369332"/>
          </a:xfrm>
          <a:prstGeom prst="rect">
            <a:avLst/>
          </a:prstGeom>
          <a:noFill/>
        </p:spPr>
        <p:txBody>
          <a:bodyPr wrap="square" rtlCol="0">
            <a:spAutoFit/>
          </a:bodyPr>
          <a:lstStyle/>
          <a:p>
            <a:r>
              <a:rPr lang="en-GB" dirty="0">
                <a:hlinkClick r:id="rId3" action="ppaction://hlinksldjump"/>
              </a:rPr>
              <a:t>Diagnose connection problems</a:t>
            </a:r>
            <a:endParaRPr lang="en-GB" dirty="0"/>
          </a:p>
        </p:txBody>
      </p:sp>
    </p:spTree>
    <p:extLst>
      <p:ext uri="{BB962C8B-B14F-4D97-AF65-F5344CB8AC3E}">
        <p14:creationId xmlns:p14="http://schemas.microsoft.com/office/powerpoint/2010/main" val="673312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3274828" y="2073349"/>
            <a:ext cx="6432698" cy="3732028"/>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Username: Username</a:t>
            </a:r>
          </a:p>
          <a:p>
            <a:pPr algn="ctr"/>
            <a:r>
              <a:rPr lang="en-GB" dirty="0">
                <a:solidFill>
                  <a:schemeClr val="tx1"/>
                </a:solidFill>
              </a:rPr>
              <a:t>Password: ********</a:t>
            </a:r>
          </a:p>
          <a:p>
            <a:pPr algn="ctr"/>
            <a:endParaRPr lang="en-GB" dirty="0"/>
          </a:p>
        </p:txBody>
      </p:sp>
      <p:sp>
        <p:nvSpPr>
          <p:cNvPr id="4" name="Rectangle 3">
            <a:extLst>
              <a:ext uri="{FF2B5EF4-FFF2-40B4-BE49-F238E27FC236}">
                <a16:creationId xmlns:a16="http://schemas.microsoft.com/office/drawing/2014/main" id="{7BCD7ED6-22E0-453F-9968-B76731390FFD}"/>
              </a:ext>
            </a:extLst>
          </p:cNvPr>
          <p:cNvSpPr/>
          <p:nvPr/>
        </p:nvSpPr>
        <p:spPr>
          <a:xfrm>
            <a:off x="3274828" y="1265274"/>
            <a:ext cx="6432698" cy="808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login</a:t>
            </a:r>
          </a:p>
        </p:txBody>
      </p:sp>
      <p:sp>
        <p:nvSpPr>
          <p:cNvPr id="6" name="Rectangle 5">
            <a:hlinkClick r:id="rId2" action="ppaction://hlinksldjump"/>
            <a:extLst>
              <a:ext uri="{FF2B5EF4-FFF2-40B4-BE49-F238E27FC236}">
                <a16:creationId xmlns:a16="http://schemas.microsoft.com/office/drawing/2014/main" id="{815B08B5-C4B1-4857-8AC6-9E7EFB05FA9A}"/>
              </a:ext>
            </a:extLst>
          </p:cNvPr>
          <p:cNvSpPr/>
          <p:nvPr/>
        </p:nvSpPr>
        <p:spPr>
          <a:xfrm>
            <a:off x="8048847" y="3338623"/>
            <a:ext cx="1105786" cy="1004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1707246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9EF4DB35-C1E8-408D-BDD5-FB2D3CDC9A74}"/>
              </a:ext>
            </a:extLst>
          </p:cNvPr>
          <p:cNvSpPr/>
          <p:nvPr/>
        </p:nvSpPr>
        <p:spPr>
          <a:xfrm>
            <a:off x="0" y="6134986"/>
            <a:ext cx="12192000" cy="72301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hlinkClick r:id="rId3" action="ppaction://hlinksldjump"/>
            <a:extLst>
              <a:ext uri="{FF2B5EF4-FFF2-40B4-BE49-F238E27FC236}">
                <a16:creationId xmlns:a16="http://schemas.microsoft.com/office/drawing/2014/main" id="{7A79775F-B02D-4F49-BCBB-49FC15AB7A2E}"/>
              </a:ext>
            </a:extLst>
          </p:cNvPr>
          <p:cNvSpPr/>
          <p:nvPr/>
        </p:nvSpPr>
        <p:spPr>
          <a:xfrm>
            <a:off x="148856" y="6337005"/>
            <a:ext cx="1552353" cy="3508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start</a:t>
            </a:r>
          </a:p>
        </p:txBody>
      </p:sp>
      <p:sp>
        <p:nvSpPr>
          <p:cNvPr id="8" name="TextBox 7">
            <a:extLst>
              <a:ext uri="{FF2B5EF4-FFF2-40B4-BE49-F238E27FC236}">
                <a16:creationId xmlns:a16="http://schemas.microsoft.com/office/drawing/2014/main" id="{3E43AB80-EF6A-461C-814C-95B8EBF0B96A}"/>
              </a:ext>
            </a:extLst>
          </p:cNvPr>
          <p:cNvSpPr txBox="1"/>
          <p:nvPr/>
        </p:nvSpPr>
        <p:spPr>
          <a:xfrm>
            <a:off x="9664996" y="5296717"/>
            <a:ext cx="2902688" cy="923330"/>
          </a:xfrm>
          <a:prstGeom prst="rect">
            <a:avLst/>
          </a:prstGeom>
          <a:noFill/>
        </p:spPr>
        <p:txBody>
          <a:bodyPr wrap="square" rtlCol="0">
            <a:spAutoFit/>
          </a:bodyPr>
          <a:lstStyle/>
          <a:p>
            <a:r>
              <a:rPr lang="en-GB" dirty="0"/>
              <a:t>Windos beta 18</a:t>
            </a:r>
          </a:p>
          <a:p>
            <a:r>
              <a:rPr lang="en-GB" dirty="0"/>
              <a:t>For testing purposes only!</a:t>
            </a:r>
          </a:p>
          <a:p>
            <a:r>
              <a:rPr lang="en-GB" dirty="0"/>
              <a:t>Codename: Janus </a:t>
            </a:r>
          </a:p>
        </p:txBody>
      </p:sp>
      <p:sp>
        <p:nvSpPr>
          <p:cNvPr id="9" name="Rectangle 8">
            <a:extLst>
              <a:ext uri="{FF2B5EF4-FFF2-40B4-BE49-F238E27FC236}">
                <a16:creationId xmlns:a16="http://schemas.microsoft.com/office/drawing/2014/main" id="{D0C51E57-B76E-4450-8D8F-277BE2F83A89}"/>
              </a:ext>
            </a:extLst>
          </p:cNvPr>
          <p:cNvSpPr/>
          <p:nvPr/>
        </p:nvSpPr>
        <p:spPr>
          <a:xfrm>
            <a:off x="148856" y="138223"/>
            <a:ext cx="11780874" cy="10526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not an official version of Windos at all! Please note that this is for </a:t>
            </a:r>
            <a:r>
              <a:rPr lang="en-GB" i="1" dirty="0"/>
              <a:t>testing purposes only</a:t>
            </a:r>
            <a:r>
              <a:rPr lang="en-GB" dirty="0"/>
              <a:t>! </a:t>
            </a:r>
          </a:p>
        </p:txBody>
      </p:sp>
      <p:sp>
        <p:nvSpPr>
          <p:cNvPr id="10" name="Rectangle 9">
            <a:extLst>
              <a:ext uri="{FF2B5EF4-FFF2-40B4-BE49-F238E27FC236}">
                <a16:creationId xmlns:a16="http://schemas.microsoft.com/office/drawing/2014/main" id="{B46C4B7D-E966-4BFA-BE8B-EC9B937BC779}"/>
              </a:ext>
            </a:extLst>
          </p:cNvPr>
          <p:cNvSpPr/>
          <p:nvPr/>
        </p:nvSpPr>
        <p:spPr>
          <a:xfrm>
            <a:off x="297712" y="1477926"/>
            <a:ext cx="3359888" cy="4178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u="sng" dirty="0"/>
              <a:t>What is new:</a:t>
            </a:r>
          </a:p>
          <a:p>
            <a:pPr marL="285750" indent="-285750">
              <a:buFont typeface="Arial" panose="020B0604020202020204" pitchFamily="34" charset="0"/>
              <a:buChar char="•"/>
            </a:pPr>
            <a:r>
              <a:rPr lang="en-GB" dirty="0"/>
              <a:t>Changed boot screen message!</a:t>
            </a:r>
          </a:p>
          <a:p>
            <a:pPr marL="285750" indent="-285750">
              <a:buFont typeface="Arial" panose="020B0604020202020204" pitchFamily="34" charset="0"/>
              <a:buChar char="•"/>
            </a:pPr>
            <a:r>
              <a:rPr lang="en-GB" dirty="0"/>
              <a:t>Added Flamefox 1.0 browser</a:t>
            </a:r>
          </a:p>
          <a:p>
            <a:pPr marL="285750" indent="-285750">
              <a:buFont typeface="Arial" panose="020B0604020202020204" pitchFamily="34" charset="0"/>
              <a:buChar char="•"/>
            </a:pPr>
            <a:r>
              <a:rPr lang="en-GB" dirty="0"/>
              <a:t>Added 100% start menu</a:t>
            </a:r>
          </a:p>
          <a:p>
            <a:pPr marL="285750" indent="-285750">
              <a:buFont typeface="Arial" panose="020B0604020202020204" pitchFamily="34" charset="0"/>
              <a:buChar char="•"/>
            </a:pPr>
            <a:r>
              <a:rPr lang="en-GB" dirty="0"/>
              <a:t>Added notepad</a:t>
            </a:r>
          </a:p>
          <a:p>
            <a:pPr marL="285750" indent="-285750">
              <a:buFont typeface="Arial" panose="020B0604020202020204" pitchFamily="34" charset="0"/>
              <a:buChar char="•"/>
            </a:pPr>
            <a:r>
              <a:rPr lang="en-GB" dirty="0"/>
              <a:t>Added paint</a:t>
            </a:r>
          </a:p>
          <a:p>
            <a:pPr marL="285750" indent="-285750">
              <a:buFont typeface="Arial" panose="020B0604020202020204" pitchFamily="34" charset="0"/>
              <a:buChar char="•"/>
            </a:pPr>
            <a:r>
              <a:rPr lang="en-GB" dirty="0"/>
              <a:t>Changed from internet to intranet</a:t>
            </a:r>
          </a:p>
          <a:p>
            <a:pPr marL="285750" indent="-285750">
              <a:buFont typeface="Arial" panose="020B0604020202020204" pitchFamily="34" charset="0"/>
              <a:buChar char="•"/>
            </a:pPr>
            <a:r>
              <a:rPr lang="en-GB" dirty="0"/>
              <a:t>Added 2 intranet sites</a:t>
            </a:r>
          </a:p>
          <a:p>
            <a:pPr marL="285750" indent="-285750">
              <a:buFont typeface="Arial" panose="020B0604020202020204" pitchFamily="34" charset="0"/>
              <a:buChar char="•"/>
            </a:pPr>
            <a:r>
              <a:rPr lang="en-GB" dirty="0"/>
              <a:t>Added start-up sound</a:t>
            </a:r>
          </a:p>
          <a:p>
            <a:pPr marL="285750" indent="-285750">
              <a:buFont typeface="Arial" panose="020B0604020202020204" pitchFamily="34" charset="0"/>
              <a:buChar char="•"/>
            </a:pPr>
            <a:r>
              <a:rPr lang="en-GB" dirty="0"/>
              <a:t>Added shutdown sound</a:t>
            </a:r>
          </a:p>
          <a:p>
            <a:pPr marL="285750" indent="-285750">
              <a:buFont typeface="Arial" panose="020B0604020202020204" pitchFamily="34" charset="0"/>
              <a:buChar char="•"/>
            </a:pPr>
            <a:r>
              <a:rPr lang="en-GB" dirty="0"/>
              <a:t>Added Fortnite</a:t>
            </a:r>
          </a:p>
          <a:p>
            <a:pPr marL="285750" indent="-285750">
              <a:buFont typeface="Arial" panose="020B0604020202020204" pitchFamily="34" charset="0"/>
              <a:buChar char="•"/>
            </a:pPr>
            <a:r>
              <a:rPr lang="en-GB" dirty="0"/>
              <a:t>Fixed </a:t>
            </a:r>
            <a:r>
              <a:rPr lang="en-GB"/>
              <a:t>703567954 bugs</a:t>
            </a: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688446578"/>
      </p:ext>
    </p:extLst>
  </p:cSld>
  <p:clrMapOvr>
    <a:masterClrMapping/>
  </p:clrMapOvr>
  <mc:AlternateContent xmlns:mc="http://schemas.openxmlformats.org/markup-compatibility/2006">
    <mc:Choice xmlns:p14="http://schemas.microsoft.com/office/powerpoint/2010/main" Requires="p14">
      <p:transition spd="slow" p14:dur="2000">
        <p:sndAc>
          <p:stSnd>
            <p:snd r:embed="rId2" name="Microsoft Windows 2000 Startup Sound.wav"/>
          </p:stSnd>
        </p:sndAc>
      </p:transition>
    </mc:Choice>
    <mc:Fallback>
      <p:transition spd="slow">
        <p:sndAc>
          <p:stSnd>
            <p:snd r:embed="rId2" name="Microsoft Windows 2000 Startup Sound.wav"/>
          </p:stSnd>
        </p:sndAc>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hlinkClick r:id="rId2" action="ppaction://hlinksldjump"/>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8EAADD62-CF09-4DB0-A17A-89479BEC9252}"/>
              </a:ext>
            </a:extLst>
          </p:cNvPr>
          <p:cNvSpPr/>
          <p:nvPr/>
        </p:nvSpPr>
        <p:spPr>
          <a:xfrm>
            <a:off x="0" y="1679944"/>
            <a:ext cx="4774019" cy="903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Username*****standard user******no group</a:t>
            </a:r>
          </a:p>
        </p:txBody>
      </p:sp>
      <p:sp>
        <p:nvSpPr>
          <p:cNvPr id="4" name="Rectangle 3">
            <a:extLst>
              <a:ext uri="{FF2B5EF4-FFF2-40B4-BE49-F238E27FC236}">
                <a16:creationId xmlns:a16="http://schemas.microsoft.com/office/drawing/2014/main" id="{C34A1CCF-902B-4E9C-9867-894A4BE77753}"/>
              </a:ext>
            </a:extLst>
          </p:cNvPr>
          <p:cNvSpPr/>
          <p:nvPr/>
        </p:nvSpPr>
        <p:spPr>
          <a:xfrm>
            <a:off x="0" y="2583712"/>
            <a:ext cx="4774019" cy="427428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6" name="Straight Connector 5">
            <a:extLst>
              <a:ext uri="{FF2B5EF4-FFF2-40B4-BE49-F238E27FC236}">
                <a16:creationId xmlns:a16="http://schemas.microsoft.com/office/drawing/2014/main" id="{AADFEFF0-B202-4A9D-A5F8-7C28C3DF7682}"/>
              </a:ext>
            </a:extLst>
          </p:cNvPr>
          <p:cNvCxnSpPr>
            <a:stCxn id="4" idx="0"/>
            <a:endCxn id="4" idx="2"/>
          </p:cNvCxnSpPr>
          <p:nvPr/>
        </p:nvCxnSpPr>
        <p:spPr>
          <a:xfrm>
            <a:off x="2387010" y="2583712"/>
            <a:ext cx="0" cy="4274288"/>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hlinkClick r:id="rId3" action="ppaction://hlinksldjump"/>
            <a:extLst>
              <a:ext uri="{FF2B5EF4-FFF2-40B4-BE49-F238E27FC236}">
                <a16:creationId xmlns:a16="http://schemas.microsoft.com/office/drawing/2014/main" id="{E458C225-C63B-49F1-8B7F-F234002CC2ED}"/>
              </a:ext>
            </a:extLst>
          </p:cNvPr>
          <p:cNvSpPr/>
          <p:nvPr/>
        </p:nvSpPr>
        <p:spPr>
          <a:xfrm>
            <a:off x="2562447" y="6422065"/>
            <a:ext cx="2115879" cy="3615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a:t>
            </a:r>
          </a:p>
        </p:txBody>
      </p:sp>
      <p:sp>
        <p:nvSpPr>
          <p:cNvPr id="8" name="Rectangle 7">
            <a:hlinkClick r:id="rId4" action="ppaction://hlinksldjump"/>
            <a:extLst>
              <a:ext uri="{FF2B5EF4-FFF2-40B4-BE49-F238E27FC236}">
                <a16:creationId xmlns:a16="http://schemas.microsoft.com/office/drawing/2014/main" id="{CA6E1B68-AD62-42F2-B48C-A3B8DC40B27A}"/>
              </a:ext>
            </a:extLst>
          </p:cNvPr>
          <p:cNvSpPr/>
          <p:nvPr/>
        </p:nvSpPr>
        <p:spPr>
          <a:xfrm>
            <a:off x="2562446" y="5879805"/>
            <a:ext cx="2115879" cy="3615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Log off</a:t>
            </a:r>
          </a:p>
        </p:txBody>
      </p:sp>
      <p:sp>
        <p:nvSpPr>
          <p:cNvPr id="9" name="Rectangle 8">
            <a:hlinkClick r:id="rId5" action="ppaction://hlinksldjump"/>
            <a:extLst>
              <a:ext uri="{FF2B5EF4-FFF2-40B4-BE49-F238E27FC236}">
                <a16:creationId xmlns:a16="http://schemas.microsoft.com/office/drawing/2014/main" id="{ABF73EB1-907E-41AD-8940-D3A474084C5B}"/>
              </a:ext>
            </a:extLst>
          </p:cNvPr>
          <p:cNvSpPr/>
          <p:nvPr/>
        </p:nvSpPr>
        <p:spPr>
          <a:xfrm>
            <a:off x="0" y="2679405"/>
            <a:ext cx="2307263" cy="749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Browser</a:t>
            </a:r>
          </a:p>
          <a:p>
            <a:pPr algn="ctr"/>
            <a:r>
              <a:rPr lang="en-GB" dirty="0"/>
              <a:t>Firedog 112.5</a:t>
            </a:r>
          </a:p>
        </p:txBody>
      </p:sp>
      <p:sp>
        <p:nvSpPr>
          <p:cNvPr id="10" name="Rectangle 9">
            <a:hlinkClick r:id="rId6" action="ppaction://hlinksldjump"/>
            <a:extLst>
              <a:ext uri="{FF2B5EF4-FFF2-40B4-BE49-F238E27FC236}">
                <a16:creationId xmlns:a16="http://schemas.microsoft.com/office/drawing/2014/main" id="{C0ACB435-0352-4C40-AC82-45E414887A73}"/>
              </a:ext>
            </a:extLst>
          </p:cNvPr>
          <p:cNvSpPr/>
          <p:nvPr/>
        </p:nvSpPr>
        <p:spPr>
          <a:xfrm>
            <a:off x="85060" y="3593805"/>
            <a:ext cx="2222201" cy="749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a:t>
            </a:r>
          </a:p>
          <a:p>
            <a:pPr algn="ctr"/>
            <a:r>
              <a:rPr lang="en-GB" dirty="0"/>
              <a:t>zmail</a:t>
            </a:r>
          </a:p>
        </p:txBody>
      </p:sp>
      <p:sp>
        <p:nvSpPr>
          <p:cNvPr id="11" name="Rectangle 10">
            <a:hlinkClick r:id="rId7" action="ppaction://hlinksldjump"/>
            <a:extLst>
              <a:ext uri="{FF2B5EF4-FFF2-40B4-BE49-F238E27FC236}">
                <a16:creationId xmlns:a16="http://schemas.microsoft.com/office/drawing/2014/main" id="{01E056BC-6998-4D2F-9586-4F71EE0BDFE9}"/>
              </a:ext>
            </a:extLst>
          </p:cNvPr>
          <p:cNvSpPr/>
          <p:nvPr/>
        </p:nvSpPr>
        <p:spPr>
          <a:xfrm>
            <a:off x="2679405" y="5178056"/>
            <a:ext cx="1998918" cy="5209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run</a:t>
            </a:r>
          </a:p>
        </p:txBody>
      </p:sp>
      <p:cxnSp>
        <p:nvCxnSpPr>
          <p:cNvPr id="13" name="Straight Connector 12">
            <a:extLst>
              <a:ext uri="{FF2B5EF4-FFF2-40B4-BE49-F238E27FC236}">
                <a16:creationId xmlns:a16="http://schemas.microsoft.com/office/drawing/2014/main" id="{494FC385-D073-4718-992A-30245F6A8A7E}"/>
              </a:ext>
            </a:extLst>
          </p:cNvPr>
          <p:cNvCxnSpPr/>
          <p:nvPr/>
        </p:nvCxnSpPr>
        <p:spPr>
          <a:xfrm>
            <a:off x="2387010" y="4710223"/>
            <a:ext cx="2503967"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hlinkClick r:id="rId8" action="ppaction://hlinksldjump"/>
            <a:extLst>
              <a:ext uri="{FF2B5EF4-FFF2-40B4-BE49-F238E27FC236}">
                <a16:creationId xmlns:a16="http://schemas.microsoft.com/office/drawing/2014/main" id="{839EECFA-9D63-4126-97D0-B6FF711BCB2D}"/>
              </a:ext>
            </a:extLst>
          </p:cNvPr>
          <p:cNvSpPr/>
          <p:nvPr/>
        </p:nvSpPr>
        <p:spPr>
          <a:xfrm>
            <a:off x="2477386" y="3923414"/>
            <a:ext cx="2200934" cy="7123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All apps</a:t>
            </a:r>
          </a:p>
        </p:txBody>
      </p:sp>
      <p:sp>
        <p:nvSpPr>
          <p:cNvPr id="15" name="Rectangle 14">
            <a:hlinkClick r:id="rId9" action="ppaction://hlinksldjump"/>
            <a:extLst>
              <a:ext uri="{FF2B5EF4-FFF2-40B4-BE49-F238E27FC236}">
                <a16:creationId xmlns:a16="http://schemas.microsoft.com/office/drawing/2014/main" id="{48AB8235-5B65-40CD-9607-6967A56D0300}"/>
              </a:ext>
            </a:extLst>
          </p:cNvPr>
          <p:cNvSpPr/>
          <p:nvPr/>
        </p:nvSpPr>
        <p:spPr>
          <a:xfrm>
            <a:off x="2562446" y="3349256"/>
            <a:ext cx="2115871" cy="393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Change settings</a:t>
            </a:r>
          </a:p>
        </p:txBody>
      </p:sp>
      <p:sp>
        <p:nvSpPr>
          <p:cNvPr id="16" name="Rectangle 15">
            <a:hlinkClick r:id="rId10" action="ppaction://hlinksldjump"/>
            <a:extLst>
              <a:ext uri="{FF2B5EF4-FFF2-40B4-BE49-F238E27FC236}">
                <a16:creationId xmlns:a16="http://schemas.microsoft.com/office/drawing/2014/main" id="{A944D602-2BBB-44B3-8F83-6C63FC2972C0}"/>
              </a:ext>
            </a:extLst>
          </p:cNvPr>
          <p:cNvSpPr/>
          <p:nvPr/>
        </p:nvSpPr>
        <p:spPr>
          <a:xfrm>
            <a:off x="2519916" y="2679405"/>
            <a:ext cx="2158400" cy="5954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Commit suicide</a:t>
            </a:r>
          </a:p>
        </p:txBody>
      </p:sp>
      <p:cxnSp>
        <p:nvCxnSpPr>
          <p:cNvPr id="18" name="Straight Connector 17">
            <a:extLst>
              <a:ext uri="{FF2B5EF4-FFF2-40B4-BE49-F238E27FC236}">
                <a16:creationId xmlns:a16="http://schemas.microsoft.com/office/drawing/2014/main" id="{12288444-5DFE-4F07-BB7D-AAE3CD4C415D}"/>
              </a:ext>
            </a:extLst>
          </p:cNvPr>
          <p:cNvCxnSpPr/>
          <p:nvPr/>
        </p:nvCxnSpPr>
        <p:spPr>
          <a:xfrm flipH="1">
            <a:off x="0" y="4476307"/>
            <a:ext cx="2387010" cy="0"/>
          </a:xfrm>
          <a:prstGeom prst="line">
            <a:avLst/>
          </a:prstGeom>
        </p:spPr>
        <p:style>
          <a:lnRef idx="1">
            <a:schemeClr val="accent1"/>
          </a:lnRef>
          <a:fillRef idx="0">
            <a:schemeClr val="accent1"/>
          </a:fillRef>
          <a:effectRef idx="0">
            <a:schemeClr val="accent1"/>
          </a:effectRef>
          <a:fontRef idx="minor">
            <a:schemeClr val="tx1"/>
          </a:fontRef>
        </p:style>
      </p:cxnSp>
      <p:pic>
        <p:nvPicPr>
          <p:cNvPr id="19" name="Picture 18">
            <a:hlinkClick r:id="rId10" action="ppaction://hlinksldjump"/>
            <a:extLst>
              <a:ext uri="{FF2B5EF4-FFF2-40B4-BE49-F238E27FC236}">
                <a16:creationId xmlns:a16="http://schemas.microsoft.com/office/drawing/2014/main" id="{515AC240-E2E9-461F-B29B-4175193324FD}"/>
              </a:ext>
            </a:extLst>
          </p:cNvPr>
          <p:cNvPicPr>
            <a:picLocks noChangeAspect="1"/>
          </p:cNvPicPr>
          <p:nvPr/>
        </p:nvPicPr>
        <p:blipFill>
          <a:blip r:embed="rId11"/>
          <a:stretch>
            <a:fillRect/>
          </a:stretch>
        </p:blipFill>
        <p:spPr>
          <a:xfrm>
            <a:off x="0" y="4476307"/>
            <a:ext cx="2381686" cy="2381686"/>
          </a:xfrm>
          <a:prstGeom prst="rect">
            <a:avLst/>
          </a:prstGeom>
        </p:spPr>
      </p:pic>
    </p:spTree>
    <p:extLst>
      <p:ext uri="{BB962C8B-B14F-4D97-AF65-F5344CB8AC3E}">
        <p14:creationId xmlns:p14="http://schemas.microsoft.com/office/powerpoint/2010/main" val="1446512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5C34B58-4613-43C4-978B-78920D8BBA03}"/>
              </a:ext>
            </a:extLst>
          </p:cNvPr>
          <p:cNvSpPr/>
          <p:nvPr/>
        </p:nvSpPr>
        <p:spPr>
          <a:xfrm>
            <a:off x="3274828" y="2073349"/>
            <a:ext cx="6432698" cy="3732028"/>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2" action="ppaction://hlinksldjump"/>
              </a:rPr>
              <a:t>Power off</a:t>
            </a:r>
            <a:endParaRPr lang="en-GB" dirty="0"/>
          </a:p>
          <a:p>
            <a:pPr algn="ctr"/>
            <a:endParaRPr lang="en-GB" dirty="0"/>
          </a:p>
          <a:p>
            <a:pPr algn="ctr"/>
            <a:r>
              <a:rPr lang="en-GB" dirty="0">
                <a:hlinkClick r:id="rId3" action="ppaction://hlinksldjump"/>
              </a:rPr>
              <a:t>Restart</a:t>
            </a:r>
            <a:endParaRPr lang="en-GB" dirty="0"/>
          </a:p>
          <a:p>
            <a:pPr algn="ctr"/>
            <a:endParaRPr lang="en-GB" dirty="0"/>
          </a:p>
          <a:p>
            <a:pPr algn="ctr"/>
            <a:r>
              <a:rPr lang="en-GB" dirty="0">
                <a:hlinkClick r:id="rId4" action="ppaction://hlinksldjump"/>
              </a:rPr>
              <a:t>Log off</a:t>
            </a:r>
            <a:endParaRPr lang="en-GB" dirty="0"/>
          </a:p>
          <a:p>
            <a:pPr algn="ctr"/>
            <a:endParaRPr lang="en-GB" dirty="0"/>
          </a:p>
          <a:p>
            <a:pPr algn="ctr"/>
            <a:r>
              <a:rPr lang="en-GB" dirty="0">
                <a:hlinkClick r:id="rId5" action="ppaction://hlinksldjump"/>
              </a:rPr>
              <a:t>Sleep! </a:t>
            </a:r>
            <a:endParaRPr lang="en-GB" dirty="0"/>
          </a:p>
        </p:txBody>
      </p:sp>
      <p:sp>
        <p:nvSpPr>
          <p:cNvPr id="4" name="Rectangle 3">
            <a:extLst>
              <a:ext uri="{FF2B5EF4-FFF2-40B4-BE49-F238E27FC236}">
                <a16:creationId xmlns:a16="http://schemas.microsoft.com/office/drawing/2014/main" id="{7BCD7ED6-22E0-453F-9968-B76731390FFD}"/>
              </a:ext>
            </a:extLst>
          </p:cNvPr>
          <p:cNvSpPr/>
          <p:nvPr/>
        </p:nvSpPr>
        <p:spPr>
          <a:xfrm>
            <a:off x="3274828" y="1265274"/>
            <a:ext cx="6432698" cy="808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Power menu:</a:t>
            </a:r>
          </a:p>
        </p:txBody>
      </p:sp>
      <p:sp>
        <p:nvSpPr>
          <p:cNvPr id="5" name="Rectangle 4">
            <a:hlinkClick r:id="rId6" action="ppaction://hlinksldjump"/>
            <a:extLst>
              <a:ext uri="{FF2B5EF4-FFF2-40B4-BE49-F238E27FC236}">
                <a16:creationId xmlns:a16="http://schemas.microsoft.com/office/drawing/2014/main" id="{7D5AFBF5-6C4B-421D-9ADE-3511195BDCFA}"/>
              </a:ext>
            </a:extLst>
          </p:cNvPr>
          <p:cNvSpPr/>
          <p:nvPr/>
        </p:nvSpPr>
        <p:spPr>
          <a:xfrm>
            <a:off x="8963247" y="1424763"/>
            <a:ext cx="552893" cy="531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83621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5EEFAC-43B9-4402-A683-8E939798BD43}"/>
              </a:ext>
            </a:extLst>
          </p:cNvPr>
          <p:cNvSpPr/>
          <p:nvPr/>
        </p:nvSpPr>
        <p:spPr>
          <a:xfrm>
            <a:off x="0" y="0"/>
            <a:ext cx="12192000" cy="685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It is now safe to power off your computer…</a:t>
            </a:r>
          </a:p>
          <a:p>
            <a:pPr algn="ctr"/>
            <a:endParaRPr lang="en-GB" dirty="0">
              <a:solidFill>
                <a:schemeClr val="tx1"/>
              </a:solidFill>
            </a:endParaRPr>
          </a:p>
          <a:p>
            <a:pPr algn="ctr"/>
            <a:r>
              <a:rPr lang="en-GB" dirty="0">
                <a:hlinkClick r:id="rId3" action="ppaction://hlinksldjump"/>
              </a:rPr>
              <a:t>restart</a:t>
            </a:r>
            <a:endParaRPr lang="en-GB" dirty="0"/>
          </a:p>
        </p:txBody>
      </p:sp>
    </p:spTree>
    <p:extLst>
      <p:ext uri="{BB962C8B-B14F-4D97-AF65-F5344CB8AC3E}">
        <p14:creationId xmlns:p14="http://schemas.microsoft.com/office/powerpoint/2010/main" val="2819776697"/>
      </p:ext>
    </p:extLst>
  </p:cSld>
  <p:clrMapOvr>
    <a:masterClrMapping/>
  </p:clrMapOvr>
  <mc:AlternateContent xmlns:mc="http://schemas.openxmlformats.org/markup-compatibility/2006">
    <mc:Choice xmlns:p14="http://schemas.microsoft.com/office/powerpoint/2010/main" Requires="p14">
      <p:transition spd="slow" p14:dur="2000">
        <p:sndAc>
          <p:stSnd>
            <p:snd r:embed="rId2" name="Microsoft Windows 2000 Shutdown Sound.wav"/>
          </p:stSnd>
        </p:sndAc>
      </p:transition>
    </mc:Choice>
    <mc:Fallback>
      <p:transition spd="slow">
        <p:sndAc>
          <p:stSnd>
            <p:snd r:embed="rId2" name="Microsoft Windows 2000 Shutdown Sound.wav"/>
          </p:stSnd>
        </p:sndAc>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hlinkClick r:id="rId2" action="ppaction://hlinksldjump"/>
            <a:extLst>
              <a:ext uri="{FF2B5EF4-FFF2-40B4-BE49-F238E27FC236}">
                <a16:creationId xmlns:a16="http://schemas.microsoft.com/office/drawing/2014/main" id="{19B0849C-FCD6-4480-B418-A693F3DE8BE6}"/>
              </a:ext>
            </a:extLst>
          </p:cNvPr>
          <p:cNvPicPr>
            <a:picLocks noChangeAspect="1"/>
          </p:cNvPicPr>
          <p:nvPr/>
        </p:nvPicPr>
        <p:blipFill>
          <a:blip r:embed="rId3"/>
          <a:stretch>
            <a:fillRect/>
          </a:stretch>
        </p:blipFill>
        <p:spPr>
          <a:xfrm>
            <a:off x="3542" y="-1994"/>
            <a:ext cx="12188457" cy="6859994"/>
          </a:xfrm>
          <a:prstGeom prst="rect">
            <a:avLst/>
          </a:prstGeom>
        </p:spPr>
      </p:pic>
    </p:spTree>
    <p:extLst>
      <p:ext uri="{BB962C8B-B14F-4D97-AF65-F5344CB8AC3E}">
        <p14:creationId xmlns:p14="http://schemas.microsoft.com/office/powerpoint/2010/main" val="4753925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8B2A9D9C-3678-452E-8E34-A4A95F6E25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764331"/>
          </a:xfrm>
          <a:prstGeom prst="rect">
            <a:avLst/>
          </a:prstGeom>
        </p:spPr>
      </p:pic>
    </p:spTree>
    <p:extLst>
      <p:ext uri="{BB962C8B-B14F-4D97-AF65-F5344CB8AC3E}">
        <p14:creationId xmlns:p14="http://schemas.microsoft.com/office/powerpoint/2010/main" val="4095390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TotalTime>
  <Words>796</Words>
  <Application>Microsoft Office PowerPoint</Application>
  <PresentationFormat>Widescreen</PresentationFormat>
  <Paragraphs>199</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Algerian</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Szymon Mochort</dc:creator>
  <cp:lastModifiedBy>Szymon Mochort</cp:lastModifiedBy>
  <cp:revision>198</cp:revision>
  <dcterms:created xsi:type="dcterms:W3CDTF">2020-03-23T15:34:39Z</dcterms:created>
  <dcterms:modified xsi:type="dcterms:W3CDTF">2020-03-27T18:48:38Z</dcterms:modified>
</cp:coreProperties>
</file>