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5" r:id="rId5"/>
    <p:sldId id="272" r:id="rId6"/>
    <p:sldId id="271" r:id="rId7"/>
    <p:sldId id="270" r:id="rId8"/>
    <p:sldId id="269" r:id="rId9"/>
    <p:sldId id="267" r:id="rId10"/>
    <p:sldId id="268" r:id="rId11"/>
    <p:sldId id="266" r:id="rId12"/>
    <p:sldId id="259" r:id="rId13"/>
    <p:sldId id="260" r:id="rId14"/>
    <p:sldId id="261" r:id="rId15"/>
    <p:sldId id="262" r:id="rId16"/>
    <p:sldId id="263" r:id="rId17"/>
    <p:sldId id="264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7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14FE30-B250-42AF-A5E9-F9D53D54911D}" type="datetimeFigureOut">
              <a:rPr lang="en-GB" smtClean="0"/>
              <a:t>23/03/2020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0E67C2-3D54-41BE-BFA5-A6DA6B06C3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5218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C1725-D1F4-433E-964F-7459F72993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CFC8B8-9001-4CCB-BEE6-254A9249BE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B626F-2779-4BBF-9D86-8DD47FC51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6718D-8525-41F1-8FDD-015FE1409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5DAAE-9FE3-4926-B024-460F51C83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4150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EFEEE-23B5-4E01-95F8-4BA8CEDE2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C5886-D5D0-4149-90D5-2EBBD8C64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F8A2F-3069-497D-89B5-E4B00A297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CAD1F-CCB9-4A2F-A6C6-007A18CA3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4670B-A7AA-4070-AB5B-E654B7D8D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52917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C8875-E3C0-4D33-8CD2-374960B0E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A86125-DC66-4BB5-9C7D-E16DB439D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0C01D-812C-4894-A6D4-69F399A21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59527-19B9-4D23-A8DC-628D59AEE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7C807-46FB-40E5-99C6-53097E382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4592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131D1-8C61-4B97-89A5-344F385E2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4A821-39FE-4A63-9FF2-3D7E762E8D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73B101-5FD4-4981-B45E-1C6979C0EB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826D38-4A84-4846-B4A7-8326F7FCC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7A80DD-29FA-42A9-B558-63CD6A634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68935B-8D9E-48E9-AFC9-157A5FD9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1623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5721C-A07D-4CD0-AC1C-747C8E3D1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2087A-D150-4A1E-913A-E4E7C7107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8EA29D-3A84-4D67-9D35-84BBD0C9D9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FC2863-C473-4E11-8BB3-C4BB59A0D4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B4EC40-B90B-4375-85E9-C3C1EA6739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A6CBD1-A4AA-44CA-BC1D-5A5149FDE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7FE043-E73B-4211-B310-01C6E231C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076E76-84EE-4E1B-93DC-DA35D5890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257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97E0E-CCC7-4BB3-9116-7BA72073A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A48679-00E4-43DC-B9E9-DB33C8E14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A6F170-5B94-49AB-B90E-C9C1FE69A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E6263A-1D58-4165-B0FF-43B7399EB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7487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A8B27D-2669-4776-B565-67A479391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8471F-63A1-4F3E-9A1A-58039F476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5C33D-1255-4B91-97A6-9D9E4700B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9554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57E19-8954-467E-985D-BEB0F8D2B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FD6BE-E930-4E91-B14D-D57E7591D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7F7C4A-97CA-45B1-9C46-4405D629B6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B9DB88-05BE-438C-8659-64743A8E8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3CC5C-B101-41F8-95A8-3BA77FC58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C476FA-032E-46FE-8EE9-FE02C70D2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4753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258F2-D198-4664-8361-45B61E074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DDCB1C-522E-40BD-878F-FE3627FD70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DE2595-D432-41FD-B135-5D75E2BBDC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AFEA4-4787-4B1A-9C19-9BDEBF6CA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8A4CA-66A2-406E-AD2C-3AC5B43F5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3DB70E-7707-4D5C-94B8-BA7729B96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2952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21664-E8D0-433D-A2E1-1800FFB40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4D86F3-5E68-4384-A680-B9AEFB5C3C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EA4FE-79C6-4940-ABDD-8408251E6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E99BC-DB47-49E6-B520-EAF51FAFC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41A66-94A2-4056-8796-C25CBFED3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4422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9AD95D-DF64-478B-B320-EC61F69E65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BDA7C-FDC4-46CA-BD29-410B2D31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596E7-662C-4453-A56E-933B135A4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FA6B2-15A0-48BE-AF72-6BD7B6D16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F1627-99B8-4B59-81A5-EF9EE21BD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1763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56772F-2189-45B1-9644-1DFAE217D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8436E-CD48-4438-9B29-C5EC3B9957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D0DD3-0DD4-4A13-A032-67CCE8D49B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6A4A5-F13F-4900-A73D-22BDA1314D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ECE09-C49F-4DA0-97AE-775955807D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5314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slide" Target="slide1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slide" Target="slide1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slide" Target="slide13.xml"/><Relationship Id="rId1" Type="http://schemas.openxmlformats.org/officeDocument/2006/relationships/slideLayout" Target="../slideLayouts/slideLayout7.xml"/><Relationship Id="rId4" Type="http://schemas.openxmlformats.org/officeDocument/2006/relationships/slide" Target="slid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" Target="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7" Type="http://schemas.openxmlformats.org/officeDocument/2006/relationships/image" Target="../media/image3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8.xml"/><Relationship Id="rId5" Type="http://schemas.openxmlformats.org/officeDocument/2006/relationships/slide" Target="slide11.xml"/><Relationship Id="rId4" Type="http://schemas.openxmlformats.org/officeDocument/2006/relationships/slide" Target="slid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3.xml"/><Relationship Id="rId5" Type="http://schemas.openxmlformats.org/officeDocument/2006/relationships/slide" Target="slide17.xml"/><Relationship Id="rId4" Type="http://schemas.openxmlformats.org/officeDocument/2006/relationships/slide" Target="slide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8F0C2-659D-4D1E-A16D-F023974EDA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473FDA-265A-4419-9DBF-635813A0C2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077146-C805-434A-B50F-7790336B8A0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Booting SSD…</a:t>
            </a:r>
          </a:p>
          <a:p>
            <a:endParaRPr lang="en-GB" dirty="0"/>
          </a:p>
          <a:p>
            <a:r>
              <a:rPr lang="en-GB" dirty="0"/>
              <a:t>Starting Windos 1…</a:t>
            </a:r>
          </a:p>
          <a:p>
            <a:r>
              <a:rPr lang="en-GB" dirty="0">
                <a:hlinkClick r:id="rId2" action="ppaction://hlinksldjump"/>
              </a:rPr>
              <a:t>Boot here! 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2824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5929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3274828" y="2073349"/>
            <a:ext cx="6432698" cy="373202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3274828" y="1265274"/>
            <a:ext cx="6432698" cy="808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8963247" y="1424763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9384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0388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3274828" y="2073349"/>
            <a:ext cx="6432698" cy="373202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AOL is dead!</a:t>
            </a:r>
          </a:p>
          <a:p>
            <a:pPr algn="ctr"/>
            <a:r>
              <a:rPr lang="en-GB" dirty="0"/>
              <a:t>Continue???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3274828" y="1265274"/>
            <a:ext cx="6432698" cy="808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AOL 12.00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8963247" y="1424763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A4A3F1F6-51C4-4EFE-AED0-D31011AF08EE}"/>
              </a:ext>
            </a:extLst>
          </p:cNvPr>
          <p:cNvSpPr/>
          <p:nvPr/>
        </p:nvSpPr>
        <p:spPr>
          <a:xfrm>
            <a:off x="3615070" y="4933507"/>
            <a:ext cx="2902688" cy="5422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ya</a:t>
            </a:r>
            <a:endParaRPr lang="en-GB" dirty="0"/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4477F519-DADF-45F3-B09F-1C935128D872}"/>
              </a:ext>
            </a:extLst>
          </p:cNvPr>
          <p:cNvSpPr/>
          <p:nvPr/>
        </p:nvSpPr>
        <p:spPr>
          <a:xfrm>
            <a:off x="6698512" y="4933507"/>
            <a:ext cx="2647507" cy="5422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Nope! </a:t>
            </a:r>
          </a:p>
        </p:txBody>
      </p:sp>
    </p:spTree>
    <p:extLst>
      <p:ext uri="{BB962C8B-B14F-4D97-AF65-F5344CB8AC3E}">
        <p14:creationId xmlns:p14="http://schemas.microsoft.com/office/powerpoint/2010/main" val="3752205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3274828" y="2073349"/>
            <a:ext cx="6432698" cy="373202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Enter password: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3274828" y="1265274"/>
            <a:ext cx="6432698" cy="808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 err="1"/>
              <a:t>Wifi</a:t>
            </a:r>
            <a:r>
              <a:rPr lang="en-GB" dirty="0"/>
              <a:t> password: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8963247" y="1424763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BEFB98-15B5-43BC-BD53-34EBE27D70AB}"/>
              </a:ext>
            </a:extLst>
          </p:cNvPr>
          <p:cNvSpPr/>
          <p:nvPr/>
        </p:nvSpPr>
        <p:spPr>
          <a:xfrm>
            <a:off x="3615070" y="4114800"/>
            <a:ext cx="5518297" cy="9037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hlinkClick r:id="rId3" action="ppaction://hlinksldjump"/>
            <a:extLst>
              <a:ext uri="{FF2B5EF4-FFF2-40B4-BE49-F238E27FC236}">
                <a16:creationId xmlns:a16="http://schemas.microsoft.com/office/drawing/2014/main" id="{F828602B-2A6D-47B9-9382-A0C5B586E1F6}"/>
              </a:ext>
            </a:extLst>
          </p:cNvPr>
          <p:cNvSpPr/>
          <p:nvPr/>
        </p:nvSpPr>
        <p:spPr>
          <a:xfrm>
            <a:off x="8318205" y="4300869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1589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Select your network SSID:</a:t>
            </a:r>
          </a:p>
          <a:p>
            <a:pPr algn="ctr"/>
            <a:endParaRPr lang="en-GB" dirty="0"/>
          </a:p>
          <a:p>
            <a:pPr algn="ctr"/>
            <a:r>
              <a:rPr lang="en-GB" dirty="0">
                <a:hlinkClick r:id="rId2" action="ppaction://hlinksldjump"/>
              </a:rPr>
              <a:t>The evil network</a:t>
            </a:r>
          </a:p>
          <a:p>
            <a:pPr algn="ctr"/>
            <a:endParaRPr lang="en-GB" dirty="0">
              <a:hlinkClick r:id="rId2" action="ppaction://hlinksldjump"/>
            </a:endParaRPr>
          </a:p>
          <a:p>
            <a:pPr algn="ctr"/>
            <a:r>
              <a:rPr lang="en-GB" dirty="0">
                <a:hlinkClick r:id="rId2" action="ppaction://hlinksldjump"/>
              </a:rPr>
              <a:t>Nostalgia</a:t>
            </a:r>
          </a:p>
          <a:p>
            <a:pPr algn="ctr"/>
            <a:endParaRPr lang="en-GB" dirty="0">
              <a:hlinkClick r:id="rId2" action="ppaction://hlinksldjump"/>
            </a:endParaRPr>
          </a:p>
          <a:p>
            <a:pPr algn="ctr"/>
            <a:r>
              <a:rPr lang="en-GB" dirty="0">
                <a:hlinkClick r:id="rId2" action="ppaction://hlinksldjump"/>
              </a:rPr>
              <a:t>Google sucks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WIFI connect 1.012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0141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Select the connection type:</a:t>
            </a:r>
          </a:p>
          <a:p>
            <a:pPr algn="ctr"/>
            <a:endParaRPr lang="en-GB" dirty="0"/>
          </a:p>
          <a:p>
            <a:pPr algn="ctr"/>
            <a:r>
              <a:rPr lang="en-GB" dirty="0">
                <a:hlinkClick r:id="rId2" action="ppaction://hlinksldjump"/>
              </a:rPr>
              <a:t>WIFI</a:t>
            </a:r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/>
              <a:t>Ethernet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Dial-up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Internet connection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9525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Trying to find a problem…</a:t>
            </a:r>
          </a:p>
          <a:p>
            <a:pPr algn="ctr"/>
            <a:r>
              <a:rPr lang="en-GB" dirty="0"/>
              <a:t>Please wait 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Windos trouble-shooter o.0023470926734578 alpha 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AutoShape 2" descr="Image result for loading gif">
            <a:extLst>
              <a:ext uri="{FF2B5EF4-FFF2-40B4-BE49-F238E27FC236}">
                <a16:creationId xmlns:a16="http://schemas.microsoft.com/office/drawing/2014/main" id="{019D7C1C-8BA0-4992-BA35-6621BFE259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9" name="Picture 8">
            <a:hlinkClick r:id="rId3" action="ppaction://hlinksldjump"/>
            <a:extLst>
              <a:ext uri="{FF2B5EF4-FFF2-40B4-BE49-F238E27FC236}">
                <a16:creationId xmlns:a16="http://schemas.microsoft.com/office/drawing/2014/main" id="{4AD3D671-4AED-4DE7-8657-65B4CC9251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9654" y="4164197"/>
            <a:ext cx="3066347" cy="5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862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Fixing the problem…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Windos trouble-shooter o.0023470926734578 alpha 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AutoShape 2" descr="Image result for loading gif">
            <a:extLst>
              <a:ext uri="{FF2B5EF4-FFF2-40B4-BE49-F238E27FC236}">
                <a16:creationId xmlns:a16="http://schemas.microsoft.com/office/drawing/2014/main" id="{019D7C1C-8BA0-4992-BA35-6621BFE259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D3D671-4AED-4DE7-8657-65B4CC9251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9654" y="4164197"/>
            <a:ext cx="3066347" cy="5353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B08492-055D-4C80-B6D6-FD1877BBCC1B}"/>
              </a:ext>
            </a:extLst>
          </p:cNvPr>
          <p:cNvSpPr txBox="1"/>
          <p:nvPr/>
        </p:nvSpPr>
        <p:spPr>
          <a:xfrm>
            <a:off x="967563" y="1382233"/>
            <a:ext cx="6719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4" action="ppaction://hlinksldjump"/>
              </a:rPr>
              <a:t>Open internet wizard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6020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Firedog 112.5***not </a:t>
            </a:r>
            <a:r>
              <a:rPr lang="en-GB" dirty="0" err="1"/>
              <a:t>conneted</a:t>
            </a:r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AutoShape 2" descr="Image result for no internet">
            <a:extLst>
              <a:ext uri="{FF2B5EF4-FFF2-40B4-BE49-F238E27FC236}">
                <a16:creationId xmlns:a16="http://schemas.microsoft.com/office/drawing/2014/main" id="{87F42EC9-7C91-42C2-A9CB-DF71D97F03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7" name="Picture 6">
            <a:hlinkClick r:id="rId3" action="ppaction://hlinksldjump"/>
            <a:extLst>
              <a:ext uri="{FF2B5EF4-FFF2-40B4-BE49-F238E27FC236}">
                <a16:creationId xmlns:a16="http://schemas.microsoft.com/office/drawing/2014/main" id="{693287B6-FA46-442F-A2E8-0929B59F35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996" y="1670198"/>
            <a:ext cx="9529011" cy="4114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B0FFC4F-56CF-41A6-963C-79B2DD8172B4}"/>
              </a:ext>
            </a:extLst>
          </p:cNvPr>
          <p:cNvSpPr txBox="1"/>
          <p:nvPr/>
        </p:nvSpPr>
        <p:spPr>
          <a:xfrm>
            <a:off x="689996" y="6018028"/>
            <a:ext cx="3180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Diagnose connection problems</a:t>
            </a:r>
          </a:p>
        </p:txBody>
      </p:sp>
    </p:spTree>
    <p:extLst>
      <p:ext uri="{BB962C8B-B14F-4D97-AF65-F5344CB8AC3E}">
        <p14:creationId xmlns:p14="http://schemas.microsoft.com/office/powerpoint/2010/main" val="673312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3274828" y="2073349"/>
            <a:ext cx="6432698" cy="373202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Username: Username</a:t>
            </a:r>
          </a:p>
          <a:p>
            <a:pPr algn="ctr"/>
            <a:r>
              <a:rPr lang="en-GB" dirty="0"/>
              <a:t>Password: ********</a:t>
            </a:r>
          </a:p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3274828" y="1265274"/>
            <a:ext cx="6432698" cy="808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login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8963247" y="1424763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hlinkClick r:id="rId2" action="ppaction://hlinksldjump"/>
            <a:extLst>
              <a:ext uri="{FF2B5EF4-FFF2-40B4-BE49-F238E27FC236}">
                <a16:creationId xmlns:a16="http://schemas.microsoft.com/office/drawing/2014/main" id="{815B08B5-C4B1-4857-8AC6-9E7EFB05FA9A}"/>
              </a:ext>
            </a:extLst>
          </p:cNvPr>
          <p:cNvSpPr/>
          <p:nvPr/>
        </p:nvSpPr>
        <p:spPr>
          <a:xfrm>
            <a:off x="8048847" y="3338623"/>
            <a:ext cx="1105786" cy="10047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707246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F4DB35-C1E8-408D-BDD5-FB2D3CDC9A74}"/>
              </a:ext>
            </a:extLst>
          </p:cNvPr>
          <p:cNvSpPr/>
          <p:nvPr/>
        </p:nvSpPr>
        <p:spPr>
          <a:xfrm>
            <a:off x="0" y="6134986"/>
            <a:ext cx="12192000" cy="72301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7A79775F-B02D-4F49-BCBB-49FC15AB7A2E}"/>
              </a:ext>
            </a:extLst>
          </p:cNvPr>
          <p:cNvSpPr/>
          <p:nvPr/>
        </p:nvSpPr>
        <p:spPr>
          <a:xfrm>
            <a:off x="148856" y="6337005"/>
            <a:ext cx="1552353" cy="3508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start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43AB80-EF6A-461C-814C-95B8EBF0B96A}"/>
              </a:ext>
            </a:extLst>
          </p:cNvPr>
          <p:cNvSpPr txBox="1"/>
          <p:nvPr/>
        </p:nvSpPr>
        <p:spPr>
          <a:xfrm>
            <a:off x="9558671" y="5445572"/>
            <a:ext cx="2902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 beta 13</a:t>
            </a:r>
          </a:p>
          <a:p>
            <a:r>
              <a:rPr lang="en-GB" dirty="0"/>
              <a:t>For testing purposes only! </a:t>
            </a:r>
          </a:p>
        </p:txBody>
      </p:sp>
    </p:spTree>
    <p:extLst>
      <p:ext uri="{BB962C8B-B14F-4D97-AF65-F5344CB8AC3E}">
        <p14:creationId xmlns:p14="http://schemas.microsoft.com/office/powerpoint/2010/main" val="16884465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hlinkClick r:id="rId2" action="ppaction://hlinksldjump"/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AADD62-CF09-4DB0-A17A-89479BEC9252}"/>
              </a:ext>
            </a:extLst>
          </p:cNvPr>
          <p:cNvSpPr/>
          <p:nvPr/>
        </p:nvSpPr>
        <p:spPr>
          <a:xfrm>
            <a:off x="0" y="1679944"/>
            <a:ext cx="4774019" cy="9037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Username*****standard user******no group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4A1CCF-902B-4E9C-9867-894A4BE77753}"/>
              </a:ext>
            </a:extLst>
          </p:cNvPr>
          <p:cNvSpPr/>
          <p:nvPr/>
        </p:nvSpPr>
        <p:spPr>
          <a:xfrm>
            <a:off x="0" y="2583712"/>
            <a:ext cx="4774019" cy="427428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ADFEFF0-B202-4A9D-A5F8-7C28C3DF7682}"/>
              </a:ext>
            </a:extLst>
          </p:cNvPr>
          <p:cNvCxnSpPr>
            <a:stCxn id="4" idx="0"/>
            <a:endCxn id="4" idx="2"/>
          </p:cNvCxnSpPr>
          <p:nvPr/>
        </p:nvCxnSpPr>
        <p:spPr>
          <a:xfrm>
            <a:off x="2387010" y="2583712"/>
            <a:ext cx="0" cy="4274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hlinkClick r:id="rId3" action="ppaction://hlinksldjump"/>
            <a:extLst>
              <a:ext uri="{FF2B5EF4-FFF2-40B4-BE49-F238E27FC236}">
                <a16:creationId xmlns:a16="http://schemas.microsoft.com/office/drawing/2014/main" id="{E458C225-C63B-49F1-8B7F-F234002CC2ED}"/>
              </a:ext>
            </a:extLst>
          </p:cNvPr>
          <p:cNvSpPr/>
          <p:nvPr/>
        </p:nvSpPr>
        <p:spPr>
          <a:xfrm>
            <a:off x="2562447" y="6422065"/>
            <a:ext cx="2115879" cy="3615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Power…</a:t>
            </a:r>
          </a:p>
        </p:txBody>
      </p:sp>
      <p:sp>
        <p:nvSpPr>
          <p:cNvPr id="8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CA6E1B68-AD62-42F2-B48C-A3B8DC40B27A}"/>
              </a:ext>
            </a:extLst>
          </p:cNvPr>
          <p:cNvSpPr/>
          <p:nvPr/>
        </p:nvSpPr>
        <p:spPr>
          <a:xfrm>
            <a:off x="2562446" y="5879805"/>
            <a:ext cx="2115879" cy="3615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Log off</a:t>
            </a:r>
          </a:p>
        </p:txBody>
      </p:sp>
      <p:sp>
        <p:nvSpPr>
          <p:cNvPr id="9" name="Rectangle 8">
            <a:hlinkClick r:id="rId5" action="ppaction://hlinksldjump"/>
            <a:extLst>
              <a:ext uri="{FF2B5EF4-FFF2-40B4-BE49-F238E27FC236}">
                <a16:creationId xmlns:a16="http://schemas.microsoft.com/office/drawing/2014/main" id="{ABF73EB1-907E-41AD-8940-D3A474084C5B}"/>
              </a:ext>
            </a:extLst>
          </p:cNvPr>
          <p:cNvSpPr/>
          <p:nvPr/>
        </p:nvSpPr>
        <p:spPr>
          <a:xfrm>
            <a:off x="0" y="2679405"/>
            <a:ext cx="2307263" cy="7495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Browser</a:t>
            </a:r>
          </a:p>
          <a:p>
            <a:pPr algn="ctr"/>
            <a:r>
              <a:rPr lang="en-GB" dirty="0"/>
              <a:t>Firedog 112.5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ACB435-0352-4C40-AC82-45E414887A73}"/>
              </a:ext>
            </a:extLst>
          </p:cNvPr>
          <p:cNvSpPr/>
          <p:nvPr/>
        </p:nvSpPr>
        <p:spPr>
          <a:xfrm>
            <a:off x="85060" y="3593805"/>
            <a:ext cx="2222201" cy="7495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Email</a:t>
            </a:r>
          </a:p>
          <a:p>
            <a:pPr algn="ctr"/>
            <a:r>
              <a:rPr lang="en-GB" dirty="0"/>
              <a:t>zmail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E056BC-6998-4D2F-9586-4F71EE0BDFE9}"/>
              </a:ext>
            </a:extLst>
          </p:cNvPr>
          <p:cNvSpPr/>
          <p:nvPr/>
        </p:nvSpPr>
        <p:spPr>
          <a:xfrm>
            <a:off x="2679405" y="5178056"/>
            <a:ext cx="1998918" cy="5209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run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94FC385-D073-4718-992A-30245F6A8A7E}"/>
              </a:ext>
            </a:extLst>
          </p:cNvPr>
          <p:cNvCxnSpPr/>
          <p:nvPr/>
        </p:nvCxnSpPr>
        <p:spPr>
          <a:xfrm>
            <a:off x="2387010" y="4710223"/>
            <a:ext cx="25039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839EECFA-9D63-4126-97D0-B6FF711BCB2D}"/>
              </a:ext>
            </a:extLst>
          </p:cNvPr>
          <p:cNvSpPr/>
          <p:nvPr/>
        </p:nvSpPr>
        <p:spPr>
          <a:xfrm>
            <a:off x="2477386" y="3923414"/>
            <a:ext cx="2200934" cy="7123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All apps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AB8235-5B65-40CD-9607-6967A56D0300}"/>
              </a:ext>
            </a:extLst>
          </p:cNvPr>
          <p:cNvSpPr/>
          <p:nvPr/>
        </p:nvSpPr>
        <p:spPr>
          <a:xfrm>
            <a:off x="2562446" y="3349256"/>
            <a:ext cx="2115871" cy="3934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Change settings</a:t>
            </a:r>
          </a:p>
        </p:txBody>
      </p:sp>
      <p:sp>
        <p:nvSpPr>
          <p:cNvPr id="16" name="Rectangle 15">
            <a:hlinkClick r:id="rId6" action="ppaction://hlinksldjump"/>
            <a:extLst>
              <a:ext uri="{FF2B5EF4-FFF2-40B4-BE49-F238E27FC236}">
                <a16:creationId xmlns:a16="http://schemas.microsoft.com/office/drawing/2014/main" id="{A944D602-2BBB-44B3-8F83-6C63FC2972C0}"/>
              </a:ext>
            </a:extLst>
          </p:cNvPr>
          <p:cNvSpPr/>
          <p:nvPr/>
        </p:nvSpPr>
        <p:spPr>
          <a:xfrm>
            <a:off x="2519916" y="2679405"/>
            <a:ext cx="2158400" cy="595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Commit suicide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2288444-5DFE-4F07-BB7D-AAE3CD4C415D}"/>
              </a:ext>
            </a:extLst>
          </p:cNvPr>
          <p:cNvCxnSpPr/>
          <p:nvPr/>
        </p:nvCxnSpPr>
        <p:spPr>
          <a:xfrm flipH="1">
            <a:off x="0" y="4476307"/>
            <a:ext cx="23870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hlinkClick r:id="rId6" action="ppaction://hlinksldjump"/>
            <a:extLst>
              <a:ext uri="{FF2B5EF4-FFF2-40B4-BE49-F238E27FC236}">
                <a16:creationId xmlns:a16="http://schemas.microsoft.com/office/drawing/2014/main" id="{515AC240-E2E9-461F-B29B-4175193324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4476307"/>
            <a:ext cx="2381686" cy="238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512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3274828" y="2073349"/>
            <a:ext cx="6432698" cy="373202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hlinkClick r:id="rId2" action="ppaction://hlinksldjump"/>
              </a:rPr>
              <a:t>Power off</a:t>
            </a:r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>
                <a:hlinkClick r:id="rId3" action="ppaction://hlinksldjump"/>
              </a:rPr>
              <a:t>Restart</a:t>
            </a:r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>
                <a:hlinkClick r:id="rId4" action="ppaction://hlinksldjump"/>
              </a:rPr>
              <a:t>Log off</a:t>
            </a:r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>
                <a:hlinkClick r:id="rId5" action="ppaction://hlinksldjump"/>
              </a:rPr>
              <a:t>Sleep! 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3274828" y="1265274"/>
            <a:ext cx="6432698" cy="808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Power menu:</a:t>
            </a:r>
          </a:p>
        </p:txBody>
      </p:sp>
      <p:sp>
        <p:nvSpPr>
          <p:cNvPr id="5" name="Rectangle 4">
            <a:hlinkClick r:id="rId6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8963247" y="1424763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621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It is now safe to power off your computer…</a:t>
            </a:r>
          </a:p>
          <a:p>
            <a:pPr algn="ctr"/>
            <a:endParaRPr lang="en-GB" dirty="0"/>
          </a:p>
          <a:p>
            <a:pPr algn="ctr"/>
            <a:r>
              <a:rPr lang="en-GB" dirty="0">
                <a:hlinkClick r:id="rId2" action="ppaction://hlinksldjump"/>
              </a:rPr>
              <a:t>restart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97766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hlinkClick r:id="rId2" action="ppaction://hlinksldjump"/>
            <a:extLst>
              <a:ext uri="{FF2B5EF4-FFF2-40B4-BE49-F238E27FC236}">
                <a16:creationId xmlns:a16="http://schemas.microsoft.com/office/drawing/2014/main" id="{19B0849C-FCD6-4480-B418-A693F3DE8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2" y="-1994"/>
            <a:ext cx="12188457" cy="6859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3925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8B2A9D9C-3678-452E-8E34-A4A95F6E25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76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390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148</Words>
  <Application>Microsoft Office PowerPoint</Application>
  <PresentationFormat>Widescreen</PresentationFormat>
  <Paragraphs>83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Szymon Mochort</dc:creator>
  <cp:lastModifiedBy>Szymon Mochort</cp:lastModifiedBy>
  <cp:revision>62</cp:revision>
  <dcterms:created xsi:type="dcterms:W3CDTF">2020-03-23T15:34:39Z</dcterms:created>
  <dcterms:modified xsi:type="dcterms:W3CDTF">2020-03-23T16:18:53Z</dcterms:modified>
</cp:coreProperties>
</file>