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57" r:id="rId5"/>
    <p:sldId id="259" r:id="rId6"/>
    <p:sldId id="265" r:id="rId7"/>
    <p:sldId id="258" r:id="rId8"/>
    <p:sldId id="261" r:id="rId9"/>
    <p:sldId id="262" r:id="rId10"/>
    <p:sldId id="263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23/07/2020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23/07/2020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9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9" Type="http://schemas.openxmlformats.org/officeDocument/2006/relationships/image" Target="../media/image56.sv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9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5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5.wdp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slide" Target="slide11.xml"/><Relationship Id="rId4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12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3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Added hyperlinks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Added build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I want to change the font size all at once but PowerPoint is so stupid it won’t. I just did!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Added  EDGE 1.00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Made backgrounds lighter because I can’t see my mouse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To add 3 websites!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9491330" y="5980629"/>
            <a:ext cx="2700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UI" panose="020B0502040204020203" pitchFamily="34" charset="0"/>
              </a:rPr>
              <a:t>Windos XP alpha 1</a:t>
            </a:r>
          </a:p>
          <a:p>
            <a:r>
              <a:rPr lang="en-GB" sz="1200" dirty="0">
                <a:latin typeface="Segoe UI" panose="020B0502040204020203" pitchFamily="34" charset="0"/>
              </a:rPr>
              <a:t>This version of Windos is not genuine</a:t>
            </a:r>
          </a:p>
        </p:txBody>
      </p:sp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219246F-26DB-4D75-A4C1-28DF8B2CB534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388244" y="5236082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5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6348" y="2903273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web browser</a:t>
            </a:r>
          </a:p>
          <a:p>
            <a:pPr algn="ctr"/>
            <a:r>
              <a:rPr lang="en-GB" dirty="0"/>
              <a:t>V1.00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135896" y="3141723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Google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Bing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Ask Jeeves</a:t>
            </a: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17" y="5883966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428999"/>
            <a:ext cx="1811674" cy="1472609"/>
          </a:xfrm>
          <a:prstGeom prst="wedgeRectCallout">
            <a:avLst>
              <a:gd name="adj1" fmla="val -19216"/>
              <a:gd name="adj2" fmla="val 120170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Welcome to EDGE, IE’s replacement. Click on an underlined piece of text to go to that website! </a:t>
            </a:r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144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109</cp:revision>
  <dcterms:created xsi:type="dcterms:W3CDTF">2020-07-23T17:46:41Z</dcterms:created>
  <dcterms:modified xsi:type="dcterms:W3CDTF">2020-07-23T18:54:30Z</dcterms:modified>
</cp:coreProperties>
</file>