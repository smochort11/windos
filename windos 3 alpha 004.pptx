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86" r:id="rId23"/>
    <p:sldId id="296" r:id="rId24"/>
    <p:sldId id="259" r:id="rId25"/>
    <p:sldId id="289" r:id="rId26"/>
    <p:sldId id="293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90" r:id="rId36"/>
    <p:sldId id="291" r:id="rId37"/>
    <p:sldId id="292" r:id="rId38"/>
    <p:sldId id="294" r:id="rId39"/>
    <p:sldId id="295" r:id="rId40"/>
    <p:sldId id="297" r:id="rId41"/>
    <p:sldId id="298" r:id="rId42"/>
    <p:sldId id="299" r:id="rId43"/>
    <p:sldId id="30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18/05/2020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8.xml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4.xml"/><Relationship Id="rId4" Type="http://schemas.openxmlformats.org/officeDocument/2006/relationships/slide" Target="slide3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svg"/><Relationship Id="rId7" Type="http://schemas.openxmlformats.org/officeDocument/2006/relationships/slide" Target="slide3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slide" Target="slide33.xml"/><Relationship Id="rId4" Type="http://schemas.openxmlformats.org/officeDocument/2006/relationships/slide" Target="slide28.xml"/><Relationship Id="rId9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slide" Target="slide28.xml"/><Relationship Id="rId4" Type="http://schemas.openxmlformats.org/officeDocument/2006/relationships/image" Target="../media/image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slide" Target="slide28.xml"/><Relationship Id="rId4" Type="http://schemas.openxmlformats.org/officeDocument/2006/relationships/image" Target="../media/image4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slide" Target="slide28.xml"/><Relationship Id="rId10" Type="http://schemas.openxmlformats.org/officeDocument/2006/relationships/image" Target="../media/image16.png"/><Relationship Id="rId4" Type="http://schemas.openxmlformats.org/officeDocument/2006/relationships/image" Target="../media/image4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image" Target="../media/image28.png"/><Relationship Id="rId3" Type="http://schemas.openxmlformats.org/officeDocument/2006/relationships/image" Target="../media/image22.svg"/><Relationship Id="rId7" Type="http://schemas.openxmlformats.org/officeDocument/2006/relationships/image" Target="../media/image23.png"/><Relationship Id="rId12" Type="http://schemas.openxmlformats.org/officeDocument/2006/relationships/image" Target="../media/image27.svg"/><Relationship Id="rId2" Type="http://schemas.openxmlformats.org/officeDocument/2006/relationships/image" Target="../media/image21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11" Type="http://schemas.openxmlformats.org/officeDocument/2006/relationships/image" Target="../media/image26.png"/><Relationship Id="rId5" Type="http://schemas.openxmlformats.org/officeDocument/2006/relationships/slide" Target="slide40.xml"/><Relationship Id="rId15" Type="http://schemas.openxmlformats.org/officeDocument/2006/relationships/image" Target="../media/image30.png"/><Relationship Id="rId10" Type="http://schemas.openxmlformats.org/officeDocument/2006/relationships/image" Target="../media/image25.svg"/><Relationship Id="rId4" Type="http://schemas.openxmlformats.org/officeDocument/2006/relationships/slide" Target="slide28.xml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" Target="slide39.xml"/><Relationship Id="rId7" Type="http://schemas.openxmlformats.org/officeDocument/2006/relationships/image" Target="../media/image33.sv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slide" Target="slide41.xml"/><Relationship Id="rId4" Type="http://schemas.openxmlformats.org/officeDocument/2006/relationships/image" Target="../media/image2.png"/><Relationship Id="rId9" Type="http://schemas.openxmlformats.org/officeDocument/2006/relationships/image" Target="../media/image3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7" Type="http://schemas.openxmlformats.org/officeDocument/2006/relationships/image" Target="../media/image33.sv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slide" Target="slide4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88BB-EF14-4E04-A302-6DED399C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8D9-B937-4017-BE73-B66EA9A5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D1E66E-EB2F-4433-AE7D-9FEEF98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5FACE-AFFA-41D2-8ABB-4B15BEFB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79B8F2EC-A767-4044-91A2-0C53C2F4FD10}"/>
              </a:ext>
            </a:extLst>
          </p:cNvPr>
          <p:cNvSpPr/>
          <p:nvPr/>
        </p:nvSpPr>
        <p:spPr>
          <a:xfrm>
            <a:off x="10064068" y="1572959"/>
            <a:ext cx="334574" cy="3054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A324E3-53D8-41D8-B980-297F9F4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D70C8B-503A-4A25-91DE-99D968861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18FF3F-F86A-4BE6-847B-69FBA384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D3EC01-339D-49B6-BB78-CAEC1B7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92C869-165F-49F8-91B1-2833721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BAC53-A465-47CF-AC2D-FF3756E3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D8DD26-8F90-48FE-A9C4-39B2B890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DFB311-E809-4EA9-8C28-D3A95DE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495531-157F-41C6-8C8C-05CE539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92A604-44FA-448E-A07B-517E50A6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29A927-D88D-41A9-A870-DDB14A5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850CE3-9D08-4F9E-844B-42258F0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BF67B2-1B63-4C0C-B21A-E14D848C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2D2D75-E15E-44AE-A69F-86AF2779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8D9227-7D96-47B0-B4E0-34DCC49A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9284B-1E47-4CDA-B411-AF4221DE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F6E810-29D1-4E11-899C-505D11F9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BDDF3-66E8-4DAF-9FF9-B1653DB0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8903AA-282A-4018-8F84-E4557F4F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9E7976-E14C-44B8-8885-FFB801DC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D5C65A-1C34-42F0-A285-4BC0953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889536-6852-46A1-9C7B-44032CCE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4572FF-C48F-4AF9-BBDC-EF03FC7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319B29-C580-47EE-B76A-51A674D3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9EBBBD-2ED2-46FF-AFA8-881DD15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88BC8A-8739-4AA7-A782-E7F43326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A5F6C8-E273-4B6C-AB27-E3BDAA9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40A8-47F6-45AE-8EFB-F2FDD2F6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F7DCDC-3051-4391-B2CA-41DB3A2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298E73-4C0E-4C49-A6DA-64E0C3A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7A0D13-A659-43ED-8E83-8B726E0B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E7C441-CDB3-4F3D-B413-7A56D5CB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BE212E-23F7-4D09-8277-B9C0FE25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71767D-9E33-4151-B4AE-4F5DEC8A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0B84-953D-4485-96DA-07A59BDA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13839-D6CA-44E4-864A-547EF645E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</p:spTree>
    <p:extLst>
      <p:ext uri="{BB962C8B-B14F-4D97-AF65-F5344CB8AC3E}">
        <p14:creationId xmlns:p14="http://schemas.microsoft.com/office/powerpoint/2010/main" val="327327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3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29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E17FA0-9C1F-4EEA-BB2E-79FCAC7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EB737E-CF15-46BB-B3BE-41C3946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13EA1-FAD8-456B-BB09-38C93EFF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297EB2C-1029-4541-BD13-460F3A32A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Alpha 4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901069" y="365125"/>
            <a:ext cx="3083442" cy="3388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975498" y="467833"/>
            <a:ext cx="2902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3 new </a:t>
            </a:r>
            <a:r>
              <a:rPr lang="en-GB" dirty="0">
                <a:hlinkClick r:id="rId4" action="ppaction://hlinksldjump"/>
              </a:rPr>
              <a:t>websites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1 </a:t>
            </a:r>
            <a:r>
              <a:rPr lang="en-GB" dirty="0">
                <a:hlinkClick r:id="rId5" action="ppaction://hlinksldjump"/>
              </a:rPr>
              <a:t>email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6" action="ppaction://hlinksldjump"/>
              </a:rPr>
              <a:t>PC</a:t>
            </a:r>
            <a:endParaRPr lang="en-GB" dirty="0"/>
          </a:p>
        </p:txBody>
      </p:sp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10547498" y="5018567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 email</a:t>
            </a:r>
          </a:p>
        </p:txBody>
      </p:sp>
      <p:sp>
        <p:nvSpPr>
          <p:cNvPr id="14" name="Rectangle 13">
            <a:hlinkClick r:id="rId6" action="ppaction://hlinksldjump"/>
            <a:extLst>
              <a:ext uri="{FF2B5EF4-FFF2-40B4-BE49-F238E27FC236}">
                <a16:creationId xmlns:a16="http://schemas.microsoft.com/office/drawing/2014/main" id="{6B08C070-78D0-40EF-9688-1F5FB92E028C}"/>
              </a:ext>
            </a:extLst>
          </p:cNvPr>
          <p:cNvSpPr/>
          <p:nvPr/>
        </p:nvSpPr>
        <p:spPr>
          <a:xfrm>
            <a:off x="111642" y="2296356"/>
            <a:ext cx="914400" cy="914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421AF07-4E37-4F7D-BC5F-15D0E357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358222-182C-4C27-B29A-947EA1D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099B7C3-02DF-407E-82DE-31D5109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19015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FEA65F-EE83-4519-9A42-E9D7E8D8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C1AE46-4852-47B3-A417-59080E7B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FF180-8652-4EB4-BC7C-B38B2266B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E677-5456-4968-81BE-FB640422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A3CC07-DD25-44BE-BD9B-E814B62B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98062-389A-423E-A7DC-71D2A72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on a hyper link below to open a website that has been downloaded: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Ask Jeeves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Alexa!™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hello@Microsoft.com</a:t>
            </a:r>
          </a:p>
        </p:txBody>
      </p:sp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F56D-77A1-471E-911B-0C439BE9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\\websites\ask-jeeves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4" descr="Ask Jeeves : 90s">
            <a:extLst>
              <a:ext uri="{FF2B5EF4-FFF2-40B4-BE49-F238E27FC236}">
                <a16:creationId xmlns:a16="http://schemas.microsoft.com/office/drawing/2014/main" id="{FBE06FCD-C2D8-4277-8989-E8636561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616244" y="892791"/>
            <a:ext cx="10959512" cy="59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hlinkClick r:id="rId2" action="ppaction://hlinksldjump"/>
            <a:extLst>
              <a:ext uri="{FF2B5EF4-FFF2-40B4-BE49-F238E27FC236}">
                <a16:creationId xmlns:a16="http://schemas.microsoft.com/office/drawing/2014/main" id="{1584B6D3-1EF0-4BD8-A5B6-BB906623F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58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9DA234-A2E5-40DA-8575-1B68C440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6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\\websites\google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3373-5E30-4D65-AF48-B2CDDA1408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7" t="-16720" r="247" b="16720"/>
          <a:stretch/>
        </p:blipFill>
        <p:spPr>
          <a:xfrm>
            <a:off x="0" y="-231073"/>
            <a:ext cx="6667499" cy="7051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3880-7C14-4547-A099-4F44B0583F94}"/>
              </a:ext>
            </a:extLst>
          </p:cNvPr>
          <p:cNvSpPr txBox="1"/>
          <p:nvPr/>
        </p:nvSpPr>
        <p:spPr>
          <a:xfrm>
            <a:off x="6934200" y="1066800"/>
            <a:ext cx="3367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Loaded in compatibility mode</a:t>
            </a:r>
          </a:p>
          <a:p>
            <a:r>
              <a:rPr lang="en-GB" dirty="0"/>
              <a:t>Some functions may not work</a:t>
            </a:r>
          </a:p>
          <a:p>
            <a:r>
              <a:rPr lang="en-GB" dirty="0"/>
              <a:t>Please do not attempt to use this page as scripts have been disabled.</a:t>
            </a:r>
          </a:p>
          <a:p>
            <a:r>
              <a:rPr lang="en-GB" dirty="0"/>
              <a:t>It is only an image and the scripts are off for security reasons.</a:t>
            </a:r>
          </a:p>
          <a:p>
            <a:endParaRPr lang="en-GB" dirty="0"/>
          </a:p>
          <a:p>
            <a:r>
              <a:rPr lang="en-GB" dirty="0"/>
              <a:t>BTW we disabled 128 scripts. </a:t>
            </a:r>
          </a:p>
        </p:txBody>
      </p:sp>
      <p:pic>
        <p:nvPicPr>
          <p:cNvPr id="9" name="Graphic 8">
            <a:hlinkClick r:id="rId2" action="ppaction://hlinksldjump"/>
            <a:extLst>
              <a:ext uri="{FF2B5EF4-FFF2-40B4-BE49-F238E27FC236}">
                <a16:creationId xmlns:a16="http://schemas.microsoft.com/office/drawing/2014/main" id="{67B4C6B4-2C8C-4904-AEF9-2D990CB7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5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AB41BF7-DCDC-4726-9503-17D9213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12700" y="892791"/>
            <a:ext cx="12192000" cy="596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1270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\\websites\alexa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02382-7C94-486D-8F21-9FFBBC04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151999"/>
            <a:ext cx="2381686" cy="2381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7BA3E-66B2-41AE-B511-1D9D5C2156D9}"/>
              </a:ext>
            </a:extLst>
          </p:cNvPr>
          <p:cNvSpPr txBox="1"/>
          <p:nvPr/>
        </p:nvSpPr>
        <p:spPr>
          <a:xfrm>
            <a:off x="2895600" y="1257692"/>
            <a:ext cx="897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badi MT Condensed Extra Bold" panose="020B0A06030101010103" pitchFamily="34" charset="0"/>
              </a:rPr>
              <a:t>Unleash the power of Alexa!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703D4-B419-41DE-A6AA-B96BD24BF96C}"/>
              </a:ext>
            </a:extLst>
          </p:cNvPr>
          <p:cNvSpPr txBox="1"/>
          <p:nvPr/>
        </p:nvSpPr>
        <p:spPr>
          <a:xfrm>
            <a:off x="3009900" y="2260600"/>
            <a:ext cx="834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your amazing virtual assistant that can do literally </a:t>
            </a:r>
            <a:r>
              <a:rPr lang="en-GB" i="1" dirty="0"/>
              <a:t>anything</a:t>
            </a:r>
            <a:r>
              <a:rPr lang="en-GB" dirty="0"/>
              <a:t>!</a:t>
            </a:r>
          </a:p>
          <a:p>
            <a:r>
              <a:rPr lang="en-GB" dirty="0"/>
              <a:t>Just say “Alexa” to wake her up!  </a:t>
            </a:r>
          </a:p>
          <a:p>
            <a:r>
              <a:rPr lang="en-GB" dirty="0"/>
              <a:t>All it takes to get one is to buy an echo device from Amazon!</a:t>
            </a:r>
          </a:p>
          <a:p>
            <a:endParaRPr lang="en-GB" dirty="0"/>
          </a:p>
          <a:p>
            <a:r>
              <a:rPr lang="en-GB" dirty="0"/>
              <a:t>The device contains tens of thousands of skills including ones from: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9BE3-3B9B-4DD6-A874-1A0BA567D973}"/>
              </a:ext>
            </a:extLst>
          </p:cNvPr>
          <p:cNvSpPr txBox="1"/>
          <p:nvPr/>
        </p:nvSpPr>
        <p:spPr>
          <a:xfrm>
            <a:off x="152400" y="6492875"/>
            <a:ext cx="131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developed by Amazon and is not a sponsor of Windos. Please note this. </a:t>
            </a:r>
          </a:p>
          <a:p>
            <a:endParaRPr lang="en-GB" dirty="0"/>
          </a:p>
        </p:txBody>
      </p:sp>
      <p:pic>
        <p:nvPicPr>
          <p:cNvPr id="1028" name="Picture 4" descr="Image result for BBC logo">
            <a:extLst>
              <a:ext uri="{FF2B5EF4-FFF2-40B4-BE49-F238E27FC236}">
                <a16:creationId xmlns:a16="http://schemas.microsoft.com/office/drawing/2014/main" id="{343DE4A2-695A-4774-A0BE-56A8B01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85727"/>
            <a:ext cx="1295400" cy="4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Prime Music Review | PCMag">
            <a:extLst>
              <a:ext uri="{FF2B5EF4-FFF2-40B4-BE49-F238E27FC236}">
                <a16:creationId xmlns:a16="http://schemas.microsoft.com/office/drawing/2014/main" id="{962F1236-C6FC-4ED2-AE93-1C469969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3707704"/>
            <a:ext cx="1574800" cy="87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Music Launches $50M Advance Fund for Indie Labels During ...">
            <a:extLst>
              <a:ext uri="{FF2B5EF4-FFF2-40B4-BE49-F238E27FC236}">
                <a16:creationId xmlns:a16="http://schemas.microsoft.com/office/drawing/2014/main" id="{350EF589-6FE9-4D42-BF71-74692252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3739444"/>
            <a:ext cx="1228725" cy="8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se Animated Logos From Huge Brands Will Inspire You To Use ...">
            <a:extLst>
              <a:ext uri="{FF2B5EF4-FFF2-40B4-BE49-F238E27FC236}">
                <a16:creationId xmlns:a16="http://schemas.microsoft.com/office/drawing/2014/main" id="{AB70A68D-B4CA-4436-8B32-6C1D7D5B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99" y="3773576"/>
            <a:ext cx="914401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ABAABB-7721-49F8-8EFE-5C87D3163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90" y="3875283"/>
            <a:ext cx="1574801" cy="6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ilips Hue Logo - LogoDix">
            <a:extLst>
              <a:ext uri="{FF2B5EF4-FFF2-40B4-BE49-F238E27FC236}">
                <a16:creationId xmlns:a16="http://schemas.microsoft.com/office/drawing/2014/main" id="{C5DE9620-EF20-445D-B11A-2B3D994E1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5" y="3767990"/>
            <a:ext cx="1574800" cy="8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P-Link gets a new logo as it aims for smart home - CNET">
            <a:extLst>
              <a:ext uri="{FF2B5EF4-FFF2-40B4-BE49-F238E27FC236}">
                <a16:creationId xmlns:a16="http://schemas.microsoft.com/office/drawing/2014/main" id="{3F43FD77-5B22-4FBA-A5AA-D75AB9CF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8" y="4816996"/>
            <a:ext cx="1873686" cy="6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 New: New Logo and Identity for Hive by Wolff Olins">
            <a:extLst>
              <a:ext uri="{FF2B5EF4-FFF2-40B4-BE49-F238E27FC236}">
                <a16:creationId xmlns:a16="http://schemas.microsoft.com/office/drawing/2014/main" id="{0575F46F-F1C2-431F-B604-F22905D6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755449"/>
            <a:ext cx="978736" cy="11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6EF5F-9307-4816-8C92-FC4A163BD688}"/>
              </a:ext>
            </a:extLst>
          </p:cNvPr>
          <p:cNvSpPr txBox="1"/>
          <p:nvPr/>
        </p:nvSpPr>
        <p:spPr>
          <a:xfrm>
            <a:off x="3873499" y="5019675"/>
            <a:ext cx="677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latin typeface="Agency FB" panose="020B0503020202020204" pitchFamily="34" charset="0"/>
              </a:rPr>
              <a:t>And many more…</a:t>
            </a:r>
          </a:p>
        </p:txBody>
      </p:sp>
      <p:pic>
        <p:nvPicPr>
          <p:cNvPr id="24" name="Graphic 23">
            <a:hlinkClick r:id="rId2" action="ppaction://hlinksldjump"/>
            <a:extLst>
              <a:ext uri="{FF2B5EF4-FFF2-40B4-BE49-F238E27FC236}">
                <a16:creationId xmlns:a16="http://schemas.microsoft.com/office/drawing/2014/main" id="{DB604D5C-FDC2-426C-B56A-D9A90E5FC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AA0788-9315-4287-ACBC-BBC02B7DDA1A}"/>
              </a:ext>
            </a:extLst>
          </p:cNvPr>
          <p:cNvSpPr txBox="1"/>
          <p:nvPr/>
        </p:nvSpPr>
        <p:spPr>
          <a:xfrm>
            <a:off x="0" y="2838893"/>
            <a:ext cx="1208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there Windos 3 user,</a:t>
            </a:r>
          </a:p>
          <a:p>
            <a:r>
              <a:rPr lang="en-GB" dirty="0"/>
              <a:t>There is a thing I need to tell you.</a:t>
            </a:r>
          </a:p>
          <a:p>
            <a:r>
              <a:rPr lang="en-GB" dirty="0"/>
              <a:t>MS are killing computers worldwide</a:t>
            </a:r>
          </a:p>
          <a:p>
            <a:r>
              <a:rPr lang="en-GB" dirty="0"/>
              <a:t>Do not update Windows </a:t>
            </a:r>
          </a:p>
          <a:p>
            <a:r>
              <a:rPr lang="en-GB" dirty="0"/>
              <a:t>Stick to Windos </a:t>
            </a:r>
          </a:p>
          <a:p>
            <a:r>
              <a:rPr lang="en-GB" dirty="0"/>
              <a:t>Please do not use unsupported OSes and use Windows 10</a:t>
            </a:r>
          </a:p>
          <a:p>
            <a:r>
              <a:rPr lang="en-GB" dirty="0"/>
              <a:t>Do not use IE</a:t>
            </a:r>
          </a:p>
          <a:p>
            <a:r>
              <a:rPr lang="en-GB" dirty="0"/>
              <a:t>Use chrome</a:t>
            </a:r>
          </a:p>
          <a:p>
            <a:r>
              <a:rPr lang="en-GB" dirty="0"/>
              <a:t>Set diagnostic data to basic</a:t>
            </a:r>
          </a:p>
          <a:p>
            <a:r>
              <a:rPr lang="en-GB" dirty="0"/>
              <a:t>Pls follow my advice!</a:t>
            </a:r>
          </a:p>
          <a:p>
            <a:r>
              <a:rPr lang="en-GB" dirty="0"/>
              <a:t>Signed, </a:t>
            </a:r>
          </a:p>
          <a:p>
            <a:r>
              <a:rPr lang="en-GB" dirty="0"/>
              <a:t>A Microsoft employee</a:t>
            </a:r>
          </a:p>
          <a:p>
            <a:r>
              <a:rPr lang="en-GB" dirty="0"/>
              <a:t>PS do not reply to this email!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902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9FB78B-F5F9-4043-A2AA-D9A16E4F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97B555A-CBA3-4F8C-9D04-92096689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7" y="8927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306718-3334-420C-BA9C-2E6BF37D836D}"/>
              </a:ext>
            </a:extLst>
          </p:cNvPr>
          <p:cNvSpPr txBox="1"/>
          <p:nvPr/>
        </p:nvSpPr>
        <p:spPr>
          <a:xfrm>
            <a:off x="276447" y="1807191"/>
            <a:ext cx="115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  <p:pic>
        <p:nvPicPr>
          <p:cNvPr id="13" name="Picture 12">
            <a:hlinkClick r:id="rId6" action="ppaction://hlinksldjump"/>
            <a:extLst>
              <a:ext uri="{FF2B5EF4-FFF2-40B4-BE49-F238E27FC236}">
                <a16:creationId xmlns:a16="http://schemas.microsoft.com/office/drawing/2014/main" id="{4C3ABC9E-42B0-4928-8109-8033B37F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117" y="1133773"/>
            <a:ext cx="540966" cy="540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760F2C-4514-4B6A-A7AD-0B451777A569}"/>
              </a:ext>
            </a:extLst>
          </p:cNvPr>
          <p:cNvSpPr txBox="1"/>
          <p:nvPr/>
        </p:nvSpPr>
        <p:spPr>
          <a:xfrm>
            <a:off x="1190847" y="1807191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D:\</a:t>
            </a:r>
          </a:p>
        </p:txBody>
      </p:sp>
      <p:pic>
        <p:nvPicPr>
          <p:cNvPr id="16" name="Graphic 15">
            <a:hlinkClick r:id="rId8" action="ppaction://hlinksldjump"/>
            <a:extLst>
              <a:ext uri="{FF2B5EF4-FFF2-40B4-BE49-F238E27FC236}">
                <a16:creationId xmlns:a16="http://schemas.microsoft.com/office/drawing/2014/main" id="{6C37B9C4-A43B-4FBF-92E9-B5057FCBEC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846" y="94705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C0982-0CBA-423C-9359-83456DAE2FF7}"/>
              </a:ext>
            </a:extLst>
          </p:cNvPr>
          <p:cNvSpPr txBox="1"/>
          <p:nvPr/>
        </p:nvSpPr>
        <p:spPr>
          <a:xfrm>
            <a:off x="2498256" y="180719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docs</a:t>
            </a:r>
          </a:p>
        </p:txBody>
      </p:sp>
      <p:pic>
        <p:nvPicPr>
          <p:cNvPr id="19" name="Graphic 18">
            <a:hlinkClick r:id="rId8" action="ppaction://hlinksldjump"/>
            <a:extLst>
              <a:ext uri="{FF2B5EF4-FFF2-40B4-BE49-F238E27FC236}">
                <a16:creationId xmlns:a16="http://schemas.microsoft.com/office/drawing/2014/main" id="{70332041-1678-4371-871F-F53F51943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5813" y="107745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06EB81-8EC7-40B3-B7D7-5312B3006EB9}"/>
              </a:ext>
            </a:extLst>
          </p:cNvPr>
          <p:cNvSpPr txBox="1"/>
          <p:nvPr/>
        </p:nvSpPr>
        <p:spPr>
          <a:xfrm>
            <a:off x="3665813" y="1861456"/>
            <a:ext cx="158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pics</a:t>
            </a:r>
          </a:p>
        </p:txBody>
      </p:sp>
      <p:pic>
        <p:nvPicPr>
          <p:cNvPr id="22" name="Graphic 21">
            <a:hlinkClick r:id="rId8" action="ppaction://hlinksldjump"/>
            <a:extLst>
              <a:ext uri="{FF2B5EF4-FFF2-40B4-BE49-F238E27FC236}">
                <a16:creationId xmlns:a16="http://schemas.microsoft.com/office/drawing/2014/main" id="{21FF7EA3-4036-4A0F-B529-434C5593B0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35641" y="104024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E0D43B-E47E-4526-9246-EC4FC8E63873}"/>
              </a:ext>
            </a:extLst>
          </p:cNvPr>
          <p:cNvSpPr txBox="1"/>
          <p:nvPr/>
        </p:nvSpPr>
        <p:spPr>
          <a:xfrm>
            <a:off x="5035641" y="1954643"/>
            <a:ext cx="137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vids</a:t>
            </a:r>
          </a:p>
        </p:txBody>
      </p:sp>
      <p:pic>
        <p:nvPicPr>
          <p:cNvPr id="25" name="Graphic 24">
            <a:hlinkClick r:id="rId8" action="ppaction://hlinksldjump"/>
            <a:extLst>
              <a:ext uri="{FF2B5EF4-FFF2-40B4-BE49-F238E27FC236}">
                <a16:creationId xmlns:a16="http://schemas.microsoft.com/office/drawing/2014/main" id="{6C800536-7F87-4259-AE3F-9A75445D7F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22743" y="111212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98D23A-9162-4AE0-A3F6-989B789F2445}"/>
              </a:ext>
            </a:extLst>
          </p:cNvPr>
          <p:cNvSpPr txBox="1"/>
          <p:nvPr/>
        </p:nvSpPr>
        <p:spPr>
          <a:xfrm>
            <a:off x="6246798" y="1991857"/>
            <a:ext cx="189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downloads</a:t>
            </a:r>
          </a:p>
        </p:txBody>
      </p:sp>
    </p:spTree>
    <p:extLst>
      <p:ext uri="{BB962C8B-B14F-4D97-AF65-F5344CB8AC3E}">
        <p14:creationId xmlns:p14="http://schemas.microsoft.com/office/powerpoint/2010/main" val="37612129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FC957240-49CC-470E-BDCF-5FB605577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B0273-8B4E-4A69-968E-1F3F7401C236}"/>
              </a:ext>
            </a:extLst>
          </p:cNvPr>
          <p:cNvSpPr txBox="1"/>
          <p:nvPr/>
        </p:nvSpPr>
        <p:spPr>
          <a:xfrm>
            <a:off x="148856" y="191001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BA3601-4C36-45E9-9129-53C1899D3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5009" y="11133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0998A0-08EA-47C9-8299-37298E83DDCC}"/>
              </a:ext>
            </a:extLst>
          </p:cNvPr>
          <p:cNvSpPr txBox="1"/>
          <p:nvPr/>
        </p:nvSpPr>
        <p:spPr>
          <a:xfrm>
            <a:off x="1625009" y="2094685"/>
            <a:ext cx="17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58100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E3D63846-C85C-4D8D-ACFF-BB6BE9835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3F3B-6A56-466F-B4FC-AA4F624F141B}"/>
              </a:ext>
            </a:extLst>
          </p:cNvPr>
          <p:cNvSpPr txBox="1"/>
          <p:nvPr/>
        </p:nvSpPr>
        <p:spPr>
          <a:xfrm>
            <a:off x="212651" y="1910019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A9C9C5D-679D-4694-9BA1-D68DE88FF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4384" y="102790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CE9BB-76AA-4A93-9848-3BF3A2AEE34C}"/>
              </a:ext>
            </a:extLst>
          </p:cNvPr>
          <p:cNvSpPr txBox="1"/>
          <p:nvPr/>
        </p:nvSpPr>
        <p:spPr>
          <a:xfrm>
            <a:off x="1295400" y="1942306"/>
            <a:ext cx="14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8745725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do not have sufficient privileges to open this file/folder</a:t>
            </a:r>
          </a:p>
          <a:p>
            <a:pPr algn="ctr"/>
            <a:r>
              <a:rPr lang="en-GB" dirty="0"/>
              <a:t>Contact your admin for more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5407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Sorry but this feature is currently under construction</a:t>
            </a:r>
          </a:p>
          <a:p>
            <a:pPr algn="ctr"/>
            <a:r>
              <a:rPr lang="en-GB" dirty="0"/>
              <a:t>Please see if it is added in a future update!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Under construction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57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705</Words>
  <Application>Microsoft Office PowerPoint</Application>
  <PresentationFormat>Widescreen</PresentationFormat>
  <Paragraphs>183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Abadi MT Condensed Extra Bold</vt:lpstr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152</cp:revision>
  <dcterms:created xsi:type="dcterms:W3CDTF">2020-05-14T13:40:48Z</dcterms:created>
  <dcterms:modified xsi:type="dcterms:W3CDTF">2020-05-18T14:02:22Z</dcterms:modified>
</cp:coreProperties>
</file>