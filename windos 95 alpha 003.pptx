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59" r:id="rId6"/>
    <p:sldId id="276" r:id="rId7"/>
    <p:sldId id="26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5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2T13:58:31.25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8154 3810,'-5'5,"-1"-1,1 0,0 0,-1-1,0 0,0 0,-4 1,-26 15,-133 99,5 6,3 10,127-105,-42 33,3 4,3 2,2 4,-7 16,-8 26,5 4,1 10,-47 95,9 6,-46 144,100-209,7 2,8 3,7 1,-1 55,29-136,3 1,4 0,4 0,5 0,8 43,-5-80,3-1,2 0,2-1,2 0,3-1,1-1,3-1,2-2,26 37,-18-38,1-2,3-1,1-3,1 0,3-3,6 3,14 5,2-2,2-3,1-3,16 3,48 13,3-6,1-5,2-7,98 11,283 18,123-24,132-24,137-22,111-29,323-62,703-166,-480-29,1039-356,-1974 454,-199 43,-177 45,-238 98,0 0,0-1,-1-1,0-1,2-3,-20 15,1 0,0-1,-1 1,1-1,0 1,-1 0,1-1,-1 1,1-1,0 1,-1-1,1 0,-1 1,0-1,1 1,-1-1,1 0,-1 0,0 1,0-1,1 0,-1 1,0-1,0 0,0 0,0 1,0-1,0 0,0 0,0 0,0 1,0-1,0 0,0 0,-1 1,1-1,0 0,0 1,-1-1,1 0,-1 1,1-1,-1 0,1 1,-1-1,1 1,-1-1,1 1,-1-1,0 1,1-1,-1 1,0 0,1-1,-1 1,0 0,1 0,-1-1,0 1,0 0,0 0,-15-4,-1 1,0 0,0 2,0 0,-6 1,-573 7,280 2,-200 4,-113 20,-109 32,-97 37,-853 171,13 72,-1283 456,2290-588,98-21,107-27,107-33,269-99,-255 91,304-112,0-2,-1-2,0-1,0-2,0-1,-1-3,1-1,-17-3,-225-5,-154 21,-284 55,197 7,-68 29,-391 114,9 42,-443 202,851-248,95-16,102-26,257-117,2 5,-97 71,129-70,71-56,0 0,1 0,-1 1,1-1,0 1,0 0,0 0,1 1,0-1,-1 5,3-10,1 1,0-1,-1 1,1-1,0 1,0-1,0 1,0-1,0 1,0 0,0-1,0 1,1-1,-1 1,0-1,1 1,0-1,-1 1,1-1,0 0,0 1,0-1,-1 0,1 0,1 0,-1 0,0 1,0-1,0-1,0 1,1 0,-1 0,1 0,-1-1,0 1,1 0,7 2,-1-1,1 1,0-1,-1-1,9 1,-10-1,119 8,0-5,0-6,19-6,-125 7,299-22,95-16,120-27,150-36,151-44,108-34,90-32,2442-575,-45-165,-2403 612,-115-2,-124 9,-147 23,-145 34,-131 40,-265 163,48-50,-106 85,-1-2,10-17,-37 40,0-1,-2 0,0-1,-1 0,-1-1,6-17,-13 27,1 0,-1 0,-1-1,0 1,0-1,-1 0,-1 1,0-1,0 0,-1 0,0 1,-1-1,0 1,-1-1,0 1,-3-5,0 1,-2 0,1 0,-2 1,0 1,0-1,-2 1,1 1,-1 0,-1 1,0 0,-1-1,-40-25,-1 1,-2 3,-1 2,-2 3,0 2,-24-4,-85-22,-125-20,-36 10,-2 13,-225 1,76 34,-274 36,345 10,1 19,3 17,4 18,3 17,-12 24,188-50,-102 56,241-94,1 3,2 4,3 3,1 3,-9 14,61-46,0 1,1 1,2 1,0 1,-5 10,20-27,1 0,0 0,1 0,0 1,0-1,0 1,1 0,1 0,0 0,0 1,0-1,1 0,1 1,0-1,0 1,0-1,1 1,1-1,0 3,2-4,-1 0,1 0,0 0,0-1,1 0,0 0,1 0,0 0,0-1,0 0,0 0,1-1,0 1,0-2,1 1,3 1,13 6,1 0,0-2,1-1,16 3,31 6,2-3,0-3,26-2,235 5,-243-13,244 3,97-9,109-18,91-25,81-32,77-34,1545-309,-18-76,-1834 387,-134 26,-259 62,14-3,48-20,-149 44,-1 1,1-1,-1 0,1 0,-1-1,0 1,0-1,1 0,-5 2,0 1,0 0,1 0,-1 0,0-1,0 1,0 0,0-1,1 1,-1 0,0 0,0-1,0 1,0 0,0-1,0 1,0 0,0-1,0 1,0 0,0-1,0 1,0 0,0-1,0 1,0 0,0-1,0 1,0 0,-1 0,1-1,0 1,0 0,0-1,-19-9,-13 1,0 1,-1 1,0 3,-7 0,9 0,-657-47,-25 38,82 14,-113 19,-116 31,-533 86,-266 108,-1343 385,2102-396,112-3,137-20,151-31,151-39,309-124,-4 0,0 3,1 1,1 2,1 2,-30 24,69-47,-1-1,1 1,0-1,0 1,0 0,0 0,0 0,0 0,1 0,-1 1,1-1,-1 0,1 1,0-1,0 1,0 0,0-1,1 1,-1-1,1 1,0 0,-1 0,2-1,0 0,0 0,0 0,0 0,0 0,0-1,1 1,-1 0,1-1,-1 1,1-1,-1 0,1 1,0-1,0 0,0 0,0 0,0 0,-1 0,2-1,0 1,16 5,1-1,1-1,-1-1,0-1,2-1,249 9,25-13,-75 0,150-1,141-15,189-30,191-43,129-40,2539-529,-49-239,-2342 550,-93-8,-147 13,-175 35,-182 49,-172 49,-300 152,56-46,-120 79,-1-2,19-20,-45 40,-1 0,0-1,0 0,-1-1,0 1,-1-1,0-1,-1 1,0-1,1-3,-5 9,0 1,0 0,0-1,0 1,-1-1,0 1,0-1,0 1,-1-1,0 1,0-1,0 1,-1 0,0 0,0 0,0 0,-1 0,1 0,-1 0,0 1,0-1,-1 1,0 0,-1-2,-9-6,0 0,-1 1,0 0,-1 1,0 1,-14-5,-50-21,-2 3,-2 5,-35-6,-188-43,-117-10,-96-4,-101 1,-102 5,-80 12,-75 17,-79 18,-1411 2,-4 38,2030-1,-505 3,132 7,146 3,156-1,272-7,44-1,-62-6,130-7,29 7,-1 0,1 0,0 0,0-1,0 1,0 0,0 0,-1-1,1 1,0 0,0-1,0 1,0 0,0 0,0-1,0 1,0 0,0-1,0 1,0 0,0 0,0-1,0 1,0 0,0-1,0 1,0 0,1 0,-1-1,0 1,0 0,0 0,0-1,0 1,1 0,-1 0,0-1,0 1,1 0,-1 0,0 0,0 0,1 0,-1-1,47-25,-40 23,664-278,-342 150,-28 8,2063-872,-1185 434,-722 316,209-162,-576 347,-2-3,67-64,-145 118,38-41,-46 47,0 1,0-1,0 1,0-1,-1 0,1 1,-1-1,0 0,0 0,0 0,0 0,0 0,-1 0,1 0,-1-1,0 1,0 0,0 2,-1-1,1 1,-1 0,1 0,-1 0,1 0,-1-1,0 1,1 0,-1 0,0 0,0 1,0-1,0 0,0 0,0 0,0 1,0-1,0 0,0 1,0-1,-1 1,1-1,0 1,0 0,0 0,-1-1,-37-3,37 4,-125 3,0 6,-6 5,79-8,-278 42,1 13,-192 68,-638 230,1122-346,-324 106,-1089 361,19 31,885-294,93-23,98-30,294-134,-74 34,-68 47,197-107,1 0,0 1,0 0,0 1,0-1,1 1,-5 6,11-12,-1 1,1-1,0 1,0 0,-1-1,1 1,0-1,0 1,0-1,0 1,0 0,0-1,-1 1,1-1,1 1,-1 0,0-1,0 1,0-1,0 1,0 0,0-1,1 1,-1-1,0 1,1-1,-1 1,0-1,1 1,-1-1,0 1,1-1,-1 1,1-1,-1 0,1 1,-1-1,1 0,-1 1,1-1,-1 0,1 0,0 0,-1 1,1-1,-1 0,1 0,0 0,-1 0,1 0,-1 0,1 0,0 0,22 3,0 0,1-1,-1-2,0 0,18-3,11 0,1666-34,3 37,-842 2,280-3,1308 5,-1820 6,-74 8,-76 6,-82 3,117 18,-473-40,-40-5,0 1,0 1,0 1,-1 1,1 1,8 3,-26-8,-1 0,0 0,1 0,-1 0,1 0,-1 0,0 0,1 0,-1 1,0-1,1 0,-1 0,0 0,1 0,-1 1,0-1,1 0,-1 0,0 1,0-1,1 0,-1 0,0 1,0-1,1 0,-1 1,0-1,0 0,0 1,0-1,0 0,0 1,1-1,-1 1,0-1,0 0,0 1,0-1,0 0,0 1,0-1,-1 1,1-1,0 0,0 1,0-1,0 0,0 1,0-1,-1 0,1 1,0-1,0 0,-1 0,1 1,0-1,0 0,-1 0,1 1,0-1,-1 0,1 0,0 0,-1 1,1-1,-14 8,0 0,-1-1,0-1,0 0,0-1,-1-1,-10 2,-35 11,-434 128,-394 122,-543 214,-102 114,991-362,77-22,93-30,198-92,-93 68,245-142,2 0,0 2,-3 3,6 3,18-23,-1 1,1-1,0 1,0-1,-1 1,1-1,0 1,0 0,0-1,0 1,0-1,0 1,0-1,0 1,0-1,0 1,0-1,0 1,0 0,1-1,-1 1,0-1,0 1,0-1,1 1,1 0,0 0,0 0,0 0,0 0,1-1,-1 1,0-1,0 1,1-1,-1 0,0 0,0 0,1 0,-1 0,0-1,1 1,-1-1,1 0,61-12,-1-4,0-2,-1-3,42-22,4 0,3365-1338,-3046 1199,-394 164,-33 19,1-1,-1 1,0 0,0 0,0 0,1 0,-1 0,0 0,0 0,0 0,1 0,-1 0,0-1,0 1,0 0,0 0,0 0,1 0,-1-1,0 1,0 0,0 0,0 0,0-1,0 1,0 0,0 0,0 0,0-1,1 1,-1 0,0 0,0 0,0-1,0 1,-1 0,1 0,0 0,0-1,0 1,0 0,0 0,0 0,0-1,0 1,0 0,0 0,-1 0,1-1,0 1,0 0,0 0,0 0,0 0,-1 0,1 0,0-1,0 1,-7 0,0-1,0 1,0 0,0 1,0 0,0 0,-3 1,-180 40,2 9,-10 12,98-31,-337 118,-199 109,294-113,318-137,43-22,201-116,332-201,-358 202,133-116,-311 230,38-30,18-22,-59 53,0-1,-2 0,1 0,-2-1,0-1,0 0,3-10,-12 23,1 1,-1-1,0 0,-1 0,1 0,0 1,-1-1,1 0,-1 0,0 0,0 0,0 0,-1 0,1 0,-1 1,1-2,-1 2,0 1,0-1,0 0,0 1,0-1,0 1,-1-1,1 1,-1-1,1 1,-1 0,1 0,-1-1,1 1,-1 1,0-1,0 0,0 0,-8-2,1 1,-1 0,1 1,-1 0,1 0,-1 1,0 1,1-1,-2 2,-58 7,0 3,1 3,-19 9,-206 73,267-87,-2246 856,2095-796,-727 302,31 47,852-407,5-5,2 1,-1 0,1 1,1 1,-1 1,1 0,13-11,1 0,-1 0,0 0,0 0,0 0,1 0,-1 0,0 0,0 0,1 0,-1 0,0 0,0 0,0 0,1 0,-1 1,0-1,0 0,0 0,0 0,1 0,-1 0,0 1,0-1,0 0,0 0,0 0,1 1,-1-1,0 0,0 0,0 0,0 1,0-1,0 0,0 0,0 1,0-1,0 0,0 0,0 0,0 1,0-1,0 0,0 0,0 1,0-1,0 0,0 0,0 0,0 1,-1-1,1 0,0 0,0 0,25-7,40-23,-2-3,-1-2,24-21,-20 14,522-320,195-125,-28-42,-519 345,-8-10,100-117,-238 214,-5-5,68-107,-102 131,-5-3,-2-1,-5-3,16-52,-38 90,-3-1,-1 0,-3-1,-2 0,-2-1,-3 1,-1-1,-3 0,-6-43,2 60,-1 1,-1 0,-2 0,-2 0,-1 2,-1-1,-1 2,-2 0,-1 0,-1 2,-1 0,-1 1,-2 1,-1 1,-7-5,0 4,-1 1,-2 1,0 2,-1 1,-1 2,-1 1,0 2,-1 2,-12-2,-2 1,0 3,-1 2,0 2,-1 3,1 2,-41 3,31 6,2 1,-1 4,1 2,1 3,0 2,2 3,0 2,-14 12,-48 28,4 6,2 5,-25 28,-64 58,8 9,8 8,7 7,9 9,0 17,103-121,5 3,4 3,-24 57,52-89,3 2,2 0,4 2,2 0,3 2,3 8,9-47,1-1,1 1,2 0,2 0,0 0,2-1,5 17,-4-27,1 0,1 0,1 0,0-1,2-1,0 1,1-1,1-1,0 0,1-1,9 8,6 2,1-2,1-1,1-1,1-1,0-2,2-1,0-2,23 7,41 11,2-4,58 8,116 13,1-11,3-13,0-11,94-15,-50-17,-1-14,-2-14,224-64,116-63,140-79,-332 84,-294 95,95-57,-257 122,8-3,-1 0,0-2,0 0,-1-1,-1 0,0-1,10-12,-24 23,-1 1,0-1,1 1,-1-1,0 0,0 0,0 1,0-1,0 0,-1 0,1 0,-1 0,1 0,-1 0,0 0,1 0,-1 0,0 0,0 0,-1 0,1-1,0 1,-1 0,1 0,-1 0,0 1,1-1,-1 0,0 0,0 0,0 0,-1 1,1-1,0 1,-1-1,1 1,-1-1,1 1,-1 0,0-1,1 1,-1 0,0 0,0 0,-11-6,1 1,-1 0,-1 1,1 0,-15-3,-69-14,-2 3,0 5,-14 3,-306-5,117 25,1 12,1 13,-216 57,-313 93,10 37,10 35,11 35,-678 356,985-391,77-10,99-34,258-171,2 2,2 2,2 3,2 1,-26 36,66-73,1-1,0 1,1 1,0-1,1 1,0 0,1 1,0-1,1 1,1 0,0 2,3-10,-1 0,1 0,0 0,1 0,0 0,0 0,0 0,0 0,1 0,0-1,0 1,1-1,0 1,0-1,0 0,0 0,1 0,0 0,0-1,0 1,1-1,-1 0,1-1,0 1,3 1,18 10,0-1,1-1,1-1,0-1,0-2,1-1,0-1,1-1,6-1,71 5,101-2,-184-8,1023-23,-683-8,320-71,-120-23,91-53,541-214,-326 73,-19-40,-704 290,-3-7,32-28,-151 89,-1-2,0 0,-1-2,-2 0,1-2,-2 0,16-22,-33 38,0 1,0-1,0 0,-1 1,0-1,1 0,-2-1,1 1,-1 0,0 0,0-1,0 1,0-1,-1-2,-1 5,1 0,-1-1,0 1,0-1,-1 1,1 0,-1 0,1 0,-1-1,0 2,0-1,0 0,0 0,-1 1,1-1,-1 1,0 0,0 0,0 0,0 0,-1-1,-13-6,-1 1,0 0,-1 1,1 1,-1 1,0 1,-1 0,-1 2,-57-7,-30 3,84 5,-218-1,1 10,0 11,1 10,-115 34,-157 57,-260 105,-86 79,521-164,-149 95,371-175,4 4,2 5,3 5,-10 15,101-77,0 1,0 0,2 1,-1 1,2 0,0 1,1 0,0 2,10-16,-1 0,1 0,0 0,0 0,0 0,1 0,-1 0,0 1,1-1,0 0,-1 0,1 1,0-1,0 0,0 1,0-1,1 0,-1 1,1-1,-1 0,1 0,0 0,0 1,0-1,0 0,0 0,0 0,1 0,-1-1,1 1,-1 0,1-1,0 1,-1-1,1 1,0-1,2 1,7 4,1 0,0-1,0-1,0 0,1-1,5 1,-17-4,86 15,0-5,1-3,1-4,12-4,-14 2,1854-44,-207-113,-6-60,1210-263,-2597 416,-263 49,248-51,-246 42,-64 12,-25 2,-34 0,-298-32,-127 9,-351 12,793 20,-523-3,-85 17,-91 22,-585 81,-811 197,-1256 451,2693-575,104-13,110-23,125-32,324-114,-67 24,2 4,-80 45,157-76,0 1,0-1,1 2,0-1,0 1,-2 3,10-10,-1 1,0 0,0-1,1 1,-1 0,1 0,-1 0,0 0,1-1,0 1,-1 0,1 0,0 0,-1 0,1 0,0 0,0 0,0 0,0 0,0 0,0 0,0 0,0 0,0 0,0 0,1 0,-1 0,0 0,1 0,-1 0,1 0,-1 0,1 0,-1 0,1-1,0 1,-1 0,33 18,-32-18,63 22,0-3,62 11,-12-3,914 267,-146-39,2565 536,-1566-484,5-98,-964-150,-67-26,-73-19,-76-11,-93-8,-97-3,-100-9,-383 15,444-34,-447 32,-18 3,-1-1,0 0,1-1,-1 0,0-1,0 0,0-1,0 0,0-1,-1 0,7-5,-17 10,1 0,-1 0,1-1,-1 1,0 0,1-1,-1 1,0 0,1-1,-1 1,0-1,1 1,-1 0,0-1,0 1,0-1,1 1,-1-1,0 1,0-1,0 1,0 0,0-1,0 1,0-1,0 1,0-1,0 1,0-1,0 1,0-1,0 1,-1-1,1 1,0-1,0 1,-1 0,1-1,0 1,0-1,-1 1,1 0,0-1,-1 1,1 0,0-1,-1 1,-9-7,0 1,0 1,0-1,-1 2,0-1,1 1,-9-1,-3-3,-537-175,-283-43,814 219,-702-153,423 105,-128 1,125 32,-1 13,-303 33,391-2,3 11,0 9,3 10,-115 47,33 11,-186 102,-262 184,744-394,-335 203,263-154,1 3,3 4,-15 19,67-59,1 2,0 0,2 1,0 0,1 2,2 0,-5 9,13-20,0 0,1 0,0 0,1 0,0 1,1 0,0-1,1 1,0 0,1 0,1 0,0-1,1 1,0 0,1-1,1 3,4 6,0 1,2-1,1-1,1 1,0-2,2 0,0-1,1 0,1-1,0 0,5 2,34 27,2-3,2-2,5 0,155 88,225 96,255 68,-52-60,93-4,677 127,-508-173,-457-114,9-20,-455-48,-22-3,-82-13,71 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2T13:58:51.14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534 1920,'26'3,"-1"1,1 1,-1 1,0 1,0 2,-1 0,10 6,-7-4,141 63,-3 6,14 19,314 201,-370-222,656 387,-394-259,41-2,-198-107,5-9,4-11,2-10,4-11,1-10,3-11,0-11,55-9,441-21,-426 0,-260 11,-90 3,0-1,-18 0,-7 1,-244 48,4 13,-48 29,-69 39,-87 58,58 4,353-152,3 4,1 4,-53 47,112-80,1 1,1 2,2 1,-2 3,19-21,0 1,1 0,0 1,0-1,1 1,0 0,1 1,0-1,1 1,0 0,1-1,0 1,0 0,1 5,2-9,0 0,0 0,0 0,1 0,0 0,1 0,0-1,0 1,0-1,0 0,1 0,0 0,1 0,-1-1,1 1,0-1,0-1,1 1,0-1,-1 1,4 0,20 13,0-2,1-1,1-1,2-1,-1 0,576 261,77 14,15-37,-685-246,328 105,4-14,5-16,2-15,337 16,-450-65,1-11,59-13,-295 8,0-1,-1 0,1 1,-1-2,1 1,-1-1,1 0,-1 0,0 0,2-2,-7 4,1-1,0 1,-1 0,1-1,-1 0,1 1,-1-1,1 1,-1-1,1 0,-1 1,0-1,1 0,-1 1,0-1,1 0,-1 0,0 1,0-1,0 0,0 0,0 0,0 1,0-1,0 0,0 0,-1-1,0 0,1 0,-2 0,1 0,0 0,0 0,0 1,-1-1,1 0,-1 1,0-1,1 1,-1 0,-1-1,-36-23,0 3,-1 1,-2 2,0 1,-1 3,-2 1,7 1,-281-94,-4 14,-4 14,-128-6,251 57,-1 9,0 9,-1 9,0 9,1 9,-32 13,76 0,2 7,2 6,-112 50,172-54,2 4,2 5,2 3,2 5,3 3,-28 28,79-58,2 1,1 2,1 1,2 1,-19 30,39-50,1 0,0 1,1 0,1 0,1 0,0 0,1 1,0 3,2-9,1 1,0 0,1 0,0 0,1 0,0 0,1-1,0 1,1 0,0-1,0 0,5 8,3 3,1 0,2-1,0-1,0 0,2-1,0-1,2 0,-1-1,2-1,0-1,1-1,17 9,35 17,2-3,2-3,4-3,99 32,3-7,2-9,89 7,63-6,176-3,-36-26,0-21,328-50,-380 1,-3-19,-4-19,44-31,-349 89,62-17,-2-7,76-40,-229 87,1 0,-2-2,0 0,0 0,-1-2,12-10,-25 19,0 0,0 0,-1 0,1-1,-1 0,0 1,0-1,0 0,-1-1,0 1,0 0,0-1,0 1,-1-1,0 1,0-1,-1 0,0 1,0-1,0 0,0 0,-1 1,0-1,0 1,-1-1,-1-3,-8-21,-2 0,-2 1,0 1,-2 0,-1 1,-1 1,-2 0,0 2,-11-9,-28-22,-1 2,-3 3,-13-5,-7 0,-3 4,-33-12,-186-78,225 105,-293-120,-7 17,-5 16,-48 7,-27 15,-5 20,-256-4,198 47,-1 23,-63 25,351 5,1 10,1 10,-161 49,279-53,1 6,1 5,3 5,2 4,2 6,2 4,4 4,-10 14,58-37,1 3,3 2,-7 10,41-39,1 0,0 1,2 0,0 1,1 1,1 0,1 1,0 0,2 0,-5 21,12-35,-1 0,1 1,0-1,1 0,0 1,1-1,-1 0,1 0,1 0,0 1,0-1,1-1,-1 1,2 0,-1-1,2 3,2 0,0 0,1 0,0 0,1-1,0 0,0-1,1 0,0-1,1 0,2 1,23 12,1-3,1-1,1-1,0-3,1-1,7-1,118 23,1-8,90 0,41-13,5-12,-49-12,-1-10,0-12,203-56,-119 2,-4-15,165-81,-216 64,158-97,-256 113,-6-7,128-105,-243 167,-2-2,-2-3,-2-3,25-35,-63 69,0-1,-2 0,-1-1,0-1,-2-1,-1 0,-2 0,0-1,-2-1,-1 0,-1 0,-2 0,1-19,-6 25,0-1,-2 1,-1 0,0 0,-2 0,-1 1,0-1,-2 2,-1-1,0 1,-1 1,-2 0,0 0,-8-7,-16-19,-2 2,-2 2,-2 2,-1 1,-15-6,-43-29,-3 5,-3 5,-28-8,-352-146,163 97,-5 14,-5 15,-3 15,-209-16,-27 27,-4 26,-205 26,705 13,-15 1,0 3,-16 6,83-6,0 1,1 2,-1 0,1 2,0 1,1 0,0 2,0 1,-19 14,32-18,0 1,0 1,1 0,0 1,1 0,0 0,1 1,0 0,0 0,2 1,0 0,0 0,1 0,0 1,2 0,-1 0,2 0,0 0,0 0,2 1,0 13,1-9,0 0,2 0,0 0,1-1,1 1,1-1,0 0,2-1,0 1,1-1,0-1,1 0,1 0,1-1,0 0,8 6,19 14,2-2,2-2,0-2,2-1,1-3,7 1,69 29,108 31,-45-29,3-8,2-9,1-8,10-7,197 6,183-17,-305-19,0-11,248-49,-335 30,-2-9,-2-8,-2-7,103-53,-164 57,41-30,-116 57,0-2,-2-1,-2-3,25-25,-58 49,0 0,-1 0,0-1,0-1,-1 0,-1 0,0 0,-1-1,0 0,-1 0,-1 0,0-1,1-7,-3 9,-1-1,0 1,-1 0,0-1,-1 1,-1-1,0 1,-1 0,0 0,0 0,-2 0,1 0,-1 1,-1 0,-3-5,-21-29,-1 0,-3 3,-1 0,-2 3,-2 1,-1 1,-2 3,-33-21,-1 5,-2 3,-2 4,-2 3,-76-24,-548-175,538 193,-3 7,-1 8,-51 2,16 16,0 8,-38 12,-408 49,170 14,3 21,4 21,6 21,-110 61,305-89,-40 32,152-56,3 6,-68 54,221-135,-132 93,117-81,2 0,0 2,1 0,1 1,1 1,13-17,0 1,0-1,1 1,0-1,0 1,1 0,-1 0,1 0,0 1,1-1,0 0,0 1,0-1,1 1,0-1,0 1,0-1,1 1,0-1,2 3,-1-1,2 0,-1 0,1 0,0-1,1 1,0-1,0 0,0 0,1-1,0 0,0 0,6 5,20 13,1-1,0-1,2-2,0-1,1-2,32 11,63 16,45 6,-154-44,296 70,3-14,272 15,679-7,-531-55,98-8,83-9,2171-135,-1621-13,126-87,-661 61,-77-2,-77 3,-91 5,-104 16,-104 13,-98 12,-31-8,-280 102,-1-3,-2-3,29-24,-78 49,0-1,-2-1,0-1,-1-1,-2-1,13-16,-22 24,0 0,-1-1,-1-1,0 1,0-1,-2 0,0-1,0 1,-2-1,0 0,-1 0,0-2,-2-12,-1 0,-2 0,-1 1,-1-1,-1 1,-2 0,-1 0,-1 1,-2 0,0 1,-2 0,-1 1,-12-15,-25-32,-3 3,-3 3,-65-59,0 12,-4 7,-5 4,-5 7,-20-5,-84-38,-6 9,-25 4,-28 1,-4 15,-279-62,150 73,-364-32,476 96,-2 13,-172 16,282 15,1 10,1 8,1 10,-68 27,58 0,3 10,3 9,5 10,3 9,5 8,6 9,4 9,-90 83,151-102,5 5,4 5,-79 106,140-149,2 3,5 2,3 2,3 3,5 1,3 2,-6 31,20-39,3 0,4 2,3 1,4 0,4 0,3 1,4 0,7 41,0-62,4 0,1-1,4 0,2-1,3-1,3-1,2-1,3-2,2 0,3-2,22 25,7-1,4-4,2-2,4-4,3-3,3-3,2-4,32 15,56 26,5-8,3-8,62 16,-33-26,4-9,2-10,2-8,64-2,172 7,258-10,-95-30,192-38,-477-1,-1-14,-3-14,98-40,-78-3,-4-15,-6-14,-6-15,-6-14,-8-14,139-108,-296 170,-5-6,-5-7,38-48,-89 73,-5-4,-4-5,-4-3,-6-3,-3-6,-45 68,-3-1,-2-1,-2-1,-2 0,2-19,-15 47,-1-2,-2 1,-1 0,0-1,-2 0,-1 1,-1-1,-1 0,-2 1,0-1,-2 1,-5-16,-1 11,-2 2,0-1,-2 2,-1 0,-1 1,-1 1,-2 0,0 2,-1 0,-2 2,0 0,-19-11,-32-19,-1 4,-3 3,-74-29,-3 7,-3 7,-2 7,-3 8,-88-11,4 16,-1 10,-188 5,257 24,0 9,0 7,-38 15,-55 21,-195 67,-183 82,-130 81,388-119,7 18,-193 130,556-297,-255 159,230-139,1 2,2 1,2 3,-17 20,49-47,1 0,0 0,0 1,1 0,1 1,1 0,0 0,1 1,0-1,1 2,1-1,0 4,2-7,1-1,1 1,0 0,0 0,2 0,-1-1,2 1,0-1,0 1,1-1,0 0,1 0,1-1,0 0,0 1,2 0,12 15,0-2,2 0,1-1,0-1,2-2,1 0,0-2,2 0,11 4,33 16,1-4,2-2,20 3,190 56,4-12,2-13,39-7,119 3,387 1,462-60,-784-33,-1-23,-4-22,317-95,-286 23,-426 107,-2-4,-2-6,64-40,-161 82,13-7,-1-2,0 0,-2-2,5-4,-24 19,0-1,0 1,0-1,0 0,0-1,-1 1,0-1,0 1,0-1,-1 0,1 0,-1 0,0-1,-1 1,1 0,-1-1,0 1,0-1,-1 1,0-1,0 1,0-1,0 0,-1-1,-2 1,1 0,-1 0,0 1,0-1,-1 1,0 0,0 0,0 0,0 0,-1 1,0 0,0 0,0 0,0 0,-1 1,-1-1,-22-12,0 2,-23-9,26 13,-86-33,-3 5,-1 5,-2 6,0 4,-87-4,-127 3,-147 15,156 15,1 14,1 14,1 14,3 14,-101 43,-82 48,7 23,-192 108,323-113,7 16,-294 210,451-260,-49 55,132-94,5 6,-60 73,127-126,2 1,3 2,2 1,2 3,3 0,1 6,11-21,3 2,1 0,2 1,3 0,1 1,3 0,1 1,2 35,6-51,0 0,2-1,1 1,1-1,2-1,1 1,2-2,1 1,1-2,1 1,2-2,12 16,13 13,3-2,2-1,2-3,2-2,16 8,56 39,4-5,3-6,5-6,34 9,112 43,191 55,-80-54,5-17,5-18,67-7,-17-24,2-20,348-15,-370-42,-310 2,-1-5,66-20,-132 22,0-2,-2-3,4-4,-34 13,-2-2,1 0,-1-1,-1-1,0-2,-1 1,-1-2,8-9,-21 20,-1-1,1 0,-1 0,-1 0,1-1,-1 1,-1-1,1 0,-1 0,0 0,-1 0,1 0,-1 0,-1 0,1-1,-1 1,-1 0,1 0,-1-1,-1 1,1 0,-1 0,0 0,-2-4,-2-3,0 0,0 1,-1 0,-1 0,0 0,-1 1,-1 0,1 0,-2 1,0 1,-4-3,-17-11,-2 1,0 2,-1 2,-1 1,-26-8,-57-18,-19 1,-53-7,-3 8,-1 8,-2 9,-70 5,-799 11,981 10,-244 9,1 13,-30 20,195-17,2 8,2 6,1 7,3 7,-25 19,129-51,1 2,1 3,2 1,1 3,-21 18,54-38,0 1,1 1,0 0,1 0,1 1,0 1,1 0,0 0,2 1,2-5,1 0,0 0,1 0,1 0,0 1,0 0,1-1,1 1,-1 0,2-1,0 1,0 0,1-1,1 3,3 3,0 1,0-1,2-1,0 1,1-1,0-1,1 1,10 9,22 26,42 36,61 50,5-7,89 56,26-2,63 21,35-2,296 115,414 101,-486-224,429 77,132-53,-759-167,385 1,75-58,-805 3,23 0,58-9,-108 9,0-1,-1-1,1-1,-1 0,0-1,-1 0,1-2,-1 0,10-7,-15 7,0-2,-1 1,0-1,0-1,-1 0,0 0,-1 0,0-1,-1 0,0 0,-1-1,-1 0,2-8,7-29,-2-2,4-43,-15 89,14-130,-7 0,-5-1,-14-104,5 167,-3 0,-4 1,-2 1,-4 1,-2 0,-4 1,-3 2,-2 1,-4 1,-10-9,-20-20,-4 2,-4 4,-3 3,-5 4,-3 3,-71-50,-6 10,-5 7,-5 7,-89-36,81 54,-4 8,-3 7,-3 9,-2 9,-3 7,-1 9,-2 9,-1 8,-1 9,-82 10,134 11,0 6,1 6,2 7,0 6,3 6,1 6,-120 59,29 5,6 11,4 8,7 11,-19 27,56-30,7 8,6 8,6 6,8 7,7 7,-86 140,159-210,-53 109,105-178,2 0,2 2,1 0,2 1,1 0,2 0,2 1,-1 22,7-55,-1 1,2 0,-1 0,1 0,0 0,0-1,0 1,1 0,0-1,0 1,0-1,1 0,0 0,0 0,0 0,1 0,1 2,1-2,0 1,0-1,0-1,1 1,-1-1,1 0,0-1,0 0,0 0,1 0,-1-1,7 1,20 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BABB-138A-4450-A086-E39C43071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32774-94BA-498D-8D08-242E0F7D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70E56-20A7-4A81-A6F6-3BBF0E7F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46FAA-E377-4364-802E-08FBF2DF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B250-25AF-47A4-8C9B-169CBB40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728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50FD-A443-40AA-8018-29D19582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0EF68-4BAA-48DB-B173-437EB9F0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94B3-23D3-4C48-A96C-6978DAFD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79A7B-6BDC-4F97-B6AB-5D5687E6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C7AFE-7D2E-4BB4-8C79-09D4223E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584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2A2B-8BDE-4B13-9393-E701C4CD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1D8CC-B067-49BE-B485-5C45536CE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1AF3-331A-4D75-ABEC-F307BF12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DD15-C4B6-406C-97A1-E8C394DA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9BC5-4191-4FEB-9840-6FC36C52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31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F2AD-6FF6-4B87-AE07-0BB27109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C384-670A-4F7A-98FD-159A8DD70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043BE-5982-4C3A-9BA7-63CCDA968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41887-E8CE-4C1D-9BC4-87B72365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32ED7-2841-46E6-9430-B6B3231B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23A87-AAD6-499B-85FC-D2725C06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10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F782-025E-4271-8383-A4D98AB0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24ED3-29A0-4FEE-9A18-A6619BEF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9D3BD-175C-4BA0-96DC-F93120CD1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C5F69-CF71-4339-88CC-C07160F01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BD940C-14C2-493C-B370-B21360629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29798-1373-4673-920C-0681E03F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D62F6-B6EA-4E59-9479-82AEB6F2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D6012-CE5F-4F9A-A0FC-912A1659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1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F0B-1431-434D-BFC8-214533463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2E962-101F-44CC-ACF9-813F6D95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6FFC8-B9A7-4C0A-AB2E-54947C04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93BA4-6919-43C5-8BDB-0700C44E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45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9C0A7-54F3-45A3-A7AF-21D1992A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78153-02C9-4EB4-BC79-962A042A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1C0B-F191-44AF-8508-C1F9942D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223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FE45-B7FE-4B40-8DEE-BF37F9A3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7AF0-D8C7-416D-8811-1A131E2F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1B3FE-7283-476E-9622-72D76BCC5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DADFC-02D8-4D84-BCB0-D12E167F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A817D-F2BB-48B3-B3CA-E10A085F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1F36B-6095-4C7A-A210-311500F8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173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50E3-1B4A-4AA3-A71E-B7DD8339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B0A8B-BB2D-4129-BE55-1C4B116D5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2049B-FEB2-440C-9E8F-390D9E5AF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797F5-E163-4057-8D0A-A731205B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09DBC-DCAB-46E9-BE02-1C8C6E02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8BFA8-447B-4E64-8DD5-1AF763C1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35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51D6-6ACD-4AFC-A4C1-3458CB11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4D362-00D2-45DA-81AC-B765A7CB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11725-5E19-4637-92F6-72CEEA96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7655F-4322-468E-9A27-1BA0BD7E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D2C63-E715-4C60-AA8C-B02685DB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663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B9631-1617-40BF-95FD-4377CBADA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84A38-442C-4B39-8E8D-52395FAD0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D301-400C-4441-8812-6168CAE2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6A066-FBC7-4AE7-942D-D2E41859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0C2E0-84AF-4642-8AC3-4C08D7E5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59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140E5-639E-45CD-BF01-CB6362D2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5E456-116E-4875-9EDF-5C59643E8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F8B2-F001-42F4-936E-A1870288A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24F1C-6094-4A0B-9DDC-36A25BB7D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3178-8B71-4B73-871A-92870A8E8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44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5.xml"/><Relationship Id="rId4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6.xml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2.png"/><Relationship Id="rId12" Type="http://schemas.openxmlformats.org/officeDocument/2006/relationships/hyperlink" Target="mailto:szymonmochort11@gmail.com?subject=feedback%20on%20windos%2095%20alpha%20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image" Target="../media/image6.png"/><Relationship Id="rId5" Type="http://schemas.openxmlformats.org/officeDocument/2006/relationships/slide" Target="slide25.xml"/><Relationship Id="rId10" Type="http://schemas.openxmlformats.org/officeDocument/2006/relationships/slide" Target="slide10.xml"/><Relationship Id="rId4" Type="http://schemas.openxmlformats.org/officeDocument/2006/relationships/slide" Target="slide15.xml"/><Relationship Id="rId9" Type="http://schemas.openxmlformats.org/officeDocument/2006/relationships/image" Target="../media/image5.png"/><Relationship Id="rId1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microsoft.com/office/2007/relationships/hdphoto" Target="../media/hdphoto1.wdp"/><Relationship Id="rId7" Type="http://schemas.openxmlformats.org/officeDocument/2006/relationships/slide" Target="slide19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11" Type="http://schemas.openxmlformats.org/officeDocument/2006/relationships/slide" Target="slide9.xml"/><Relationship Id="rId5" Type="http://schemas.openxmlformats.org/officeDocument/2006/relationships/slide" Target="slide16.xml"/><Relationship Id="rId10" Type="http://schemas.openxmlformats.org/officeDocument/2006/relationships/slide" Target="slide11.xml"/><Relationship Id="rId4" Type="http://schemas.openxmlformats.org/officeDocument/2006/relationships/slide" Target="slide14.xml"/><Relationship Id="rId9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microsoft.com/office/2007/relationships/hdphoto" Target="../media/hdphoto1.wdp"/><Relationship Id="rId7" Type="http://schemas.openxmlformats.org/officeDocument/2006/relationships/slide" Target="slid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12.xml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svg"/><Relationship Id="rId3" Type="http://schemas.microsoft.com/office/2007/relationships/hdphoto" Target="../media/hdphoto1.wdp"/><Relationship Id="rId7" Type="http://schemas.openxmlformats.org/officeDocument/2006/relationships/slide" Target="slide16.xml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slide" Target="slide25.xml"/><Relationship Id="rId5" Type="http://schemas.openxmlformats.org/officeDocument/2006/relationships/slide" Target="slide15.xml"/><Relationship Id="rId10" Type="http://schemas.openxmlformats.org/officeDocument/2006/relationships/image" Target="../media/image9.png"/><Relationship Id="rId4" Type="http://schemas.openxmlformats.org/officeDocument/2006/relationships/slide" Target="slide9.xml"/><Relationship Id="rId9" Type="http://schemas.openxmlformats.org/officeDocument/2006/relationships/slide" Target="slide24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2.xml"/><Relationship Id="rId4" Type="http://schemas.openxmlformats.org/officeDocument/2006/relationships/slide" Target="slide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6.xml"/><Relationship Id="rId4" Type="http://schemas.openxmlformats.org/officeDocument/2006/relationships/slide" Target="slide9.xml"/><Relationship Id="rId9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7.xml"/><Relationship Id="rId4" Type="http://schemas.openxmlformats.org/officeDocument/2006/relationships/slide" Target="slid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slide" Target="slide18.xml"/><Relationship Id="rId4" Type="http://schemas.openxmlformats.org/officeDocument/2006/relationships/slide" Target="slide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13" Type="http://schemas.openxmlformats.org/officeDocument/2006/relationships/image" Target="../media/image19.svg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slide" Target="slide18.xml"/><Relationship Id="rId5" Type="http://schemas.openxmlformats.org/officeDocument/2006/relationships/slide" Target="slide16.xml"/><Relationship Id="rId10" Type="http://schemas.openxmlformats.org/officeDocument/2006/relationships/image" Target="../media/image17.svg"/><Relationship Id="rId4" Type="http://schemas.openxmlformats.org/officeDocument/2006/relationships/slide" Target="slide9.xml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slide" Target="slide2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5.xml"/><Relationship Id="rId4" Type="http://schemas.openxmlformats.org/officeDocument/2006/relationships/slide" Target="slide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mailto:szymonmochort11@gmail.com?subject=request%20windos%201%20latest" TargetMode="External"/><Relationship Id="rId13" Type="http://schemas.openxmlformats.org/officeDocument/2006/relationships/hyperlink" Target="mailto:szymonmochort11@gmail.com?subject=Request%20all%20Windos%201" TargetMode="External"/><Relationship Id="rId3" Type="http://schemas.microsoft.com/office/2007/relationships/hdphoto" Target="../media/hdphoto1.wdp"/><Relationship Id="rId7" Type="http://schemas.openxmlformats.org/officeDocument/2006/relationships/slide" Target="slide22.xml"/><Relationship Id="rId12" Type="http://schemas.openxmlformats.org/officeDocument/2006/relationships/hyperlink" Target="mailto:Windos%2095%20waiting%20list?subject=add%20me%20to%20the%20Windos%2095%20waiting%20list%20plea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hyperlink" Target="mailto:szymonmochort11@gmail.com?subject=Windos%2095%20latest%20alpha" TargetMode="External"/><Relationship Id="rId5" Type="http://schemas.openxmlformats.org/officeDocument/2006/relationships/slide" Target="slide15.xml"/><Relationship Id="rId15" Type="http://schemas.openxmlformats.org/officeDocument/2006/relationships/hyperlink" Target="mailto:szymonmochort11@gmail.com?subject=Request%20all%20Windos%203" TargetMode="External"/><Relationship Id="rId10" Type="http://schemas.openxmlformats.org/officeDocument/2006/relationships/hyperlink" Target="mailto:szymonmochort11@gmail.com?subject=Windos%203%20latest" TargetMode="External"/><Relationship Id="rId4" Type="http://schemas.openxmlformats.org/officeDocument/2006/relationships/slide" Target="slide9.xml"/><Relationship Id="rId9" Type="http://schemas.openxmlformats.org/officeDocument/2006/relationships/hyperlink" Target="mailto:szymonmochort11@gmail.com?subject=Windos%202%20latest" TargetMode="External"/><Relationship Id="rId14" Type="http://schemas.openxmlformats.org/officeDocument/2006/relationships/hyperlink" Target="mailto:szymonmochort11@gmail.com?subject=Request%20all%20Windos%202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slide" Target="slide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microsoft.com/office/2007/relationships/hdphoto" Target="../media/hdphoto1.wdp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21.jpeg"/><Relationship Id="rId4" Type="http://schemas.openxmlformats.org/officeDocument/2006/relationships/slide" Target="slide9.xml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7049-D945-4DD9-8AB8-91F6AA6C4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1B219-150A-4684-A253-2F6BD1EF74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794A0-1D90-408E-97C2-C091A50EB0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A5C5E-F421-412A-9A99-4710BCDBE0AA}"/>
              </a:ext>
            </a:extLst>
          </p:cNvPr>
          <p:cNvSpPr txBox="1"/>
          <p:nvPr/>
        </p:nvSpPr>
        <p:spPr>
          <a:xfrm>
            <a:off x="0" y="191386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95...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Press me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60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182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0342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9005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51161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12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AD2DB-B08C-4433-9DBD-37367C20D9C2}"/>
              </a:ext>
            </a:extLst>
          </p:cNvPr>
          <p:cNvSpPr txBox="1"/>
          <p:nvPr/>
        </p:nvSpPr>
        <p:spPr>
          <a:xfrm>
            <a:off x="1541721" y="2509284"/>
            <a:ext cx="494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Username: username</a:t>
            </a:r>
          </a:p>
          <a:p>
            <a:r>
              <a:rPr lang="en-GB" dirty="0"/>
              <a:t>Password: ********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D1A0153E-AA91-42B4-97EE-92E1C09D642D}"/>
              </a:ext>
            </a:extLst>
          </p:cNvPr>
          <p:cNvSpPr/>
          <p:nvPr/>
        </p:nvSpPr>
        <p:spPr>
          <a:xfrm>
            <a:off x="2828260" y="4019107"/>
            <a:ext cx="4944139" cy="978195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in</a:t>
            </a:r>
          </a:p>
        </p:txBody>
      </p:sp>
    </p:spTree>
    <p:extLst>
      <p:ext uri="{BB962C8B-B14F-4D97-AF65-F5344CB8AC3E}">
        <p14:creationId xmlns:p14="http://schemas.microsoft.com/office/powerpoint/2010/main" val="3083252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ndAc>
          <p:stSnd>
            <p:snd r:embed="rId2" name="Microsoft Windows 7 Startup Sound.wav"/>
          </p:stSnd>
        </p:sndAc>
      </p:transition>
    </mc:Choice>
    <mc:Fallback>
      <p:transition spd="slow">
        <p:sndAc>
          <p:stSnd>
            <p:snd r:embed="rId2" name="Microsoft Windows 7 Startup Sound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8799A-779A-4A20-B3E2-0C9F7905F562}"/>
              </a:ext>
            </a:extLst>
          </p:cNvPr>
          <p:cNvSpPr txBox="1"/>
          <p:nvPr/>
        </p:nvSpPr>
        <p:spPr>
          <a:xfrm>
            <a:off x="650802" y="41959"/>
            <a:ext cx="2631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Windos 95</a:t>
            </a:r>
          </a:p>
          <a:p>
            <a:r>
              <a:rPr lang="en-GB" dirty="0">
                <a:solidFill>
                  <a:schemeClr val="bg1"/>
                </a:solidFill>
              </a:rPr>
              <a:t>Alpha 3</a:t>
            </a:r>
          </a:p>
          <a:p>
            <a:r>
              <a:rPr lang="en-GB" dirty="0">
                <a:solidFill>
                  <a:schemeClr val="bg1"/>
                </a:solidFill>
              </a:rPr>
              <a:t>For testing purposes only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6E89F-0194-41C5-9927-A93A8A4FA084}"/>
              </a:ext>
            </a:extLst>
          </p:cNvPr>
          <p:cNvSpPr/>
          <p:nvPr/>
        </p:nvSpPr>
        <p:spPr>
          <a:xfrm>
            <a:off x="3795823" y="365125"/>
            <a:ext cx="3200400" cy="5387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4F4B0-0B09-40C2-ADA1-EEB87B7311C7}"/>
              </a:ext>
            </a:extLst>
          </p:cNvPr>
          <p:cNvSpPr txBox="1"/>
          <p:nvPr/>
        </p:nvSpPr>
        <p:spPr>
          <a:xfrm>
            <a:off x="3880884" y="467833"/>
            <a:ext cx="297711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1 new </a:t>
            </a:r>
            <a:r>
              <a:rPr lang="en-GB" dirty="0">
                <a:hlinkClick r:id="rId4" action="ppaction://hlinksldjump"/>
              </a:rPr>
              <a:t>site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2 shortcuts to taskbar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Minecraft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Fixed colour error in icons by updating graphics drivers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Changed start menu icon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5" action="ppaction://hlinksldjump"/>
              </a:rPr>
              <a:t>Fortnite</a:t>
            </a:r>
            <a:r>
              <a:rPr lang="en-GB" dirty="0"/>
              <a:t>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Moved Windos 3 message to top left [ was bottom right]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start-up 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feedback icon on taskbar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25C4D-E8C9-4DCF-AE30-D69D695F3047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916" y="4405664"/>
            <a:ext cx="1905000" cy="1257300"/>
          </a:xfrm>
          <a:prstGeom prst="rect">
            <a:avLst/>
          </a:prstGeom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BB8D192B-B72F-4DB5-AC72-81F1CBFF3BF6}"/>
              </a:ext>
            </a:extLst>
          </p:cNvPr>
          <p:cNvSpPr/>
          <p:nvPr/>
        </p:nvSpPr>
        <p:spPr>
          <a:xfrm>
            <a:off x="8068339" y="1882074"/>
            <a:ext cx="2749403" cy="2126400"/>
          </a:xfrm>
          <a:prstGeom prst="wedgeRectCallout">
            <a:avLst>
              <a:gd name="adj1" fmla="val 10613"/>
              <a:gd name="adj2" fmla="val 99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BC17D9-AE82-4A17-8033-9E076E11B4A5}"/>
              </a:ext>
            </a:extLst>
          </p:cNvPr>
          <p:cNvSpPr txBox="1"/>
          <p:nvPr/>
        </p:nvSpPr>
        <p:spPr>
          <a:xfrm>
            <a:off x="8068339" y="1938146"/>
            <a:ext cx="26599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Hint of version:</a:t>
            </a:r>
          </a:p>
          <a:p>
            <a:r>
              <a:rPr lang="en-GB" dirty="0"/>
              <a:t>Make sure to check out everything and press the speech bubble on the taskbar to give feedback! </a:t>
            </a:r>
          </a:p>
        </p:txBody>
      </p:sp>
      <p:pic>
        <p:nvPicPr>
          <p:cNvPr id="15" name="Picture 14" descr="A close up of a logo&#10;&#10;Description automatically generated">
            <a:hlinkClick r:id="rId4" action="ppaction://hlinksldjump"/>
            <a:extLst>
              <a:ext uri="{FF2B5EF4-FFF2-40B4-BE49-F238E27FC236}">
                <a16:creationId xmlns:a16="http://schemas.microsoft.com/office/drawing/2014/main" id="{5EAD889E-1564-4876-886E-70CC9DBCCDC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51" y="5943472"/>
            <a:ext cx="933580" cy="914528"/>
          </a:xfrm>
          <a:prstGeom prst="rect">
            <a:avLst/>
          </a:prstGeom>
        </p:spPr>
      </p:pic>
      <p:pic>
        <p:nvPicPr>
          <p:cNvPr id="16" name="Picture 15" descr="A picture containing drawing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199E1964-8464-462D-8B04-0F91AB9C8E0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731" y="5924420"/>
            <a:ext cx="933580" cy="933580"/>
          </a:xfrm>
          <a:prstGeom prst="rect">
            <a:avLst/>
          </a:prstGeom>
        </p:spPr>
      </p:pic>
      <p:pic>
        <p:nvPicPr>
          <p:cNvPr id="17" name="Picture 16">
            <a:hlinkClick r:id="rId10" action="ppaction://hlinksldjump"/>
            <a:extLst>
              <a:ext uri="{FF2B5EF4-FFF2-40B4-BE49-F238E27FC236}">
                <a16:creationId xmlns:a16="http://schemas.microsoft.com/office/drawing/2014/main" id="{C4291EC7-44EF-45E7-A4C9-6C913B91518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grayscl/>
          </a:blip>
          <a:srcRect l="18413" t="8499" r="11508" b="820"/>
          <a:stretch/>
        </p:blipFill>
        <p:spPr>
          <a:xfrm>
            <a:off x="239232" y="6057900"/>
            <a:ext cx="598967" cy="6111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Graphic 18">
            <a:hlinkClick r:id="rId12"/>
            <a:extLst>
              <a:ext uri="{FF2B5EF4-FFF2-40B4-BE49-F238E27FC236}">
                <a16:creationId xmlns:a16="http://schemas.microsoft.com/office/drawing/2014/main" id="{4AF3CB37-68F1-49D1-B98E-F8CADD5887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46611" y="6007395"/>
            <a:ext cx="765544" cy="76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86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8799A-779A-4A20-B3E2-0C9F7905F562}"/>
              </a:ext>
            </a:extLst>
          </p:cNvPr>
          <p:cNvSpPr txBox="1"/>
          <p:nvPr/>
        </p:nvSpPr>
        <p:spPr>
          <a:xfrm>
            <a:off x="10972800" y="5339799"/>
            <a:ext cx="1994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95</a:t>
            </a:r>
          </a:p>
          <a:p>
            <a:r>
              <a:rPr lang="en-GB" dirty="0"/>
              <a:t>Alpha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95B89-8276-4556-BACC-1AC709900134}"/>
              </a:ext>
            </a:extLst>
          </p:cNvPr>
          <p:cNvSpPr/>
          <p:nvPr/>
        </p:nvSpPr>
        <p:spPr>
          <a:xfrm>
            <a:off x="-2" y="2294488"/>
            <a:ext cx="2658142" cy="3649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E7BCE-DF60-4E8F-A737-B10B3FAAB67E}"/>
              </a:ext>
            </a:extLst>
          </p:cNvPr>
          <p:cNvSpPr txBox="1"/>
          <p:nvPr/>
        </p:nvSpPr>
        <p:spPr>
          <a:xfrm>
            <a:off x="22150" y="2294489"/>
            <a:ext cx="239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Run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Find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Intranet 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Log off Username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Power off…</a:t>
            </a:r>
            <a:endParaRPr lang="en-GB" dirty="0"/>
          </a:p>
          <a:p>
            <a:endParaRPr lang="en-GB" dirty="0"/>
          </a:p>
        </p:txBody>
      </p:sp>
      <p:pic>
        <p:nvPicPr>
          <p:cNvPr id="13" name="Picture 12">
            <a:hlinkClick r:id="rId11" action="ppaction://hlinksldjump"/>
            <a:extLst>
              <a:ext uri="{FF2B5EF4-FFF2-40B4-BE49-F238E27FC236}">
                <a16:creationId xmlns:a16="http://schemas.microsoft.com/office/drawing/2014/main" id="{F1C478DE-0B5C-472D-A9CA-6B8E6500CD5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grayscl/>
          </a:blip>
          <a:srcRect l="18413" t="8499" r="11508" b="820"/>
          <a:stretch/>
        </p:blipFill>
        <p:spPr>
          <a:xfrm>
            <a:off x="239232" y="6057900"/>
            <a:ext cx="598967" cy="6111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68527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menu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0337A-167F-42E7-B55F-736E479AA9BC}"/>
              </a:ext>
            </a:extLst>
          </p:cNvPr>
          <p:cNvSpPr txBox="1"/>
          <p:nvPr/>
        </p:nvSpPr>
        <p:spPr>
          <a:xfrm>
            <a:off x="1584251" y="2466753"/>
            <a:ext cx="69262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Power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Reboot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Log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sleep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335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BDA06-81C0-46A7-8D2B-07826246289B}"/>
              </a:ext>
            </a:extLst>
          </p:cNvPr>
          <p:cNvSpPr txBox="1"/>
          <p:nvPr/>
        </p:nvSpPr>
        <p:spPr>
          <a:xfrm>
            <a:off x="1616149" y="2604977"/>
            <a:ext cx="6549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is now safe to turn off your computer.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Restart</a:t>
            </a:r>
            <a:endParaRPr lang="en-GB" dirty="0"/>
          </a:p>
          <a:p>
            <a:endParaRPr lang="en-GB" dirty="0"/>
          </a:p>
          <a:p>
            <a:r>
              <a:rPr lang="en-GB" dirty="0"/>
              <a:t>Press ESC to exit Windos now</a:t>
            </a:r>
          </a:p>
        </p:txBody>
      </p:sp>
    </p:spTree>
    <p:extLst>
      <p:ext uri="{BB962C8B-B14F-4D97-AF65-F5344CB8AC3E}">
        <p14:creationId xmlns:p14="http://schemas.microsoft.com/office/powerpoint/2010/main" val="2194484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7257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0" name="Picture 9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623A3AEA-D6B9-4F0D-9815-7414C597742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6" y="789450"/>
            <a:ext cx="933580" cy="914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7959A8-B156-4992-B865-B8E746E27EA0}"/>
              </a:ext>
            </a:extLst>
          </p:cNvPr>
          <p:cNvSpPr txBox="1"/>
          <p:nvPr/>
        </p:nvSpPr>
        <p:spPr>
          <a:xfrm>
            <a:off x="212652" y="1786270"/>
            <a:ext cx="1679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Intranet explorer</a:t>
            </a:r>
          </a:p>
        </p:txBody>
      </p:sp>
      <p:pic>
        <p:nvPicPr>
          <p:cNvPr id="12" name="Picture 11" descr="A picture containing drawing&#10;&#10;Description automatically generated">
            <a:hlinkClick r:id="rId7" action="ppaction://hlinksldjump"/>
            <a:extLst>
              <a:ext uri="{FF2B5EF4-FFF2-40B4-BE49-F238E27FC236}">
                <a16:creationId xmlns:a16="http://schemas.microsoft.com/office/drawing/2014/main" id="{5AD7589E-39A3-45FE-BAD0-7387A761678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473" y="865097"/>
            <a:ext cx="933580" cy="9335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3A245D-EB05-4728-A39A-7415E2713658}"/>
              </a:ext>
            </a:extLst>
          </p:cNvPr>
          <p:cNvSpPr txBox="1"/>
          <p:nvPr/>
        </p:nvSpPr>
        <p:spPr>
          <a:xfrm>
            <a:off x="1446028" y="1956391"/>
            <a:ext cx="257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</a:t>
            </a:r>
          </a:p>
        </p:txBody>
      </p:sp>
      <p:pic>
        <p:nvPicPr>
          <p:cNvPr id="15" name="Picture 14">
            <a:hlinkClick r:id="rId9" action="ppaction://hlinksldjump"/>
            <a:extLst>
              <a:ext uri="{FF2B5EF4-FFF2-40B4-BE49-F238E27FC236}">
                <a16:creationId xmlns:a16="http://schemas.microsoft.com/office/drawing/2014/main" id="{609586EE-16F4-40DC-91CB-F441F3884A78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50" y="915045"/>
            <a:ext cx="914528" cy="914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D69360-F2B0-455B-9AC0-60D965863554}"/>
              </a:ext>
            </a:extLst>
          </p:cNvPr>
          <p:cNvSpPr txBox="1"/>
          <p:nvPr/>
        </p:nvSpPr>
        <p:spPr>
          <a:xfrm>
            <a:off x="2739657" y="1943099"/>
            <a:ext cx="181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</a:t>
            </a:r>
          </a:p>
        </p:txBody>
      </p:sp>
      <p:pic>
        <p:nvPicPr>
          <p:cNvPr id="18" name="Graphic 17">
            <a:hlinkClick r:id="rId11" action="ppaction://hlinksldjump"/>
            <a:extLst>
              <a:ext uri="{FF2B5EF4-FFF2-40B4-BE49-F238E27FC236}">
                <a16:creationId xmlns:a16="http://schemas.microsoft.com/office/drawing/2014/main" id="{54D00381-DAE3-4D81-8E27-FBA8AF23515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34575" y="902494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C42DB9B-131D-4252-B66F-48F909ABC047}"/>
              </a:ext>
            </a:extLst>
          </p:cNvPr>
          <p:cNvSpPr txBox="1"/>
          <p:nvPr/>
        </p:nvSpPr>
        <p:spPr>
          <a:xfrm>
            <a:off x="4231758" y="1956391"/>
            <a:ext cx="186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Fortnite</a:t>
            </a:r>
          </a:p>
        </p:txBody>
      </p:sp>
    </p:spTree>
    <p:extLst>
      <p:ext uri="{BB962C8B-B14F-4D97-AF65-F5344CB8AC3E}">
        <p14:creationId xmlns:p14="http://schemas.microsoft.com/office/powerpoint/2010/main" val="2725440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Intranet explorer 16- CONNECTED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EDD33B-F1D6-4A1A-BB9F-C21420F91E75}"/>
              </a:ext>
            </a:extLst>
          </p:cNvPr>
          <p:cNvSpPr txBox="1"/>
          <p:nvPr/>
        </p:nvSpPr>
        <p:spPr>
          <a:xfrm>
            <a:off x="138223" y="733647"/>
            <a:ext cx="7527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</a:t>
            </a:r>
          </a:p>
          <a:p>
            <a:r>
              <a:rPr lang="en-GB" dirty="0"/>
              <a:t>Tap on any of the underlined text to open that website!</a:t>
            </a:r>
          </a:p>
          <a:p>
            <a:r>
              <a:rPr lang="en-GB" dirty="0"/>
              <a:t> </a:t>
            </a:r>
          </a:p>
          <a:p>
            <a:r>
              <a:rPr lang="en-GB" dirty="0">
                <a:hlinkClick r:id="rId5" action="ppaction://hlinksldjump"/>
              </a:rPr>
              <a:t>Windos official site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4515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My computer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Picture 10">
            <a:hlinkClick r:id="rId8" action="ppaction://hlinksldjump"/>
            <a:extLst>
              <a:ext uri="{FF2B5EF4-FFF2-40B4-BE49-F238E27FC236}">
                <a16:creationId xmlns:a16="http://schemas.microsoft.com/office/drawing/2014/main" id="{1736EF3D-A9D1-4E62-AFF2-4E72DFD28A18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47" y="1593100"/>
            <a:ext cx="618247" cy="6182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D2C366-D7F5-447C-BF4C-3B9240E684A6}"/>
              </a:ext>
            </a:extLst>
          </p:cNvPr>
          <p:cNvSpPr txBox="1"/>
          <p:nvPr/>
        </p:nvSpPr>
        <p:spPr>
          <a:xfrm>
            <a:off x="180753" y="2211347"/>
            <a:ext cx="141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375244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hlinkClick r:id="rId5" action="ppaction://hlinksldjump" tooltip="this opens up the OSOD"/>
            <a:extLst>
              <a:ext uri="{FF2B5EF4-FFF2-40B4-BE49-F238E27FC236}">
                <a16:creationId xmlns:a16="http://schemas.microsoft.com/office/drawing/2014/main" id="{B4AE64ED-63EC-4B23-8F44-74CDD6ECB4CD}"/>
              </a:ext>
            </a:extLst>
          </p:cNvPr>
          <p:cNvSpPr/>
          <p:nvPr/>
        </p:nvSpPr>
        <p:spPr>
          <a:xfrm>
            <a:off x="1754372" y="2987638"/>
            <a:ext cx="6475228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osod.exe</a:t>
            </a:r>
          </a:p>
        </p:txBody>
      </p:sp>
      <p:sp>
        <p:nvSpPr>
          <p:cNvPr id="10" name="Rectangle 9">
            <a:hlinkClick r:id="rId6" action="ppaction://hlinksldjump"/>
            <a:extLst>
              <a:ext uri="{FF2B5EF4-FFF2-40B4-BE49-F238E27FC236}">
                <a16:creationId xmlns:a16="http://schemas.microsoft.com/office/drawing/2014/main" id="{A6FE60BE-ADBD-4B1D-8122-FA5A2C814DA4}"/>
              </a:ext>
            </a:extLst>
          </p:cNvPr>
          <p:cNvSpPr/>
          <p:nvPr/>
        </p:nvSpPr>
        <p:spPr>
          <a:xfrm>
            <a:off x="1828801" y="4710112"/>
            <a:ext cx="2296632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B426F685-9E9B-41F3-BDE5-02FECF1C1DE1}"/>
              </a:ext>
            </a:extLst>
          </p:cNvPr>
          <p:cNvSpPr/>
          <p:nvPr/>
        </p:nvSpPr>
        <p:spPr>
          <a:xfrm>
            <a:off x="5240965" y="4710112"/>
            <a:ext cx="2296632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 </a:t>
            </a:r>
          </a:p>
        </p:txBody>
      </p:sp>
    </p:spTree>
    <p:extLst>
      <p:ext uri="{BB962C8B-B14F-4D97-AF65-F5344CB8AC3E}">
        <p14:creationId xmlns:p14="http://schemas.microsoft.com/office/powerpoint/2010/main" val="1588586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logo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BF3A0D8E-8B9C-4C50-962B-9266AE78E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35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find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C2C0E7-9F4F-4FE8-A031-569937BE9893}"/>
              </a:ext>
            </a:extLst>
          </p:cNvPr>
          <p:cNvSpPr/>
          <p:nvPr/>
        </p:nvSpPr>
        <p:spPr>
          <a:xfrm>
            <a:off x="1499191" y="2498651"/>
            <a:ext cx="6071190" cy="93034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osod.exe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B5FE2-6D63-4847-BAE5-87F99518F318}"/>
              </a:ext>
            </a:extLst>
          </p:cNvPr>
          <p:cNvSpPr/>
          <p:nvPr/>
        </p:nvSpPr>
        <p:spPr>
          <a:xfrm>
            <a:off x="7620000" y="2487908"/>
            <a:ext cx="9144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Graphic 12" descr="Magnifying glass">
            <a:hlinkClick r:id="rId5" action="ppaction://hlinksldjump" tooltip="do not press"/>
            <a:extLst>
              <a:ext uri="{FF2B5EF4-FFF2-40B4-BE49-F238E27FC236}">
                <a16:creationId xmlns:a16="http://schemas.microsoft.com/office/drawing/2014/main" id="{A21CC105-0AC4-440D-8D6F-DD0A38EF23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0381" y="2489237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A38AB3-C7AD-46B4-8657-530D9BA3E19E}"/>
              </a:ext>
            </a:extLst>
          </p:cNvPr>
          <p:cNvSpPr txBox="1"/>
          <p:nvPr/>
        </p:nvSpPr>
        <p:spPr>
          <a:xfrm>
            <a:off x="1499191" y="3827721"/>
            <a:ext cx="6528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Found 1 file:</a:t>
            </a:r>
          </a:p>
          <a:p>
            <a:r>
              <a:rPr lang="en-GB" dirty="0"/>
              <a:t>osod.exe</a:t>
            </a:r>
          </a:p>
          <a:p>
            <a:r>
              <a:rPr lang="en-GB" dirty="0"/>
              <a:t>Press the        button to open file </a:t>
            </a:r>
          </a:p>
        </p:txBody>
      </p:sp>
      <p:pic>
        <p:nvPicPr>
          <p:cNvPr id="15" name="Graphic 14" descr="Magnifying glass">
            <a:extLst>
              <a:ext uri="{FF2B5EF4-FFF2-40B4-BE49-F238E27FC236}">
                <a16:creationId xmlns:a16="http://schemas.microsoft.com/office/drawing/2014/main" id="{B20558C8-DA28-45BE-A25F-7DF2C28DB9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9031" y="4377209"/>
            <a:ext cx="373842" cy="37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68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Graphic 10">
            <a:hlinkClick r:id="rId8" action="ppaction://hlinksldjump"/>
            <a:extLst>
              <a:ext uri="{FF2B5EF4-FFF2-40B4-BE49-F238E27FC236}">
                <a16:creationId xmlns:a16="http://schemas.microsoft.com/office/drawing/2014/main" id="{84546C45-65E6-4605-B08A-0AD69D7C7E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0999" y="1774019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129B4F-3E6A-4992-8D73-6281C60680A2}"/>
              </a:ext>
            </a:extLst>
          </p:cNvPr>
          <p:cNvSpPr txBox="1"/>
          <p:nvPr/>
        </p:nvSpPr>
        <p:spPr>
          <a:xfrm>
            <a:off x="299483" y="2583712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Windos</a:t>
            </a:r>
          </a:p>
        </p:txBody>
      </p:sp>
      <p:pic>
        <p:nvPicPr>
          <p:cNvPr id="14" name="Graphic 13">
            <a:hlinkClick r:id="rId8" action="ppaction://hlinksldjump"/>
            <a:extLst>
              <a:ext uri="{FF2B5EF4-FFF2-40B4-BE49-F238E27FC236}">
                <a16:creationId xmlns:a16="http://schemas.microsoft.com/office/drawing/2014/main" id="{0ED225C4-570E-40D0-A33E-215AE8D756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07122" y="1732824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101669-0B01-4CF2-953C-A9F190188B43}"/>
              </a:ext>
            </a:extLst>
          </p:cNvPr>
          <p:cNvSpPr txBox="1"/>
          <p:nvPr/>
        </p:nvSpPr>
        <p:spPr>
          <a:xfrm>
            <a:off x="1456660" y="2668547"/>
            <a:ext cx="141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Program files</a:t>
            </a:r>
          </a:p>
        </p:txBody>
      </p:sp>
      <p:pic>
        <p:nvPicPr>
          <p:cNvPr id="17" name="Graphic 16">
            <a:hlinkClick r:id="rId11" action="ppaction://hlinksldjump"/>
            <a:extLst>
              <a:ext uri="{FF2B5EF4-FFF2-40B4-BE49-F238E27FC236}">
                <a16:creationId xmlns:a16="http://schemas.microsoft.com/office/drawing/2014/main" id="{9CB65B65-2E9B-4287-AC88-9D6E685E4E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59515" y="1778121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C9A5CE-2E63-42EA-89D0-2F0A39E4AA3B}"/>
              </a:ext>
            </a:extLst>
          </p:cNvPr>
          <p:cNvSpPr txBox="1"/>
          <p:nvPr/>
        </p:nvSpPr>
        <p:spPr>
          <a:xfrm flipH="1">
            <a:off x="3318196" y="2688767"/>
            <a:ext cx="240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Windos.dll</a:t>
            </a:r>
          </a:p>
        </p:txBody>
      </p:sp>
    </p:spTree>
    <p:extLst>
      <p:ext uri="{BB962C8B-B14F-4D97-AF65-F5344CB8AC3E}">
        <p14:creationId xmlns:p14="http://schemas.microsoft.com/office/powerpoint/2010/main" val="2366346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D74FCE-0A24-4CC2-82CD-27592A256D2B}"/>
              </a:ext>
            </a:extLst>
          </p:cNvPr>
          <p:cNvSpPr/>
          <p:nvPr/>
        </p:nvSpPr>
        <p:spPr>
          <a:xfrm>
            <a:off x="1369828" y="23699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This PC has denied access to this file or folder.</a:t>
            </a:r>
          </a:p>
          <a:p>
            <a:r>
              <a:rPr lang="en-GB" dirty="0"/>
              <a:t>Please contact the developer of Windos for ,more info.</a:t>
            </a:r>
          </a:p>
        </p:txBody>
      </p:sp>
    </p:spTree>
    <p:extLst>
      <p:ext uri="{BB962C8B-B14F-4D97-AF65-F5344CB8AC3E}">
        <p14:creationId xmlns:p14="http://schemas.microsoft.com/office/powerpoint/2010/main" val="2236863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Windos.com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9" name="Picture 8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467B3CC0-0F33-4BE9-8A1D-B34F14059A3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FAA9A8-58F7-488A-AB8F-63C109435872}"/>
              </a:ext>
            </a:extLst>
          </p:cNvPr>
          <p:cNvSpPr txBox="1"/>
          <p:nvPr/>
        </p:nvSpPr>
        <p:spPr>
          <a:xfrm>
            <a:off x="85060" y="1010093"/>
            <a:ext cx="630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7" action="ppaction://hlinksldjump"/>
              </a:rPr>
              <a:t>Windos official site!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C8EFF-7508-4275-B36B-E75BF9E534D0}"/>
              </a:ext>
            </a:extLst>
          </p:cNvPr>
          <p:cNvSpPr txBox="1"/>
          <p:nvPr/>
        </p:nvSpPr>
        <p:spPr>
          <a:xfrm>
            <a:off x="212651" y="1850065"/>
            <a:ext cx="58833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official site of Windos!</a:t>
            </a:r>
          </a:p>
          <a:p>
            <a:r>
              <a:rPr lang="en-GB" dirty="0"/>
              <a:t>The latest official build is Windos 3 v1.01 but you can get Windos 95 alpha 3!</a:t>
            </a:r>
          </a:p>
          <a:p>
            <a:endParaRPr lang="en-GB" dirty="0"/>
          </a:p>
          <a:p>
            <a:r>
              <a:rPr lang="en-GB" dirty="0"/>
              <a:t>request a copy! </a:t>
            </a:r>
          </a:p>
          <a:p>
            <a:endParaRPr lang="en-GB" dirty="0"/>
          </a:p>
          <a:p>
            <a:r>
              <a:rPr lang="en-GB" dirty="0"/>
              <a:t>Feedback</a:t>
            </a:r>
          </a:p>
          <a:p>
            <a:endParaRPr lang="en-GB" dirty="0"/>
          </a:p>
          <a:p>
            <a:r>
              <a:rPr lang="en-GB" dirty="0"/>
              <a:t>Contact the developer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0226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 Com/copyrequest.html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D8126E-C657-472D-8417-7C203FB68670}"/>
              </a:ext>
            </a:extLst>
          </p:cNvPr>
          <p:cNvSpPr txBox="1"/>
          <p:nvPr/>
        </p:nvSpPr>
        <p:spPr>
          <a:xfrm>
            <a:off x="85060" y="1010093"/>
            <a:ext cx="630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7" action="ppaction://hlinksldjump"/>
              </a:rPr>
              <a:t>Windos official site!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7F07F-3694-4B36-9C15-611DDF578126}"/>
              </a:ext>
            </a:extLst>
          </p:cNvPr>
          <p:cNvSpPr txBox="1"/>
          <p:nvPr/>
        </p:nvSpPr>
        <p:spPr>
          <a:xfrm>
            <a:off x="9494916" y="828487"/>
            <a:ext cx="2624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Copy request: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7B8BEB-9A69-4F55-BA0E-F677095C180D}"/>
              </a:ext>
            </a:extLst>
          </p:cNvPr>
          <p:cNvSpPr txBox="1"/>
          <p:nvPr/>
        </p:nvSpPr>
        <p:spPr>
          <a:xfrm>
            <a:off x="9494916" y="1308538"/>
            <a:ext cx="24029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8"/>
              </a:rPr>
              <a:t>Windos 1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/>
              </a:rPr>
              <a:t>Windos 2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/>
              </a:rPr>
              <a:t>Windos 3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1"/>
              </a:rPr>
              <a:t>Windos 95 latest alpha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2"/>
              </a:rPr>
              <a:t>Windos 95 waiting list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3"/>
              </a:rPr>
              <a:t>Request all Windos 1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4"/>
              </a:rPr>
              <a:t>Request all Windos 2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5"/>
              </a:rPr>
              <a:t>Request all Windos 3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512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Minecraft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026" name="Picture 2" descr="Minecraft – Apps on Google Play">
            <a:extLst>
              <a:ext uri="{FF2B5EF4-FFF2-40B4-BE49-F238E27FC236}">
                <a16:creationId xmlns:a16="http://schemas.microsoft.com/office/drawing/2014/main" id="{57C01586-5B0F-47F5-B82F-F7140B26C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" y="855806"/>
            <a:ext cx="12174172" cy="595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507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Ew this game sucks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2050" name="Picture 2" descr="Get Fortnite - Microsoft Store">
            <a:extLst>
              <a:ext uri="{FF2B5EF4-FFF2-40B4-BE49-F238E27FC236}">
                <a16:creationId xmlns:a16="http://schemas.microsoft.com/office/drawing/2014/main" id="{E985A807-8081-459B-9E01-0CCD2071F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67" y="648472"/>
            <a:ext cx="11088441" cy="620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DE1BCD-F90C-4725-BFC4-B76EC065F955}"/>
                  </a:ext>
                </a:extLst>
              </p14:cNvPr>
              <p14:cNvContentPartPr/>
              <p14:nvPr/>
            </p14:nvContentPartPr>
            <p14:xfrm>
              <a:off x="743274" y="701657"/>
              <a:ext cx="8545320" cy="4234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DE1BCD-F90C-4725-BFC4-B76EC065F9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634" y="692657"/>
                <a:ext cx="8562960" cy="425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C709AD3-1F25-4342-8C8B-DB2D77C694B2}"/>
                  </a:ext>
                </a:extLst>
              </p14:cNvPr>
              <p14:cNvContentPartPr/>
              <p14:nvPr/>
            </p14:nvContentPartPr>
            <p14:xfrm>
              <a:off x="3645954" y="1222577"/>
              <a:ext cx="7585200" cy="3906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C709AD3-1F25-4342-8C8B-DB2D77C694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92314" y="1114937"/>
                <a:ext cx="7692840" cy="412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6998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345</Words>
  <Application>Microsoft Office PowerPoint</Application>
  <PresentationFormat>Widescreen</PresentationFormat>
  <Paragraphs>129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70</cp:revision>
  <dcterms:created xsi:type="dcterms:W3CDTF">2020-06-01T13:59:04Z</dcterms:created>
  <dcterms:modified xsi:type="dcterms:W3CDTF">2020-06-03T12:57:06Z</dcterms:modified>
</cp:coreProperties>
</file>