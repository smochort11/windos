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6" r:id="rId4"/>
    <p:sldId id="275" r:id="rId5"/>
    <p:sldId id="257" r:id="rId6"/>
    <p:sldId id="272" r:id="rId7"/>
    <p:sldId id="269" r:id="rId8"/>
    <p:sldId id="259" r:id="rId9"/>
    <p:sldId id="265" r:id="rId10"/>
    <p:sldId id="258" r:id="rId11"/>
    <p:sldId id="276" r:id="rId12"/>
    <p:sldId id="261" r:id="rId13"/>
    <p:sldId id="262" r:id="rId14"/>
    <p:sldId id="263" r:id="rId15"/>
    <p:sldId id="264" r:id="rId16"/>
    <p:sldId id="267" r:id="rId17"/>
    <p:sldId id="268" r:id="rId18"/>
    <p:sldId id="270" r:id="rId19"/>
    <p:sldId id="271" r:id="rId20"/>
    <p:sldId id="273" r:id="rId21"/>
    <p:sldId id="274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809" autoAdjust="0"/>
    <p:restoredTop sz="94660"/>
  </p:normalViewPr>
  <p:slideViewPr>
    <p:cSldViewPr snapToGrid="0">
      <p:cViewPr varScale="1">
        <p:scale>
          <a:sx n="90" d="100"/>
          <a:sy n="90" d="100"/>
        </p:scale>
        <p:origin x="5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05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F710C-0B45-4246-AD14-8402ED64EF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DBA595-5F6C-4978-A703-494681CCC0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4C4958-C420-48D6-A0C0-4C4C2358A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8CBE3-4E95-4733-8762-C23DA5267D2F}" type="datetimeFigureOut">
              <a:rPr lang="en-GB" smtClean="0"/>
              <a:t>24/07/2020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D5C8E9-AF3D-4354-983F-4D33FA67F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6DEC6D-2B49-4BB5-A722-C90C2BDF8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91B0D-B750-4E23-904A-9E4FF7FD54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312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F2528-4FAE-492B-B851-FF0245FD9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25479C-96D1-4D6E-A5C3-15389C7B08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30D1D4-E235-4D3C-99FD-4D70C301F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8CBE3-4E95-4733-8762-C23DA5267D2F}" type="datetimeFigureOut">
              <a:rPr lang="en-GB" smtClean="0"/>
              <a:t>24/07/2020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D8AC0D-9E82-430E-819A-7F211E8CC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8C47CC-1858-45B4-8A0B-C123BC2BB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91B0D-B750-4E23-904A-9E4FF7FD54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22303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CC900-0F14-45ED-93B1-BD2BC7A10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F99EE1-12BC-4816-922D-590BBB4515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7C085A-9BB9-4130-8BE6-9670DD862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8CBE3-4E95-4733-8762-C23DA5267D2F}" type="datetimeFigureOut">
              <a:rPr lang="en-GB" smtClean="0"/>
              <a:t>24/07/2020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27925A-B757-4AE5-B94F-BC63ABD6C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37B5A3-2259-448A-B229-BC89A2047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91B0D-B750-4E23-904A-9E4FF7FD54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38642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A3ED6-9D00-4152-8985-26C908B05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95F87-F305-4C09-87AD-D511880153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5B37D2-A45D-4FD9-9550-5B3D838FED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004A1A-121A-4025-8896-3631E8EA8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8CBE3-4E95-4733-8762-C23DA5267D2F}" type="datetimeFigureOut">
              <a:rPr lang="en-GB" smtClean="0"/>
              <a:t>24/07/2020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62F969-5EE9-41CA-8FBD-41A4DDD62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DE6FB6-4A46-4723-8630-85068BE5F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91B0D-B750-4E23-904A-9E4FF7FD54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0364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FE617-4CBE-4C3C-9AEB-79393B7A3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15E07E-3542-421D-9F57-AB82EBF63C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E96E52-F973-40DA-BBB7-C9E9F7B65C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4BA5C7-4138-4410-923B-8285F0CCBA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807075-FE4F-4EBE-96C4-1177C2F92B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D14ADE-7D14-4329-8F7D-30147371D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8CBE3-4E95-4733-8762-C23DA5267D2F}" type="datetimeFigureOut">
              <a:rPr lang="en-GB" smtClean="0"/>
              <a:t>24/07/2020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81CB6B-EB9F-468D-A4EE-9E515D102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ED0AE3-4CF2-4C80-A57D-C801F992C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91B0D-B750-4E23-904A-9E4FF7FD54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67372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B9676-6B9E-4653-A5FF-E1C4E838E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5EEE2C-66D1-4B29-81EF-526CBBE4B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8CBE3-4E95-4733-8762-C23DA5267D2F}" type="datetimeFigureOut">
              <a:rPr lang="en-GB" smtClean="0"/>
              <a:t>24/07/2020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F460CD-1F27-44D8-8AF9-09AB22D6A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AC81E2-850A-4ABD-AB96-11C7D01F3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91B0D-B750-4E23-904A-9E4FF7FD54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33404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A33A64-5311-4331-AE53-7FA5A2C68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8CBE3-4E95-4733-8762-C23DA5267D2F}" type="datetimeFigureOut">
              <a:rPr lang="en-GB" smtClean="0"/>
              <a:t>24/07/2020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9D7E57-4A58-4BFF-BCF6-15A8C2E40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1B1ECE-A9DC-4CC3-AC5A-F949A71BF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91B0D-B750-4E23-904A-9E4FF7FD54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1944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0EF21-723C-43B6-B3DB-4000972F7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857ECE-725A-4B3F-9D38-0F17C93C80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080532-667E-4F22-972E-4F5623BCBB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36652A-D080-4191-A76B-C31DDB11B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8CBE3-4E95-4733-8762-C23DA5267D2F}" type="datetimeFigureOut">
              <a:rPr lang="en-GB" smtClean="0"/>
              <a:t>24/07/2020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60AE69-9BC4-4496-93FC-74C8AB720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5AEE7E-98C4-4C2D-9625-5588B3DEF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91B0D-B750-4E23-904A-9E4FF7FD54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1200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2003D-7BFD-4B53-AF10-E11CB719C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397FB6-D45A-4646-8718-47C6CBA6D1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76B061-0C59-43F3-85FC-DC89BBA4F7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E4C375-F2FC-4CFC-B9CD-36155A0BB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8CBE3-4E95-4733-8762-C23DA5267D2F}" type="datetimeFigureOut">
              <a:rPr lang="en-GB" smtClean="0"/>
              <a:t>24/07/2020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BEBD9C-3CD4-4FDA-B7C5-B5A6F3C6B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F39DFA-BDEE-49AB-A1DD-F196FC22A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91B0D-B750-4E23-904A-9E4FF7FD54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46405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6F891-AF97-4714-9BD6-687B1C3DF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550E82-0F56-45DA-9941-3C9B1C11E2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19480E-7AE4-4F7F-889C-596549A8F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8CBE3-4E95-4733-8762-C23DA5267D2F}" type="datetimeFigureOut">
              <a:rPr lang="en-GB" smtClean="0"/>
              <a:t>24/07/2020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4F0990-3B19-46C9-B8BC-2966AB4D0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E631ED-9410-4F97-967A-033F848CA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91B0D-B750-4E23-904A-9E4FF7FD54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2621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AFD1CD-3565-41EB-BB25-288731C0C3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3A3E81-219A-43D9-BA0A-4A61A1C60A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4B4A63-C20C-4914-B0C4-C966BEC2B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8CBE3-4E95-4733-8762-C23DA5267D2F}" type="datetimeFigureOut">
              <a:rPr lang="en-GB" smtClean="0"/>
              <a:t>24/07/2020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46058B-877C-4EA3-855F-9C24B4857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BD98DD-97BF-4642-8484-60DEB5873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91B0D-B750-4E23-904A-9E4FF7FD54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9268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CCF225-47CD-45FA-8785-CC2EA5861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70C4EE-F36C-41F3-80AB-735A6E805F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BA375A-3CD3-48BF-9865-F7EA5EBAB4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fld id="{DFC8CBE3-4E95-4733-8762-C23DA5267D2F}" type="datetimeFigureOut">
              <a:rPr lang="en-GB" smtClean="0"/>
              <a:pPr/>
              <a:t>24/07/2020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5BA9CF-D83C-4CA8-8AC5-444ECACC39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4787F6-B16F-4118-92E4-AB0B781FF5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fld id="{88A91B0D-B750-4E23-904A-9E4FF7FD54F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640038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Segoe UI" panose="020B0502040204020203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gi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" Target="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" Target="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slide" Target="slide18.xml"/><Relationship Id="rId2" Type="http://schemas.openxmlformats.org/officeDocument/2006/relationships/slide" Target="slide13.xml"/><Relationship Id="rId1" Type="http://schemas.openxmlformats.org/officeDocument/2006/relationships/slideLayout" Target="../slideLayouts/slideLayout7.xml"/><Relationship Id="rId6" Type="http://schemas.openxmlformats.org/officeDocument/2006/relationships/slide" Target="slide16.xml"/><Relationship Id="rId5" Type="http://schemas.openxmlformats.org/officeDocument/2006/relationships/slide" Target="slide17.xml"/><Relationship Id="rId4" Type="http://schemas.openxmlformats.org/officeDocument/2006/relationships/image" Target="../media/image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26" Type="http://schemas.openxmlformats.org/officeDocument/2006/relationships/image" Target="../media/image27.png"/><Relationship Id="rId39" Type="http://schemas.microsoft.com/office/2007/relationships/hdphoto" Target="../media/hdphoto3.wdp"/><Relationship Id="rId3" Type="http://schemas.openxmlformats.org/officeDocument/2006/relationships/image" Target="../media/image4.png"/><Relationship Id="rId21" Type="http://schemas.openxmlformats.org/officeDocument/2006/relationships/image" Target="../media/image22.png"/><Relationship Id="rId34" Type="http://schemas.openxmlformats.org/officeDocument/2006/relationships/image" Target="../media/image3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5" Type="http://schemas.openxmlformats.org/officeDocument/2006/relationships/image" Target="../media/image26.png"/><Relationship Id="rId33" Type="http://schemas.microsoft.com/office/2007/relationships/hdphoto" Target="../media/hdphoto1.wdp"/><Relationship Id="rId38" Type="http://schemas.openxmlformats.org/officeDocument/2006/relationships/image" Target="../media/image37.png"/><Relationship Id="rId2" Type="http://schemas.openxmlformats.org/officeDocument/2006/relationships/slide" Target="slide13.xml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29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24" Type="http://schemas.openxmlformats.org/officeDocument/2006/relationships/image" Target="../media/image25.png"/><Relationship Id="rId32" Type="http://schemas.openxmlformats.org/officeDocument/2006/relationships/image" Target="../media/image33.png"/><Relationship Id="rId37" Type="http://schemas.openxmlformats.org/officeDocument/2006/relationships/image" Target="../media/image36.svg"/><Relationship Id="rId40" Type="http://schemas.openxmlformats.org/officeDocument/2006/relationships/image" Target="../media/image38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23" Type="http://schemas.openxmlformats.org/officeDocument/2006/relationships/image" Target="../media/image24.png"/><Relationship Id="rId28" Type="http://schemas.openxmlformats.org/officeDocument/2006/relationships/image" Target="../media/image29.png"/><Relationship Id="rId36" Type="http://schemas.openxmlformats.org/officeDocument/2006/relationships/image" Target="../media/image35.png"/><Relationship Id="rId10" Type="http://schemas.openxmlformats.org/officeDocument/2006/relationships/image" Target="../media/image11.png"/><Relationship Id="rId19" Type="http://schemas.openxmlformats.org/officeDocument/2006/relationships/image" Target="../media/image20.png"/><Relationship Id="rId31" Type="http://schemas.openxmlformats.org/officeDocument/2006/relationships/image" Target="../media/image32.pn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15.png"/><Relationship Id="rId22" Type="http://schemas.openxmlformats.org/officeDocument/2006/relationships/image" Target="../media/image23.png"/><Relationship Id="rId27" Type="http://schemas.openxmlformats.org/officeDocument/2006/relationships/image" Target="../media/image28.png"/><Relationship Id="rId30" Type="http://schemas.openxmlformats.org/officeDocument/2006/relationships/image" Target="../media/image31.png"/><Relationship Id="rId35" Type="http://schemas.microsoft.com/office/2007/relationships/hdphoto" Target="../media/hdphoto2.wdp"/></Relationships>
</file>

<file path=ppt/slides/_rels/slide10.xml.rels><?xml version="1.0" encoding="UTF-8" standalone="yes"?>
<Relationships xmlns="http://schemas.openxmlformats.org/package/2006/relationships"><Relationship Id="rId26" Type="http://schemas.openxmlformats.org/officeDocument/2006/relationships/image" Target="../media/image63.png"/><Relationship Id="rId117" Type="http://schemas.openxmlformats.org/officeDocument/2006/relationships/image" Target="../media/image149.png"/><Relationship Id="rId21" Type="http://schemas.openxmlformats.org/officeDocument/2006/relationships/image" Target="../media/image58.svg"/><Relationship Id="rId42" Type="http://schemas.openxmlformats.org/officeDocument/2006/relationships/image" Target="../media/image77.png"/><Relationship Id="rId47" Type="http://schemas.openxmlformats.org/officeDocument/2006/relationships/image" Target="../media/image82.svg"/><Relationship Id="rId63" Type="http://schemas.openxmlformats.org/officeDocument/2006/relationships/image" Target="../media/image98.svg"/><Relationship Id="rId68" Type="http://schemas.openxmlformats.org/officeDocument/2006/relationships/image" Target="../media/image103.svg"/><Relationship Id="rId84" Type="http://schemas.openxmlformats.org/officeDocument/2006/relationships/image" Target="../media/image117.svg"/><Relationship Id="rId89" Type="http://schemas.openxmlformats.org/officeDocument/2006/relationships/image" Target="../media/image122.png"/><Relationship Id="rId112" Type="http://schemas.openxmlformats.org/officeDocument/2006/relationships/image" Target="../media/image144.svg"/><Relationship Id="rId133" Type="http://schemas.openxmlformats.org/officeDocument/2006/relationships/image" Target="../media/image162.svg"/><Relationship Id="rId16" Type="http://schemas.openxmlformats.org/officeDocument/2006/relationships/image" Target="../media/image53.png"/><Relationship Id="rId107" Type="http://schemas.openxmlformats.org/officeDocument/2006/relationships/image" Target="../media/image139.png"/><Relationship Id="rId11" Type="http://schemas.openxmlformats.org/officeDocument/2006/relationships/image" Target="../media/image48.svg"/><Relationship Id="rId32" Type="http://schemas.openxmlformats.org/officeDocument/2006/relationships/image" Target="../media/image67.png"/><Relationship Id="rId37" Type="http://schemas.openxmlformats.org/officeDocument/2006/relationships/image" Target="../media/image72.svg"/><Relationship Id="rId53" Type="http://schemas.openxmlformats.org/officeDocument/2006/relationships/image" Target="../media/image88.svg"/><Relationship Id="rId58" Type="http://schemas.openxmlformats.org/officeDocument/2006/relationships/image" Target="../media/image93.png"/><Relationship Id="rId74" Type="http://schemas.openxmlformats.org/officeDocument/2006/relationships/image" Target="../media/image108.png"/><Relationship Id="rId79" Type="http://schemas.openxmlformats.org/officeDocument/2006/relationships/image" Target="../media/image112.png"/><Relationship Id="rId102" Type="http://schemas.microsoft.com/office/2007/relationships/hdphoto" Target="../media/hdphoto5.wdp"/><Relationship Id="rId123" Type="http://schemas.openxmlformats.org/officeDocument/2006/relationships/image" Target="../media/image154.png"/><Relationship Id="rId128" Type="http://schemas.openxmlformats.org/officeDocument/2006/relationships/image" Target="../media/image157.png"/><Relationship Id="rId5" Type="http://schemas.openxmlformats.org/officeDocument/2006/relationships/image" Target="../media/image42.svg"/><Relationship Id="rId90" Type="http://schemas.openxmlformats.org/officeDocument/2006/relationships/image" Target="../media/image123.svg"/><Relationship Id="rId95" Type="http://schemas.openxmlformats.org/officeDocument/2006/relationships/image" Target="../media/image128.png"/><Relationship Id="rId14" Type="http://schemas.openxmlformats.org/officeDocument/2006/relationships/image" Target="../media/image51.png"/><Relationship Id="rId22" Type="http://schemas.openxmlformats.org/officeDocument/2006/relationships/image" Target="../media/image59.png"/><Relationship Id="rId27" Type="http://schemas.openxmlformats.org/officeDocument/2006/relationships/image" Target="../media/image64.svg"/><Relationship Id="rId30" Type="http://schemas.openxmlformats.org/officeDocument/2006/relationships/image" Target="../media/image65.png"/><Relationship Id="rId35" Type="http://schemas.openxmlformats.org/officeDocument/2006/relationships/image" Target="../media/image70.svg"/><Relationship Id="rId43" Type="http://schemas.openxmlformats.org/officeDocument/2006/relationships/image" Target="../media/image78.svg"/><Relationship Id="rId48" Type="http://schemas.openxmlformats.org/officeDocument/2006/relationships/image" Target="../media/image83.png"/><Relationship Id="rId56" Type="http://schemas.openxmlformats.org/officeDocument/2006/relationships/image" Target="../media/image91.png"/><Relationship Id="rId64" Type="http://schemas.openxmlformats.org/officeDocument/2006/relationships/image" Target="../media/image99.png"/><Relationship Id="rId69" Type="http://schemas.openxmlformats.org/officeDocument/2006/relationships/image" Target="../media/image104.png"/><Relationship Id="rId77" Type="http://schemas.openxmlformats.org/officeDocument/2006/relationships/image" Target="../media/image110.png"/><Relationship Id="rId100" Type="http://schemas.openxmlformats.org/officeDocument/2006/relationships/image" Target="../media/image133.svg"/><Relationship Id="rId105" Type="http://schemas.openxmlformats.org/officeDocument/2006/relationships/image" Target="../media/image137.png"/><Relationship Id="rId113" Type="http://schemas.openxmlformats.org/officeDocument/2006/relationships/image" Target="../media/image145.png"/><Relationship Id="rId118" Type="http://schemas.openxmlformats.org/officeDocument/2006/relationships/image" Target="../media/image150.svg"/><Relationship Id="rId126" Type="http://schemas.openxmlformats.org/officeDocument/2006/relationships/image" Target="../media/image156.png"/><Relationship Id="rId134" Type="http://schemas.openxmlformats.org/officeDocument/2006/relationships/image" Target="../media/image163.png"/><Relationship Id="rId8" Type="http://schemas.openxmlformats.org/officeDocument/2006/relationships/image" Target="../media/image45.png"/><Relationship Id="rId51" Type="http://schemas.openxmlformats.org/officeDocument/2006/relationships/image" Target="../media/image86.svg"/><Relationship Id="rId72" Type="http://schemas.openxmlformats.org/officeDocument/2006/relationships/image" Target="../media/image107.svg"/><Relationship Id="rId80" Type="http://schemas.openxmlformats.org/officeDocument/2006/relationships/image" Target="../media/image113.svg"/><Relationship Id="rId85" Type="http://schemas.openxmlformats.org/officeDocument/2006/relationships/image" Target="../media/image118.png"/><Relationship Id="rId93" Type="http://schemas.openxmlformats.org/officeDocument/2006/relationships/image" Target="../media/image126.png"/><Relationship Id="rId98" Type="http://schemas.openxmlformats.org/officeDocument/2006/relationships/image" Target="../media/image131.svg"/><Relationship Id="rId121" Type="http://schemas.openxmlformats.org/officeDocument/2006/relationships/image" Target="../media/image153.png"/><Relationship Id="rId3" Type="http://schemas.openxmlformats.org/officeDocument/2006/relationships/image" Target="../media/image40.svg"/><Relationship Id="rId12" Type="http://schemas.openxmlformats.org/officeDocument/2006/relationships/image" Target="../media/image49.png"/><Relationship Id="rId17" Type="http://schemas.openxmlformats.org/officeDocument/2006/relationships/image" Target="../media/image54.svg"/><Relationship Id="rId25" Type="http://schemas.openxmlformats.org/officeDocument/2006/relationships/image" Target="../media/image62.svg"/><Relationship Id="rId33" Type="http://schemas.openxmlformats.org/officeDocument/2006/relationships/image" Target="../media/image68.svg"/><Relationship Id="rId38" Type="http://schemas.openxmlformats.org/officeDocument/2006/relationships/image" Target="../media/image73.png"/><Relationship Id="rId46" Type="http://schemas.openxmlformats.org/officeDocument/2006/relationships/image" Target="../media/image81.png"/><Relationship Id="rId59" Type="http://schemas.openxmlformats.org/officeDocument/2006/relationships/image" Target="../media/image94.svg"/><Relationship Id="rId67" Type="http://schemas.openxmlformats.org/officeDocument/2006/relationships/image" Target="../media/image102.png"/><Relationship Id="rId103" Type="http://schemas.openxmlformats.org/officeDocument/2006/relationships/image" Target="../media/image135.png"/><Relationship Id="rId108" Type="http://schemas.openxmlformats.org/officeDocument/2006/relationships/image" Target="../media/image140.svg"/><Relationship Id="rId116" Type="http://schemas.openxmlformats.org/officeDocument/2006/relationships/image" Target="../media/image148.svg"/><Relationship Id="rId124" Type="http://schemas.openxmlformats.org/officeDocument/2006/relationships/image" Target="../media/image155.svg"/><Relationship Id="rId129" Type="http://schemas.openxmlformats.org/officeDocument/2006/relationships/image" Target="../media/image158.svg"/><Relationship Id="rId137" Type="http://schemas.openxmlformats.org/officeDocument/2006/relationships/image" Target="../media/image166.svg"/><Relationship Id="rId20" Type="http://schemas.openxmlformats.org/officeDocument/2006/relationships/image" Target="../media/image57.png"/><Relationship Id="rId41" Type="http://schemas.openxmlformats.org/officeDocument/2006/relationships/image" Target="../media/image76.svg"/><Relationship Id="rId54" Type="http://schemas.openxmlformats.org/officeDocument/2006/relationships/image" Target="../media/image89.png"/><Relationship Id="rId62" Type="http://schemas.openxmlformats.org/officeDocument/2006/relationships/image" Target="../media/image97.png"/><Relationship Id="rId70" Type="http://schemas.openxmlformats.org/officeDocument/2006/relationships/image" Target="../media/image105.svg"/><Relationship Id="rId75" Type="http://schemas.microsoft.com/office/2007/relationships/hdphoto" Target="../media/hdphoto4.wdp"/><Relationship Id="rId83" Type="http://schemas.openxmlformats.org/officeDocument/2006/relationships/image" Target="../media/image116.png"/><Relationship Id="rId88" Type="http://schemas.openxmlformats.org/officeDocument/2006/relationships/image" Target="../media/image121.svg"/><Relationship Id="rId91" Type="http://schemas.openxmlformats.org/officeDocument/2006/relationships/image" Target="../media/image124.png"/><Relationship Id="rId96" Type="http://schemas.openxmlformats.org/officeDocument/2006/relationships/image" Target="../media/image129.svg"/><Relationship Id="rId111" Type="http://schemas.openxmlformats.org/officeDocument/2006/relationships/image" Target="../media/image143.png"/><Relationship Id="rId132" Type="http://schemas.openxmlformats.org/officeDocument/2006/relationships/image" Target="../media/image16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15" Type="http://schemas.openxmlformats.org/officeDocument/2006/relationships/image" Target="../media/image52.svg"/><Relationship Id="rId23" Type="http://schemas.openxmlformats.org/officeDocument/2006/relationships/image" Target="../media/image60.svg"/><Relationship Id="rId28" Type="http://schemas.openxmlformats.org/officeDocument/2006/relationships/image" Target="../media/image4.png"/><Relationship Id="rId36" Type="http://schemas.openxmlformats.org/officeDocument/2006/relationships/image" Target="../media/image71.png"/><Relationship Id="rId49" Type="http://schemas.openxmlformats.org/officeDocument/2006/relationships/image" Target="../media/image84.svg"/><Relationship Id="rId57" Type="http://schemas.openxmlformats.org/officeDocument/2006/relationships/image" Target="../media/image92.svg"/><Relationship Id="rId106" Type="http://schemas.openxmlformats.org/officeDocument/2006/relationships/image" Target="../media/image138.svg"/><Relationship Id="rId114" Type="http://schemas.openxmlformats.org/officeDocument/2006/relationships/image" Target="../media/image146.svg"/><Relationship Id="rId119" Type="http://schemas.openxmlformats.org/officeDocument/2006/relationships/image" Target="../media/image151.png"/><Relationship Id="rId127" Type="http://schemas.openxmlformats.org/officeDocument/2006/relationships/slide" Target="slide13.xml"/><Relationship Id="rId10" Type="http://schemas.openxmlformats.org/officeDocument/2006/relationships/image" Target="../media/image47.png"/><Relationship Id="rId31" Type="http://schemas.openxmlformats.org/officeDocument/2006/relationships/image" Target="../media/image66.svg"/><Relationship Id="rId44" Type="http://schemas.openxmlformats.org/officeDocument/2006/relationships/image" Target="../media/image79.png"/><Relationship Id="rId52" Type="http://schemas.openxmlformats.org/officeDocument/2006/relationships/image" Target="../media/image87.png"/><Relationship Id="rId60" Type="http://schemas.openxmlformats.org/officeDocument/2006/relationships/image" Target="../media/image95.png"/><Relationship Id="rId65" Type="http://schemas.openxmlformats.org/officeDocument/2006/relationships/image" Target="../media/image100.png"/><Relationship Id="rId73" Type="http://schemas.openxmlformats.org/officeDocument/2006/relationships/image" Target="../media/image2.gif"/><Relationship Id="rId78" Type="http://schemas.openxmlformats.org/officeDocument/2006/relationships/image" Target="../media/image111.svg"/><Relationship Id="rId81" Type="http://schemas.openxmlformats.org/officeDocument/2006/relationships/image" Target="../media/image114.png"/><Relationship Id="rId86" Type="http://schemas.openxmlformats.org/officeDocument/2006/relationships/image" Target="../media/image119.svg"/><Relationship Id="rId94" Type="http://schemas.openxmlformats.org/officeDocument/2006/relationships/image" Target="../media/image127.svg"/><Relationship Id="rId99" Type="http://schemas.openxmlformats.org/officeDocument/2006/relationships/image" Target="../media/image132.png"/><Relationship Id="rId101" Type="http://schemas.openxmlformats.org/officeDocument/2006/relationships/image" Target="../media/image134.png"/><Relationship Id="rId122" Type="http://schemas.microsoft.com/office/2007/relationships/hdphoto" Target="../media/hdphoto6.wdp"/><Relationship Id="rId130" Type="http://schemas.openxmlformats.org/officeDocument/2006/relationships/image" Target="../media/image159.png"/><Relationship Id="rId135" Type="http://schemas.openxmlformats.org/officeDocument/2006/relationships/image" Target="../media/image164.svg"/><Relationship Id="rId4" Type="http://schemas.openxmlformats.org/officeDocument/2006/relationships/image" Target="../media/image41.png"/><Relationship Id="rId9" Type="http://schemas.openxmlformats.org/officeDocument/2006/relationships/image" Target="../media/image46.svg"/><Relationship Id="rId13" Type="http://schemas.openxmlformats.org/officeDocument/2006/relationships/image" Target="../media/image50.svg"/><Relationship Id="rId18" Type="http://schemas.openxmlformats.org/officeDocument/2006/relationships/image" Target="../media/image55.png"/><Relationship Id="rId39" Type="http://schemas.openxmlformats.org/officeDocument/2006/relationships/image" Target="../media/image74.svg"/><Relationship Id="rId109" Type="http://schemas.openxmlformats.org/officeDocument/2006/relationships/image" Target="../media/image141.png"/><Relationship Id="rId34" Type="http://schemas.openxmlformats.org/officeDocument/2006/relationships/image" Target="../media/image69.png"/><Relationship Id="rId50" Type="http://schemas.openxmlformats.org/officeDocument/2006/relationships/image" Target="../media/image85.png"/><Relationship Id="rId55" Type="http://schemas.openxmlformats.org/officeDocument/2006/relationships/image" Target="../media/image90.svg"/><Relationship Id="rId76" Type="http://schemas.openxmlformats.org/officeDocument/2006/relationships/image" Target="../media/image109.png"/><Relationship Id="rId97" Type="http://schemas.openxmlformats.org/officeDocument/2006/relationships/image" Target="../media/image130.png"/><Relationship Id="rId104" Type="http://schemas.openxmlformats.org/officeDocument/2006/relationships/image" Target="../media/image136.svg"/><Relationship Id="rId120" Type="http://schemas.openxmlformats.org/officeDocument/2006/relationships/image" Target="../media/image152.svg"/><Relationship Id="rId125" Type="http://schemas.openxmlformats.org/officeDocument/2006/relationships/image" Target="../media/image12.png"/><Relationship Id="rId7" Type="http://schemas.openxmlformats.org/officeDocument/2006/relationships/image" Target="../media/image44.svg"/><Relationship Id="rId71" Type="http://schemas.openxmlformats.org/officeDocument/2006/relationships/image" Target="../media/image106.png"/><Relationship Id="rId92" Type="http://schemas.openxmlformats.org/officeDocument/2006/relationships/image" Target="../media/image125.svg"/><Relationship Id="rId2" Type="http://schemas.openxmlformats.org/officeDocument/2006/relationships/image" Target="../media/image39.png"/><Relationship Id="rId29" Type="http://schemas.openxmlformats.org/officeDocument/2006/relationships/image" Target="../media/image5.svg"/><Relationship Id="rId24" Type="http://schemas.openxmlformats.org/officeDocument/2006/relationships/image" Target="../media/image61.png"/><Relationship Id="rId40" Type="http://schemas.openxmlformats.org/officeDocument/2006/relationships/image" Target="../media/image75.png"/><Relationship Id="rId45" Type="http://schemas.openxmlformats.org/officeDocument/2006/relationships/image" Target="../media/image80.svg"/><Relationship Id="rId66" Type="http://schemas.openxmlformats.org/officeDocument/2006/relationships/image" Target="../media/image101.svg"/><Relationship Id="rId87" Type="http://schemas.openxmlformats.org/officeDocument/2006/relationships/image" Target="../media/image120.png"/><Relationship Id="rId110" Type="http://schemas.openxmlformats.org/officeDocument/2006/relationships/image" Target="../media/image142.svg"/><Relationship Id="rId115" Type="http://schemas.openxmlformats.org/officeDocument/2006/relationships/image" Target="../media/image147.png"/><Relationship Id="rId131" Type="http://schemas.openxmlformats.org/officeDocument/2006/relationships/image" Target="../media/image160.svg"/><Relationship Id="rId136" Type="http://schemas.openxmlformats.org/officeDocument/2006/relationships/image" Target="../media/image165.png"/><Relationship Id="rId61" Type="http://schemas.openxmlformats.org/officeDocument/2006/relationships/image" Target="../media/image96.svg"/><Relationship Id="rId82" Type="http://schemas.openxmlformats.org/officeDocument/2006/relationships/image" Target="../media/image115.svg"/><Relationship Id="rId19" Type="http://schemas.openxmlformats.org/officeDocument/2006/relationships/image" Target="../media/image56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69.png"/><Relationship Id="rId2" Type="http://schemas.openxmlformats.org/officeDocument/2006/relationships/slide" Target="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8.png"/><Relationship Id="rId5" Type="http://schemas.openxmlformats.org/officeDocument/2006/relationships/image" Target="../media/image167.png"/><Relationship Id="rId4" Type="http://schemas.openxmlformats.org/officeDocument/2006/relationships/image" Target="../media/image5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microsoft.com/office/2007/relationships/hdphoto" Target="../media/hdphoto7.wdp"/><Relationship Id="rId4" Type="http://schemas.openxmlformats.org/officeDocument/2006/relationships/image" Target="../media/image17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png"/><Relationship Id="rId3" Type="http://schemas.openxmlformats.org/officeDocument/2006/relationships/image" Target="../media/image3.jpeg"/><Relationship Id="rId7" Type="http://schemas.openxmlformats.org/officeDocument/2006/relationships/slide" Target="slide15.xml"/><Relationship Id="rId2" Type="http://schemas.openxmlformats.org/officeDocument/2006/relationships/slide" Target="slide13.xml"/><Relationship Id="rId1" Type="http://schemas.openxmlformats.org/officeDocument/2006/relationships/slideLayout" Target="../slideLayouts/slideLayout7.xml"/><Relationship Id="rId6" Type="http://schemas.openxmlformats.org/officeDocument/2006/relationships/slide" Target="slide20.xml"/><Relationship Id="rId11" Type="http://schemas.openxmlformats.org/officeDocument/2006/relationships/image" Target="../media/image158.svg"/><Relationship Id="rId5" Type="http://schemas.openxmlformats.org/officeDocument/2006/relationships/slide" Target="slide4.xml"/><Relationship Id="rId10" Type="http://schemas.openxmlformats.org/officeDocument/2006/relationships/image" Target="../media/image157.png"/><Relationship Id="rId4" Type="http://schemas.openxmlformats.org/officeDocument/2006/relationships/slide" Target="slide16.xml"/><Relationship Id="rId9" Type="http://schemas.microsoft.com/office/2007/relationships/hdphoto" Target="../media/hdphoto5.wdp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8.svg"/><Relationship Id="rId3" Type="http://schemas.openxmlformats.org/officeDocument/2006/relationships/image" Target="../media/image4.png"/><Relationship Id="rId7" Type="http://schemas.openxmlformats.org/officeDocument/2006/relationships/image" Target="../media/image157.png"/><Relationship Id="rId2" Type="http://schemas.openxmlformats.org/officeDocument/2006/relationships/slide" Target="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6.png"/><Relationship Id="rId5" Type="http://schemas.openxmlformats.org/officeDocument/2006/relationships/slide" Target="slide16.xml"/><Relationship Id="rId4" Type="http://schemas.openxmlformats.org/officeDocument/2006/relationships/image" Target="../media/image5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17.xml"/><Relationship Id="rId7" Type="http://schemas.openxmlformats.org/officeDocument/2006/relationships/image" Target="../media/image156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slide" Target="slide13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slide" Target="slide16.xml"/><Relationship Id="rId3" Type="http://schemas.openxmlformats.org/officeDocument/2006/relationships/image" Target="../media/image4.png"/><Relationship Id="rId7" Type="http://schemas.openxmlformats.org/officeDocument/2006/relationships/slide" Target="slide17.xml"/><Relationship Id="rId2" Type="http://schemas.openxmlformats.org/officeDocument/2006/relationships/slide" Target="slide13.xml"/><Relationship Id="rId1" Type="http://schemas.openxmlformats.org/officeDocument/2006/relationships/slideLayout" Target="../slideLayouts/slideLayout7.xml"/><Relationship Id="rId6" Type="http://schemas.microsoft.com/office/2007/relationships/hdphoto" Target="../media/hdphoto5.wdp"/><Relationship Id="rId5" Type="http://schemas.openxmlformats.org/officeDocument/2006/relationships/image" Target="../media/image134.png"/><Relationship Id="rId4" Type="http://schemas.openxmlformats.org/officeDocument/2006/relationships/image" Target="../media/image5.svg"/><Relationship Id="rId9" Type="http://schemas.openxmlformats.org/officeDocument/2006/relationships/slide" Target="slide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19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slide" Target="slide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40.svg"/><Relationship Id="rId2" Type="http://schemas.openxmlformats.org/officeDocument/2006/relationships/slide" Target="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slide" Target="slide21.xml"/><Relationship Id="rId4" Type="http://schemas.openxmlformats.org/officeDocument/2006/relationships/image" Target="../media/image5.sv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4.png"/><Relationship Id="rId7" Type="http://schemas.openxmlformats.org/officeDocument/2006/relationships/image" Target="../media/image50.svg"/><Relationship Id="rId2" Type="http://schemas.openxmlformats.org/officeDocument/2006/relationships/slide" Target="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11" Type="http://schemas.openxmlformats.org/officeDocument/2006/relationships/image" Target="../media/image136.svg"/><Relationship Id="rId5" Type="http://schemas.openxmlformats.org/officeDocument/2006/relationships/slide" Target="slide4.xml"/><Relationship Id="rId10" Type="http://schemas.openxmlformats.org/officeDocument/2006/relationships/image" Target="../media/image135.png"/><Relationship Id="rId4" Type="http://schemas.openxmlformats.org/officeDocument/2006/relationships/image" Target="../media/image5.svg"/><Relationship Id="rId9" Type="http://schemas.openxmlformats.org/officeDocument/2006/relationships/image" Target="../media/image6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8046800-8DAC-42F2-AA1C-0C01CCC4753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2155B3D-1FEE-49E2-A38B-91F63E474E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4153" y="1732940"/>
            <a:ext cx="4563694" cy="3392119"/>
          </a:xfrm>
          <a:prstGeom prst="rect">
            <a:avLst/>
          </a:prstGeom>
        </p:spPr>
      </p:pic>
      <p:pic>
        <p:nvPicPr>
          <p:cNvPr id="9" name="Picture 8">
            <a:hlinkClick r:id="rId3" action="ppaction://hlinksldjump"/>
            <a:extLst>
              <a:ext uri="{FF2B5EF4-FFF2-40B4-BE49-F238E27FC236}">
                <a16:creationId xmlns:a16="http://schemas.microsoft.com/office/drawing/2014/main" id="{9A0A0CCB-ACF3-47AB-8FD8-6C739A0DA5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5406" y="5305676"/>
            <a:ext cx="1641743" cy="286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3617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windows xp bliss">
            <a:extLst>
              <a:ext uri="{FF2B5EF4-FFF2-40B4-BE49-F238E27FC236}">
                <a16:creationId xmlns:a16="http://schemas.microsoft.com/office/drawing/2014/main" id="{DFBF8AC3-EFB1-49E9-8822-6B523527D9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5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08231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windows xp bliss">
            <a:extLst>
              <a:ext uri="{FF2B5EF4-FFF2-40B4-BE49-F238E27FC236}">
                <a16:creationId xmlns:a16="http://schemas.microsoft.com/office/drawing/2014/main" id="{DFBF8AC3-EFB1-49E9-8822-6B523527D9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5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306948C-BDA1-482A-B1B9-A2648E29EE5F}"/>
              </a:ext>
            </a:extLst>
          </p:cNvPr>
          <p:cNvSpPr/>
          <p:nvPr/>
        </p:nvSpPr>
        <p:spPr>
          <a:xfrm>
            <a:off x="3187994" y="1811814"/>
            <a:ext cx="5816009" cy="323229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" name="Graphic 3">
            <a:hlinkClick r:id="rId3" action="ppaction://hlinksldjump"/>
            <a:extLst>
              <a:ext uri="{FF2B5EF4-FFF2-40B4-BE49-F238E27FC236}">
                <a16:creationId xmlns:a16="http://schemas.microsoft.com/office/drawing/2014/main" id="{A5334F46-E836-4A6E-B524-B759473F0A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87440" y="2015755"/>
            <a:ext cx="238346" cy="23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7062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windows xp bliss">
            <a:extLst>
              <a:ext uri="{FF2B5EF4-FFF2-40B4-BE49-F238E27FC236}">
                <a16:creationId xmlns:a16="http://schemas.microsoft.com/office/drawing/2014/main" id="{DFBF8AC3-EFB1-49E9-8822-6B523527D9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5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306948C-BDA1-482A-B1B9-A2648E29EE5F}"/>
              </a:ext>
            </a:extLst>
          </p:cNvPr>
          <p:cNvSpPr/>
          <p:nvPr/>
        </p:nvSpPr>
        <p:spPr>
          <a:xfrm>
            <a:off x="3187994" y="1811814"/>
            <a:ext cx="5816009" cy="323229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u="sng" dirty="0"/>
              <a:t>Access denied!</a:t>
            </a:r>
          </a:p>
          <a:p>
            <a:pPr algn="ctr"/>
            <a:endParaRPr lang="en-GB" dirty="0"/>
          </a:p>
          <a:p>
            <a:pPr algn="ctr"/>
            <a:r>
              <a:rPr lang="en-GB" dirty="0"/>
              <a:t>You have no permission to access this!</a:t>
            </a:r>
          </a:p>
          <a:p>
            <a:pPr algn="ctr"/>
            <a:r>
              <a:rPr lang="en-GB" dirty="0"/>
              <a:t>Windos XP is doing this for the sake of Windos XP.</a:t>
            </a:r>
          </a:p>
          <a:p>
            <a:pPr algn="ctr"/>
            <a:r>
              <a:rPr lang="en-GB" dirty="0"/>
              <a:t>Do you want to destroy this OS?</a:t>
            </a:r>
          </a:p>
          <a:p>
            <a:pPr algn="ctr"/>
            <a:r>
              <a:rPr lang="en-GB" dirty="0"/>
              <a:t>Wait, what?</a:t>
            </a:r>
          </a:p>
          <a:p>
            <a:pPr algn="ctr"/>
            <a:r>
              <a:rPr lang="en-GB" dirty="0"/>
              <a:t>No way I will let you destroy Windos XP! </a:t>
            </a:r>
          </a:p>
        </p:txBody>
      </p:sp>
      <p:pic>
        <p:nvPicPr>
          <p:cNvPr id="4" name="Graphic 3">
            <a:hlinkClick r:id="rId3" action="ppaction://hlinksldjump"/>
            <a:extLst>
              <a:ext uri="{FF2B5EF4-FFF2-40B4-BE49-F238E27FC236}">
                <a16:creationId xmlns:a16="http://schemas.microsoft.com/office/drawing/2014/main" id="{A5334F46-E836-4A6E-B524-B759473F0A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87440" y="2015755"/>
            <a:ext cx="238346" cy="23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134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0D956C-8D76-43D6-85AB-41D31C566263}"/>
              </a:ext>
            </a:extLst>
          </p:cNvPr>
          <p:cNvSpPr/>
          <p:nvPr/>
        </p:nvSpPr>
        <p:spPr>
          <a:xfrm>
            <a:off x="0" y="0"/>
            <a:ext cx="1219200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8A5051-2E77-46CB-B1FB-A20BAC744F4C}"/>
              </a:ext>
            </a:extLst>
          </p:cNvPr>
          <p:cNvSpPr/>
          <p:nvPr/>
        </p:nvSpPr>
        <p:spPr>
          <a:xfrm>
            <a:off x="0" y="202018"/>
            <a:ext cx="12192000" cy="665598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4" name="Graphic 3">
            <a:hlinkClick r:id="rId2" action="ppaction://hlinksldjump"/>
            <a:extLst>
              <a:ext uri="{FF2B5EF4-FFF2-40B4-BE49-F238E27FC236}">
                <a16:creationId xmlns:a16="http://schemas.microsoft.com/office/drawing/2014/main" id="{996F8229-059E-479A-9DB0-48FF54CA40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53654" y="-36329"/>
            <a:ext cx="238346" cy="23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6878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0D956C-8D76-43D6-85AB-41D31C566263}"/>
              </a:ext>
            </a:extLst>
          </p:cNvPr>
          <p:cNvSpPr/>
          <p:nvPr/>
        </p:nvSpPr>
        <p:spPr>
          <a:xfrm>
            <a:off x="0" y="0"/>
            <a:ext cx="1219200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Explorer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8A5051-2E77-46CB-B1FB-A20BAC744F4C}"/>
              </a:ext>
            </a:extLst>
          </p:cNvPr>
          <p:cNvSpPr/>
          <p:nvPr/>
        </p:nvSpPr>
        <p:spPr>
          <a:xfrm>
            <a:off x="0" y="202018"/>
            <a:ext cx="12192000" cy="665598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4" name="Graphic 3">
            <a:hlinkClick r:id="rId2" action="ppaction://hlinksldjump"/>
            <a:extLst>
              <a:ext uri="{FF2B5EF4-FFF2-40B4-BE49-F238E27FC236}">
                <a16:creationId xmlns:a16="http://schemas.microsoft.com/office/drawing/2014/main" id="{996F8229-059E-479A-9DB0-48FF54CA40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53654" y="-36329"/>
            <a:ext cx="238346" cy="23834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90645DD-7382-41E7-818B-03F100D4983F}"/>
              </a:ext>
            </a:extLst>
          </p:cNvPr>
          <p:cNvSpPr/>
          <p:nvPr/>
        </p:nvSpPr>
        <p:spPr>
          <a:xfrm>
            <a:off x="0" y="213534"/>
            <a:ext cx="12192000" cy="20201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38638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0D956C-8D76-43D6-85AB-41D31C566263}"/>
              </a:ext>
            </a:extLst>
          </p:cNvPr>
          <p:cNvSpPr/>
          <p:nvPr/>
        </p:nvSpPr>
        <p:spPr>
          <a:xfrm>
            <a:off x="0" y="0"/>
            <a:ext cx="1219200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EDGE site***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8A5051-2E77-46CB-B1FB-A20BAC744F4C}"/>
              </a:ext>
            </a:extLst>
          </p:cNvPr>
          <p:cNvSpPr/>
          <p:nvPr/>
        </p:nvSpPr>
        <p:spPr>
          <a:xfrm>
            <a:off x="0" y="202018"/>
            <a:ext cx="12192000" cy="665598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4" name="Graphic 3">
            <a:hlinkClick r:id="rId2" action="ppaction://hlinksldjump"/>
            <a:extLst>
              <a:ext uri="{FF2B5EF4-FFF2-40B4-BE49-F238E27FC236}">
                <a16:creationId xmlns:a16="http://schemas.microsoft.com/office/drawing/2014/main" id="{996F8229-059E-479A-9DB0-48FF54CA40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53654" y="-36329"/>
            <a:ext cx="238346" cy="23834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8579149-D1C7-49D5-BE4B-E5FC61BAB9D3}"/>
              </a:ext>
            </a:extLst>
          </p:cNvPr>
          <p:cNvSpPr/>
          <p:nvPr/>
        </p:nvSpPr>
        <p:spPr>
          <a:xfrm>
            <a:off x="0" y="6485860"/>
            <a:ext cx="12192000" cy="372140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hlinkClick r:id="rId5" action="ppaction://hlinksldjump"/>
              </a:rPr>
              <a:t>Home</a:t>
            </a:r>
            <a:r>
              <a:rPr lang="en-GB" dirty="0"/>
              <a:t>***</a:t>
            </a:r>
            <a:r>
              <a:rPr lang="en-GB" dirty="0">
                <a:hlinkClick r:id="rId6" action="ppaction://hlinksldjump"/>
              </a:rPr>
              <a:t>about</a:t>
            </a:r>
            <a:r>
              <a:rPr lang="en-GB" dirty="0"/>
              <a:t>***</a:t>
            </a:r>
            <a:r>
              <a:rPr lang="en-GB" dirty="0">
                <a:hlinkClick r:id="rId7" action="ppaction://hlinksldjump"/>
              </a:rPr>
              <a:t>help</a:t>
            </a:r>
            <a:r>
              <a:rPr lang="en-GB" dirty="0"/>
              <a:t>***</a:t>
            </a:r>
            <a:r>
              <a:rPr lang="en-GB" dirty="0">
                <a:hlinkClick r:id="rId2" action="ppaction://hlinksldjump"/>
              </a:rPr>
              <a:t>quit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094153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Image result for windows xp bliss">
            <a:extLst>
              <a:ext uri="{FF2B5EF4-FFF2-40B4-BE49-F238E27FC236}">
                <a16:creationId xmlns:a16="http://schemas.microsoft.com/office/drawing/2014/main" id="{4F83B747-4321-4E17-BDDD-032C650FDF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5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D0D956C-8D76-43D6-85AB-41D31C566263}"/>
              </a:ext>
            </a:extLst>
          </p:cNvPr>
          <p:cNvSpPr/>
          <p:nvPr/>
        </p:nvSpPr>
        <p:spPr>
          <a:xfrm>
            <a:off x="0" y="3072809"/>
            <a:ext cx="585854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8A5051-2E77-46CB-B1FB-A20BAC744F4C}"/>
              </a:ext>
            </a:extLst>
          </p:cNvPr>
          <p:cNvSpPr/>
          <p:nvPr/>
        </p:nvSpPr>
        <p:spPr>
          <a:xfrm>
            <a:off x="0" y="3274828"/>
            <a:ext cx="5858540" cy="358317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4" name="Graphic 3">
            <a:hlinkClick r:id="rId3" action="ppaction://hlinksldjump"/>
            <a:extLst>
              <a:ext uri="{FF2B5EF4-FFF2-40B4-BE49-F238E27FC236}">
                <a16:creationId xmlns:a16="http://schemas.microsoft.com/office/drawing/2014/main" id="{996F8229-059E-479A-9DB0-48FF54CA40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20194" y="3072809"/>
            <a:ext cx="238346" cy="23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6018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0D956C-8D76-43D6-85AB-41D31C566263}"/>
              </a:ext>
            </a:extLst>
          </p:cNvPr>
          <p:cNvSpPr/>
          <p:nvPr/>
        </p:nvSpPr>
        <p:spPr>
          <a:xfrm>
            <a:off x="0" y="0"/>
            <a:ext cx="1219200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latin typeface="Segoe UI" panose="020B0502040204020203" pitchFamily="34" charset="0"/>
              </a:rPr>
              <a:t>All legacy icons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8A5051-2E77-46CB-B1FB-A20BAC744F4C}"/>
              </a:ext>
            </a:extLst>
          </p:cNvPr>
          <p:cNvSpPr/>
          <p:nvPr/>
        </p:nvSpPr>
        <p:spPr>
          <a:xfrm>
            <a:off x="0" y="202018"/>
            <a:ext cx="12192000" cy="665598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4" name="Graphic 3">
            <a:hlinkClick r:id="rId2" action="ppaction://hlinksldjump"/>
            <a:extLst>
              <a:ext uri="{FF2B5EF4-FFF2-40B4-BE49-F238E27FC236}">
                <a16:creationId xmlns:a16="http://schemas.microsoft.com/office/drawing/2014/main" id="{996F8229-059E-479A-9DB0-48FF54CA40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53654" y="-36329"/>
            <a:ext cx="238346" cy="23834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3B505F-4496-4EA4-98B5-29BEB112141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07" y="435667"/>
            <a:ext cx="398146" cy="39814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C119E32-94FD-4118-BD76-35A65899A36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0525" y="514082"/>
            <a:ext cx="425302" cy="4253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0747C51-6C1D-43BD-9583-ACF7DB34EF6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8163" y="560158"/>
            <a:ext cx="425302" cy="42530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A08920D-6865-43EA-9C76-75468BF662D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0197" y="686860"/>
            <a:ext cx="425303" cy="42530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6D1F2F1-F277-4A84-B228-6D7F2D64126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7943" y="503429"/>
            <a:ext cx="425303" cy="42530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E34293B-CAE6-4B55-AFA5-B50549D31F2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4802" y="1229047"/>
            <a:ext cx="457200" cy="4572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EC09432-50D9-4F03-8F60-2906EE36BAB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2811" y="488853"/>
            <a:ext cx="528506" cy="52850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71A6D2B-080F-493A-AB04-6EE37416DF5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8364" y="668462"/>
            <a:ext cx="457200" cy="4572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44B213A-E252-42C9-A293-285DD7E9E9A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3749" y="1411650"/>
            <a:ext cx="304800" cy="3048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3398B46-A41F-472A-94C8-9F5C999D983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1384" y="1524763"/>
            <a:ext cx="228600" cy="2286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D244D5D-16D1-4E08-BE96-D289610AB776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461" y="1229047"/>
            <a:ext cx="457200" cy="4572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00D4BF5-BAD7-4D85-8382-9820DB9D6666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7836" y="687925"/>
            <a:ext cx="457201" cy="45720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2B63164-EFD8-49BC-8D4D-500000DA5D8F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7157" y="703873"/>
            <a:ext cx="425303" cy="42530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22102E3-E34B-4370-9CAE-490BEB233489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0352" y="1596391"/>
            <a:ext cx="457200" cy="4572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23717DA-340E-4B25-8685-A83EBB914AF0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4079" y="1587229"/>
            <a:ext cx="228600" cy="2286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53B6137-C16D-44E8-9A19-870822279EF7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1654" y="634559"/>
            <a:ext cx="609600" cy="6096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84635D9-9993-447C-9E5F-D7D67783937B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3100" y="1411650"/>
            <a:ext cx="457200" cy="4572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6E972F5-A1AC-4BB1-BF19-1E8DFD985D5B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6712" y="572474"/>
            <a:ext cx="457200" cy="4572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07E2181-22E6-4DD8-8588-DA58FA1A67FA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014" y="1290194"/>
            <a:ext cx="365051" cy="365051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6C3C063F-94AD-462D-B153-C92631D7B9A3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414" y="551475"/>
            <a:ext cx="365051" cy="365051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3B58B54B-DFC5-4DDF-9462-787168DCE073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430" y="1524763"/>
            <a:ext cx="457200" cy="4572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4A015E94-E71B-4298-A381-30CFE00D8CB7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8377" y="1577120"/>
            <a:ext cx="495742" cy="495742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12256C98-033C-4435-9C4A-52404FFBF6DB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8827" y="671830"/>
            <a:ext cx="419100" cy="4191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93674A69-DCB5-43DD-B3D1-AADFC7B513FA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2000" y="1233698"/>
            <a:ext cx="582131" cy="582131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B1ECAB75-3B0A-4E7D-A70D-922716B6D578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9441" y="1412535"/>
            <a:ext cx="360178" cy="360178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BB5A3E02-03E1-45AA-85B6-77E356CEBEAF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2294" y="1413800"/>
            <a:ext cx="358913" cy="358913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D169F6FE-D142-4CA8-80DD-3959B4817CBB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2256" y="697266"/>
            <a:ext cx="467203" cy="467203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66B55BD7-F8A8-4663-B042-FC2858181789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BEBA8EAE-BF5A-486C-A8C5-ECC9F3942E4B}">
                <a14:imgProps xmlns:a14="http://schemas.microsoft.com/office/drawing/2010/main">
                  <a14:imgLayer r:embed="rId3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006818" y="742579"/>
            <a:ext cx="405768" cy="39361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27FE16FE-E979-4ECF-8FE2-3531470DE3BB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BEBA8EAE-BF5A-486C-A8C5-ECC9F3942E4B}">
                <a14:imgProps xmlns:a14="http://schemas.microsoft.com/office/drawing/2010/main">
                  <a14:imgLayer r:embed="rId3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590743" y="793460"/>
            <a:ext cx="405768" cy="365051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C6C3EFB0-D89D-4CF9-BCEB-70910384961F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6464" y="764126"/>
            <a:ext cx="304800" cy="304800"/>
          </a:xfrm>
          <a:prstGeom prst="rect">
            <a:avLst/>
          </a:prstGeom>
        </p:spPr>
      </p:pic>
      <p:pic>
        <p:nvPicPr>
          <p:cNvPr id="35" name="Graphic 34">
            <a:extLst>
              <a:ext uri="{FF2B5EF4-FFF2-40B4-BE49-F238E27FC236}">
                <a16:creationId xmlns:a16="http://schemas.microsoft.com/office/drawing/2014/main" id="{8A57B910-598B-4CCB-B29A-9E4FA8130C82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10430149" y="727213"/>
            <a:ext cx="476692" cy="476692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F2CEBD2-32C3-444E-B71B-03AFC768A345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BEBA8EAE-BF5A-486C-A8C5-ECC9F3942E4B}">
                <a14:imgProps xmlns:a14="http://schemas.microsoft.com/office/drawing/2010/main">
                  <a14:imgLayer r:embed="rId39">
                    <a14:imgEffect>
                      <a14:backgroundRemoval t="4930" b="89789" l="10000" r="90000">
                        <a14:foregroundMark x1="32857" y1="15845" x2="54286" y2="20775"/>
                        <a14:foregroundMark x1="29286" y1="10563" x2="40714" y2="11620"/>
                        <a14:foregroundMark x1="42143" y1="20775" x2="41429" y2="21479"/>
                        <a14:foregroundMark x1="30000" y1="9507" x2="31429" y2="493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30311" y="1686247"/>
            <a:ext cx="555884" cy="1127651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67FC70CE-8CCF-46D5-8DE1-742AD93E0936}"/>
              </a:ext>
            </a:extLst>
          </p:cNvPr>
          <p:cNvPicPr>
            <a:picLocks noChangeAspect="1"/>
          </p:cNvPicPr>
          <p:nvPr/>
        </p:nvPicPr>
        <p:blipFill>
          <a:blip r:embed="rId40">
            <a:duotone>
              <a:prstClr val="black"/>
              <a:srgbClr val="40831C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4446" y="552508"/>
            <a:ext cx="502309" cy="497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4528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raphic 66">
            <a:extLst>
              <a:ext uri="{FF2B5EF4-FFF2-40B4-BE49-F238E27FC236}">
                <a16:creationId xmlns:a16="http://schemas.microsoft.com/office/drawing/2014/main" id="{CC040B13-95AC-4D85-BB4C-402AF635A4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24910" y="408879"/>
            <a:ext cx="457200" cy="457200"/>
          </a:xfrm>
          <a:prstGeom prst="rect">
            <a:avLst/>
          </a:prstGeom>
        </p:spPr>
      </p:pic>
      <p:pic>
        <p:nvPicPr>
          <p:cNvPr id="68" name="Graphic 67">
            <a:extLst>
              <a:ext uri="{FF2B5EF4-FFF2-40B4-BE49-F238E27FC236}">
                <a16:creationId xmlns:a16="http://schemas.microsoft.com/office/drawing/2014/main" id="{74239D1B-2109-498B-A2C4-418733FF31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57852" y="348183"/>
            <a:ext cx="448340" cy="448340"/>
          </a:xfrm>
          <a:prstGeom prst="rect">
            <a:avLst/>
          </a:prstGeom>
        </p:spPr>
      </p:pic>
      <p:pic>
        <p:nvPicPr>
          <p:cNvPr id="69" name="Graphic 68">
            <a:extLst>
              <a:ext uri="{FF2B5EF4-FFF2-40B4-BE49-F238E27FC236}">
                <a16:creationId xmlns:a16="http://schemas.microsoft.com/office/drawing/2014/main" id="{00B84757-1971-497B-914E-85CCF82A538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073049" y="408879"/>
            <a:ext cx="457200" cy="457200"/>
          </a:xfrm>
          <a:prstGeom prst="rect">
            <a:avLst/>
          </a:prstGeom>
        </p:spPr>
      </p:pic>
      <p:pic>
        <p:nvPicPr>
          <p:cNvPr id="70" name="Graphic 69">
            <a:extLst>
              <a:ext uri="{FF2B5EF4-FFF2-40B4-BE49-F238E27FC236}">
                <a16:creationId xmlns:a16="http://schemas.microsoft.com/office/drawing/2014/main" id="{E5D889A5-8DA5-43D9-ABDB-4AF4E2AEB5E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617166" y="408879"/>
            <a:ext cx="406373" cy="406373"/>
          </a:xfrm>
          <a:prstGeom prst="rect">
            <a:avLst/>
          </a:prstGeom>
        </p:spPr>
      </p:pic>
      <p:pic>
        <p:nvPicPr>
          <p:cNvPr id="71" name="Graphic 70">
            <a:extLst>
              <a:ext uri="{FF2B5EF4-FFF2-40B4-BE49-F238E27FC236}">
                <a16:creationId xmlns:a16="http://schemas.microsoft.com/office/drawing/2014/main" id="{57F37D5A-011D-43A8-85EE-A58EA13F425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961548" y="447768"/>
            <a:ext cx="476692" cy="476692"/>
          </a:xfrm>
          <a:prstGeom prst="rect">
            <a:avLst/>
          </a:prstGeom>
        </p:spPr>
      </p:pic>
      <p:pic>
        <p:nvPicPr>
          <p:cNvPr id="72" name="Graphic 71">
            <a:extLst>
              <a:ext uri="{FF2B5EF4-FFF2-40B4-BE49-F238E27FC236}">
                <a16:creationId xmlns:a16="http://schemas.microsoft.com/office/drawing/2014/main" id="{3A4B2020-F525-4725-BBCE-77DF21AFD2B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547693" y="278545"/>
            <a:ext cx="536707" cy="536707"/>
          </a:xfrm>
          <a:prstGeom prst="rect">
            <a:avLst/>
          </a:prstGeom>
        </p:spPr>
      </p:pic>
      <p:pic>
        <p:nvPicPr>
          <p:cNvPr id="73" name="Graphic 72">
            <a:extLst>
              <a:ext uri="{FF2B5EF4-FFF2-40B4-BE49-F238E27FC236}">
                <a16:creationId xmlns:a16="http://schemas.microsoft.com/office/drawing/2014/main" id="{7EE23DD6-7111-47F5-ACDB-D9699FEAC59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282022" y="342356"/>
            <a:ext cx="476692" cy="476692"/>
          </a:xfrm>
          <a:prstGeom prst="rect">
            <a:avLst/>
          </a:prstGeom>
        </p:spPr>
      </p:pic>
      <p:pic>
        <p:nvPicPr>
          <p:cNvPr id="74" name="Graphic 73">
            <a:extLst>
              <a:ext uri="{FF2B5EF4-FFF2-40B4-BE49-F238E27FC236}">
                <a16:creationId xmlns:a16="http://schemas.microsoft.com/office/drawing/2014/main" id="{DBC09488-E805-4A38-A334-D24EC03C810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433764" y="414371"/>
            <a:ext cx="497003" cy="497003"/>
          </a:xfrm>
          <a:prstGeom prst="rect">
            <a:avLst/>
          </a:prstGeom>
        </p:spPr>
      </p:pic>
      <p:pic>
        <p:nvPicPr>
          <p:cNvPr id="75" name="Graphic 74">
            <a:extLst>
              <a:ext uri="{FF2B5EF4-FFF2-40B4-BE49-F238E27FC236}">
                <a16:creationId xmlns:a16="http://schemas.microsoft.com/office/drawing/2014/main" id="{00F8DC42-E8BE-4785-985F-5DE34B03EB61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956336" y="359537"/>
            <a:ext cx="555884" cy="555884"/>
          </a:xfrm>
          <a:prstGeom prst="rect">
            <a:avLst/>
          </a:prstGeom>
        </p:spPr>
      </p:pic>
      <p:pic>
        <p:nvPicPr>
          <p:cNvPr id="76" name="Graphic 75">
            <a:extLst>
              <a:ext uri="{FF2B5EF4-FFF2-40B4-BE49-F238E27FC236}">
                <a16:creationId xmlns:a16="http://schemas.microsoft.com/office/drawing/2014/main" id="{63997CB4-2F49-4BB8-A4AA-3AE9250E0037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588260" y="409583"/>
            <a:ext cx="476692" cy="476692"/>
          </a:xfrm>
          <a:prstGeom prst="rect">
            <a:avLst/>
          </a:prstGeom>
        </p:spPr>
      </p:pic>
      <p:pic>
        <p:nvPicPr>
          <p:cNvPr id="77" name="Graphic 76">
            <a:extLst>
              <a:ext uri="{FF2B5EF4-FFF2-40B4-BE49-F238E27FC236}">
                <a16:creationId xmlns:a16="http://schemas.microsoft.com/office/drawing/2014/main" id="{A855168E-3478-4B52-813C-1541FC2A61D6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45480" y="1026220"/>
            <a:ext cx="476692" cy="476692"/>
          </a:xfrm>
          <a:prstGeom prst="rect">
            <a:avLst/>
          </a:prstGeom>
        </p:spPr>
      </p:pic>
      <p:pic>
        <p:nvPicPr>
          <p:cNvPr id="78" name="Graphic 77">
            <a:extLst>
              <a:ext uri="{FF2B5EF4-FFF2-40B4-BE49-F238E27FC236}">
                <a16:creationId xmlns:a16="http://schemas.microsoft.com/office/drawing/2014/main" id="{9EA73082-AC7B-40A1-BDFB-345904704DAC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1029906" y="441441"/>
            <a:ext cx="425303" cy="425303"/>
          </a:xfrm>
          <a:prstGeom prst="rect">
            <a:avLst/>
          </a:prstGeom>
        </p:spPr>
      </p:pic>
      <p:pic>
        <p:nvPicPr>
          <p:cNvPr id="79" name="Graphic 78">
            <a:extLst>
              <a:ext uri="{FF2B5EF4-FFF2-40B4-BE49-F238E27FC236}">
                <a16:creationId xmlns:a16="http://schemas.microsoft.com/office/drawing/2014/main" id="{6052AA7F-1AEB-4772-AD11-55916001723F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0297786" y="384819"/>
            <a:ext cx="555884" cy="555884"/>
          </a:xfrm>
          <a:prstGeom prst="rect">
            <a:avLst/>
          </a:prstGeom>
        </p:spPr>
      </p:pic>
      <p:pic>
        <p:nvPicPr>
          <p:cNvPr id="80" name="Graphic 79">
            <a:extLst>
              <a:ext uri="{FF2B5EF4-FFF2-40B4-BE49-F238E27FC236}">
                <a16:creationId xmlns:a16="http://schemas.microsoft.com/office/drawing/2014/main" id="{059FCE4B-68A3-4FC0-BCF6-108AB36C24DB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9705118" y="441441"/>
            <a:ext cx="476692" cy="476692"/>
          </a:xfrm>
          <a:prstGeom prst="rect">
            <a:avLst/>
          </a:prstGeom>
        </p:spPr>
      </p:pic>
      <p:pic>
        <p:nvPicPr>
          <p:cNvPr id="81" name="Graphic 80">
            <a:extLst>
              <a:ext uri="{FF2B5EF4-FFF2-40B4-BE49-F238E27FC236}">
                <a16:creationId xmlns:a16="http://schemas.microsoft.com/office/drawing/2014/main" id="{24464DB0-7693-4156-BCC3-63C98F487BC8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693953" y="974544"/>
            <a:ext cx="555884" cy="555884"/>
          </a:xfrm>
          <a:prstGeom prst="rect">
            <a:avLst/>
          </a:prstGeom>
        </p:spPr>
      </p:pic>
      <p:pic>
        <p:nvPicPr>
          <p:cNvPr id="82" name="Graphic 81">
            <a:extLst>
              <a:ext uri="{FF2B5EF4-FFF2-40B4-BE49-F238E27FC236}">
                <a16:creationId xmlns:a16="http://schemas.microsoft.com/office/drawing/2014/main" id="{72C909AB-080C-4390-835C-801B06F9B595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1379099" y="1053736"/>
            <a:ext cx="476692" cy="476692"/>
          </a:xfrm>
          <a:prstGeom prst="rect">
            <a:avLst/>
          </a:prstGeom>
        </p:spPr>
      </p:pic>
      <p:pic>
        <p:nvPicPr>
          <p:cNvPr id="83" name="Graphic 82">
            <a:extLst>
              <a:ext uri="{FF2B5EF4-FFF2-40B4-BE49-F238E27FC236}">
                <a16:creationId xmlns:a16="http://schemas.microsoft.com/office/drawing/2014/main" id="{DA9BC760-5173-4545-AB00-1D77890BFF2A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2005420" y="1053736"/>
            <a:ext cx="505662" cy="505662"/>
          </a:xfrm>
          <a:prstGeom prst="rect">
            <a:avLst/>
          </a:prstGeom>
        </p:spPr>
      </p:pic>
      <p:pic>
        <p:nvPicPr>
          <p:cNvPr id="84" name="Graphic 83">
            <a:extLst>
              <a:ext uri="{FF2B5EF4-FFF2-40B4-BE49-F238E27FC236}">
                <a16:creationId xmlns:a16="http://schemas.microsoft.com/office/drawing/2014/main" id="{B03F8E43-EE42-4E90-B5C1-D77F772CB402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2682915" y="1072359"/>
            <a:ext cx="425303" cy="425303"/>
          </a:xfrm>
          <a:prstGeom prst="rect">
            <a:avLst/>
          </a:prstGeom>
        </p:spPr>
      </p:pic>
      <p:pic>
        <p:nvPicPr>
          <p:cNvPr id="85" name="Graphic 84">
            <a:extLst>
              <a:ext uri="{FF2B5EF4-FFF2-40B4-BE49-F238E27FC236}">
                <a16:creationId xmlns:a16="http://schemas.microsoft.com/office/drawing/2014/main" id="{22C638B3-17DC-4EBD-9908-030B75000EE6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3748157" y="1046663"/>
            <a:ext cx="476692" cy="476692"/>
          </a:xfrm>
          <a:prstGeom prst="rect">
            <a:avLst/>
          </a:prstGeom>
        </p:spPr>
      </p:pic>
      <p:pic>
        <p:nvPicPr>
          <p:cNvPr id="86" name="Graphic 85" descr="Optical disc">
            <a:extLst>
              <a:ext uri="{FF2B5EF4-FFF2-40B4-BE49-F238E27FC236}">
                <a16:creationId xmlns:a16="http://schemas.microsoft.com/office/drawing/2014/main" id="{FDB32F3B-3546-4C68-AE95-CC405F4AD74B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4531522" y="977552"/>
            <a:ext cx="476692" cy="476692"/>
          </a:xfrm>
          <a:prstGeom prst="rect">
            <a:avLst/>
          </a:prstGeom>
        </p:spPr>
      </p:pic>
      <p:pic>
        <p:nvPicPr>
          <p:cNvPr id="87" name="Graphic 86" descr="Music">
            <a:extLst>
              <a:ext uri="{FF2B5EF4-FFF2-40B4-BE49-F238E27FC236}">
                <a16:creationId xmlns:a16="http://schemas.microsoft.com/office/drawing/2014/main" id="{3C14737D-6066-4B08-B980-86290F003172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5094784" y="898489"/>
            <a:ext cx="555884" cy="555884"/>
          </a:xfrm>
          <a:prstGeom prst="rect">
            <a:avLst/>
          </a:prstGeom>
        </p:spPr>
      </p:pic>
      <p:pic>
        <p:nvPicPr>
          <p:cNvPr id="88" name="Graphic 87" descr="Flip calendar">
            <a:extLst>
              <a:ext uri="{FF2B5EF4-FFF2-40B4-BE49-F238E27FC236}">
                <a16:creationId xmlns:a16="http://schemas.microsoft.com/office/drawing/2014/main" id="{41BDC0AD-69A7-4285-B351-717753A79AC0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5758220" y="974544"/>
            <a:ext cx="451354" cy="451354"/>
          </a:xfrm>
          <a:prstGeom prst="rect">
            <a:avLst/>
          </a:prstGeom>
        </p:spPr>
      </p:pic>
      <p:pic>
        <p:nvPicPr>
          <p:cNvPr id="89" name="Graphic 88" descr="Wi Fi">
            <a:extLst>
              <a:ext uri="{FF2B5EF4-FFF2-40B4-BE49-F238E27FC236}">
                <a16:creationId xmlns:a16="http://schemas.microsoft.com/office/drawing/2014/main" id="{B7A94CB7-14F3-4BF6-922F-374148FCABD5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6317126" y="815252"/>
            <a:ext cx="555884" cy="555884"/>
          </a:xfrm>
          <a:prstGeom prst="rect">
            <a:avLst/>
          </a:prstGeom>
        </p:spPr>
      </p:pic>
      <p:pic>
        <p:nvPicPr>
          <p:cNvPr id="90" name="Graphic 89" descr="Map with pin">
            <a:extLst>
              <a:ext uri="{FF2B5EF4-FFF2-40B4-BE49-F238E27FC236}">
                <a16:creationId xmlns:a16="http://schemas.microsoft.com/office/drawing/2014/main" id="{61169340-DB6B-4106-A220-230E83FEE2DC}"/>
              </a:ext>
            </a:extLst>
          </p:cNvPr>
          <p:cNvPicPr>
            <a:picLocks noChangeAspect="1"/>
          </p:cNvPicPr>
          <p:nvPr/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6904128" y="864131"/>
            <a:ext cx="470482" cy="470482"/>
          </a:xfrm>
          <a:prstGeom prst="rect">
            <a:avLst/>
          </a:prstGeom>
        </p:spPr>
      </p:pic>
      <p:pic>
        <p:nvPicPr>
          <p:cNvPr id="91" name="Graphic 90" descr="Chevron arrows RTL">
            <a:extLst>
              <a:ext uri="{FF2B5EF4-FFF2-40B4-BE49-F238E27FC236}">
                <a16:creationId xmlns:a16="http://schemas.microsoft.com/office/drawing/2014/main" id="{4C3D36AE-FB44-41D3-81C2-9CC9A31B4D1C}"/>
              </a:ext>
            </a:extLst>
          </p:cNvPr>
          <p:cNvPicPr>
            <a:picLocks noChangeAspect="1"/>
          </p:cNvPicPr>
          <p:nvPr/>
        </p:nvPicPr>
        <p:blipFill>
          <a:blip r:embed="rId5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1"/>
              </a:ext>
            </a:extLst>
          </a:blip>
          <a:stretch>
            <a:fillRect/>
          </a:stretch>
        </p:blipFill>
        <p:spPr>
          <a:xfrm>
            <a:off x="7674147" y="926396"/>
            <a:ext cx="425303" cy="425303"/>
          </a:xfrm>
          <a:prstGeom prst="rect">
            <a:avLst/>
          </a:prstGeom>
        </p:spPr>
      </p:pic>
      <p:pic>
        <p:nvPicPr>
          <p:cNvPr id="92" name="Graphic 91" descr="Unlock">
            <a:extLst>
              <a:ext uri="{FF2B5EF4-FFF2-40B4-BE49-F238E27FC236}">
                <a16:creationId xmlns:a16="http://schemas.microsoft.com/office/drawing/2014/main" id="{718669B5-12EE-4933-BF14-4158DA97AFD8}"/>
              </a:ext>
            </a:extLst>
          </p:cNvPr>
          <p:cNvPicPr>
            <a:picLocks noChangeAspect="1"/>
          </p:cNvPicPr>
          <p:nvPr/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3"/>
              </a:ext>
            </a:extLst>
          </a:blip>
          <a:stretch>
            <a:fillRect/>
          </a:stretch>
        </p:blipFill>
        <p:spPr>
          <a:xfrm>
            <a:off x="8433764" y="886275"/>
            <a:ext cx="476692" cy="476692"/>
          </a:xfrm>
          <a:prstGeom prst="rect">
            <a:avLst/>
          </a:prstGeom>
        </p:spPr>
      </p:pic>
      <p:pic>
        <p:nvPicPr>
          <p:cNvPr id="93" name="Graphic 92" descr="Irritant">
            <a:extLst>
              <a:ext uri="{FF2B5EF4-FFF2-40B4-BE49-F238E27FC236}">
                <a16:creationId xmlns:a16="http://schemas.microsoft.com/office/drawing/2014/main" id="{49270C46-D4E6-4EAC-A334-820453E6E08A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9143494" y="886275"/>
            <a:ext cx="476692" cy="476692"/>
          </a:xfrm>
          <a:prstGeom prst="rect">
            <a:avLst/>
          </a:prstGeom>
        </p:spPr>
      </p:pic>
      <p:pic>
        <p:nvPicPr>
          <p:cNvPr id="94" name="Graphic 93" descr="Computer">
            <a:extLst>
              <a:ext uri="{FF2B5EF4-FFF2-40B4-BE49-F238E27FC236}">
                <a16:creationId xmlns:a16="http://schemas.microsoft.com/office/drawing/2014/main" id="{628A1544-0292-499B-A1CA-F69BDADDD32B}"/>
              </a:ext>
            </a:extLst>
          </p:cNvPr>
          <p:cNvPicPr>
            <a:picLocks noChangeAspect="1"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9895509" y="861859"/>
            <a:ext cx="425303" cy="425303"/>
          </a:xfrm>
          <a:prstGeom prst="rect">
            <a:avLst/>
          </a:prstGeom>
        </p:spPr>
      </p:pic>
      <p:pic>
        <p:nvPicPr>
          <p:cNvPr id="95" name="Graphic 94" descr="Processor">
            <a:extLst>
              <a:ext uri="{FF2B5EF4-FFF2-40B4-BE49-F238E27FC236}">
                <a16:creationId xmlns:a16="http://schemas.microsoft.com/office/drawing/2014/main" id="{8C29CC71-4755-4FBA-B2CC-4693992BA235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10589933" y="893714"/>
            <a:ext cx="425303" cy="425303"/>
          </a:xfrm>
          <a:prstGeom prst="rect">
            <a:avLst/>
          </a:prstGeom>
        </p:spPr>
      </p:pic>
      <p:pic>
        <p:nvPicPr>
          <p:cNvPr id="96" name="Graphic 95" descr="Web cam">
            <a:extLst>
              <a:ext uri="{FF2B5EF4-FFF2-40B4-BE49-F238E27FC236}">
                <a16:creationId xmlns:a16="http://schemas.microsoft.com/office/drawing/2014/main" id="{10B5D1B0-1E0B-4A4F-B84F-F9C7B5C3B85A}"/>
              </a:ext>
            </a:extLst>
          </p:cNvPr>
          <p:cNvPicPr>
            <a:picLocks noChangeAspect="1"/>
          </p:cNvPicPr>
          <p:nvPr/>
        </p:nvPicPr>
        <p:blipFill>
          <a:blip r:embed="rId6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1"/>
              </a:ext>
            </a:extLst>
          </a:blip>
          <a:stretch>
            <a:fillRect/>
          </a:stretch>
        </p:blipFill>
        <p:spPr>
          <a:xfrm>
            <a:off x="11179803" y="893714"/>
            <a:ext cx="476692" cy="476692"/>
          </a:xfrm>
          <a:prstGeom prst="rect">
            <a:avLst/>
          </a:prstGeom>
        </p:spPr>
      </p:pic>
      <p:pic>
        <p:nvPicPr>
          <p:cNvPr id="97" name="Graphic 96">
            <a:extLst>
              <a:ext uri="{FF2B5EF4-FFF2-40B4-BE49-F238E27FC236}">
                <a16:creationId xmlns:a16="http://schemas.microsoft.com/office/drawing/2014/main" id="{EBE194F5-B181-4195-BE0A-BF4C0A4AC1F7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>
            <a:off x="8092367" y="379216"/>
            <a:ext cx="417307" cy="417307"/>
          </a:xfrm>
          <a:prstGeom prst="rect">
            <a:avLst/>
          </a:prstGeom>
        </p:spPr>
      </p:pic>
      <p:pic>
        <p:nvPicPr>
          <p:cNvPr id="98" name="Picture 97">
            <a:extLst>
              <a:ext uri="{FF2B5EF4-FFF2-40B4-BE49-F238E27FC236}">
                <a16:creationId xmlns:a16="http://schemas.microsoft.com/office/drawing/2014/main" id="{2C543078-FAEC-4C6E-8052-CCE54D8B8BD0}"/>
              </a:ext>
            </a:extLst>
          </p:cNvPr>
          <p:cNvPicPr>
            <a:picLocks noChangeAspect="1"/>
          </p:cNvPicPr>
          <p:nvPr/>
        </p:nvPicPr>
        <p:blipFill>
          <a:blip r:embed="rId6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529" y="238348"/>
            <a:ext cx="570054" cy="570054"/>
          </a:xfrm>
          <a:prstGeom prst="rect">
            <a:avLst/>
          </a:prstGeom>
        </p:spPr>
      </p:pic>
      <p:pic>
        <p:nvPicPr>
          <p:cNvPr id="99" name="Graphic 98">
            <a:extLst>
              <a:ext uri="{FF2B5EF4-FFF2-40B4-BE49-F238E27FC236}">
                <a16:creationId xmlns:a16="http://schemas.microsoft.com/office/drawing/2014/main" id="{D5A1B492-9553-439B-9760-B2394A36383B}"/>
              </a:ext>
            </a:extLst>
          </p:cNvPr>
          <p:cNvPicPr>
            <a:picLocks noChangeAspect="1"/>
          </p:cNvPicPr>
          <p:nvPr/>
        </p:nvPicPr>
        <p:blipFill>
          <a:blip r:embed="rId6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6"/>
              </a:ext>
            </a:extLst>
          </a:blip>
          <a:stretch>
            <a:fillRect/>
          </a:stretch>
        </p:blipFill>
        <p:spPr>
          <a:xfrm>
            <a:off x="1455497" y="341199"/>
            <a:ext cx="467203" cy="467203"/>
          </a:xfrm>
          <a:prstGeom prst="rect">
            <a:avLst/>
          </a:prstGeom>
        </p:spPr>
      </p:pic>
      <p:pic>
        <p:nvPicPr>
          <p:cNvPr id="100" name="Graphic 99">
            <a:extLst>
              <a:ext uri="{FF2B5EF4-FFF2-40B4-BE49-F238E27FC236}">
                <a16:creationId xmlns:a16="http://schemas.microsoft.com/office/drawing/2014/main" id="{4181E513-A288-4DE4-A7F3-3DF84AC8447C}"/>
              </a:ext>
            </a:extLst>
          </p:cNvPr>
          <p:cNvPicPr>
            <a:picLocks noChangeAspect="1"/>
          </p:cNvPicPr>
          <p:nvPr/>
        </p:nvPicPr>
        <p:blipFill>
          <a:blip r:embed="rId6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8"/>
              </a:ext>
            </a:extLst>
          </a:blip>
          <a:stretch>
            <a:fillRect/>
          </a:stretch>
        </p:blipFill>
        <p:spPr>
          <a:xfrm>
            <a:off x="6452432" y="359537"/>
            <a:ext cx="476692" cy="476692"/>
          </a:xfrm>
          <a:prstGeom prst="rect">
            <a:avLst/>
          </a:prstGeom>
        </p:spPr>
      </p:pic>
      <p:pic>
        <p:nvPicPr>
          <p:cNvPr id="101" name="Graphic 100">
            <a:extLst>
              <a:ext uri="{FF2B5EF4-FFF2-40B4-BE49-F238E27FC236}">
                <a16:creationId xmlns:a16="http://schemas.microsoft.com/office/drawing/2014/main" id="{C4F011F2-2A7E-4B8D-83C2-48E4FCDF73CD}"/>
              </a:ext>
            </a:extLst>
          </p:cNvPr>
          <p:cNvPicPr>
            <a:picLocks noChangeAspect="1"/>
          </p:cNvPicPr>
          <p:nvPr/>
        </p:nvPicPr>
        <p:blipFill>
          <a:blip r:embed="rId6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0"/>
              </a:ext>
            </a:extLst>
          </a:blip>
          <a:stretch>
            <a:fillRect/>
          </a:stretch>
        </p:blipFill>
        <p:spPr>
          <a:xfrm>
            <a:off x="7315947" y="362114"/>
            <a:ext cx="476692" cy="476692"/>
          </a:xfrm>
          <a:prstGeom prst="rect">
            <a:avLst/>
          </a:prstGeom>
        </p:spPr>
      </p:pic>
      <p:pic>
        <p:nvPicPr>
          <p:cNvPr id="102" name="Graphic 101">
            <a:extLst>
              <a:ext uri="{FF2B5EF4-FFF2-40B4-BE49-F238E27FC236}">
                <a16:creationId xmlns:a16="http://schemas.microsoft.com/office/drawing/2014/main" id="{6CCAD126-C096-462F-954F-2A47D12936A8}"/>
              </a:ext>
            </a:extLst>
          </p:cNvPr>
          <p:cNvPicPr>
            <a:picLocks noChangeAspect="1"/>
          </p:cNvPicPr>
          <p:nvPr/>
        </p:nvPicPr>
        <p:blipFill>
          <a:blip r:embed="rId7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2"/>
              </a:ext>
            </a:extLst>
          </a:blip>
          <a:stretch>
            <a:fillRect/>
          </a:stretch>
        </p:blipFill>
        <p:spPr>
          <a:xfrm>
            <a:off x="8988223" y="410077"/>
            <a:ext cx="476692" cy="476692"/>
          </a:xfrm>
          <a:prstGeom prst="rect">
            <a:avLst/>
          </a:prstGeom>
        </p:spPr>
      </p:pic>
      <p:pic>
        <p:nvPicPr>
          <p:cNvPr id="103" name="Picture 102">
            <a:extLst>
              <a:ext uri="{FF2B5EF4-FFF2-40B4-BE49-F238E27FC236}">
                <a16:creationId xmlns:a16="http://schemas.microsoft.com/office/drawing/2014/main" id="{6603FE16-922B-4FEF-927F-488D05AF8227}"/>
              </a:ext>
            </a:extLst>
          </p:cNvPr>
          <p:cNvPicPr>
            <a:picLocks noChangeAspect="1"/>
          </p:cNvPicPr>
          <p:nvPr/>
        </p:nvPicPr>
        <p:blipFill>
          <a:blip r:embed="rId7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016" y="2009583"/>
            <a:ext cx="1641743" cy="286654"/>
          </a:xfrm>
          <a:prstGeom prst="rect">
            <a:avLst/>
          </a:prstGeom>
        </p:spPr>
      </p:pic>
      <p:pic>
        <p:nvPicPr>
          <p:cNvPr id="104" name="Picture 103">
            <a:extLst>
              <a:ext uri="{FF2B5EF4-FFF2-40B4-BE49-F238E27FC236}">
                <a16:creationId xmlns:a16="http://schemas.microsoft.com/office/drawing/2014/main" id="{30AC4B55-DB74-4420-97F5-16C04952C6AF}"/>
              </a:ext>
            </a:extLst>
          </p:cNvPr>
          <p:cNvPicPr>
            <a:picLocks noChangeAspect="1"/>
          </p:cNvPicPr>
          <p:nvPr/>
        </p:nvPicPr>
        <p:blipFill>
          <a:blip r:embed="rId74">
            <a:extLst>
              <a:ext uri="{BEBA8EAE-BF5A-486C-A8C5-ECC9F3942E4B}">
                <a14:imgProps xmlns:a14="http://schemas.microsoft.com/office/drawing/2010/main">
                  <a14:imgLayer r:embed="rId75">
                    <a14:imgEffect>
                      <a14:backgroundRemoval t="1389" b="98611" l="5556" r="88889">
                        <a14:foregroundMark x1="45737" y1="7041" x2="11111" y2="41667"/>
                        <a14:foregroundMark x1="35376" y1="87500" x2="36111" y2="88889"/>
                        <a14:foregroundMark x1="34641" y1="86111" x2="35376" y2="87500"/>
                        <a14:foregroundMark x1="11111" y1="41667" x2="34641" y2="86111"/>
                        <a14:foregroundMark x1="41513" y1="86111" x2="84722" y2="63889"/>
                        <a14:foregroundMark x1="38812" y1="87500" x2="41513" y2="86111"/>
                        <a14:foregroundMark x1="36111" y1="88889" x2="38812" y2="87500"/>
                        <a14:foregroundMark x1="84722" y1="25000" x2="84722" y2="11111"/>
                        <a14:foregroundMark x1="84722" y1="26389" x2="84722" y2="25000"/>
                        <a14:foregroundMark x1="84722" y1="27778" x2="84722" y2="26389"/>
                        <a14:foregroundMark x1="84722" y1="33333" x2="84722" y2="30556"/>
                        <a14:foregroundMark x1="84722" y1="63889" x2="84722" y2="33333"/>
                        <a14:foregroundMark x1="75692" y1="9722" x2="70706" y2="8955"/>
                        <a14:foregroundMark x1="84722" y1="11111" x2="75692" y2="9722"/>
                        <a14:foregroundMark x1="22222" y1="43056" x2="19444" y2="40278"/>
                        <a14:foregroundMark x1="26389" y1="37500" x2="26389" y2="37500"/>
                        <a14:foregroundMark x1="31944" y1="33333" x2="31944" y2="33333"/>
                        <a14:foregroundMark x1="38889" y1="29167" x2="38889" y2="29167"/>
                        <a14:foregroundMark x1="44444" y1="22222" x2="44444" y2="22222"/>
                        <a14:foregroundMark x1="51389" y1="16667" x2="51389" y2="16667"/>
                        <a14:foregroundMark x1="48611" y1="5556" x2="48611" y2="5556"/>
                        <a14:foregroundMark x1="51389" y1="4167" x2="51389" y2="4167"/>
                        <a14:foregroundMark x1="51389" y1="4167" x2="51389" y2="4167"/>
                        <a14:foregroundMark x1="51389" y1="1389" x2="51389" y2="1389"/>
                        <a14:foregroundMark x1="50000" y1="2778" x2="50000" y2="2778"/>
                        <a14:foregroundMark x1="50000" y1="98611" x2="50000" y2="98611"/>
                        <a14:backgroundMark x1="66670" y1="5556" x2="72222" y2="6944"/>
                        <a14:backgroundMark x1="61113" y1="4167" x2="66670" y2="5556"/>
                        <a14:backgroundMark x1="55557" y1="2778" x2="61113" y2="4167"/>
                        <a14:backgroundMark x1="50000" y1="1389" x2="55557" y2="2778"/>
                        <a14:backgroundMark x1="70833" y1="12500" x2="70833" y2="8333"/>
                        <a14:backgroundMark x1="75000" y1="9722" x2="75000" y2="9722"/>
                        <a14:backgroundMark x1="72222" y1="9722" x2="72222" y2="9722"/>
                        <a14:backgroundMark x1="79167" y1="8333" x2="79167" y2="8333"/>
                        <a14:backgroundMark x1="83333" y1="29167" x2="83333" y2="29167"/>
                        <a14:backgroundMark x1="83333" y1="26389" x2="83333" y2="26389"/>
                        <a14:backgroundMark x1="84722" y1="27778" x2="84722" y2="27778"/>
                        <a14:backgroundMark x1="84722" y1="27778" x2="84722" y2="30556"/>
                        <a14:backgroundMark x1="84722" y1="26389" x2="84722" y2="26389"/>
                        <a14:backgroundMark x1="84722" y1="25000" x2="84722" y2="25000"/>
                        <a14:backgroundMark x1="84722" y1="33333" x2="84722" y2="33333"/>
                        <a14:backgroundMark x1="33333" y1="88889" x2="33333" y2="88889"/>
                        <a14:backgroundMark x1="34722" y1="88889" x2="34722" y2="88889"/>
                        <a14:backgroundMark x1="36111" y1="90278" x2="36111" y2="90278"/>
                        <a14:backgroundMark x1="33333" y1="87500" x2="33333" y2="87500"/>
                        <a14:backgroundMark x1="33333" y1="86111" x2="33333" y2="86111"/>
                        <a14:backgroundMark x1="37500" y1="88889" x2="37500" y2="888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0352" y="1979888"/>
            <a:ext cx="316349" cy="316349"/>
          </a:xfrm>
          <a:prstGeom prst="rect">
            <a:avLst/>
          </a:prstGeom>
        </p:spPr>
      </p:pic>
      <p:pic>
        <p:nvPicPr>
          <p:cNvPr id="105" name="Picture 104">
            <a:extLst>
              <a:ext uri="{FF2B5EF4-FFF2-40B4-BE49-F238E27FC236}">
                <a16:creationId xmlns:a16="http://schemas.microsoft.com/office/drawing/2014/main" id="{34297D99-51C1-43AC-86A8-6FFA4F5817E1}"/>
              </a:ext>
            </a:extLst>
          </p:cNvPr>
          <p:cNvPicPr>
            <a:picLocks noChangeAspect="1"/>
          </p:cNvPicPr>
          <p:nvPr/>
        </p:nvPicPr>
        <p:blipFill>
          <a:blip r:embed="rId7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4715" y="1833219"/>
            <a:ext cx="609685" cy="609685"/>
          </a:xfrm>
          <a:prstGeom prst="rect">
            <a:avLst/>
          </a:prstGeom>
        </p:spPr>
      </p:pic>
      <p:pic>
        <p:nvPicPr>
          <p:cNvPr id="106" name="Graphic 105" descr="Printer">
            <a:extLst>
              <a:ext uri="{FF2B5EF4-FFF2-40B4-BE49-F238E27FC236}">
                <a16:creationId xmlns:a16="http://schemas.microsoft.com/office/drawing/2014/main" id="{BB94BF21-1485-40FA-956E-751603EE5330}"/>
              </a:ext>
            </a:extLst>
          </p:cNvPr>
          <p:cNvPicPr>
            <a:picLocks noChangeAspect="1"/>
          </p:cNvPicPr>
          <p:nvPr/>
        </p:nvPicPr>
        <p:blipFill>
          <a:blip r:embed="rId7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8"/>
              </a:ext>
            </a:extLst>
          </a:blip>
          <a:stretch>
            <a:fillRect/>
          </a:stretch>
        </p:blipFill>
        <p:spPr>
          <a:xfrm>
            <a:off x="4344687" y="1695710"/>
            <a:ext cx="476692" cy="476692"/>
          </a:xfrm>
          <a:prstGeom prst="rect">
            <a:avLst/>
          </a:prstGeom>
        </p:spPr>
      </p:pic>
      <p:pic>
        <p:nvPicPr>
          <p:cNvPr id="107" name="Graphic 106" descr="Television">
            <a:extLst>
              <a:ext uri="{FF2B5EF4-FFF2-40B4-BE49-F238E27FC236}">
                <a16:creationId xmlns:a16="http://schemas.microsoft.com/office/drawing/2014/main" id="{B4E1EE45-45EC-4EE0-B80F-9E8BFDE599F0}"/>
              </a:ext>
            </a:extLst>
          </p:cNvPr>
          <p:cNvPicPr>
            <a:picLocks noChangeAspect="1"/>
          </p:cNvPicPr>
          <p:nvPr/>
        </p:nvPicPr>
        <p:blipFill>
          <a:blip r:embed="rId7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0"/>
              </a:ext>
            </a:extLst>
          </a:blip>
          <a:stretch>
            <a:fillRect/>
          </a:stretch>
        </p:blipFill>
        <p:spPr>
          <a:xfrm>
            <a:off x="5134380" y="1771237"/>
            <a:ext cx="476692" cy="476692"/>
          </a:xfrm>
          <a:prstGeom prst="rect">
            <a:avLst/>
          </a:prstGeom>
        </p:spPr>
      </p:pic>
      <p:pic>
        <p:nvPicPr>
          <p:cNvPr id="108" name="Graphic 107" descr="Single gear">
            <a:extLst>
              <a:ext uri="{FF2B5EF4-FFF2-40B4-BE49-F238E27FC236}">
                <a16:creationId xmlns:a16="http://schemas.microsoft.com/office/drawing/2014/main" id="{E4277C76-2977-4E46-A66D-3D7F4D5BA8E0}"/>
              </a:ext>
            </a:extLst>
          </p:cNvPr>
          <p:cNvPicPr>
            <a:picLocks noChangeAspect="1"/>
          </p:cNvPicPr>
          <p:nvPr/>
        </p:nvPicPr>
        <p:blipFill>
          <a:blip r:embed="rId8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2"/>
              </a:ext>
            </a:extLst>
          </a:blip>
          <a:stretch>
            <a:fillRect/>
          </a:stretch>
        </p:blipFill>
        <p:spPr>
          <a:xfrm>
            <a:off x="5826606" y="1741542"/>
            <a:ext cx="476692" cy="476692"/>
          </a:xfrm>
          <a:prstGeom prst="rect">
            <a:avLst/>
          </a:prstGeom>
        </p:spPr>
      </p:pic>
      <p:pic>
        <p:nvPicPr>
          <p:cNvPr id="109" name="Graphic 108" descr="Tools">
            <a:extLst>
              <a:ext uri="{FF2B5EF4-FFF2-40B4-BE49-F238E27FC236}">
                <a16:creationId xmlns:a16="http://schemas.microsoft.com/office/drawing/2014/main" id="{5DD14323-1291-4A72-9F6B-82364B86C664}"/>
              </a:ext>
            </a:extLst>
          </p:cNvPr>
          <p:cNvPicPr>
            <a:picLocks noChangeAspect="1"/>
          </p:cNvPicPr>
          <p:nvPr/>
        </p:nvPicPr>
        <p:blipFill>
          <a:blip r:embed="rId8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4"/>
              </a:ext>
            </a:extLst>
          </a:blip>
          <a:stretch>
            <a:fillRect/>
          </a:stretch>
        </p:blipFill>
        <p:spPr>
          <a:xfrm>
            <a:off x="6452432" y="1759404"/>
            <a:ext cx="476692" cy="476692"/>
          </a:xfrm>
          <a:prstGeom prst="rect">
            <a:avLst/>
          </a:prstGeom>
        </p:spPr>
      </p:pic>
      <p:pic>
        <p:nvPicPr>
          <p:cNvPr id="110" name="Graphic 109" descr="Pie chart">
            <a:extLst>
              <a:ext uri="{FF2B5EF4-FFF2-40B4-BE49-F238E27FC236}">
                <a16:creationId xmlns:a16="http://schemas.microsoft.com/office/drawing/2014/main" id="{6A81B6D0-2C96-4BAE-9E24-3B29D7A6DCA4}"/>
              </a:ext>
            </a:extLst>
          </p:cNvPr>
          <p:cNvPicPr>
            <a:picLocks noChangeAspect="1"/>
          </p:cNvPicPr>
          <p:nvPr/>
        </p:nvPicPr>
        <p:blipFill>
          <a:blip r:embed="rId8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6"/>
              </a:ext>
            </a:extLst>
          </a:blip>
          <a:stretch>
            <a:fillRect/>
          </a:stretch>
        </p:blipFill>
        <p:spPr>
          <a:xfrm>
            <a:off x="7160324" y="1765112"/>
            <a:ext cx="505662" cy="505662"/>
          </a:xfrm>
          <a:prstGeom prst="rect">
            <a:avLst/>
          </a:prstGeom>
        </p:spPr>
      </p:pic>
      <p:pic>
        <p:nvPicPr>
          <p:cNvPr id="111" name="Graphic 110" descr="Receiver">
            <a:extLst>
              <a:ext uri="{FF2B5EF4-FFF2-40B4-BE49-F238E27FC236}">
                <a16:creationId xmlns:a16="http://schemas.microsoft.com/office/drawing/2014/main" id="{8D6DA06A-D829-4560-9B0E-45D546147760}"/>
              </a:ext>
            </a:extLst>
          </p:cNvPr>
          <p:cNvPicPr>
            <a:picLocks noChangeAspect="1"/>
          </p:cNvPicPr>
          <p:nvPr/>
        </p:nvPicPr>
        <p:blipFill>
          <a:blip r:embed="rId8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8"/>
              </a:ext>
            </a:extLst>
          </a:blip>
          <a:stretch>
            <a:fillRect/>
          </a:stretch>
        </p:blipFill>
        <p:spPr>
          <a:xfrm>
            <a:off x="7792639" y="1736614"/>
            <a:ext cx="476692" cy="476692"/>
          </a:xfrm>
          <a:prstGeom prst="rect">
            <a:avLst/>
          </a:prstGeom>
        </p:spPr>
      </p:pic>
      <p:pic>
        <p:nvPicPr>
          <p:cNvPr id="112" name="Graphic 111" descr="Airplane">
            <a:extLst>
              <a:ext uri="{FF2B5EF4-FFF2-40B4-BE49-F238E27FC236}">
                <a16:creationId xmlns:a16="http://schemas.microsoft.com/office/drawing/2014/main" id="{11E371D5-D65B-4D5C-A934-BB0C5D06BD0B}"/>
              </a:ext>
            </a:extLst>
          </p:cNvPr>
          <p:cNvPicPr>
            <a:picLocks noChangeAspect="1"/>
          </p:cNvPicPr>
          <p:nvPr/>
        </p:nvPicPr>
        <p:blipFill>
          <a:blip r:embed="rId8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0"/>
              </a:ext>
            </a:extLst>
          </a:blip>
          <a:stretch>
            <a:fillRect/>
          </a:stretch>
        </p:blipFill>
        <p:spPr>
          <a:xfrm>
            <a:off x="8377791" y="1722129"/>
            <a:ext cx="505662" cy="505662"/>
          </a:xfrm>
          <a:prstGeom prst="rect">
            <a:avLst/>
          </a:prstGeom>
        </p:spPr>
      </p:pic>
      <p:pic>
        <p:nvPicPr>
          <p:cNvPr id="113" name="Graphic 112" descr="Volume">
            <a:extLst>
              <a:ext uri="{FF2B5EF4-FFF2-40B4-BE49-F238E27FC236}">
                <a16:creationId xmlns:a16="http://schemas.microsoft.com/office/drawing/2014/main" id="{24C835B6-FC27-4471-AAE8-7D8374B57E2F}"/>
              </a:ext>
            </a:extLst>
          </p:cNvPr>
          <p:cNvPicPr>
            <a:picLocks noChangeAspect="1"/>
          </p:cNvPicPr>
          <p:nvPr/>
        </p:nvPicPr>
        <p:blipFill>
          <a:blip r:embed="rId9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2"/>
              </a:ext>
            </a:extLst>
          </a:blip>
          <a:stretch>
            <a:fillRect/>
          </a:stretch>
        </p:blipFill>
        <p:spPr>
          <a:xfrm>
            <a:off x="9036212" y="1751099"/>
            <a:ext cx="476692" cy="476692"/>
          </a:xfrm>
          <a:prstGeom prst="rect">
            <a:avLst/>
          </a:prstGeom>
        </p:spPr>
      </p:pic>
      <p:pic>
        <p:nvPicPr>
          <p:cNvPr id="114" name="Graphic 113" descr="Full battery">
            <a:extLst>
              <a:ext uri="{FF2B5EF4-FFF2-40B4-BE49-F238E27FC236}">
                <a16:creationId xmlns:a16="http://schemas.microsoft.com/office/drawing/2014/main" id="{F1EB9583-1815-4A87-B3A1-93FABC96D007}"/>
              </a:ext>
            </a:extLst>
          </p:cNvPr>
          <p:cNvPicPr>
            <a:picLocks noChangeAspect="1"/>
          </p:cNvPicPr>
          <p:nvPr/>
        </p:nvPicPr>
        <p:blipFill>
          <a:blip r:embed="rId9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4"/>
              </a:ext>
            </a:extLst>
          </a:blip>
          <a:stretch>
            <a:fillRect/>
          </a:stretch>
        </p:blipFill>
        <p:spPr>
          <a:xfrm>
            <a:off x="9687889" y="1784742"/>
            <a:ext cx="451354" cy="451354"/>
          </a:xfrm>
          <a:prstGeom prst="rect">
            <a:avLst/>
          </a:prstGeom>
        </p:spPr>
      </p:pic>
      <p:pic>
        <p:nvPicPr>
          <p:cNvPr id="115" name="Graphic 114" descr="Watch">
            <a:extLst>
              <a:ext uri="{FF2B5EF4-FFF2-40B4-BE49-F238E27FC236}">
                <a16:creationId xmlns:a16="http://schemas.microsoft.com/office/drawing/2014/main" id="{F765BF3D-9D24-4BCD-BC55-4DA1CA4189DF}"/>
              </a:ext>
            </a:extLst>
          </p:cNvPr>
          <p:cNvPicPr>
            <a:picLocks noChangeAspect="1"/>
          </p:cNvPicPr>
          <p:nvPr/>
        </p:nvPicPr>
        <p:blipFill>
          <a:blip r:embed="rId9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6"/>
              </a:ext>
            </a:extLst>
          </a:blip>
          <a:stretch>
            <a:fillRect/>
          </a:stretch>
        </p:blipFill>
        <p:spPr>
          <a:xfrm>
            <a:off x="10351587" y="1665944"/>
            <a:ext cx="476692" cy="476692"/>
          </a:xfrm>
          <a:prstGeom prst="rect">
            <a:avLst/>
          </a:prstGeom>
        </p:spPr>
      </p:pic>
      <p:pic>
        <p:nvPicPr>
          <p:cNvPr id="116" name="Graphic 115" descr="Flag">
            <a:extLst>
              <a:ext uri="{FF2B5EF4-FFF2-40B4-BE49-F238E27FC236}">
                <a16:creationId xmlns:a16="http://schemas.microsoft.com/office/drawing/2014/main" id="{C8FFA52B-A68D-439D-838F-09D37AA43A98}"/>
              </a:ext>
            </a:extLst>
          </p:cNvPr>
          <p:cNvPicPr>
            <a:picLocks noChangeAspect="1"/>
          </p:cNvPicPr>
          <p:nvPr/>
        </p:nvPicPr>
        <p:blipFill>
          <a:blip r:embed="rId9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8"/>
              </a:ext>
            </a:extLst>
          </a:blip>
          <a:stretch>
            <a:fillRect/>
          </a:stretch>
        </p:blipFill>
        <p:spPr>
          <a:xfrm>
            <a:off x="10817610" y="1686707"/>
            <a:ext cx="451354" cy="451354"/>
          </a:xfrm>
          <a:prstGeom prst="rect">
            <a:avLst/>
          </a:prstGeom>
        </p:spPr>
      </p:pic>
      <p:pic>
        <p:nvPicPr>
          <p:cNvPr id="117" name="Graphic 116" descr="Mute speaker">
            <a:extLst>
              <a:ext uri="{FF2B5EF4-FFF2-40B4-BE49-F238E27FC236}">
                <a16:creationId xmlns:a16="http://schemas.microsoft.com/office/drawing/2014/main" id="{238B6984-EE76-457D-9D8D-AEDF481CA7A8}"/>
              </a:ext>
            </a:extLst>
          </p:cNvPr>
          <p:cNvPicPr>
            <a:picLocks noChangeAspect="1"/>
          </p:cNvPicPr>
          <p:nvPr/>
        </p:nvPicPr>
        <p:blipFill>
          <a:blip r:embed="rId9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0"/>
              </a:ext>
            </a:extLst>
          </a:blip>
          <a:stretch>
            <a:fillRect/>
          </a:stretch>
        </p:blipFill>
        <p:spPr>
          <a:xfrm>
            <a:off x="11396847" y="1594873"/>
            <a:ext cx="476692" cy="476692"/>
          </a:xfrm>
          <a:prstGeom prst="rect">
            <a:avLst/>
          </a:prstGeom>
        </p:spPr>
      </p:pic>
      <p:pic>
        <p:nvPicPr>
          <p:cNvPr id="118" name="Picture 117">
            <a:extLst>
              <a:ext uri="{FF2B5EF4-FFF2-40B4-BE49-F238E27FC236}">
                <a16:creationId xmlns:a16="http://schemas.microsoft.com/office/drawing/2014/main" id="{0A04334F-F967-4673-AD56-0D89C366C0AF}"/>
              </a:ext>
            </a:extLst>
          </p:cNvPr>
          <p:cNvPicPr>
            <a:picLocks noChangeAspect="1"/>
          </p:cNvPicPr>
          <p:nvPr/>
        </p:nvPicPr>
        <p:blipFill>
          <a:blip r:embed="rId101">
            <a:extLst>
              <a:ext uri="{BEBA8EAE-BF5A-486C-A8C5-ECC9F3942E4B}">
                <a14:imgProps xmlns:a14="http://schemas.microsoft.com/office/drawing/2010/main">
                  <a14:imgLayer r:embed="rId102">
                    <a14:imgEffect>
                      <a14:backgroundRemoval t="10000" b="90000" l="10000" r="90000">
                        <a14:backgroundMark x1="47500" y1="19697" x2="47500" y2="19697"/>
                        <a14:backgroundMark x1="47500" y1="17424" x2="41500" y2="3863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2995" y="1752855"/>
            <a:ext cx="1169721" cy="772016"/>
          </a:xfrm>
          <a:prstGeom prst="rect">
            <a:avLst/>
          </a:prstGeom>
        </p:spPr>
      </p:pic>
      <p:pic>
        <p:nvPicPr>
          <p:cNvPr id="119" name="Graphic 118" descr="Chess pieces">
            <a:extLst>
              <a:ext uri="{FF2B5EF4-FFF2-40B4-BE49-F238E27FC236}">
                <a16:creationId xmlns:a16="http://schemas.microsoft.com/office/drawing/2014/main" id="{97E2032D-66AC-4CF1-804F-1607A11856F9}"/>
              </a:ext>
            </a:extLst>
          </p:cNvPr>
          <p:cNvPicPr>
            <a:picLocks noChangeAspect="1"/>
          </p:cNvPicPr>
          <p:nvPr/>
        </p:nvPicPr>
        <p:blipFill>
          <a:blip r:embed="rId10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4"/>
              </a:ext>
            </a:extLst>
          </a:blip>
          <a:stretch>
            <a:fillRect/>
          </a:stretch>
        </p:blipFill>
        <p:spPr>
          <a:xfrm>
            <a:off x="3161378" y="1014140"/>
            <a:ext cx="476692" cy="476692"/>
          </a:xfrm>
          <a:prstGeom prst="rect">
            <a:avLst/>
          </a:prstGeom>
        </p:spPr>
      </p:pic>
      <p:pic>
        <p:nvPicPr>
          <p:cNvPr id="120" name="Graphic 119" descr="Shopping bag">
            <a:extLst>
              <a:ext uri="{FF2B5EF4-FFF2-40B4-BE49-F238E27FC236}">
                <a16:creationId xmlns:a16="http://schemas.microsoft.com/office/drawing/2014/main" id="{839A4950-7588-4AEE-9083-2E611A898230}"/>
              </a:ext>
            </a:extLst>
          </p:cNvPr>
          <p:cNvPicPr>
            <a:picLocks noChangeAspect="1"/>
          </p:cNvPicPr>
          <p:nvPr/>
        </p:nvPicPr>
        <p:blipFill>
          <a:blip r:embed="rId10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6"/>
              </a:ext>
            </a:extLst>
          </a:blip>
          <a:stretch>
            <a:fillRect/>
          </a:stretch>
        </p:blipFill>
        <p:spPr>
          <a:xfrm>
            <a:off x="167404" y="322383"/>
            <a:ext cx="451354" cy="451354"/>
          </a:xfrm>
          <a:prstGeom prst="rect">
            <a:avLst/>
          </a:prstGeom>
        </p:spPr>
      </p:pic>
      <p:pic>
        <p:nvPicPr>
          <p:cNvPr id="121" name="Graphic 120" descr="Venn diagram">
            <a:extLst>
              <a:ext uri="{FF2B5EF4-FFF2-40B4-BE49-F238E27FC236}">
                <a16:creationId xmlns:a16="http://schemas.microsoft.com/office/drawing/2014/main" id="{90CA0343-44BF-44C8-8EE3-E49863E78986}"/>
              </a:ext>
            </a:extLst>
          </p:cNvPr>
          <p:cNvPicPr>
            <a:picLocks noChangeAspect="1"/>
          </p:cNvPicPr>
          <p:nvPr/>
        </p:nvPicPr>
        <p:blipFill>
          <a:blip r:embed="rId10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8"/>
              </a:ext>
            </a:extLst>
          </a:blip>
          <a:stretch>
            <a:fillRect/>
          </a:stretch>
        </p:blipFill>
        <p:spPr>
          <a:xfrm>
            <a:off x="183549" y="2415766"/>
            <a:ext cx="510404" cy="510404"/>
          </a:xfrm>
          <a:prstGeom prst="rect">
            <a:avLst/>
          </a:prstGeom>
        </p:spPr>
      </p:pic>
      <p:pic>
        <p:nvPicPr>
          <p:cNvPr id="122" name="Graphic 121" descr="Thumbs up sign">
            <a:extLst>
              <a:ext uri="{FF2B5EF4-FFF2-40B4-BE49-F238E27FC236}">
                <a16:creationId xmlns:a16="http://schemas.microsoft.com/office/drawing/2014/main" id="{4C9A3B16-1C54-46CA-9C55-2A114DDA87BF}"/>
              </a:ext>
            </a:extLst>
          </p:cNvPr>
          <p:cNvPicPr>
            <a:picLocks noChangeAspect="1"/>
          </p:cNvPicPr>
          <p:nvPr/>
        </p:nvPicPr>
        <p:blipFill>
          <a:blip r:embed="rId10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0"/>
              </a:ext>
            </a:extLst>
          </a:blip>
          <a:stretch>
            <a:fillRect/>
          </a:stretch>
        </p:blipFill>
        <p:spPr>
          <a:xfrm>
            <a:off x="798483" y="2474816"/>
            <a:ext cx="451354" cy="451354"/>
          </a:xfrm>
          <a:prstGeom prst="rect">
            <a:avLst/>
          </a:prstGeom>
        </p:spPr>
      </p:pic>
      <p:pic>
        <p:nvPicPr>
          <p:cNvPr id="123" name="Graphic 122" descr="Smart Phone">
            <a:extLst>
              <a:ext uri="{FF2B5EF4-FFF2-40B4-BE49-F238E27FC236}">
                <a16:creationId xmlns:a16="http://schemas.microsoft.com/office/drawing/2014/main" id="{360A236B-329D-4020-AD1D-05B7E34B9418}"/>
              </a:ext>
            </a:extLst>
          </p:cNvPr>
          <p:cNvPicPr>
            <a:picLocks noChangeAspect="1"/>
          </p:cNvPicPr>
          <p:nvPr/>
        </p:nvPicPr>
        <p:blipFill>
          <a:blip r:embed="rId1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2"/>
              </a:ext>
            </a:extLst>
          </a:blip>
          <a:stretch>
            <a:fillRect/>
          </a:stretch>
        </p:blipFill>
        <p:spPr>
          <a:xfrm>
            <a:off x="1345387" y="2476407"/>
            <a:ext cx="510404" cy="510404"/>
          </a:xfrm>
          <a:prstGeom prst="rect">
            <a:avLst/>
          </a:prstGeom>
        </p:spPr>
      </p:pic>
      <p:pic>
        <p:nvPicPr>
          <p:cNvPr id="124" name="Graphic 123" descr="Shield Cross">
            <a:extLst>
              <a:ext uri="{FF2B5EF4-FFF2-40B4-BE49-F238E27FC236}">
                <a16:creationId xmlns:a16="http://schemas.microsoft.com/office/drawing/2014/main" id="{5D14016B-043B-4488-868A-EEBAA98AE034}"/>
              </a:ext>
            </a:extLst>
          </p:cNvPr>
          <p:cNvPicPr>
            <a:picLocks noChangeAspect="1"/>
          </p:cNvPicPr>
          <p:nvPr/>
        </p:nvPicPr>
        <p:blipFill>
          <a:blip r:embed="rId1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4"/>
              </a:ext>
            </a:extLst>
          </a:blip>
          <a:stretch>
            <a:fillRect/>
          </a:stretch>
        </p:blipFill>
        <p:spPr>
          <a:xfrm>
            <a:off x="1954838" y="2552965"/>
            <a:ext cx="451354" cy="451354"/>
          </a:xfrm>
          <a:prstGeom prst="rect">
            <a:avLst/>
          </a:prstGeom>
        </p:spPr>
      </p:pic>
      <p:pic>
        <p:nvPicPr>
          <p:cNvPr id="125" name="Graphic 124" descr="Help">
            <a:extLst>
              <a:ext uri="{FF2B5EF4-FFF2-40B4-BE49-F238E27FC236}">
                <a16:creationId xmlns:a16="http://schemas.microsoft.com/office/drawing/2014/main" id="{66F9DC4B-1E99-432E-AE75-FF441A658764}"/>
              </a:ext>
            </a:extLst>
          </p:cNvPr>
          <p:cNvPicPr>
            <a:picLocks noChangeAspect="1"/>
          </p:cNvPicPr>
          <p:nvPr/>
        </p:nvPicPr>
        <p:blipFill>
          <a:blip r:embed="rId1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6"/>
              </a:ext>
            </a:extLst>
          </a:blip>
          <a:stretch>
            <a:fillRect/>
          </a:stretch>
        </p:blipFill>
        <p:spPr>
          <a:xfrm>
            <a:off x="2640348" y="2552965"/>
            <a:ext cx="451354" cy="451354"/>
          </a:xfrm>
          <a:prstGeom prst="rect">
            <a:avLst/>
          </a:prstGeom>
        </p:spPr>
      </p:pic>
      <p:pic>
        <p:nvPicPr>
          <p:cNvPr id="126" name="Graphic 125" descr="Address Book">
            <a:extLst>
              <a:ext uri="{FF2B5EF4-FFF2-40B4-BE49-F238E27FC236}">
                <a16:creationId xmlns:a16="http://schemas.microsoft.com/office/drawing/2014/main" id="{944BFAEA-C711-408F-994E-AFE316F1D84B}"/>
              </a:ext>
            </a:extLst>
          </p:cNvPr>
          <p:cNvPicPr>
            <a:picLocks noChangeAspect="1"/>
          </p:cNvPicPr>
          <p:nvPr/>
        </p:nvPicPr>
        <p:blipFill>
          <a:blip r:embed="rId1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8"/>
              </a:ext>
            </a:extLst>
          </a:blip>
          <a:stretch>
            <a:fillRect/>
          </a:stretch>
        </p:blipFill>
        <p:spPr>
          <a:xfrm>
            <a:off x="3236369" y="2552965"/>
            <a:ext cx="476692" cy="476692"/>
          </a:xfrm>
          <a:prstGeom prst="rect">
            <a:avLst/>
          </a:prstGeom>
        </p:spPr>
      </p:pic>
      <p:pic>
        <p:nvPicPr>
          <p:cNvPr id="127" name="Graphic 126" descr="Cmd Terminal">
            <a:extLst>
              <a:ext uri="{FF2B5EF4-FFF2-40B4-BE49-F238E27FC236}">
                <a16:creationId xmlns:a16="http://schemas.microsoft.com/office/drawing/2014/main" id="{58F795BF-88C3-4B0C-A4D9-3FF9BA73AB58}"/>
              </a:ext>
            </a:extLst>
          </p:cNvPr>
          <p:cNvPicPr>
            <a:picLocks noChangeAspect="1"/>
          </p:cNvPicPr>
          <p:nvPr/>
        </p:nvPicPr>
        <p:blipFill>
          <a:blip r:embed="rId1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0"/>
              </a:ext>
            </a:extLst>
          </a:blip>
          <a:stretch>
            <a:fillRect/>
          </a:stretch>
        </p:blipFill>
        <p:spPr>
          <a:xfrm>
            <a:off x="3858723" y="2610862"/>
            <a:ext cx="451354" cy="451354"/>
          </a:xfrm>
          <a:prstGeom prst="rect">
            <a:avLst/>
          </a:prstGeom>
        </p:spPr>
      </p:pic>
      <p:pic>
        <p:nvPicPr>
          <p:cNvPr id="128" name="Picture 127">
            <a:extLst>
              <a:ext uri="{FF2B5EF4-FFF2-40B4-BE49-F238E27FC236}">
                <a16:creationId xmlns:a16="http://schemas.microsoft.com/office/drawing/2014/main" id="{BF171B46-0C2C-45A6-AB54-7B9BD7AD0123}"/>
              </a:ext>
            </a:extLst>
          </p:cNvPr>
          <p:cNvPicPr>
            <a:picLocks noChangeAspect="1"/>
          </p:cNvPicPr>
          <p:nvPr/>
        </p:nvPicPr>
        <p:blipFill>
          <a:blip r:embed="rId121">
            <a:extLst>
              <a:ext uri="{BEBA8EAE-BF5A-486C-A8C5-ECC9F3942E4B}">
                <a14:imgProps xmlns:a14="http://schemas.microsoft.com/office/drawing/2010/main">
                  <a14:imgLayer r:embed="rId122">
                    <a14:imgEffect>
                      <a14:backgroundRemoval t="10000" b="96400" l="10000" r="90000">
                        <a14:foregroundMark x1="6800" y1="18400" x2="92800" y2="20000"/>
                        <a14:foregroundMark x1="92800" y1="20000" x2="48400" y2="96400"/>
                        <a14:foregroundMark x1="48400" y1="96400" x2="17600" y2="15600"/>
                        <a14:foregroundMark x1="17600" y1="15600" x2="79600" y2="75200"/>
                        <a14:foregroundMark x1="79600" y1="75200" x2="68800" y2="73600"/>
                        <a14:foregroundMark x1="50800" y1="12400" x2="50800" y2="12400"/>
                        <a14:foregroundMark x1="50000" y1="10800" x2="47600" y2="91600"/>
                        <a14:foregroundMark x1="12800" y1="52000" x2="85200" y2="528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1708" y="2648228"/>
            <a:ext cx="555884" cy="555884"/>
          </a:xfrm>
          <a:prstGeom prst="rect">
            <a:avLst/>
          </a:prstGeom>
        </p:spPr>
      </p:pic>
      <p:pic>
        <p:nvPicPr>
          <p:cNvPr id="129" name="Graphic 128" descr="Smart Phone">
            <a:extLst>
              <a:ext uri="{FF2B5EF4-FFF2-40B4-BE49-F238E27FC236}">
                <a16:creationId xmlns:a16="http://schemas.microsoft.com/office/drawing/2014/main" id="{B949CA41-F1ED-4F3C-97FD-3A5561D847F2}"/>
              </a:ext>
            </a:extLst>
          </p:cNvPr>
          <p:cNvPicPr>
            <a:picLocks noChangeAspect="1"/>
          </p:cNvPicPr>
          <p:nvPr/>
        </p:nvPicPr>
        <p:blipFill>
          <a:blip r:embed="rId1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4"/>
              </a:ext>
            </a:extLst>
          </a:blip>
          <a:stretch>
            <a:fillRect/>
          </a:stretch>
        </p:blipFill>
        <p:spPr>
          <a:xfrm rot="1874183">
            <a:off x="5307873" y="2639816"/>
            <a:ext cx="510404" cy="510404"/>
          </a:xfrm>
          <a:prstGeom prst="rect">
            <a:avLst/>
          </a:prstGeom>
        </p:spPr>
      </p:pic>
      <p:pic>
        <p:nvPicPr>
          <p:cNvPr id="130" name="Picture 129">
            <a:extLst>
              <a:ext uri="{FF2B5EF4-FFF2-40B4-BE49-F238E27FC236}">
                <a16:creationId xmlns:a16="http://schemas.microsoft.com/office/drawing/2014/main" id="{4B3C2C9C-374B-488C-8CEC-F3C29BE5B289}"/>
              </a:ext>
            </a:extLst>
          </p:cNvPr>
          <p:cNvPicPr>
            <a:picLocks noChangeAspect="1"/>
          </p:cNvPicPr>
          <p:nvPr/>
        </p:nvPicPr>
        <p:blipFill>
          <a:blip r:embed="rId1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2145" y="2630765"/>
            <a:ext cx="528506" cy="528506"/>
          </a:xfrm>
          <a:prstGeom prst="rect">
            <a:avLst/>
          </a:prstGeom>
        </p:spPr>
      </p:pic>
      <p:pic>
        <p:nvPicPr>
          <p:cNvPr id="131" name="Picture 130" descr="A close up of a logo&#10;&#10;Description automatically generated">
            <a:extLst>
              <a:ext uri="{FF2B5EF4-FFF2-40B4-BE49-F238E27FC236}">
                <a16:creationId xmlns:a16="http://schemas.microsoft.com/office/drawing/2014/main" id="{F081CD00-80F3-453E-891C-D60F9D4C4257}"/>
              </a:ext>
            </a:extLst>
          </p:cNvPr>
          <p:cNvPicPr>
            <a:picLocks noChangeAspect="1"/>
          </p:cNvPicPr>
          <p:nvPr/>
        </p:nvPicPr>
        <p:blipFill rotWithShape="1">
          <a:blip r:embed="rId1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52" t="14957" r="14957" b="15601"/>
          <a:stretch/>
        </p:blipFill>
        <p:spPr>
          <a:xfrm>
            <a:off x="6634547" y="2612259"/>
            <a:ext cx="582778" cy="572477"/>
          </a:xfrm>
          <a:prstGeom prst="rect">
            <a:avLst/>
          </a:prstGeom>
        </p:spPr>
      </p:pic>
      <p:sp>
        <p:nvSpPr>
          <p:cNvPr id="132" name="Rectangle 131">
            <a:extLst>
              <a:ext uri="{FF2B5EF4-FFF2-40B4-BE49-F238E27FC236}">
                <a16:creationId xmlns:a16="http://schemas.microsoft.com/office/drawing/2014/main" id="{02C43593-8825-4A5B-BE2E-38EB4D799FD6}"/>
              </a:ext>
            </a:extLst>
          </p:cNvPr>
          <p:cNvSpPr/>
          <p:nvPr/>
        </p:nvSpPr>
        <p:spPr>
          <a:xfrm>
            <a:off x="0" y="0"/>
            <a:ext cx="1219200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latin typeface="Segoe UI" panose="020B0502040204020203" pitchFamily="34" charset="0"/>
              </a:rPr>
              <a:t>All icons</a:t>
            </a:r>
          </a:p>
        </p:txBody>
      </p:sp>
      <p:pic>
        <p:nvPicPr>
          <p:cNvPr id="133" name="Graphic 132">
            <a:hlinkClick r:id="rId127" action="ppaction://hlinksldjump"/>
            <a:extLst>
              <a:ext uri="{FF2B5EF4-FFF2-40B4-BE49-F238E27FC236}">
                <a16:creationId xmlns:a16="http://schemas.microsoft.com/office/drawing/2014/main" id="{88C9160A-7437-4873-A248-5F421477D0D5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1953654" y="-36329"/>
            <a:ext cx="238346" cy="238346"/>
          </a:xfrm>
          <a:prstGeom prst="rect">
            <a:avLst/>
          </a:prstGeom>
        </p:spPr>
      </p:pic>
      <p:pic>
        <p:nvPicPr>
          <p:cNvPr id="136" name="Graphic 135" descr="Folder Search">
            <a:extLst>
              <a:ext uri="{FF2B5EF4-FFF2-40B4-BE49-F238E27FC236}">
                <a16:creationId xmlns:a16="http://schemas.microsoft.com/office/drawing/2014/main" id="{24D60746-D9DF-4535-8669-7252A165459A}"/>
              </a:ext>
            </a:extLst>
          </p:cNvPr>
          <p:cNvPicPr>
            <a:picLocks noChangeAspect="1"/>
          </p:cNvPicPr>
          <p:nvPr/>
        </p:nvPicPr>
        <p:blipFill>
          <a:blip r:embed="rId1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9"/>
              </a:ext>
            </a:extLst>
          </a:blip>
          <a:stretch>
            <a:fillRect/>
          </a:stretch>
        </p:blipFill>
        <p:spPr>
          <a:xfrm>
            <a:off x="7402805" y="2657565"/>
            <a:ext cx="506063" cy="506063"/>
          </a:xfrm>
          <a:prstGeom prst="rect">
            <a:avLst/>
          </a:prstGeom>
        </p:spPr>
      </p:pic>
      <p:pic>
        <p:nvPicPr>
          <p:cNvPr id="135" name="Graphic 134">
            <a:extLst>
              <a:ext uri="{FF2B5EF4-FFF2-40B4-BE49-F238E27FC236}">
                <a16:creationId xmlns:a16="http://schemas.microsoft.com/office/drawing/2014/main" id="{171A3468-CDC1-42F9-9C01-319F97A37A16}"/>
              </a:ext>
            </a:extLst>
          </p:cNvPr>
          <p:cNvPicPr>
            <a:picLocks noChangeAspect="1"/>
          </p:cNvPicPr>
          <p:nvPr/>
        </p:nvPicPr>
        <p:blipFill>
          <a:blip r:embed="rId13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1"/>
              </a:ext>
            </a:extLst>
          </a:blip>
          <a:stretch>
            <a:fillRect/>
          </a:stretch>
        </p:blipFill>
        <p:spPr>
          <a:xfrm>
            <a:off x="8177791" y="2727516"/>
            <a:ext cx="334700" cy="334700"/>
          </a:xfrm>
          <a:prstGeom prst="rect">
            <a:avLst/>
          </a:prstGeom>
        </p:spPr>
      </p:pic>
      <p:pic>
        <p:nvPicPr>
          <p:cNvPr id="137" name="Graphic 136">
            <a:extLst>
              <a:ext uri="{FF2B5EF4-FFF2-40B4-BE49-F238E27FC236}">
                <a16:creationId xmlns:a16="http://schemas.microsoft.com/office/drawing/2014/main" id="{D88FA5FC-061A-4CFE-B404-D614582260DB}"/>
              </a:ext>
            </a:extLst>
          </p:cNvPr>
          <p:cNvPicPr>
            <a:picLocks noChangeAspect="1"/>
          </p:cNvPicPr>
          <p:nvPr/>
        </p:nvPicPr>
        <p:blipFill>
          <a:blip r:embed="rId13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3"/>
              </a:ext>
            </a:extLst>
          </a:blip>
          <a:stretch>
            <a:fillRect/>
          </a:stretch>
        </p:blipFill>
        <p:spPr>
          <a:xfrm>
            <a:off x="10308479" y="2524871"/>
            <a:ext cx="654678" cy="654678"/>
          </a:xfrm>
          <a:prstGeom prst="rect">
            <a:avLst/>
          </a:prstGeom>
        </p:spPr>
      </p:pic>
      <p:pic>
        <p:nvPicPr>
          <p:cNvPr id="138" name="Graphic 137">
            <a:extLst>
              <a:ext uri="{FF2B5EF4-FFF2-40B4-BE49-F238E27FC236}">
                <a16:creationId xmlns:a16="http://schemas.microsoft.com/office/drawing/2014/main" id="{FF48E7E5-E1F4-40EC-83FC-F397930BC8ED}"/>
              </a:ext>
            </a:extLst>
          </p:cNvPr>
          <p:cNvPicPr>
            <a:picLocks noChangeAspect="1"/>
          </p:cNvPicPr>
          <p:nvPr/>
        </p:nvPicPr>
        <p:blipFill>
          <a:blip r:embed="rId13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5"/>
              </a:ext>
            </a:extLst>
          </a:blip>
          <a:stretch>
            <a:fillRect/>
          </a:stretch>
        </p:blipFill>
        <p:spPr>
          <a:xfrm>
            <a:off x="9512904" y="2581063"/>
            <a:ext cx="490769" cy="490769"/>
          </a:xfrm>
          <a:prstGeom prst="rect">
            <a:avLst/>
          </a:prstGeom>
        </p:spPr>
      </p:pic>
      <p:pic>
        <p:nvPicPr>
          <p:cNvPr id="139" name="Graphic 138">
            <a:extLst>
              <a:ext uri="{FF2B5EF4-FFF2-40B4-BE49-F238E27FC236}">
                <a16:creationId xmlns:a16="http://schemas.microsoft.com/office/drawing/2014/main" id="{E4636A2B-A850-4487-BD1C-6D4E6BA588E2}"/>
              </a:ext>
            </a:extLst>
          </p:cNvPr>
          <p:cNvPicPr>
            <a:picLocks noChangeAspect="1"/>
          </p:cNvPicPr>
          <p:nvPr/>
        </p:nvPicPr>
        <p:blipFill>
          <a:blip r:embed="rId13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7"/>
              </a:ext>
            </a:extLst>
          </a:blip>
          <a:stretch>
            <a:fillRect/>
          </a:stretch>
        </p:blipFill>
        <p:spPr>
          <a:xfrm>
            <a:off x="8719958" y="2581063"/>
            <a:ext cx="448594" cy="448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50804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Rectangle 131">
            <a:extLst>
              <a:ext uri="{FF2B5EF4-FFF2-40B4-BE49-F238E27FC236}">
                <a16:creationId xmlns:a16="http://schemas.microsoft.com/office/drawing/2014/main" id="{02C43593-8825-4A5B-BE2E-38EB4D799FD6}"/>
              </a:ext>
            </a:extLst>
          </p:cNvPr>
          <p:cNvSpPr/>
          <p:nvPr/>
        </p:nvSpPr>
        <p:spPr>
          <a:xfrm>
            <a:off x="0" y="0"/>
            <a:ext cx="1219200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latin typeface="Segoe UI" panose="020B0502040204020203" pitchFamily="34" charset="0"/>
              </a:rPr>
              <a:t>All icons from the essentials pack***Made by Smashicons on flaticon.com </a:t>
            </a:r>
          </a:p>
        </p:txBody>
      </p:sp>
      <p:pic>
        <p:nvPicPr>
          <p:cNvPr id="133" name="Graphic 132">
            <a:hlinkClick r:id="rId2" action="ppaction://hlinksldjump"/>
            <a:extLst>
              <a:ext uri="{FF2B5EF4-FFF2-40B4-BE49-F238E27FC236}">
                <a16:creationId xmlns:a16="http://schemas.microsoft.com/office/drawing/2014/main" id="{88C9160A-7437-4873-A248-5F421477D0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53654" y="-36329"/>
            <a:ext cx="238346" cy="238346"/>
          </a:xfrm>
          <a:prstGeom prst="rect">
            <a:avLst/>
          </a:prstGeom>
        </p:spPr>
      </p:pic>
      <p:pic>
        <p:nvPicPr>
          <p:cNvPr id="15" name="Picture 14" descr="A close up of a logo&#10;&#10;Description automatically generated">
            <a:extLst>
              <a:ext uri="{FF2B5EF4-FFF2-40B4-BE49-F238E27FC236}">
                <a16:creationId xmlns:a16="http://schemas.microsoft.com/office/drawing/2014/main" id="{0D7E84A0-7EDA-4DFE-B27D-FD7162561BA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896" y="238348"/>
            <a:ext cx="568959" cy="568959"/>
          </a:xfrm>
          <a:prstGeom prst="rect">
            <a:avLst/>
          </a:prstGeom>
        </p:spPr>
      </p:pic>
      <p:pic>
        <p:nvPicPr>
          <p:cNvPr id="18" name="Picture 17" descr="A close up of a logo&#10;&#10;Description automatically generated">
            <a:extLst>
              <a:ext uri="{FF2B5EF4-FFF2-40B4-BE49-F238E27FC236}">
                <a16:creationId xmlns:a16="http://schemas.microsoft.com/office/drawing/2014/main" id="{E860D7CF-3E68-4EAF-8D70-A3110841498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5110" y="282851"/>
            <a:ext cx="524456" cy="52445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7A64B77-772E-43E5-872C-18B487E04C6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4019" y="264929"/>
            <a:ext cx="609604" cy="609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3590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Image result for windows xp bliss">
            <a:extLst>
              <a:ext uri="{FF2B5EF4-FFF2-40B4-BE49-F238E27FC236}">
                <a16:creationId xmlns:a16="http://schemas.microsoft.com/office/drawing/2014/main" id="{82D8D8FD-AB8D-45B9-8FC9-9B27B27DB1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5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5 Tips to Reset the Administrator Password in Windows XP">
            <a:hlinkClick r:id="rId3" action="ppaction://hlinksldjump"/>
            <a:extLst>
              <a:ext uri="{FF2B5EF4-FFF2-40B4-BE49-F238E27FC236}">
                <a16:creationId xmlns:a16="http://schemas.microsoft.com/office/drawing/2014/main" id="{33E7F096-0C44-44ED-A4F1-0A6174F614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3574" y="1194651"/>
            <a:ext cx="6176630" cy="4468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6398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windows xp bliss">
            <a:extLst>
              <a:ext uri="{FF2B5EF4-FFF2-40B4-BE49-F238E27FC236}">
                <a16:creationId xmlns:a16="http://schemas.microsoft.com/office/drawing/2014/main" id="{DFBF8AC3-EFB1-49E9-8822-6B523527D9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5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DD2BBC6-8E68-4F26-89C4-700CC3D89F70}"/>
              </a:ext>
            </a:extLst>
          </p:cNvPr>
          <p:cNvSpPr/>
          <p:nvPr/>
        </p:nvSpPr>
        <p:spPr>
          <a:xfrm>
            <a:off x="0" y="6443331"/>
            <a:ext cx="12192000" cy="4146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dirty="0">
              <a:latin typeface="Segoe UI" panose="020B0502040204020203" pitchFamily="34" charset="0"/>
            </a:endParaRPr>
          </a:p>
        </p:txBody>
      </p:sp>
      <p:sp>
        <p:nvSpPr>
          <p:cNvPr id="2" name="Rectangle 1">
            <a:hlinkClick r:id="rId3" action="ppaction://hlinksldjump"/>
            <a:extLst>
              <a:ext uri="{FF2B5EF4-FFF2-40B4-BE49-F238E27FC236}">
                <a16:creationId xmlns:a16="http://schemas.microsoft.com/office/drawing/2014/main" id="{0ECC1DEB-856C-4B01-BC76-3B8199ECCECB}"/>
              </a:ext>
            </a:extLst>
          </p:cNvPr>
          <p:cNvSpPr/>
          <p:nvPr/>
        </p:nvSpPr>
        <p:spPr>
          <a:xfrm>
            <a:off x="0" y="6441257"/>
            <a:ext cx="723014" cy="41467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dirty="0">
              <a:latin typeface="Segoe UI" panose="020B050204020402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82749C-99D7-4202-910F-CE9E0923B99E}"/>
              </a:ext>
            </a:extLst>
          </p:cNvPr>
          <p:cNvSpPr/>
          <p:nvPr/>
        </p:nvSpPr>
        <p:spPr>
          <a:xfrm>
            <a:off x="202020" y="191386"/>
            <a:ext cx="3561906" cy="42423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dirty="0">
              <a:latin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572DEB-E3B2-4E0D-B94B-5BA252819D86}"/>
              </a:ext>
            </a:extLst>
          </p:cNvPr>
          <p:cNvSpPr txBox="1"/>
          <p:nvPr/>
        </p:nvSpPr>
        <p:spPr>
          <a:xfrm>
            <a:off x="202018" y="189312"/>
            <a:ext cx="35619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Segoe UI" panose="020B0502040204020203" pitchFamily="34" charset="0"/>
              </a:rPr>
              <a:t>What’s new in this version: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200" dirty="0">
                <a:latin typeface="Segoe UI" panose="020B0502040204020203" pitchFamily="34" charset="0"/>
              </a:rPr>
              <a:t>added explorer and mapped \ drive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9340DA-E089-4766-85F5-3C0DE9C16BBE}"/>
              </a:ext>
            </a:extLst>
          </p:cNvPr>
          <p:cNvSpPr txBox="1"/>
          <p:nvPr/>
        </p:nvSpPr>
        <p:spPr>
          <a:xfrm>
            <a:off x="9491330" y="5980629"/>
            <a:ext cx="27006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Segoe UI" panose="020B0502040204020203" pitchFamily="34" charset="0"/>
              </a:rPr>
              <a:t>Windos XP alpha 2</a:t>
            </a:r>
          </a:p>
          <a:p>
            <a:r>
              <a:rPr lang="en-GB" sz="1200" dirty="0">
                <a:latin typeface="Segoe UI" panose="020B0502040204020203" pitchFamily="34" charset="0"/>
              </a:rPr>
              <a:t>This version of Windos is not genuine</a:t>
            </a:r>
          </a:p>
        </p:txBody>
      </p:sp>
    </p:spTree>
    <p:extLst>
      <p:ext uri="{BB962C8B-B14F-4D97-AF65-F5344CB8AC3E}">
        <p14:creationId xmlns:p14="http://schemas.microsoft.com/office/powerpoint/2010/main" val="32856469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windows xp bliss">
            <a:hlinkClick r:id="rId2" action="ppaction://hlinksldjump"/>
            <a:extLst>
              <a:ext uri="{FF2B5EF4-FFF2-40B4-BE49-F238E27FC236}">
                <a16:creationId xmlns:a16="http://schemas.microsoft.com/office/drawing/2014/main" id="{DFBF8AC3-EFB1-49E9-8822-6B523527D9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5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DD2BBC6-8E68-4F26-89C4-700CC3D89F70}"/>
              </a:ext>
            </a:extLst>
          </p:cNvPr>
          <p:cNvSpPr/>
          <p:nvPr/>
        </p:nvSpPr>
        <p:spPr>
          <a:xfrm>
            <a:off x="0" y="6443331"/>
            <a:ext cx="12192000" cy="4146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sp>
        <p:nvSpPr>
          <p:cNvPr id="4" name="Rectangle 3">
            <a:hlinkClick r:id="rId2" action="ppaction://hlinksldjump"/>
            <a:extLst>
              <a:ext uri="{FF2B5EF4-FFF2-40B4-BE49-F238E27FC236}">
                <a16:creationId xmlns:a16="http://schemas.microsoft.com/office/drawing/2014/main" id="{E219246F-26DB-4D75-A4C1-28DF8B2CB534}"/>
              </a:ext>
            </a:extLst>
          </p:cNvPr>
          <p:cNvSpPr/>
          <p:nvPr/>
        </p:nvSpPr>
        <p:spPr>
          <a:xfrm>
            <a:off x="0" y="6441257"/>
            <a:ext cx="723014" cy="41467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14E20256-A742-4023-B1FA-EA7CE4F4AC6B}"/>
              </a:ext>
            </a:extLst>
          </p:cNvPr>
          <p:cNvSpPr/>
          <p:nvPr/>
        </p:nvSpPr>
        <p:spPr>
          <a:xfrm>
            <a:off x="-4" y="1466256"/>
            <a:ext cx="3271287" cy="4975001"/>
          </a:xfrm>
          <a:custGeom>
            <a:avLst/>
            <a:gdLst>
              <a:gd name="connsiteX0" fmla="*/ 0 w 6592190"/>
              <a:gd name="connsiteY0" fmla="*/ 0 h 2485945"/>
              <a:gd name="connsiteX1" fmla="*/ 3296095 w 6592190"/>
              <a:gd name="connsiteY1" fmla="*/ 0 h 2485945"/>
              <a:gd name="connsiteX2" fmla="*/ 6592190 w 6592190"/>
              <a:gd name="connsiteY2" fmla="*/ 0 h 2485945"/>
              <a:gd name="connsiteX3" fmla="*/ 6592190 w 6592190"/>
              <a:gd name="connsiteY3" fmla="*/ 2485945 h 2485945"/>
              <a:gd name="connsiteX4" fmla="*/ 3296095 w 6592190"/>
              <a:gd name="connsiteY4" fmla="*/ 2485945 h 2485945"/>
              <a:gd name="connsiteX5" fmla="*/ 0 w 6592190"/>
              <a:gd name="connsiteY5" fmla="*/ 2485945 h 2485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592190" h="2485945">
                <a:moveTo>
                  <a:pt x="0" y="0"/>
                </a:moveTo>
                <a:lnTo>
                  <a:pt x="3296095" y="0"/>
                </a:lnTo>
                <a:lnTo>
                  <a:pt x="6592190" y="0"/>
                </a:lnTo>
                <a:lnTo>
                  <a:pt x="6592190" y="2485945"/>
                </a:lnTo>
                <a:lnTo>
                  <a:pt x="3296095" y="2485945"/>
                </a:lnTo>
                <a:lnTo>
                  <a:pt x="0" y="2485945"/>
                </a:lnTo>
                <a:close/>
              </a:path>
            </a:pathLst>
          </a:custGeom>
          <a:solidFill>
            <a:schemeClr val="tx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D54C5E7-5969-4B9E-A43D-EF1F7E9BAD9A}"/>
              </a:ext>
            </a:extLst>
          </p:cNvPr>
          <p:cNvSpPr/>
          <p:nvPr/>
        </p:nvSpPr>
        <p:spPr>
          <a:xfrm>
            <a:off x="3250021" y="3946300"/>
            <a:ext cx="3296095" cy="2485945"/>
          </a:xfrm>
          <a:prstGeom prst="rect">
            <a:avLst/>
          </a:prstGeom>
          <a:solidFill>
            <a:schemeClr val="tx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E809AD3-76BC-4BAC-AE47-A907B6171558}"/>
              </a:ext>
            </a:extLst>
          </p:cNvPr>
          <p:cNvSpPr/>
          <p:nvPr/>
        </p:nvSpPr>
        <p:spPr>
          <a:xfrm>
            <a:off x="3250022" y="1477342"/>
            <a:ext cx="3296095" cy="2485945"/>
          </a:xfrm>
          <a:prstGeom prst="rect">
            <a:avLst/>
          </a:prstGeom>
          <a:solidFill>
            <a:schemeClr val="tx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33710B8-6EEF-4F1C-82FD-25DDE22565A4}"/>
              </a:ext>
            </a:extLst>
          </p:cNvPr>
          <p:cNvSpPr/>
          <p:nvPr/>
        </p:nvSpPr>
        <p:spPr>
          <a:xfrm>
            <a:off x="-1" y="551856"/>
            <a:ext cx="6549657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Administrator***standard user***Users</a:t>
            </a:r>
          </a:p>
        </p:txBody>
      </p:sp>
      <p:sp>
        <p:nvSpPr>
          <p:cNvPr id="13" name="Rectangle 12">
            <a:hlinkClick r:id="rId4" action="ppaction://hlinksldjump"/>
            <a:extLst>
              <a:ext uri="{FF2B5EF4-FFF2-40B4-BE49-F238E27FC236}">
                <a16:creationId xmlns:a16="http://schemas.microsoft.com/office/drawing/2014/main" id="{328905B9-66BE-48DA-A02F-2533F8A48CE6}"/>
              </a:ext>
            </a:extLst>
          </p:cNvPr>
          <p:cNvSpPr/>
          <p:nvPr/>
        </p:nvSpPr>
        <p:spPr>
          <a:xfrm>
            <a:off x="3398877" y="4039919"/>
            <a:ext cx="3019647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Web browser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EDGE v1.00</a:t>
            </a:r>
          </a:p>
        </p:txBody>
      </p:sp>
      <p:sp>
        <p:nvSpPr>
          <p:cNvPr id="15" name="Rectangle 14">
            <a:hlinkClick r:id="rId5" action="ppaction://hlinksldjump"/>
            <a:extLst>
              <a:ext uri="{FF2B5EF4-FFF2-40B4-BE49-F238E27FC236}">
                <a16:creationId xmlns:a16="http://schemas.microsoft.com/office/drawing/2014/main" id="{093A4847-883A-43FD-8749-1EABD73565D1}"/>
              </a:ext>
            </a:extLst>
          </p:cNvPr>
          <p:cNvSpPr/>
          <p:nvPr/>
        </p:nvSpPr>
        <p:spPr>
          <a:xfrm>
            <a:off x="3388244" y="5236082"/>
            <a:ext cx="3019647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Email client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none</a:t>
            </a:r>
          </a:p>
        </p:txBody>
      </p:sp>
      <p:sp>
        <p:nvSpPr>
          <p:cNvPr id="17" name="Rectangle 16">
            <a:hlinkClick r:id="rId6" action="ppaction://hlinksldjump"/>
            <a:extLst>
              <a:ext uri="{FF2B5EF4-FFF2-40B4-BE49-F238E27FC236}">
                <a16:creationId xmlns:a16="http://schemas.microsoft.com/office/drawing/2014/main" id="{C79D7F67-6265-4841-8D1F-72699F70EF09}"/>
              </a:ext>
            </a:extLst>
          </p:cNvPr>
          <p:cNvSpPr/>
          <p:nvPr/>
        </p:nvSpPr>
        <p:spPr>
          <a:xfrm>
            <a:off x="3271287" y="1570961"/>
            <a:ext cx="3125972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Explorer</a:t>
            </a:r>
          </a:p>
        </p:txBody>
      </p:sp>
      <p:sp>
        <p:nvSpPr>
          <p:cNvPr id="18" name="Rectangle 17">
            <a:hlinkClick r:id="rId7" action="ppaction://hlinksldjump"/>
            <a:extLst>
              <a:ext uri="{FF2B5EF4-FFF2-40B4-BE49-F238E27FC236}">
                <a16:creationId xmlns:a16="http://schemas.microsoft.com/office/drawing/2014/main" id="{62082E32-3D4E-477B-9EF8-9470783E2EA0}"/>
              </a:ext>
            </a:extLst>
          </p:cNvPr>
          <p:cNvSpPr/>
          <p:nvPr/>
        </p:nvSpPr>
        <p:spPr>
          <a:xfrm>
            <a:off x="3356348" y="2903273"/>
            <a:ext cx="3125972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All Apps</a:t>
            </a:r>
          </a:p>
        </p:txBody>
      </p:sp>
      <p:sp>
        <p:nvSpPr>
          <p:cNvPr id="19" name="Rectangle 18">
            <a:hlinkClick r:id="rId5" action="ppaction://hlinksldjump"/>
            <a:extLst>
              <a:ext uri="{FF2B5EF4-FFF2-40B4-BE49-F238E27FC236}">
                <a16:creationId xmlns:a16="http://schemas.microsoft.com/office/drawing/2014/main" id="{37CEF73A-0E4F-4F1A-8CBD-9125896DC5B2}"/>
              </a:ext>
            </a:extLst>
          </p:cNvPr>
          <p:cNvSpPr/>
          <p:nvPr/>
        </p:nvSpPr>
        <p:spPr>
          <a:xfrm>
            <a:off x="3377612" y="2142008"/>
            <a:ext cx="3125972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Control Panel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10E06F8-7275-42AD-BED4-C2487C2CED9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>
                        <a14:backgroundMark x1="47500" y1="19697" x2="47500" y2="19697"/>
                        <a14:backgroundMark x1="47500" y1="17424" x2="41500" y2="3863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6718" y="4802599"/>
            <a:ext cx="2699038" cy="1781365"/>
          </a:xfrm>
          <a:prstGeom prst="rect">
            <a:avLst/>
          </a:prstGeom>
        </p:spPr>
      </p:pic>
      <p:sp>
        <p:nvSpPr>
          <p:cNvPr id="16" name="Speech Bubble: Rectangle 15">
            <a:extLst>
              <a:ext uri="{FF2B5EF4-FFF2-40B4-BE49-F238E27FC236}">
                <a16:creationId xmlns:a16="http://schemas.microsoft.com/office/drawing/2014/main" id="{B20D2341-AB9C-4C5D-9596-998EC514A827}"/>
              </a:ext>
            </a:extLst>
          </p:cNvPr>
          <p:cNvSpPr/>
          <p:nvPr/>
        </p:nvSpPr>
        <p:spPr>
          <a:xfrm>
            <a:off x="361507" y="1648047"/>
            <a:ext cx="2408407" cy="2785730"/>
          </a:xfrm>
          <a:prstGeom prst="wedgeRectCallout">
            <a:avLst>
              <a:gd name="adj1" fmla="val -23482"/>
              <a:gd name="adj2" fmla="val 70752"/>
            </a:avLst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Welcome to Windos XP! </a:t>
            </a:r>
          </a:p>
        </p:txBody>
      </p:sp>
      <p:pic>
        <p:nvPicPr>
          <p:cNvPr id="23" name="Graphic 22" descr="Folder Search">
            <a:extLst>
              <a:ext uri="{FF2B5EF4-FFF2-40B4-BE49-F238E27FC236}">
                <a16:creationId xmlns:a16="http://schemas.microsoft.com/office/drawing/2014/main" id="{B42B9261-E319-4317-B9F0-95FA12CDA0C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787023" y="1522098"/>
            <a:ext cx="506063" cy="506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0898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0D956C-8D76-43D6-85AB-41D31C566263}"/>
              </a:ext>
            </a:extLst>
          </p:cNvPr>
          <p:cNvSpPr/>
          <p:nvPr/>
        </p:nvSpPr>
        <p:spPr>
          <a:xfrm>
            <a:off x="0" y="0"/>
            <a:ext cx="1219200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latin typeface="Segoe UI" panose="020B0502040204020203" pitchFamily="34" charset="0"/>
              </a:rPr>
              <a:t>All apps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8A5051-2E77-46CB-B1FB-A20BAC744F4C}"/>
              </a:ext>
            </a:extLst>
          </p:cNvPr>
          <p:cNvSpPr/>
          <p:nvPr/>
        </p:nvSpPr>
        <p:spPr>
          <a:xfrm>
            <a:off x="0" y="202018"/>
            <a:ext cx="12192000" cy="665598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4" name="Graphic 3">
            <a:hlinkClick r:id="rId2" action="ppaction://hlinksldjump"/>
            <a:extLst>
              <a:ext uri="{FF2B5EF4-FFF2-40B4-BE49-F238E27FC236}">
                <a16:creationId xmlns:a16="http://schemas.microsoft.com/office/drawing/2014/main" id="{996F8229-059E-479A-9DB0-48FF54CA40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53654" y="-36329"/>
            <a:ext cx="238346" cy="238346"/>
          </a:xfrm>
          <a:prstGeom prst="rect">
            <a:avLst/>
          </a:prstGeom>
        </p:spPr>
      </p:pic>
      <p:pic>
        <p:nvPicPr>
          <p:cNvPr id="9" name="Picture 8" descr="A close up of a logo&#10;&#10;Description automatically generated">
            <a:hlinkClick r:id="rId5" action="ppaction://hlinksldjump"/>
            <a:extLst>
              <a:ext uri="{FF2B5EF4-FFF2-40B4-BE49-F238E27FC236}">
                <a16:creationId xmlns:a16="http://schemas.microsoft.com/office/drawing/2014/main" id="{3665CE16-F258-48F3-A7D8-7EEF0703EA1F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52" t="14957" r="14957" b="15601"/>
          <a:stretch/>
        </p:blipFill>
        <p:spPr>
          <a:xfrm>
            <a:off x="255012" y="355993"/>
            <a:ext cx="582778" cy="57247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4A29A78-CA10-4DA3-B348-2A97933F64F0}"/>
              </a:ext>
            </a:extLst>
          </p:cNvPr>
          <p:cNvSpPr txBox="1"/>
          <p:nvPr/>
        </p:nvSpPr>
        <p:spPr>
          <a:xfrm>
            <a:off x="193229" y="949734"/>
            <a:ext cx="18500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200" dirty="0">
                <a:latin typeface="Segoe UI" panose="020B0502040204020203" pitchFamily="34" charset="0"/>
              </a:rPr>
              <a:t>EDGE</a:t>
            </a:r>
          </a:p>
        </p:txBody>
      </p:sp>
      <p:pic>
        <p:nvPicPr>
          <p:cNvPr id="11" name="Graphic 10" descr="Folder Search">
            <a:extLst>
              <a:ext uri="{FF2B5EF4-FFF2-40B4-BE49-F238E27FC236}">
                <a16:creationId xmlns:a16="http://schemas.microsoft.com/office/drawing/2014/main" id="{938EB825-01AB-49B4-8145-A02FC2970AD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99717" y="355993"/>
            <a:ext cx="506063" cy="50606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DC4A8DC-5E98-44C2-8C53-43612C48DD9A}"/>
              </a:ext>
            </a:extLst>
          </p:cNvPr>
          <p:cNvSpPr txBox="1"/>
          <p:nvPr/>
        </p:nvSpPr>
        <p:spPr>
          <a:xfrm>
            <a:off x="1222744" y="862056"/>
            <a:ext cx="31153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200" dirty="0">
                <a:latin typeface="Segoe UI" panose="020B0502040204020203" pitchFamily="34" charset="0"/>
              </a:rPr>
              <a:t>Explorer</a:t>
            </a:r>
          </a:p>
        </p:txBody>
      </p:sp>
    </p:spTree>
    <p:extLst>
      <p:ext uri="{BB962C8B-B14F-4D97-AF65-F5344CB8AC3E}">
        <p14:creationId xmlns:p14="http://schemas.microsoft.com/office/powerpoint/2010/main" val="41787713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windows xp bliss">
            <a:extLst>
              <a:ext uri="{FF2B5EF4-FFF2-40B4-BE49-F238E27FC236}">
                <a16:creationId xmlns:a16="http://schemas.microsoft.com/office/drawing/2014/main" id="{DFBF8AC3-EFB1-49E9-8822-6B523527D9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5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: Rounded Corners 1">
            <a:hlinkClick r:id="rId3" action="ppaction://hlinksldjump"/>
            <a:extLst>
              <a:ext uri="{FF2B5EF4-FFF2-40B4-BE49-F238E27FC236}">
                <a16:creationId xmlns:a16="http://schemas.microsoft.com/office/drawing/2014/main" id="{B306948C-BDA1-482A-B1B9-A2648E29EE5F}"/>
              </a:ext>
            </a:extLst>
          </p:cNvPr>
          <p:cNvSpPr/>
          <p:nvPr/>
        </p:nvSpPr>
        <p:spPr>
          <a:xfrm>
            <a:off x="3187994" y="1811814"/>
            <a:ext cx="5816009" cy="323229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EDGE web browser</a:t>
            </a:r>
          </a:p>
          <a:p>
            <a:pPr algn="ctr"/>
            <a:r>
              <a:rPr lang="en-GB" dirty="0"/>
              <a:t>V1.00</a:t>
            </a:r>
          </a:p>
        </p:txBody>
      </p:sp>
      <p:pic>
        <p:nvPicPr>
          <p:cNvPr id="4" name="Graphic 3">
            <a:hlinkClick r:id="rId4" action="ppaction://hlinksldjump"/>
            <a:extLst>
              <a:ext uri="{FF2B5EF4-FFF2-40B4-BE49-F238E27FC236}">
                <a16:creationId xmlns:a16="http://schemas.microsoft.com/office/drawing/2014/main" id="{A5334F46-E836-4A6E-B524-B759473F0A3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87440" y="2015755"/>
            <a:ext cx="238346" cy="238346"/>
          </a:xfrm>
          <a:prstGeom prst="rect">
            <a:avLst/>
          </a:prstGeom>
        </p:spPr>
      </p:pic>
      <p:pic>
        <p:nvPicPr>
          <p:cNvPr id="5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id="{8D3B8F3D-19CE-409F-97BB-75CC5DE76578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52" t="14957" r="14957" b="15601"/>
          <a:stretch/>
        </p:blipFill>
        <p:spPr>
          <a:xfrm>
            <a:off x="4135896" y="3141723"/>
            <a:ext cx="582778" cy="572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6988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0D956C-8D76-43D6-85AB-41D31C566263}"/>
              </a:ext>
            </a:extLst>
          </p:cNvPr>
          <p:cNvSpPr/>
          <p:nvPr/>
        </p:nvSpPr>
        <p:spPr>
          <a:xfrm>
            <a:off x="0" y="0"/>
            <a:ext cx="1219200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latin typeface="Segoe UI" panose="020B0502040204020203" pitchFamily="34" charset="0"/>
              </a:rPr>
              <a:t>EDGE v1.00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8A5051-2E77-46CB-B1FB-A20BAC744F4C}"/>
              </a:ext>
            </a:extLst>
          </p:cNvPr>
          <p:cNvSpPr/>
          <p:nvPr/>
        </p:nvSpPr>
        <p:spPr>
          <a:xfrm>
            <a:off x="0" y="202018"/>
            <a:ext cx="12192000" cy="665598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4" name="Graphic 3">
            <a:hlinkClick r:id="rId2" action="ppaction://hlinksldjump"/>
            <a:extLst>
              <a:ext uri="{FF2B5EF4-FFF2-40B4-BE49-F238E27FC236}">
                <a16:creationId xmlns:a16="http://schemas.microsoft.com/office/drawing/2014/main" id="{996F8229-059E-479A-9DB0-48FF54CA40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53654" y="-36329"/>
            <a:ext cx="238346" cy="23834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D42D246-F960-49BB-910C-06AF18BF9954}"/>
              </a:ext>
            </a:extLst>
          </p:cNvPr>
          <p:cNvSpPr txBox="1"/>
          <p:nvPr/>
        </p:nvSpPr>
        <p:spPr>
          <a:xfrm>
            <a:off x="0" y="372140"/>
            <a:ext cx="12192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Segoe UI" panose="020B0502040204020203" pitchFamily="34" charset="0"/>
              </a:rPr>
              <a:t>Welcome to the Internet, Administrator!</a:t>
            </a:r>
          </a:p>
          <a:p>
            <a:pPr algn="ctr"/>
            <a:r>
              <a:rPr lang="en-GB" sz="1200" dirty="0">
                <a:latin typeface="Segoe UI" panose="020B0502040204020203" pitchFamily="34" charset="0"/>
              </a:rPr>
              <a:t>Click on a link to go to the corresponding website:</a:t>
            </a:r>
          </a:p>
          <a:p>
            <a:pPr algn="ctr"/>
            <a:r>
              <a:rPr lang="en-GB" sz="1200" dirty="0">
                <a:latin typeface="Segoe UI" panose="020B0502040204020203" pitchFamily="34" charset="0"/>
              </a:rPr>
              <a:t>Google</a:t>
            </a:r>
          </a:p>
          <a:p>
            <a:pPr algn="ctr"/>
            <a:r>
              <a:rPr lang="en-GB" sz="1200" dirty="0">
                <a:latin typeface="Segoe UI" panose="020B0502040204020203" pitchFamily="34" charset="0"/>
              </a:rPr>
              <a:t>Bing</a:t>
            </a:r>
          </a:p>
          <a:p>
            <a:pPr algn="ctr"/>
            <a:r>
              <a:rPr lang="en-GB" sz="1200" dirty="0">
                <a:latin typeface="Segoe UI" panose="020B0502040204020203" pitchFamily="34" charset="0"/>
              </a:rPr>
              <a:t>Ask Jeeves</a:t>
            </a:r>
          </a:p>
          <a:p>
            <a:pPr algn="ctr"/>
            <a:r>
              <a:rPr lang="en-GB" sz="1200" dirty="0">
                <a:latin typeface="Segoe UI" panose="020B0502040204020203" pitchFamily="34" charset="0"/>
              </a:rPr>
              <a:t>Windos official</a:t>
            </a:r>
          </a:p>
          <a:p>
            <a:pPr algn="ctr"/>
            <a:r>
              <a:rPr lang="en-GB" sz="1200" dirty="0">
                <a:latin typeface="Segoe UI" panose="020B0502040204020203" pitchFamily="34" charset="0"/>
              </a:rPr>
              <a:t>Version Plan XP</a:t>
            </a:r>
          </a:p>
          <a:p>
            <a:pPr algn="l"/>
            <a:endParaRPr lang="en-GB" sz="1200" dirty="0">
              <a:latin typeface="Segoe UI" panose="020B0502040204020203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2703A5-50B8-4DC9-8D58-779D09A1FE8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backgroundMark x1="47500" y1="19697" x2="47500" y2="19697"/>
                        <a14:backgroundMark x1="47500" y1="17424" x2="41500" y2="3863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675" y="5616791"/>
            <a:ext cx="1169721" cy="772016"/>
          </a:xfrm>
          <a:prstGeom prst="rect">
            <a:avLst/>
          </a:prstGeom>
        </p:spPr>
      </p:pic>
      <p:sp>
        <p:nvSpPr>
          <p:cNvPr id="7" name="Speech Bubble: Rectangle 6">
            <a:extLst>
              <a:ext uri="{FF2B5EF4-FFF2-40B4-BE49-F238E27FC236}">
                <a16:creationId xmlns:a16="http://schemas.microsoft.com/office/drawing/2014/main" id="{A2D26D88-E71F-4F75-B366-B49D02F5987F}"/>
              </a:ext>
            </a:extLst>
          </p:cNvPr>
          <p:cNvSpPr/>
          <p:nvPr/>
        </p:nvSpPr>
        <p:spPr>
          <a:xfrm>
            <a:off x="144718" y="3428999"/>
            <a:ext cx="1811674" cy="1472609"/>
          </a:xfrm>
          <a:prstGeom prst="wedgeRectCallout">
            <a:avLst>
              <a:gd name="adj1" fmla="val -20390"/>
              <a:gd name="adj2" fmla="val 88401"/>
            </a:avLst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Welcome to EDGE, IE’s replacement. Click on an underlined piece of text to go to that website!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FB522AC-0223-4C8B-B891-8F37ED9500B7}"/>
              </a:ext>
            </a:extLst>
          </p:cNvPr>
          <p:cNvSpPr/>
          <p:nvPr/>
        </p:nvSpPr>
        <p:spPr>
          <a:xfrm>
            <a:off x="0" y="6485860"/>
            <a:ext cx="12192000" cy="372140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hlinkClick r:id="rId7" action="ppaction://hlinksldjump"/>
              </a:rPr>
              <a:t>Home</a:t>
            </a:r>
            <a:r>
              <a:rPr lang="en-GB" dirty="0"/>
              <a:t>***</a:t>
            </a:r>
            <a:r>
              <a:rPr lang="en-GB" dirty="0">
                <a:hlinkClick r:id="rId8" action="ppaction://hlinksldjump"/>
              </a:rPr>
              <a:t>about</a:t>
            </a:r>
            <a:r>
              <a:rPr lang="en-GB" dirty="0"/>
              <a:t>***</a:t>
            </a:r>
            <a:r>
              <a:rPr lang="en-GB" dirty="0">
                <a:hlinkClick r:id="rId9" action="ppaction://hlinksldjump"/>
              </a:rPr>
              <a:t>help</a:t>
            </a:r>
            <a:r>
              <a:rPr lang="en-GB" dirty="0"/>
              <a:t>***</a:t>
            </a:r>
            <a:r>
              <a:rPr lang="en-GB" dirty="0">
                <a:hlinkClick r:id="rId2" action="ppaction://hlinksldjump"/>
              </a:rPr>
              <a:t>quit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970182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windows xp bliss">
            <a:extLst>
              <a:ext uri="{FF2B5EF4-FFF2-40B4-BE49-F238E27FC236}">
                <a16:creationId xmlns:a16="http://schemas.microsoft.com/office/drawing/2014/main" id="{DFBF8AC3-EFB1-49E9-8822-6B523527D9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5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: Rounded Corners 1">
            <a:hlinkClick r:id="rId3" action="ppaction://hlinksldjump"/>
            <a:extLst>
              <a:ext uri="{FF2B5EF4-FFF2-40B4-BE49-F238E27FC236}">
                <a16:creationId xmlns:a16="http://schemas.microsoft.com/office/drawing/2014/main" id="{B306948C-BDA1-482A-B1B9-A2648E29EE5F}"/>
              </a:ext>
            </a:extLst>
          </p:cNvPr>
          <p:cNvSpPr/>
          <p:nvPr/>
        </p:nvSpPr>
        <p:spPr>
          <a:xfrm>
            <a:off x="3187994" y="1811814"/>
            <a:ext cx="5816009" cy="323229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Windos help utility</a:t>
            </a:r>
          </a:p>
          <a:p>
            <a:pPr algn="ctr"/>
            <a:r>
              <a:rPr lang="en-GB" dirty="0"/>
              <a:t>V1.01</a:t>
            </a:r>
          </a:p>
          <a:p>
            <a:pPr algn="ctr"/>
            <a:r>
              <a:rPr lang="en-GB" dirty="0"/>
              <a:t>For Windos XP</a:t>
            </a:r>
          </a:p>
        </p:txBody>
      </p:sp>
      <p:pic>
        <p:nvPicPr>
          <p:cNvPr id="4" name="Graphic 3">
            <a:hlinkClick r:id="rId4" action="ppaction://hlinksldjump"/>
            <a:extLst>
              <a:ext uri="{FF2B5EF4-FFF2-40B4-BE49-F238E27FC236}">
                <a16:creationId xmlns:a16="http://schemas.microsoft.com/office/drawing/2014/main" id="{A5334F46-E836-4A6E-B524-B759473F0A3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87440" y="2015755"/>
            <a:ext cx="238346" cy="23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5227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Image result for windows xp bliss">
            <a:extLst>
              <a:ext uri="{FF2B5EF4-FFF2-40B4-BE49-F238E27FC236}">
                <a16:creationId xmlns:a16="http://schemas.microsoft.com/office/drawing/2014/main" id="{4F83B747-4321-4E17-BDDD-032C650FDF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5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D0D956C-8D76-43D6-85AB-41D31C566263}"/>
              </a:ext>
            </a:extLst>
          </p:cNvPr>
          <p:cNvSpPr/>
          <p:nvPr/>
        </p:nvSpPr>
        <p:spPr>
          <a:xfrm>
            <a:off x="0" y="3072809"/>
            <a:ext cx="585854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Help error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8A5051-2E77-46CB-B1FB-A20BAC744F4C}"/>
              </a:ext>
            </a:extLst>
          </p:cNvPr>
          <p:cNvSpPr/>
          <p:nvPr/>
        </p:nvSpPr>
        <p:spPr>
          <a:xfrm>
            <a:off x="0" y="3274828"/>
            <a:ext cx="5858540" cy="358317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Help cannot find windos.hlp in \Windos\system\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Please update and try again. </a:t>
            </a:r>
          </a:p>
        </p:txBody>
      </p:sp>
      <p:pic>
        <p:nvPicPr>
          <p:cNvPr id="4" name="Graphic 3">
            <a:hlinkClick r:id="rId3" action="ppaction://hlinksldjump"/>
            <a:extLst>
              <a:ext uri="{FF2B5EF4-FFF2-40B4-BE49-F238E27FC236}">
                <a16:creationId xmlns:a16="http://schemas.microsoft.com/office/drawing/2014/main" id="{996F8229-059E-479A-9DB0-48FF54CA40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20194" y="3072809"/>
            <a:ext cx="238346" cy="23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7203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0D956C-8D76-43D6-85AB-41D31C566263}"/>
              </a:ext>
            </a:extLst>
          </p:cNvPr>
          <p:cNvSpPr/>
          <p:nvPr/>
        </p:nvSpPr>
        <p:spPr>
          <a:xfrm>
            <a:off x="0" y="0"/>
            <a:ext cx="1219200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Explorer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8A5051-2E77-46CB-B1FB-A20BAC744F4C}"/>
              </a:ext>
            </a:extLst>
          </p:cNvPr>
          <p:cNvSpPr/>
          <p:nvPr/>
        </p:nvSpPr>
        <p:spPr>
          <a:xfrm>
            <a:off x="0" y="202018"/>
            <a:ext cx="12192000" cy="665598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4" name="Graphic 3">
            <a:hlinkClick r:id="rId2" action="ppaction://hlinksldjump"/>
            <a:extLst>
              <a:ext uri="{FF2B5EF4-FFF2-40B4-BE49-F238E27FC236}">
                <a16:creationId xmlns:a16="http://schemas.microsoft.com/office/drawing/2014/main" id="{996F8229-059E-479A-9DB0-48FF54CA40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53654" y="-36329"/>
            <a:ext cx="238346" cy="23834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90645DD-7382-41E7-818B-03F100D4983F}"/>
              </a:ext>
            </a:extLst>
          </p:cNvPr>
          <p:cNvSpPr/>
          <p:nvPr/>
        </p:nvSpPr>
        <p:spPr>
          <a:xfrm>
            <a:off x="0" y="213534"/>
            <a:ext cx="12192000" cy="20201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6" name="Graphic 5">
            <a:hlinkClick r:id="rId5" action="ppaction://hlinksldjump"/>
            <a:extLst>
              <a:ext uri="{FF2B5EF4-FFF2-40B4-BE49-F238E27FC236}">
                <a16:creationId xmlns:a16="http://schemas.microsoft.com/office/drawing/2014/main" id="{94D2F450-89D1-4D48-B68C-CAB249F59C4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77003" y="427068"/>
            <a:ext cx="457200" cy="457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3E46A11-18D1-4E5C-B239-CA5B19CF2458}"/>
              </a:ext>
            </a:extLst>
          </p:cNvPr>
          <p:cNvSpPr txBox="1"/>
          <p:nvPr/>
        </p:nvSpPr>
        <p:spPr>
          <a:xfrm>
            <a:off x="95693" y="884268"/>
            <a:ext cx="24986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200" dirty="0">
                <a:latin typeface="Segoe UI" panose="020B0502040204020203" pitchFamily="34" charset="0"/>
              </a:rPr>
              <a:t>\</a:t>
            </a:r>
          </a:p>
        </p:txBody>
      </p:sp>
    </p:spTree>
    <p:extLst>
      <p:ext uri="{BB962C8B-B14F-4D97-AF65-F5344CB8AC3E}">
        <p14:creationId xmlns:p14="http://schemas.microsoft.com/office/powerpoint/2010/main" val="13769918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0D956C-8D76-43D6-85AB-41D31C566263}"/>
              </a:ext>
            </a:extLst>
          </p:cNvPr>
          <p:cNvSpPr/>
          <p:nvPr/>
        </p:nvSpPr>
        <p:spPr>
          <a:xfrm>
            <a:off x="0" y="0"/>
            <a:ext cx="1219200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Explorer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8A5051-2E77-46CB-B1FB-A20BAC744F4C}"/>
              </a:ext>
            </a:extLst>
          </p:cNvPr>
          <p:cNvSpPr/>
          <p:nvPr/>
        </p:nvSpPr>
        <p:spPr>
          <a:xfrm>
            <a:off x="0" y="202018"/>
            <a:ext cx="12192000" cy="665598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4" name="Graphic 3">
            <a:hlinkClick r:id="rId2" action="ppaction://hlinksldjump"/>
            <a:extLst>
              <a:ext uri="{FF2B5EF4-FFF2-40B4-BE49-F238E27FC236}">
                <a16:creationId xmlns:a16="http://schemas.microsoft.com/office/drawing/2014/main" id="{996F8229-059E-479A-9DB0-48FF54CA40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53654" y="-36329"/>
            <a:ext cx="238346" cy="23834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90645DD-7382-41E7-818B-03F100D4983F}"/>
              </a:ext>
            </a:extLst>
          </p:cNvPr>
          <p:cNvSpPr/>
          <p:nvPr/>
        </p:nvSpPr>
        <p:spPr>
          <a:xfrm>
            <a:off x="0" y="213534"/>
            <a:ext cx="12192000" cy="20201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\</a:t>
            </a:r>
          </a:p>
        </p:txBody>
      </p:sp>
      <p:pic>
        <p:nvPicPr>
          <p:cNvPr id="6" name="Graphic 5">
            <a:hlinkClick r:id="rId5" action="ppaction://hlinksldjump"/>
            <a:extLst>
              <a:ext uri="{FF2B5EF4-FFF2-40B4-BE49-F238E27FC236}">
                <a16:creationId xmlns:a16="http://schemas.microsoft.com/office/drawing/2014/main" id="{8B2E72F6-C5EF-45C3-AFE6-398902305FA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66540" y="427068"/>
            <a:ext cx="536707" cy="53670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6546E7C-C0A6-41B1-8AD7-8AF6C935F2F8}"/>
              </a:ext>
            </a:extLst>
          </p:cNvPr>
          <p:cNvSpPr txBox="1"/>
          <p:nvPr/>
        </p:nvSpPr>
        <p:spPr>
          <a:xfrm>
            <a:off x="85060" y="963775"/>
            <a:ext cx="16905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200" dirty="0">
                <a:latin typeface="Segoe UI" panose="020B0502040204020203" pitchFamily="34" charset="0"/>
              </a:rPr>
              <a:t>Windos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1C41CE48-090A-4E5D-87ED-ABBA50BE2C1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08978" y="457075"/>
            <a:ext cx="476692" cy="47669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1E4146E-56F6-4B42-9551-3F50F733EFDF}"/>
              </a:ext>
            </a:extLst>
          </p:cNvPr>
          <p:cNvSpPr txBox="1"/>
          <p:nvPr/>
        </p:nvSpPr>
        <p:spPr>
          <a:xfrm>
            <a:off x="818707" y="933767"/>
            <a:ext cx="18181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200" dirty="0">
                <a:latin typeface="Segoe UI" panose="020B0502040204020203" pitchFamily="34" charset="0"/>
              </a:rPr>
              <a:t>User</a:t>
            </a:r>
          </a:p>
        </p:txBody>
      </p:sp>
      <p:pic>
        <p:nvPicPr>
          <p:cNvPr id="10" name="Graphic 9" descr="Chess pieces">
            <a:extLst>
              <a:ext uri="{FF2B5EF4-FFF2-40B4-BE49-F238E27FC236}">
                <a16:creationId xmlns:a16="http://schemas.microsoft.com/office/drawing/2014/main" id="{040BF4B3-0A1C-49D7-9795-A29A71C227C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321406" y="451318"/>
            <a:ext cx="476692" cy="47669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D0C3902-E428-4F57-9604-D3F111283C44}"/>
              </a:ext>
            </a:extLst>
          </p:cNvPr>
          <p:cNvSpPr txBox="1"/>
          <p:nvPr/>
        </p:nvSpPr>
        <p:spPr>
          <a:xfrm>
            <a:off x="2062716" y="928010"/>
            <a:ext cx="20520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200" dirty="0">
                <a:latin typeface="Segoe UI" panose="020B0502040204020203" pitchFamily="34" charset="0"/>
              </a:rPr>
              <a:t>ALLAPPS</a:t>
            </a:r>
          </a:p>
        </p:txBody>
      </p:sp>
    </p:spTree>
    <p:extLst>
      <p:ext uri="{BB962C8B-B14F-4D97-AF65-F5344CB8AC3E}">
        <p14:creationId xmlns:p14="http://schemas.microsoft.com/office/powerpoint/2010/main" val="24701311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Windos Generic">
      <a:dk1>
        <a:srgbClr val="FFFFFF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FFFFFF"/>
      </a:hlink>
      <a:folHlink>
        <a:srgbClr val="FFFFF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1200" dirty="0" smtClean="0">
            <a:latin typeface="Segoe UI" panose="020B0502040204020203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167</TotalTime>
  <Words>219</Words>
  <Application>Microsoft Office PowerPoint</Application>
  <PresentationFormat>Widescreen</PresentationFormat>
  <Paragraphs>54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Szymon Mochort</dc:creator>
  <cp:lastModifiedBy>Szymon Mochort</cp:lastModifiedBy>
  <cp:revision>172</cp:revision>
  <dcterms:created xsi:type="dcterms:W3CDTF">2020-07-23T17:46:41Z</dcterms:created>
  <dcterms:modified xsi:type="dcterms:W3CDTF">2020-07-24T12:26:41Z</dcterms:modified>
</cp:coreProperties>
</file>