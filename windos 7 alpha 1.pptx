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72" r:id="rId5"/>
    <p:sldId id="279" r:id="rId6"/>
    <p:sldId id="283" r:id="rId7"/>
    <p:sldId id="260" r:id="rId8"/>
    <p:sldId id="259" r:id="rId9"/>
    <p:sldId id="267" r:id="rId10"/>
    <p:sldId id="275" r:id="rId11"/>
    <p:sldId id="262" r:id="rId12"/>
    <p:sldId id="263" r:id="rId13"/>
    <p:sldId id="264" r:id="rId14"/>
    <p:sldId id="265" r:id="rId15"/>
    <p:sldId id="266" r:id="rId16"/>
    <p:sldId id="268" r:id="rId17"/>
    <p:sldId id="269" r:id="rId18"/>
    <p:sldId id="270" r:id="rId19"/>
    <p:sldId id="271" r:id="rId20"/>
    <p:sldId id="273" r:id="rId21"/>
    <p:sldId id="274" r:id="rId22"/>
    <p:sldId id="276" r:id="rId23"/>
    <p:sldId id="277" r:id="rId24"/>
    <p:sldId id="278" r:id="rId25"/>
    <p:sldId id="280" r:id="rId26"/>
    <p:sldId id="285" r:id="rId27"/>
    <p:sldId id="281" r:id="rId28"/>
    <p:sldId id="282" r:id="rId29"/>
    <p:sldId id="284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zymon Mochort" initials="SM" lastIdx="2" clrIdx="0">
    <p:extLst>
      <p:ext uri="{19B8F6BF-5375-455C-9EA6-DF929625EA0E}">
        <p15:presenceInfo xmlns:p15="http://schemas.microsoft.com/office/powerpoint/2012/main" userId="Szymon Mochort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806" autoAdjust="0"/>
    <p:restoredTop sz="94660"/>
  </p:normalViewPr>
  <p:slideViewPr>
    <p:cSldViewPr snapToGrid="0">
      <p:cViewPr varScale="1">
        <p:scale>
          <a:sx n="95" d="100"/>
          <a:sy n="95" d="100"/>
        </p:scale>
        <p:origin x="38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699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35FCE9-C050-43C2-9561-E32CFEAFE9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6D3578-E967-47D5-9205-F278A85079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C0A12E-DD52-47A5-B962-3244C96E84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4AC9C-589D-4808-8CA1-55B45C914B0F}" type="datetimeFigureOut">
              <a:rPr lang="en-GB" smtClean="0"/>
              <a:t>24/08/2020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EFA688-4447-4AF5-B271-E78A7526C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0114D0-CFC3-4547-9042-48F8B4310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23C63-0FE2-484A-B456-3FBF4CABF5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46152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1D2C1-266B-495D-B5AF-07D42C74E1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249913-FF8F-49C0-9E89-29D2F101E1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7581E7-760D-4D18-9636-9A64E93803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4AC9C-589D-4808-8CA1-55B45C914B0F}" type="datetimeFigureOut">
              <a:rPr lang="en-GB" smtClean="0"/>
              <a:t>24/08/2020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255B67-1071-464E-8A8D-90660E9EC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0F8F8F-ED47-4868-B0F1-3933263CE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23C63-0FE2-484A-B456-3FBF4CABF5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72054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6755F-B886-4371-98C4-1B6374B636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7DAD3E-0EA1-44A7-9CCE-797017182E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488070-2277-4E3D-8548-CEC383992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4AC9C-589D-4808-8CA1-55B45C914B0F}" type="datetimeFigureOut">
              <a:rPr lang="en-GB" smtClean="0"/>
              <a:t>24/08/2020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601A5B-075E-4AB7-82F1-2512579917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9529F0-B1BF-4122-B4C7-7946A5496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23C63-0FE2-484A-B456-3FBF4CABF5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4966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EBDE62-6A19-4F63-85F1-E368A950EB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393F5F-1A69-4EF4-8BFA-550F630B37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17FB59-3CE5-4354-BD80-11B8DAA834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DF92EC-D074-483C-A66B-CFB0E7649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4AC9C-589D-4808-8CA1-55B45C914B0F}" type="datetimeFigureOut">
              <a:rPr lang="en-GB" smtClean="0"/>
              <a:t>24/08/2020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43755A-CDD7-475E-ACC9-2E68E06D9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3EF7F0-E648-411C-85DB-988FC3C4E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23C63-0FE2-484A-B456-3FBF4CABF5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27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7B2370-FC7C-44F2-B563-FB3CB85A7A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C185C5-E9B5-45C7-AD3C-5F18BE7282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A19B05-CDC9-4849-8EDA-DB4D16103D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714D3B1-14C4-44A1-A4B7-6E68825731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99D8AA-0921-457E-A926-49166D5940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26459B4-A1F6-420E-A792-1638174A66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4AC9C-589D-4808-8CA1-55B45C914B0F}" type="datetimeFigureOut">
              <a:rPr lang="en-GB" smtClean="0"/>
              <a:t>24/08/2020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DF4E5C-0A89-4154-9CED-C8A2FCA57D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88EED82-64AF-468C-8D61-4C30EC864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23C63-0FE2-484A-B456-3FBF4CABF5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93206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F45FF-4A2E-4519-BD6E-796F992FF4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B289F3-1CB6-4424-8DF3-56A9A94FD5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4AC9C-589D-4808-8CA1-55B45C914B0F}" type="datetimeFigureOut">
              <a:rPr lang="en-GB" smtClean="0"/>
              <a:t>24/08/2020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83BBA2-2B68-4FE2-9422-320DE41C8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2F5BB5-FC46-49B7-BC30-3E6D0E1FA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23C63-0FE2-484A-B456-3FBF4CABF5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278200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09C767B-7E89-45AD-8826-32D094359D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4AC9C-589D-4808-8CA1-55B45C914B0F}" type="datetimeFigureOut">
              <a:rPr lang="en-GB" smtClean="0"/>
              <a:t>24/08/2020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DFF28E-514E-453C-AC25-4B39232ED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CBC0A2-C3FD-4302-9AB5-637922218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23C63-0FE2-484A-B456-3FBF4CABF5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83325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91864D-19B6-4693-AD5F-CD4C642132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56DFBA-5E84-4E8F-AF26-C559133CBE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4C916C-0B97-4312-9A13-C83E3E796F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0FF18F-72DD-411E-A8FF-195151E71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4AC9C-589D-4808-8CA1-55B45C914B0F}" type="datetimeFigureOut">
              <a:rPr lang="en-GB" smtClean="0"/>
              <a:t>24/08/2020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E84386-3354-4FBB-8B3D-A351A7F6F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97AD79-C039-48EF-A2CB-6E6F6B6B2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23C63-0FE2-484A-B456-3FBF4CABF5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1909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F03A4-BF18-4671-8B5F-2142EB5FD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FBD60F-07BB-40AC-85BE-BEE32F1AEB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76CC90-3A88-49A6-A164-4AC6C91911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F5527A-B163-4447-85E3-8DCB8E63F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4AC9C-589D-4808-8CA1-55B45C914B0F}" type="datetimeFigureOut">
              <a:rPr lang="en-GB" smtClean="0"/>
              <a:t>24/08/2020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4B97E1-6298-41F3-8BEF-18B0EFCC8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3593A0-FE45-47CD-8DC8-7E26D9009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23C63-0FE2-484A-B456-3FBF4CABF5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32189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941507-C64F-4221-B389-24B38208E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3B521E-AEAF-4C0C-A505-737F9ED504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05A791-B32C-4E2D-9445-8FC74797E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4AC9C-589D-4808-8CA1-55B45C914B0F}" type="datetimeFigureOut">
              <a:rPr lang="en-GB" smtClean="0"/>
              <a:t>24/08/2020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4E050-4575-4159-9FCC-A230D284F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44FA0A-BD84-4A5C-AD41-75C44BE6C7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23C63-0FE2-484A-B456-3FBF4CABF5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60266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4BA2BB9-994E-4A25-98BF-762742259E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2F3EF8-F643-4F4E-BA98-078607A2CE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119479-1DD2-45FF-8F48-BBF15B0FC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4AC9C-589D-4808-8CA1-55B45C914B0F}" type="datetimeFigureOut">
              <a:rPr lang="en-GB" smtClean="0"/>
              <a:t>24/08/2020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38619C-1A78-4867-B612-66E9F21563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44D0A3-4C23-4099-951C-8A566F7E9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23C63-0FE2-484A-B456-3FBF4CABF5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29168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003C7B4-A8F4-4EAA-A626-3FB1968416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69A019-4B21-4EDC-BCAB-9C1AA9CCA6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F62CE1-EC48-4A03-865C-D7A265206E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</a:defRPr>
            </a:lvl1pPr>
          </a:lstStyle>
          <a:p>
            <a:fld id="{ED14AC9C-589D-4808-8CA1-55B45C914B0F}" type="datetimeFigureOut">
              <a:rPr lang="en-GB" smtClean="0"/>
              <a:pPr/>
              <a:t>24/08/2020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55B25D-9183-47BC-AC7C-54539BF13D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752FF2-E954-4D8B-9C83-971480BF17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</a:defRPr>
            </a:lvl1pPr>
          </a:lstStyle>
          <a:p>
            <a:fld id="{A6D23C63-0FE2-484A-B456-3FBF4CABF55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76041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Segoe UI" panose="020B0502040204020203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Segoe UI" panose="020B0502040204020203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Segoe UI" panose="020B0502040204020203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Segoe UI" panose="020B0502040204020203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Segoe UI" panose="020B0502040204020203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Segoe UI" panose="020B0502040204020203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slide" Target="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14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14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14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slide" Target="slide2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14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slide" Target="slide2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" Target="slide14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14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14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14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18" Type="http://schemas.openxmlformats.org/officeDocument/2006/relationships/image" Target="../media/image19.png"/><Relationship Id="rId26" Type="http://schemas.openxmlformats.org/officeDocument/2006/relationships/image" Target="../media/image27.png"/><Relationship Id="rId3" Type="http://schemas.openxmlformats.org/officeDocument/2006/relationships/image" Target="../media/image4.png"/><Relationship Id="rId21" Type="http://schemas.openxmlformats.org/officeDocument/2006/relationships/image" Target="../media/image22.png"/><Relationship Id="rId34" Type="http://schemas.openxmlformats.org/officeDocument/2006/relationships/image" Target="../media/image33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17" Type="http://schemas.openxmlformats.org/officeDocument/2006/relationships/image" Target="../media/image18.png"/><Relationship Id="rId25" Type="http://schemas.openxmlformats.org/officeDocument/2006/relationships/image" Target="../media/image26.png"/><Relationship Id="rId33" Type="http://schemas.microsoft.com/office/2007/relationships/hdphoto" Target="../media/hdphoto2.wdp"/><Relationship Id="rId2" Type="http://schemas.openxmlformats.org/officeDocument/2006/relationships/slide" Target="slide14.xml"/><Relationship Id="rId16" Type="http://schemas.openxmlformats.org/officeDocument/2006/relationships/image" Target="../media/image17.png"/><Relationship Id="rId20" Type="http://schemas.openxmlformats.org/officeDocument/2006/relationships/image" Target="../media/image21.png"/><Relationship Id="rId29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24" Type="http://schemas.openxmlformats.org/officeDocument/2006/relationships/image" Target="../media/image25.png"/><Relationship Id="rId32" Type="http://schemas.openxmlformats.org/officeDocument/2006/relationships/image" Target="../media/image32.png"/><Relationship Id="rId37" Type="http://schemas.openxmlformats.org/officeDocument/2006/relationships/image" Target="../media/image2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23" Type="http://schemas.openxmlformats.org/officeDocument/2006/relationships/image" Target="../media/image24.png"/><Relationship Id="rId28" Type="http://schemas.openxmlformats.org/officeDocument/2006/relationships/image" Target="../media/image29.png"/><Relationship Id="rId36" Type="http://schemas.openxmlformats.org/officeDocument/2006/relationships/image" Target="../media/image35.png"/><Relationship Id="rId10" Type="http://schemas.openxmlformats.org/officeDocument/2006/relationships/image" Target="../media/image11.png"/><Relationship Id="rId19" Type="http://schemas.openxmlformats.org/officeDocument/2006/relationships/image" Target="../media/image20.png"/><Relationship Id="rId31" Type="http://schemas.microsoft.com/office/2007/relationships/hdphoto" Target="../media/hdphoto1.wdp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Relationship Id="rId22" Type="http://schemas.openxmlformats.org/officeDocument/2006/relationships/image" Target="../media/image23.png"/><Relationship Id="rId27" Type="http://schemas.openxmlformats.org/officeDocument/2006/relationships/image" Target="../media/image28.png"/><Relationship Id="rId30" Type="http://schemas.openxmlformats.org/officeDocument/2006/relationships/image" Target="../media/image31.png"/><Relationship Id="rId35" Type="http://schemas.openxmlformats.org/officeDocument/2006/relationships/image" Target="../media/image34.svg"/></Relationships>
</file>

<file path=ppt/slides/_rels/slide12.xml.rels><?xml version="1.0" encoding="UTF-8" standalone="yes"?>
<Relationships xmlns="http://schemas.openxmlformats.org/package/2006/relationships"><Relationship Id="rId26" Type="http://schemas.openxmlformats.org/officeDocument/2006/relationships/image" Target="../media/image59.svg"/><Relationship Id="rId117" Type="http://schemas.openxmlformats.org/officeDocument/2006/relationships/image" Target="../media/image147.svg"/><Relationship Id="rId21" Type="http://schemas.openxmlformats.org/officeDocument/2006/relationships/image" Target="../media/image54.png"/><Relationship Id="rId42" Type="http://schemas.openxmlformats.org/officeDocument/2006/relationships/image" Target="../media/image75.svg"/><Relationship Id="rId47" Type="http://schemas.openxmlformats.org/officeDocument/2006/relationships/image" Target="../media/image80.png"/><Relationship Id="rId63" Type="http://schemas.openxmlformats.org/officeDocument/2006/relationships/image" Target="../media/image96.png"/><Relationship Id="rId68" Type="http://schemas.openxmlformats.org/officeDocument/2006/relationships/image" Target="../media/image101.svg"/><Relationship Id="rId84" Type="http://schemas.openxmlformats.org/officeDocument/2006/relationships/image" Target="../media/image115.png"/><Relationship Id="rId89" Type="http://schemas.openxmlformats.org/officeDocument/2006/relationships/image" Target="../media/image120.svg"/><Relationship Id="rId112" Type="http://schemas.openxmlformats.org/officeDocument/2006/relationships/image" Target="../media/image142.png"/><Relationship Id="rId16" Type="http://schemas.openxmlformats.org/officeDocument/2006/relationships/image" Target="../media/image49.svg"/><Relationship Id="rId107" Type="http://schemas.openxmlformats.org/officeDocument/2006/relationships/image" Target="../media/image137.svg"/><Relationship Id="rId11" Type="http://schemas.openxmlformats.org/officeDocument/2006/relationships/image" Target="../media/image44.png"/><Relationship Id="rId32" Type="http://schemas.openxmlformats.org/officeDocument/2006/relationships/image" Target="../media/image65.svg"/><Relationship Id="rId37" Type="http://schemas.openxmlformats.org/officeDocument/2006/relationships/image" Target="../media/image70.png"/><Relationship Id="rId53" Type="http://schemas.openxmlformats.org/officeDocument/2006/relationships/image" Target="../media/image86.png"/><Relationship Id="rId58" Type="http://schemas.openxmlformats.org/officeDocument/2006/relationships/image" Target="../media/image91.svg"/><Relationship Id="rId74" Type="http://schemas.openxmlformats.org/officeDocument/2006/relationships/image" Target="../media/image106.png"/><Relationship Id="rId79" Type="http://schemas.openxmlformats.org/officeDocument/2006/relationships/image" Target="../media/image110.svg"/><Relationship Id="rId102" Type="http://schemas.openxmlformats.org/officeDocument/2006/relationships/image" Target="../media/image132.png"/><Relationship Id="rId123" Type="http://schemas.openxmlformats.org/officeDocument/2006/relationships/image" Target="../media/image152.png"/><Relationship Id="rId128" Type="http://schemas.openxmlformats.org/officeDocument/2006/relationships/image" Target="../media/image157.png"/><Relationship Id="rId5" Type="http://schemas.openxmlformats.org/officeDocument/2006/relationships/image" Target="../media/image38.png"/><Relationship Id="rId90" Type="http://schemas.openxmlformats.org/officeDocument/2006/relationships/image" Target="../media/image121.png"/><Relationship Id="rId95" Type="http://schemas.openxmlformats.org/officeDocument/2006/relationships/image" Target="../media/image126.svg"/><Relationship Id="rId19" Type="http://schemas.openxmlformats.org/officeDocument/2006/relationships/image" Target="../media/image52.png"/><Relationship Id="rId14" Type="http://schemas.openxmlformats.org/officeDocument/2006/relationships/image" Target="../media/image47.svg"/><Relationship Id="rId22" Type="http://schemas.openxmlformats.org/officeDocument/2006/relationships/image" Target="../media/image55.svg"/><Relationship Id="rId27" Type="http://schemas.openxmlformats.org/officeDocument/2006/relationships/image" Target="../media/image60.png"/><Relationship Id="rId30" Type="http://schemas.openxmlformats.org/officeDocument/2006/relationships/image" Target="../media/image63.svg"/><Relationship Id="rId35" Type="http://schemas.openxmlformats.org/officeDocument/2006/relationships/image" Target="../media/image68.png"/><Relationship Id="rId43" Type="http://schemas.openxmlformats.org/officeDocument/2006/relationships/image" Target="../media/image76.png"/><Relationship Id="rId48" Type="http://schemas.openxmlformats.org/officeDocument/2006/relationships/image" Target="../media/image81.svg"/><Relationship Id="rId56" Type="http://schemas.openxmlformats.org/officeDocument/2006/relationships/image" Target="../media/image89.svg"/><Relationship Id="rId64" Type="http://schemas.openxmlformats.org/officeDocument/2006/relationships/image" Target="../media/image97.svg"/><Relationship Id="rId69" Type="http://schemas.openxmlformats.org/officeDocument/2006/relationships/image" Target="../media/image102.png"/><Relationship Id="rId77" Type="http://schemas.openxmlformats.org/officeDocument/2006/relationships/image" Target="../media/image108.svg"/><Relationship Id="rId100" Type="http://schemas.openxmlformats.org/officeDocument/2006/relationships/image" Target="../media/image131.png"/><Relationship Id="rId105" Type="http://schemas.openxmlformats.org/officeDocument/2006/relationships/image" Target="../media/image135.svg"/><Relationship Id="rId113" Type="http://schemas.openxmlformats.org/officeDocument/2006/relationships/image" Target="../media/image143.svg"/><Relationship Id="rId118" Type="http://schemas.openxmlformats.org/officeDocument/2006/relationships/image" Target="../media/image148.png"/><Relationship Id="rId126" Type="http://schemas.openxmlformats.org/officeDocument/2006/relationships/image" Target="../media/image155.png"/><Relationship Id="rId8" Type="http://schemas.openxmlformats.org/officeDocument/2006/relationships/image" Target="../media/image41.svg"/><Relationship Id="rId51" Type="http://schemas.openxmlformats.org/officeDocument/2006/relationships/image" Target="../media/image84.png"/><Relationship Id="rId72" Type="http://schemas.openxmlformats.org/officeDocument/2006/relationships/image" Target="../media/image105.svg"/><Relationship Id="rId80" Type="http://schemas.openxmlformats.org/officeDocument/2006/relationships/image" Target="../media/image111.png"/><Relationship Id="rId85" Type="http://schemas.openxmlformats.org/officeDocument/2006/relationships/image" Target="../media/image116.svg"/><Relationship Id="rId93" Type="http://schemas.openxmlformats.org/officeDocument/2006/relationships/image" Target="../media/image124.svg"/><Relationship Id="rId98" Type="http://schemas.openxmlformats.org/officeDocument/2006/relationships/image" Target="../media/image129.png"/><Relationship Id="rId121" Type="http://schemas.openxmlformats.org/officeDocument/2006/relationships/image" Target="../media/image151.svg"/><Relationship Id="rId3" Type="http://schemas.openxmlformats.org/officeDocument/2006/relationships/image" Target="../media/image36.png"/><Relationship Id="rId12" Type="http://schemas.openxmlformats.org/officeDocument/2006/relationships/image" Target="../media/image45.svg"/><Relationship Id="rId17" Type="http://schemas.openxmlformats.org/officeDocument/2006/relationships/image" Target="../media/image50.png"/><Relationship Id="rId25" Type="http://schemas.openxmlformats.org/officeDocument/2006/relationships/image" Target="../media/image58.png"/><Relationship Id="rId33" Type="http://schemas.openxmlformats.org/officeDocument/2006/relationships/image" Target="../media/image66.png"/><Relationship Id="rId38" Type="http://schemas.openxmlformats.org/officeDocument/2006/relationships/image" Target="../media/image71.svg"/><Relationship Id="rId46" Type="http://schemas.openxmlformats.org/officeDocument/2006/relationships/image" Target="../media/image79.svg"/><Relationship Id="rId59" Type="http://schemas.openxmlformats.org/officeDocument/2006/relationships/image" Target="../media/image92.png"/><Relationship Id="rId67" Type="http://schemas.openxmlformats.org/officeDocument/2006/relationships/image" Target="../media/image100.png"/><Relationship Id="rId103" Type="http://schemas.openxmlformats.org/officeDocument/2006/relationships/image" Target="../media/image133.svg"/><Relationship Id="rId108" Type="http://schemas.openxmlformats.org/officeDocument/2006/relationships/image" Target="../media/image138.png"/><Relationship Id="rId116" Type="http://schemas.openxmlformats.org/officeDocument/2006/relationships/image" Target="../media/image146.png"/><Relationship Id="rId124" Type="http://schemas.openxmlformats.org/officeDocument/2006/relationships/image" Target="../media/image153.png"/><Relationship Id="rId129" Type="http://schemas.openxmlformats.org/officeDocument/2006/relationships/image" Target="../media/image158.svg"/><Relationship Id="rId20" Type="http://schemas.openxmlformats.org/officeDocument/2006/relationships/image" Target="../media/image53.svg"/><Relationship Id="rId41" Type="http://schemas.openxmlformats.org/officeDocument/2006/relationships/image" Target="../media/image74.png"/><Relationship Id="rId54" Type="http://schemas.openxmlformats.org/officeDocument/2006/relationships/image" Target="../media/image87.svg"/><Relationship Id="rId62" Type="http://schemas.openxmlformats.org/officeDocument/2006/relationships/image" Target="../media/image95.svg"/><Relationship Id="rId70" Type="http://schemas.openxmlformats.org/officeDocument/2006/relationships/image" Target="../media/image103.svg"/><Relationship Id="rId75" Type="http://schemas.microsoft.com/office/2007/relationships/hdphoto" Target="../media/hdphoto3.wdp"/><Relationship Id="rId83" Type="http://schemas.openxmlformats.org/officeDocument/2006/relationships/image" Target="../media/image114.svg"/><Relationship Id="rId88" Type="http://schemas.openxmlformats.org/officeDocument/2006/relationships/image" Target="../media/image119.png"/><Relationship Id="rId91" Type="http://schemas.openxmlformats.org/officeDocument/2006/relationships/image" Target="../media/image122.svg"/><Relationship Id="rId96" Type="http://schemas.openxmlformats.org/officeDocument/2006/relationships/image" Target="../media/image127.png"/><Relationship Id="rId111" Type="http://schemas.openxmlformats.org/officeDocument/2006/relationships/image" Target="../media/image14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svg"/><Relationship Id="rId15" Type="http://schemas.openxmlformats.org/officeDocument/2006/relationships/image" Target="../media/image48.png"/><Relationship Id="rId23" Type="http://schemas.openxmlformats.org/officeDocument/2006/relationships/image" Target="../media/image56.png"/><Relationship Id="rId28" Type="http://schemas.openxmlformats.org/officeDocument/2006/relationships/image" Target="../media/image61.svg"/><Relationship Id="rId36" Type="http://schemas.openxmlformats.org/officeDocument/2006/relationships/image" Target="../media/image69.svg"/><Relationship Id="rId49" Type="http://schemas.openxmlformats.org/officeDocument/2006/relationships/image" Target="../media/image82.png"/><Relationship Id="rId57" Type="http://schemas.openxmlformats.org/officeDocument/2006/relationships/image" Target="../media/image90.png"/><Relationship Id="rId106" Type="http://schemas.openxmlformats.org/officeDocument/2006/relationships/image" Target="../media/image136.png"/><Relationship Id="rId114" Type="http://schemas.openxmlformats.org/officeDocument/2006/relationships/image" Target="../media/image144.png"/><Relationship Id="rId119" Type="http://schemas.openxmlformats.org/officeDocument/2006/relationships/image" Target="../media/image149.svg"/><Relationship Id="rId127" Type="http://schemas.openxmlformats.org/officeDocument/2006/relationships/image" Target="../media/image156.svg"/><Relationship Id="rId10" Type="http://schemas.openxmlformats.org/officeDocument/2006/relationships/image" Target="../media/image43.svg"/><Relationship Id="rId31" Type="http://schemas.openxmlformats.org/officeDocument/2006/relationships/image" Target="../media/image64.png"/><Relationship Id="rId44" Type="http://schemas.openxmlformats.org/officeDocument/2006/relationships/image" Target="../media/image77.svg"/><Relationship Id="rId52" Type="http://schemas.openxmlformats.org/officeDocument/2006/relationships/image" Target="../media/image85.svg"/><Relationship Id="rId60" Type="http://schemas.openxmlformats.org/officeDocument/2006/relationships/image" Target="../media/image93.svg"/><Relationship Id="rId65" Type="http://schemas.openxmlformats.org/officeDocument/2006/relationships/image" Target="../media/image98.png"/><Relationship Id="rId73" Type="http://schemas.openxmlformats.org/officeDocument/2006/relationships/image" Target="../media/image1.gif"/><Relationship Id="rId78" Type="http://schemas.openxmlformats.org/officeDocument/2006/relationships/image" Target="../media/image109.png"/><Relationship Id="rId81" Type="http://schemas.openxmlformats.org/officeDocument/2006/relationships/image" Target="../media/image112.svg"/><Relationship Id="rId86" Type="http://schemas.openxmlformats.org/officeDocument/2006/relationships/image" Target="../media/image117.png"/><Relationship Id="rId94" Type="http://schemas.openxmlformats.org/officeDocument/2006/relationships/image" Target="../media/image125.png"/><Relationship Id="rId99" Type="http://schemas.openxmlformats.org/officeDocument/2006/relationships/image" Target="../media/image130.svg"/><Relationship Id="rId101" Type="http://schemas.microsoft.com/office/2007/relationships/hdphoto" Target="../media/hdphoto4.wdp"/><Relationship Id="rId122" Type="http://schemas.openxmlformats.org/officeDocument/2006/relationships/image" Target="../media/image10.png"/><Relationship Id="rId130" Type="http://schemas.openxmlformats.org/officeDocument/2006/relationships/image" Target="../media/image159.png"/><Relationship Id="rId4" Type="http://schemas.openxmlformats.org/officeDocument/2006/relationships/image" Target="../media/image37.svg"/><Relationship Id="rId9" Type="http://schemas.openxmlformats.org/officeDocument/2006/relationships/image" Target="../media/image42.png"/><Relationship Id="rId13" Type="http://schemas.openxmlformats.org/officeDocument/2006/relationships/image" Target="../media/image46.png"/><Relationship Id="rId18" Type="http://schemas.openxmlformats.org/officeDocument/2006/relationships/image" Target="../media/image51.svg"/><Relationship Id="rId39" Type="http://schemas.openxmlformats.org/officeDocument/2006/relationships/image" Target="../media/image72.png"/><Relationship Id="rId109" Type="http://schemas.openxmlformats.org/officeDocument/2006/relationships/image" Target="../media/image139.svg"/><Relationship Id="rId34" Type="http://schemas.openxmlformats.org/officeDocument/2006/relationships/image" Target="../media/image67.svg"/><Relationship Id="rId50" Type="http://schemas.openxmlformats.org/officeDocument/2006/relationships/image" Target="../media/image83.svg"/><Relationship Id="rId55" Type="http://schemas.openxmlformats.org/officeDocument/2006/relationships/image" Target="../media/image88.png"/><Relationship Id="rId76" Type="http://schemas.openxmlformats.org/officeDocument/2006/relationships/image" Target="../media/image107.png"/><Relationship Id="rId97" Type="http://schemas.openxmlformats.org/officeDocument/2006/relationships/image" Target="../media/image128.svg"/><Relationship Id="rId104" Type="http://schemas.openxmlformats.org/officeDocument/2006/relationships/image" Target="../media/image134.png"/><Relationship Id="rId120" Type="http://schemas.openxmlformats.org/officeDocument/2006/relationships/image" Target="../media/image150.png"/><Relationship Id="rId125" Type="http://schemas.openxmlformats.org/officeDocument/2006/relationships/image" Target="../media/image154.svg"/><Relationship Id="rId7" Type="http://schemas.openxmlformats.org/officeDocument/2006/relationships/image" Target="../media/image40.png"/><Relationship Id="rId71" Type="http://schemas.openxmlformats.org/officeDocument/2006/relationships/image" Target="../media/image104.png"/><Relationship Id="rId92" Type="http://schemas.openxmlformats.org/officeDocument/2006/relationships/image" Target="../media/image123.png"/><Relationship Id="rId2" Type="http://schemas.openxmlformats.org/officeDocument/2006/relationships/slide" Target="slide14.xml"/><Relationship Id="rId29" Type="http://schemas.openxmlformats.org/officeDocument/2006/relationships/image" Target="../media/image62.png"/><Relationship Id="rId24" Type="http://schemas.openxmlformats.org/officeDocument/2006/relationships/image" Target="../media/image57.svg"/><Relationship Id="rId40" Type="http://schemas.openxmlformats.org/officeDocument/2006/relationships/image" Target="../media/image73.svg"/><Relationship Id="rId45" Type="http://schemas.openxmlformats.org/officeDocument/2006/relationships/image" Target="../media/image78.png"/><Relationship Id="rId66" Type="http://schemas.openxmlformats.org/officeDocument/2006/relationships/image" Target="../media/image99.svg"/><Relationship Id="rId87" Type="http://schemas.openxmlformats.org/officeDocument/2006/relationships/image" Target="../media/image118.svg"/><Relationship Id="rId110" Type="http://schemas.openxmlformats.org/officeDocument/2006/relationships/image" Target="../media/image140.png"/><Relationship Id="rId115" Type="http://schemas.openxmlformats.org/officeDocument/2006/relationships/image" Target="../media/image145.svg"/><Relationship Id="rId131" Type="http://schemas.openxmlformats.org/officeDocument/2006/relationships/image" Target="../media/image160.svg"/><Relationship Id="rId61" Type="http://schemas.openxmlformats.org/officeDocument/2006/relationships/image" Target="../media/image94.png"/><Relationship Id="rId82" Type="http://schemas.openxmlformats.org/officeDocument/2006/relationships/image" Target="../media/image1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" Target="slide14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slide" Target="slide15.xml"/><Relationship Id="rId7" Type="http://schemas.openxmlformats.org/officeDocument/2006/relationships/slide" Target="slide20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.svg"/><Relationship Id="rId5" Type="http://schemas.openxmlformats.org/officeDocument/2006/relationships/image" Target="../media/image48.png"/><Relationship Id="rId4" Type="http://schemas.openxmlformats.org/officeDocument/2006/relationships/slide" Target="slide13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slide" Target="slide20.xml"/><Relationship Id="rId3" Type="http://schemas.openxmlformats.org/officeDocument/2006/relationships/image" Target="../media/image3.jpeg"/><Relationship Id="rId7" Type="http://schemas.openxmlformats.org/officeDocument/2006/relationships/slide" Target="slide19.xml"/><Relationship Id="rId2" Type="http://schemas.openxmlformats.org/officeDocument/2006/relationships/slide" Target="slide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.svg"/><Relationship Id="rId5" Type="http://schemas.openxmlformats.org/officeDocument/2006/relationships/image" Target="../media/image48.png"/><Relationship Id="rId4" Type="http://schemas.openxmlformats.org/officeDocument/2006/relationships/slide" Target="slide13.xml"/><Relationship Id="rId9" Type="http://schemas.openxmlformats.org/officeDocument/2006/relationships/slide" Target="slide2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" Target="slide18.xml"/><Relationship Id="rId7" Type="http://schemas.openxmlformats.org/officeDocument/2006/relationships/slide" Target="slide14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6" Type="http://schemas.openxmlformats.org/officeDocument/2006/relationships/slide" Target="slide13.xml"/><Relationship Id="rId5" Type="http://schemas.openxmlformats.org/officeDocument/2006/relationships/slide" Target="slide17.xml"/><Relationship Id="rId4" Type="http://schemas.openxmlformats.org/officeDocument/2006/relationships/slide" Target="slide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" Target="slide16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" Target="slide14.xml"/><Relationship Id="rId7" Type="http://schemas.openxmlformats.org/officeDocument/2006/relationships/image" Target="../media/image15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6" Type="http://schemas.openxmlformats.org/officeDocument/2006/relationships/slide" Target="slide24.xml"/><Relationship Id="rId5" Type="http://schemas.openxmlformats.org/officeDocument/2006/relationships/image" Target="../media/image19.png"/><Relationship Id="rId4" Type="http://schemas.openxmlformats.org/officeDocument/2006/relationships/slide" Target="slide2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" Target="slide14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7.svg"/><Relationship Id="rId4" Type="http://schemas.openxmlformats.org/officeDocument/2006/relationships/image" Target="../media/image36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3" Type="http://schemas.openxmlformats.org/officeDocument/2006/relationships/slide" Target="slide14.xml"/><Relationship Id="rId7" Type="http://schemas.openxmlformats.org/officeDocument/2006/relationships/slide" Target="slide22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0.svg"/><Relationship Id="rId5" Type="http://schemas.openxmlformats.org/officeDocument/2006/relationships/image" Target="../media/image159.png"/><Relationship Id="rId4" Type="http://schemas.openxmlformats.org/officeDocument/2006/relationships/slide" Target="slide10.xml"/><Relationship Id="rId9" Type="http://schemas.openxmlformats.org/officeDocument/2006/relationships/image" Target="../media/image67.sv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" Target="slide14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" Target="slide14.xml"/><Relationship Id="rId7" Type="http://schemas.openxmlformats.org/officeDocument/2006/relationships/slide" Target="slide11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5.svg"/><Relationship Id="rId5" Type="http://schemas.openxmlformats.org/officeDocument/2006/relationships/image" Target="../media/image54.png"/><Relationship Id="rId4" Type="http://schemas.openxmlformats.org/officeDocument/2006/relationships/slide" Target="slide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" Target="slide25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2.png"/><Relationship Id="rId4" Type="http://schemas.openxmlformats.org/officeDocument/2006/relationships/slide" Target="slide1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" Target="slide14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5" Type="http://schemas.openxmlformats.org/officeDocument/2006/relationships/slide" Target="slide27.xml"/><Relationship Id="rId4" Type="http://schemas.openxmlformats.org/officeDocument/2006/relationships/slide" Target="slide2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" Target="slide25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" Target="slide28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2.png"/><Relationship Id="rId4" Type="http://schemas.openxmlformats.org/officeDocument/2006/relationships/slide" Target="slide1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" Target="slide29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5" Type="http://schemas.openxmlformats.org/officeDocument/2006/relationships/slide" Target="slide28.xml"/><Relationship Id="rId4" Type="http://schemas.openxmlformats.org/officeDocument/2006/relationships/slide" Target="slide1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" Target="slide14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slide" Target="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B69118C-8D7F-4028-BDCF-EAB4E586B60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bg2"/>
              </a:solidFill>
              <a:latin typeface="Segoe UI" panose="020B0502040204020203" pitchFamily="34" charset="0"/>
            </a:endParaRPr>
          </a:p>
        </p:txBody>
      </p:sp>
      <p:pic>
        <p:nvPicPr>
          <p:cNvPr id="3" name="Picture 2">
            <a:hlinkClick r:id="rId2" action="ppaction://hlinksldjump"/>
            <a:extLst>
              <a:ext uri="{FF2B5EF4-FFF2-40B4-BE49-F238E27FC236}">
                <a16:creationId xmlns:a16="http://schemas.microsoft.com/office/drawing/2014/main" id="{9A099C4F-B30B-4795-9CA5-5C2EFC9157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5128" y="3728746"/>
            <a:ext cx="1641743" cy="28665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CCDBFF1-80F4-4381-9DDB-BEDAB69D4C2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5452" y="2587786"/>
            <a:ext cx="701094" cy="70109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1DDCFBD-5243-48A8-AFE0-EBBCDA255616}"/>
              </a:ext>
            </a:extLst>
          </p:cNvPr>
          <p:cNvSpPr txBox="1"/>
          <p:nvPr/>
        </p:nvSpPr>
        <p:spPr>
          <a:xfrm>
            <a:off x="-1" y="6488668"/>
            <a:ext cx="3446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2"/>
                </a:solidFill>
                <a:latin typeface="Segoe UI" panose="020B0502040204020203" pitchFamily="34" charset="0"/>
              </a:rPr>
              <a:t>2020 Szymon Mochort</a:t>
            </a:r>
          </a:p>
        </p:txBody>
      </p:sp>
    </p:spTree>
    <p:extLst>
      <p:ext uri="{BB962C8B-B14F-4D97-AF65-F5344CB8AC3E}">
        <p14:creationId xmlns:p14="http://schemas.microsoft.com/office/powerpoint/2010/main" val="34958459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6" descr="Full HD p Vista Wallpapers HD, Desktop Backgrounds 1280×800 ...">
            <a:extLst>
              <a:ext uri="{FF2B5EF4-FFF2-40B4-BE49-F238E27FC236}">
                <a16:creationId xmlns:a16="http://schemas.microsoft.com/office/drawing/2014/main" id="{84A6E266-9CE5-440B-96C1-5F8EC22F865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017"/>
          <a:stretch/>
        </p:blipFill>
        <p:spPr bwMode="auto">
          <a:xfrm>
            <a:off x="20" y="1282"/>
            <a:ext cx="12191980" cy="6856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667299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6" descr="Full HD p Vista Wallpapers HD, Desktop Backgrounds 1280×800 ...">
            <a:extLst>
              <a:ext uri="{FF2B5EF4-FFF2-40B4-BE49-F238E27FC236}">
                <a16:creationId xmlns:a16="http://schemas.microsoft.com/office/drawing/2014/main" id="{84A6E266-9CE5-440B-96C1-5F8EC22F865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017"/>
          <a:stretch/>
        </p:blipFill>
        <p:spPr bwMode="auto">
          <a:xfrm>
            <a:off x="20" y="1282"/>
            <a:ext cx="12191980" cy="6856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0455193-051E-4F8A-A558-66666F2BA3E6}"/>
              </a:ext>
            </a:extLst>
          </p:cNvPr>
          <p:cNvSpPr/>
          <p:nvPr/>
        </p:nvSpPr>
        <p:spPr>
          <a:xfrm>
            <a:off x="0" y="0"/>
            <a:ext cx="12192000" cy="499730"/>
          </a:xfrm>
          <a:prstGeom prst="rect">
            <a:avLst/>
          </a:prstGeom>
          <a:solidFill>
            <a:schemeClr val="accent1">
              <a:alpha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bg2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1A1366D-BFE2-4AD2-A711-3DF878FCB602}"/>
              </a:ext>
            </a:extLst>
          </p:cNvPr>
          <p:cNvSpPr/>
          <p:nvPr/>
        </p:nvSpPr>
        <p:spPr>
          <a:xfrm>
            <a:off x="0" y="487817"/>
            <a:ext cx="12191980" cy="6368902"/>
          </a:xfrm>
          <a:prstGeom prst="rect">
            <a:avLst/>
          </a:prstGeom>
          <a:solidFill>
            <a:srgbClr val="76717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bg2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Rectangle 6">
            <a:hlinkClick r:id="rId3" action="ppaction://hlinksldjump"/>
            <a:extLst>
              <a:ext uri="{FF2B5EF4-FFF2-40B4-BE49-F238E27FC236}">
                <a16:creationId xmlns:a16="http://schemas.microsoft.com/office/drawing/2014/main" id="{B46DAD59-DD5F-4BB0-AE08-4A9DDC91C8B2}"/>
              </a:ext>
            </a:extLst>
          </p:cNvPr>
          <p:cNvSpPr/>
          <p:nvPr/>
        </p:nvSpPr>
        <p:spPr>
          <a:xfrm>
            <a:off x="11265099" y="0"/>
            <a:ext cx="776176" cy="276446"/>
          </a:xfrm>
          <a:prstGeom prst="rect">
            <a:avLst/>
          </a:prstGeom>
          <a:solidFill>
            <a:srgbClr val="FF0000">
              <a:alpha val="6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bg2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32496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6" descr="Full HD p Vista Wallpapers HD, Desktop Backgrounds 1280×800 ...">
            <a:extLst>
              <a:ext uri="{FF2B5EF4-FFF2-40B4-BE49-F238E27FC236}">
                <a16:creationId xmlns:a16="http://schemas.microsoft.com/office/drawing/2014/main" id="{84A6E266-9CE5-440B-96C1-5F8EC22F865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017"/>
          <a:stretch/>
        </p:blipFill>
        <p:spPr bwMode="auto">
          <a:xfrm>
            <a:off x="20" y="1282"/>
            <a:ext cx="12191980" cy="6856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0455193-051E-4F8A-A558-66666F2BA3E6}"/>
              </a:ext>
            </a:extLst>
          </p:cNvPr>
          <p:cNvSpPr/>
          <p:nvPr/>
        </p:nvSpPr>
        <p:spPr>
          <a:xfrm>
            <a:off x="0" y="0"/>
            <a:ext cx="12192000" cy="499730"/>
          </a:xfrm>
          <a:prstGeom prst="rect">
            <a:avLst/>
          </a:prstGeom>
          <a:solidFill>
            <a:schemeClr val="accent1">
              <a:alpha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2"/>
                </a:solidFill>
                <a:latin typeface="Segoe UI" panose="020B0502040204020203" pitchFamily="34" charset="0"/>
              </a:rPr>
              <a:t>explorer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1A1366D-BFE2-4AD2-A711-3DF878FCB602}"/>
              </a:ext>
            </a:extLst>
          </p:cNvPr>
          <p:cNvSpPr/>
          <p:nvPr/>
        </p:nvSpPr>
        <p:spPr>
          <a:xfrm>
            <a:off x="0" y="487817"/>
            <a:ext cx="12191980" cy="6368902"/>
          </a:xfrm>
          <a:prstGeom prst="rect">
            <a:avLst/>
          </a:prstGeom>
          <a:solidFill>
            <a:srgbClr val="76717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bg2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Rectangle 6">
            <a:hlinkClick r:id="rId3" action="ppaction://hlinksldjump"/>
            <a:extLst>
              <a:ext uri="{FF2B5EF4-FFF2-40B4-BE49-F238E27FC236}">
                <a16:creationId xmlns:a16="http://schemas.microsoft.com/office/drawing/2014/main" id="{B46DAD59-DD5F-4BB0-AE08-4A9DDC91C8B2}"/>
              </a:ext>
            </a:extLst>
          </p:cNvPr>
          <p:cNvSpPr/>
          <p:nvPr/>
        </p:nvSpPr>
        <p:spPr>
          <a:xfrm>
            <a:off x="11265099" y="0"/>
            <a:ext cx="776176" cy="276446"/>
          </a:xfrm>
          <a:prstGeom prst="rect">
            <a:avLst/>
          </a:prstGeom>
          <a:solidFill>
            <a:srgbClr val="FF0000">
              <a:alpha val="6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bg2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F88C252-215F-4B08-9D96-BEE7E65A83A5}"/>
              </a:ext>
            </a:extLst>
          </p:cNvPr>
          <p:cNvSpPr/>
          <p:nvPr/>
        </p:nvSpPr>
        <p:spPr>
          <a:xfrm>
            <a:off x="-20" y="499730"/>
            <a:ext cx="12192000" cy="499730"/>
          </a:xfrm>
          <a:prstGeom prst="rect">
            <a:avLst/>
          </a:prstGeom>
          <a:solidFill>
            <a:srgbClr val="FF0000">
              <a:alpha val="6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bg2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8958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6" descr="Full HD p Vista Wallpapers HD, Desktop Backgrounds 1280×800 ...">
            <a:extLst>
              <a:ext uri="{FF2B5EF4-FFF2-40B4-BE49-F238E27FC236}">
                <a16:creationId xmlns:a16="http://schemas.microsoft.com/office/drawing/2014/main" id="{84A6E266-9CE5-440B-96C1-5F8EC22F865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017"/>
          <a:stretch/>
        </p:blipFill>
        <p:spPr bwMode="auto">
          <a:xfrm>
            <a:off x="20" y="1282"/>
            <a:ext cx="12191980" cy="6856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0455193-051E-4F8A-A558-66666F2BA3E6}"/>
              </a:ext>
            </a:extLst>
          </p:cNvPr>
          <p:cNvSpPr/>
          <p:nvPr/>
        </p:nvSpPr>
        <p:spPr>
          <a:xfrm>
            <a:off x="0" y="0"/>
            <a:ext cx="12192000" cy="499730"/>
          </a:xfrm>
          <a:prstGeom prst="rect">
            <a:avLst/>
          </a:prstGeom>
          <a:solidFill>
            <a:schemeClr val="accent1">
              <a:alpha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2"/>
                </a:solidFill>
                <a:latin typeface="Segoe UI" panose="020B0502040204020203" pitchFamily="34" charset="0"/>
              </a:rPr>
              <a:t>EDGE-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1A1366D-BFE2-4AD2-A711-3DF878FCB602}"/>
              </a:ext>
            </a:extLst>
          </p:cNvPr>
          <p:cNvSpPr/>
          <p:nvPr/>
        </p:nvSpPr>
        <p:spPr>
          <a:xfrm>
            <a:off x="0" y="487817"/>
            <a:ext cx="12191980" cy="6368902"/>
          </a:xfrm>
          <a:prstGeom prst="rect">
            <a:avLst/>
          </a:prstGeom>
          <a:solidFill>
            <a:srgbClr val="76717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bg2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Rectangle 6">
            <a:hlinkClick r:id="rId3" action="ppaction://hlinksldjump"/>
            <a:extLst>
              <a:ext uri="{FF2B5EF4-FFF2-40B4-BE49-F238E27FC236}">
                <a16:creationId xmlns:a16="http://schemas.microsoft.com/office/drawing/2014/main" id="{B46DAD59-DD5F-4BB0-AE08-4A9DDC91C8B2}"/>
              </a:ext>
            </a:extLst>
          </p:cNvPr>
          <p:cNvSpPr/>
          <p:nvPr/>
        </p:nvSpPr>
        <p:spPr>
          <a:xfrm>
            <a:off x="11265099" y="0"/>
            <a:ext cx="776176" cy="276446"/>
          </a:xfrm>
          <a:prstGeom prst="rect">
            <a:avLst/>
          </a:prstGeom>
          <a:solidFill>
            <a:srgbClr val="FF0000">
              <a:alpha val="6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bg2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F88C252-215F-4B08-9D96-BEE7E65A83A5}"/>
              </a:ext>
            </a:extLst>
          </p:cNvPr>
          <p:cNvSpPr/>
          <p:nvPr/>
        </p:nvSpPr>
        <p:spPr>
          <a:xfrm>
            <a:off x="-20" y="499730"/>
            <a:ext cx="12192000" cy="499730"/>
          </a:xfrm>
          <a:prstGeom prst="rect">
            <a:avLst/>
          </a:prstGeom>
          <a:solidFill>
            <a:schemeClr val="bg1">
              <a:lumMod val="10000"/>
              <a:alpha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bg2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2294E36-009E-48B8-96BC-BC2E7B54ACDD}"/>
              </a:ext>
            </a:extLst>
          </p:cNvPr>
          <p:cNvSpPr/>
          <p:nvPr/>
        </p:nvSpPr>
        <p:spPr>
          <a:xfrm>
            <a:off x="-20" y="6358270"/>
            <a:ext cx="12192000" cy="499730"/>
          </a:xfrm>
          <a:prstGeom prst="rect">
            <a:avLst/>
          </a:prstGeom>
          <a:solidFill>
            <a:schemeClr val="bg1">
              <a:lumMod val="10000"/>
              <a:alpha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2"/>
                </a:solidFill>
                <a:latin typeface="Segoe UI" panose="020B0502040204020203" pitchFamily="34" charset="0"/>
                <a:hlinkClick r:id="rId4" action="ppaction://hlinksldjump"/>
              </a:rPr>
              <a:t>Home</a:t>
            </a:r>
            <a:r>
              <a:rPr lang="en-GB" dirty="0">
                <a:solidFill>
                  <a:schemeClr val="bg2"/>
                </a:solidFill>
                <a:latin typeface="Segoe UI" panose="020B0502040204020203" pitchFamily="34" charset="0"/>
              </a:rPr>
              <a:t>***extensions***help***CMD***insider***</a:t>
            </a:r>
            <a:r>
              <a:rPr lang="en-GB" dirty="0">
                <a:solidFill>
                  <a:schemeClr val="bg2"/>
                </a:solidFill>
                <a:latin typeface="Segoe UI" panose="020B0502040204020203" pitchFamily="34" charset="0"/>
                <a:hlinkClick r:id="rId3" action="ppaction://hlinksldjump"/>
              </a:rPr>
              <a:t>exit</a:t>
            </a:r>
            <a:endParaRPr lang="en-GB" dirty="0">
              <a:solidFill>
                <a:schemeClr val="bg2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29221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6" descr="Full HD p Vista Wallpapers HD, Desktop Backgrounds 1280×800 ...">
            <a:extLst>
              <a:ext uri="{FF2B5EF4-FFF2-40B4-BE49-F238E27FC236}">
                <a16:creationId xmlns:a16="http://schemas.microsoft.com/office/drawing/2014/main" id="{84A6E266-9CE5-440B-96C1-5F8EC22F865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017"/>
          <a:stretch/>
        </p:blipFill>
        <p:spPr bwMode="auto">
          <a:xfrm>
            <a:off x="20" y="1282"/>
            <a:ext cx="12191980" cy="6856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0455193-051E-4F8A-A558-66666F2BA3E6}"/>
              </a:ext>
            </a:extLst>
          </p:cNvPr>
          <p:cNvSpPr/>
          <p:nvPr/>
        </p:nvSpPr>
        <p:spPr>
          <a:xfrm>
            <a:off x="0" y="0"/>
            <a:ext cx="12192000" cy="499730"/>
          </a:xfrm>
          <a:prstGeom prst="rect">
            <a:avLst/>
          </a:prstGeom>
          <a:solidFill>
            <a:schemeClr val="accent1">
              <a:alpha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2"/>
                </a:solidFill>
                <a:latin typeface="Segoe UI" panose="020B0502040204020203" pitchFamily="34" charset="0"/>
              </a:rPr>
              <a:t>INSIDER-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1A1366D-BFE2-4AD2-A711-3DF878FCB602}"/>
              </a:ext>
            </a:extLst>
          </p:cNvPr>
          <p:cNvSpPr/>
          <p:nvPr/>
        </p:nvSpPr>
        <p:spPr>
          <a:xfrm>
            <a:off x="0" y="487817"/>
            <a:ext cx="12191980" cy="6368902"/>
          </a:xfrm>
          <a:prstGeom prst="rect">
            <a:avLst/>
          </a:prstGeom>
          <a:solidFill>
            <a:srgbClr val="76717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bg2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Rectangle 6">
            <a:hlinkClick r:id="rId3" action="ppaction://hlinksldjump"/>
            <a:extLst>
              <a:ext uri="{FF2B5EF4-FFF2-40B4-BE49-F238E27FC236}">
                <a16:creationId xmlns:a16="http://schemas.microsoft.com/office/drawing/2014/main" id="{B46DAD59-DD5F-4BB0-AE08-4A9DDC91C8B2}"/>
              </a:ext>
            </a:extLst>
          </p:cNvPr>
          <p:cNvSpPr/>
          <p:nvPr/>
        </p:nvSpPr>
        <p:spPr>
          <a:xfrm>
            <a:off x="11265099" y="0"/>
            <a:ext cx="776176" cy="276446"/>
          </a:xfrm>
          <a:prstGeom prst="rect">
            <a:avLst/>
          </a:prstGeom>
          <a:solidFill>
            <a:srgbClr val="FF0000">
              <a:alpha val="6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bg2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F88C252-215F-4B08-9D96-BEE7E65A83A5}"/>
              </a:ext>
            </a:extLst>
          </p:cNvPr>
          <p:cNvSpPr/>
          <p:nvPr/>
        </p:nvSpPr>
        <p:spPr>
          <a:xfrm>
            <a:off x="-20" y="499730"/>
            <a:ext cx="12192000" cy="499730"/>
          </a:xfrm>
          <a:prstGeom prst="rect">
            <a:avLst/>
          </a:prstGeom>
          <a:solidFill>
            <a:schemeClr val="accent4">
              <a:alpha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bg2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D3E0A33-33F4-4100-A90D-E621B19900E8}"/>
              </a:ext>
            </a:extLst>
          </p:cNvPr>
          <p:cNvSpPr/>
          <p:nvPr/>
        </p:nvSpPr>
        <p:spPr>
          <a:xfrm>
            <a:off x="-20" y="6358270"/>
            <a:ext cx="12192000" cy="499730"/>
          </a:xfrm>
          <a:prstGeom prst="rect">
            <a:avLst/>
          </a:prstGeom>
          <a:solidFill>
            <a:schemeClr val="accent4">
              <a:alpha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2"/>
                </a:solidFill>
                <a:latin typeface="Segoe UI" panose="020B0502040204020203" pitchFamily="34" charset="0"/>
                <a:hlinkClick r:id="rId4" action="ppaction://hlinksldjump"/>
              </a:rPr>
              <a:t>Home</a:t>
            </a:r>
            <a:r>
              <a:rPr lang="en-GB" dirty="0">
                <a:solidFill>
                  <a:schemeClr val="bg2"/>
                </a:solidFill>
                <a:latin typeface="Segoe UI" panose="020B0502040204020203" pitchFamily="34" charset="0"/>
              </a:rPr>
              <a:t>***extensions***help***CMD***EDGE***</a:t>
            </a:r>
            <a:r>
              <a:rPr lang="en-GB" dirty="0">
                <a:solidFill>
                  <a:schemeClr val="bg2"/>
                </a:solidFill>
                <a:latin typeface="Segoe UI" panose="020B0502040204020203" pitchFamily="34" charset="0"/>
                <a:hlinkClick r:id="rId3" action="ppaction://hlinksldjump"/>
              </a:rPr>
              <a:t>exit</a:t>
            </a:r>
            <a:endParaRPr lang="en-GB" dirty="0">
              <a:solidFill>
                <a:schemeClr val="bg2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83733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0455193-051E-4F8A-A558-66666F2BA3E6}"/>
              </a:ext>
            </a:extLst>
          </p:cNvPr>
          <p:cNvSpPr/>
          <p:nvPr/>
        </p:nvSpPr>
        <p:spPr>
          <a:xfrm>
            <a:off x="0" y="0"/>
            <a:ext cx="12192000" cy="49973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bg2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Rectangle 6">
            <a:hlinkClick r:id="rId2" action="ppaction://hlinksldjump"/>
            <a:extLst>
              <a:ext uri="{FF2B5EF4-FFF2-40B4-BE49-F238E27FC236}">
                <a16:creationId xmlns:a16="http://schemas.microsoft.com/office/drawing/2014/main" id="{B46DAD59-DD5F-4BB0-AE08-4A9DDC91C8B2}"/>
              </a:ext>
            </a:extLst>
          </p:cNvPr>
          <p:cNvSpPr/>
          <p:nvPr/>
        </p:nvSpPr>
        <p:spPr>
          <a:xfrm>
            <a:off x="11265099" y="0"/>
            <a:ext cx="776176" cy="276446"/>
          </a:xfrm>
          <a:prstGeom prst="rect">
            <a:avLst/>
          </a:prstGeom>
          <a:solidFill>
            <a:srgbClr val="FF0000">
              <a:alpha val="6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bg2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09637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6" descr="Full HD p Vista Wallpapers HD, Desktop Backgrounds 1280×800 ...">
            <a:extLst>
              <a:ext uri="{FF2B5EF4-FFF2-40B4-BE49-F238E27FC236}">
                <a16:creationId xmlns:a16="http://schemas.microsoft.com/office/drawing/2014/main" id="{84A6E266-9CE5-440B-96C1-5F8EC22F865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017"/>
          <a:stretch/>
        </p:blipFill>
        <p:spPr bwMode="auto">
          <a:xfrm>
            <a:off x="20" y="1282"/>
            <a:ext cx="12191980" cy="6856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0455193-051E-4F8A-A558-66666F2BA3E6}"/>
              </a:ext>
            </a:extLst>
          </p:cNvPr>
          <p:cNvSpPr/>
          <p:nvPr/>
        </p:nvSpPr>
        <p:spPr>
          <a:xfrm>
            <a:off x="0" y="2524046"/>
            <a:ext cx="7538484" cy="499730"/>
          </a:xfrm>
          <a:prstGeom prst="rect">
            <a:avLst/>
          </a:prstGeom>
          <a:solidFill>
            <a:schemeClr val="accent1">
              <a:alpha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bg2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Rectangle 3">
            <a:hlinkClick r:id="rId3" action="ppaction://hlinksldjump"/>
            <a:extLst>
              <a:ext uri="{FF2B5EF4-FFF2-40B4-BE49-F238E27FC236}">
                <a16:creationId xmlns:a16="http://schemas.microsoft.com/office/drawing/2014/main" id="{AE39A043-0D33-42A3-9986-3B8A658F7CD6}"/>
              </a:ext>
            </a:extLst>
          </p:cNvPr>
          <p:cNvSpPr/>
          <p:nvPr/>
        </p:nvSpPr>
        <p:spPr>
          <a:xfrm>
            <a:off x="6639429" y="2524046"/>
            <a:ext cx="776176" cy="276446"/>
          </a:xfrm>
          <a:prstGeom prst="rect">
            <a:avLst/>
          </a:prstGeom>
          <a:solidFill>
            <a:srgbClr val="FF0000">
              <a:alpha val="6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bg2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1A1366D-BFE2-4AD2-A711-3DF878FCB602}"/>
              </a:ext>
            </a:extLst>
          </p:cNvPr>
          <p:cNvSpPr/>
          <p:nvPr/>
        </p:nvSpPr>
        <p:spPr>
          <a:xfrm>
            <a:off x="0" y="2918731"/>
            <a:ext cx="7538484" cy="3937988"/>
          </a:xfrm>
          <a:prstGeom prst="rect">
            <a:avLst/>
          </a:prstGeom>
          <a:solidFill>
            <a:srgbClr val="76717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bg2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83265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6" descr="Full HD p Vista Wallpapers HD, Desktop Backgrounds 1280×800 ...">
            <a:extLst>
              <a:ext uri="{FF2B5EF4-FFF2-40B4-BE49-F238E27FC236}">
                <a16:creationId xmlns:a16="http://schemas.microsoft.com/office/drawing/2014/main" id="{84A6E266-9CE5-440B-96C1-5F8EC22F865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017"/>
          <a:stretch/>
        </p:blipFill>
        <p:spPr bwMode="auto">
          <a:xfrm>
            <a:off x="20" y="1282"/>
            <a:ext cx="12191980" cy="6856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1A1366D-BFE2-4AD2-A711-3DF878FCB602}"/>
              </a:ext>
            </a:extLst>
          </p:cNvPr>
          <p:cNvSpPr/>
          <p:nvPr/>
        </p:nvSpPr>
        <p:spPr>
          <a:xfrm>
            <a:off x="2326758" y="1460006"/>
            <a:ext cx="7538484" cy="3937988"/>
          </a:xfrm>
          <a:prstGeom prst="rect">
            <a:avLst/>
          </a:prstGeom>
          <a:solidFill>
            <a:schemeClr val="bg1">
              <a:lumMod val="65000"/>
              <a:alpha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bg2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Rectangle 3">
            <a:hlinkClick r:id="rId3" action="ppaction://hlinksldjump"/>
            <a:extLst>
              <a:ext uri="{FF2B5EF4-FFF2-40B4-BE49-F238E27FC236}">
                <a16:creationId xmlns:a16="http://schemas.microsoft.com/office/drawing/2014/main" id="{AE39A043-0D33-42A3-9986-3B8A658F7CD6}"/>
              </a:ext>
            </a:extLst>
          </p:cNvPr>
          <p:cNvSpPr/>
          <p:nvPr/>
        </p:nvSpPr>
        <p:spPr>
          <a:xfrm>
            <a:off x="8980695" y="1460006"/>
            <a:ext cx="776176" cy="276446"/>
          </a:xfrm>
          <a:prstGeom prst="rect">
            <a:avLst/>
          </a:prstGeom>
          <a:solidFill>
            <a:srgbClr val="FF0000">
              <a:alpha val="6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bg2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35288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6" descr="Full HD p Vista Wallpapers HD, Desktop Backgrounds 1280×800 ...">
            <a:extLst>
              <a:ext uri="{FF2B5EF4-FFF2-40B4-BE49-F238E27FC236}">
                <a16:creationId xmlns:a16="http://schemas.microsoft.com/office/drawing/2014/main" id="{84A6E266-9CE5-440B-96C1-5F8EC22F865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017"/>
          <a:stretch/>
        </p:blipFill>
        <p:spPr bwMode="auto">
          <a:xfrm>
            <a:off x="20" y="1282"/>
            <a:ext cx="12191980" cy="6856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1A1366D-BFE2-4AD2-A711-3DF878FCB602}"/>
              </a:ext>
            </a:extLst>
          </p:cNvPr>
          <p:cNvSpPr/>
          <p:nvPr/>
        </p:nvSpPr>
        <p:spPr>
          <a:xfrm>
            <a:off x="2326758" y="1460006"/>
            <a:ext cx="7538484" cy="3937988"/>
          </a:xfrm>
          <a:prstGeom prst="rect">
            <a:avLst/>
          </a:prstGeom>
          <a:solidFill>
            <a:schemeClr val="bg1">
              <a:lumMod val="65000"/>
              <a:alpha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2"/>
                </a:solidFill>
                <a:latin typeface="Segoe UI" panose="020B0502040204020203" pitchFamily="34" charset="0"/>
              </a:rPr>
              <a:t>Access denied</a:t>
            </a:r>
          </a:p>
          <a:p>
            <a:pPr algn="ctr"/>
            <a:endParaRPr lang="en-GB" dirty="0">
              <a:solidFill>
                <a:schemeClr val="bg2"/>
              </a:solidFill>
              <a:latin typeface="Segoe UI" panose="020B0502040204020203" pitchFamily="34" charset="0"/>
            </a:endParaRPr>
          </a:p>
          <a:p>
            <a:pPr algn="ctr"/>
            <a:r>
              <a:rPr lang="en-GB" dirty="0">
                <a:solidFill>
                  <a:schemeClr val="bg2"/>
                </a:solidFill>
                <a:latin typeface="Segoe UI" panose="020B0502040204020203" pitchFamily="34" charset="0"/>
              </a:rPr>
              <a:t>You have been denied access. </a:t>
            </a:r>
          </a:p>
        </p:txBody>
      </p:sp>
      <p:sp>
        <p:nvSpPr>
          <p:cNvPr id="4" name="Rectangle 3">
            <a:hlinkClick r:id="rId3" action="ppaction://hlinksldjump"/>
            <a:extLst>
              <a:ext uri="{FF2B5EF4-FFF2-40B4-BE49-F238E27FC236}">
                <a16:creationId xmlns:a16="http://schemas.microsoft.com/office/drawing/2014/main" id="{AE39A043-0D33-42A3-9986-3B8A658F7CD6}"/>
              </a:ext>
            </a:extLst>
          </p:cNvPr>
          <p:cNvSpPr/>
          <p:nvPr/>
        </p:nvSpPr>
        <p:spPr>
          <a:xfrm>
            <a:off x="8980695" y="1460006"/>
            <a:ext cx="776176" cy="276446"/>
          </a:xfrm>
          <a:prstGeom prst="rect">
            <a:avLst/>
          </a:prstGeom>
          <a:solidFill>
            <a:srgbClr val="FF0000">
              <a:alpha val="6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bg2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62079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0455193-051E-4F8A-A558-66666F2BA3E6}"/>
              </a:ext>
            </a:extLst>
          </p:cNvPr>
          <p:cNvSpPr/>
          <p:nvPr/>
        </p:nvSpPr>
        <p:spPr>
          <a:xfrm>
            <a:off x="0" y="0"/>
            <a:ext cx="12192000" cy="49973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2"/>
                </a:solidFill>
                <a:latin typeface="Segoe UI" panose="020B0502040204020203" pitchFamily="34" charset="0"/>
              </a:rPr>
              <a:t>LEGACYICONS.DLL</a:t>
            </a:r>
          </a:p>
        </p:txBody>
      </p:sp>
      <p:sp>
        <p:nvSpPr>
          <p:cNvPr id="7" name="Rectangle 6">
            <a:hlinkClick r:id="rId2" action="ppaction://hlinksldjump"/>
            <a:extLst>
              <a:ext uri="{FF2B5EF4-FFF2-40B4-BE49-F238E27FC236}">
                <a16:creationId xmlns:a16="http://schemas.microsoft.com/office/drawing/2014/main" id="{B46DAD59-DD5F-4BB0-AE08-4A9DDC91C8B2}"/>
              </a:ext>
            </a:extLst>
          </p:cNvPr>
          <p:cNvSpPr/>
          <p:nvPr/>
        </p:nvSpPr>
        <p:spPr>
          <a:xfrm>
            <a:off x="11265099" y="0"/>
            <a:ext cx="776176" cy="276446"/>
          </a:xfrm>
          <a:prstGeom prst="rect">
            <a:avLst/>
          </a:prstGeom>
          <a:solidFill>
            <a:srgbClr val="FF0000">
              <a:alpha val="6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dirty="0">
              <a:solidFill>
                <a:schemeClr val="bg2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F4106D9-5FA8-47EC-A4B1-81F16847EF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>
              <a:solidFill>
                <a:schemeClr val="bg2"/>
              </a:solidFill>
              <a:latin typeface="Segoe UI" panose="020B0502040204020203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0F5B1FA-720B-4069-BB9E-21809407F1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07" y="435667"/>
            <a:ext cx="398146" cy="39814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1912D1C-665D-4E7C-8EB1-5B5425C9D8D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0525" y="514082"/>
            <a:ext cx="425302" cy="42530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A74F2AD-3319-463F-BED1-B3932DBB03F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8163" y="560158"/>
            <a:ext cx="425302" cy="42530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4B40DB9-520E-4177-BE10-43D7B27458F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0197" y="686860"/>
            <a:ext cx="425303" cy="42530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568BB1A4-2282-4F0E-83AF-E4049B6F271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7943" y="503429"/>
            <a:ext cx="425303" cy="425303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DAA14429-729D-40F0-8423-E80339E4D03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4802" y="1229047"/>
            <a:ext cx="457200" cy="4572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E38CCE95-2138-4A39-B7F8-8C7A16DFDF8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1245" y="560158"/>
            <a:ext cx="528506" cy="528506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C46B5A73-3B25-4169-A2A0-619B456E5B2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8364" y="668462"/>
            <a:ext cx="457200" cy="45720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9ADDD5E-88B2-47B8-A630-6B819B347DB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3749" y="1411650"/>
            <a:ext cx="304800" cy="3048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F9C3E05F-6503-45A1-B85F-55F3384D9C6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1384" y="1524763"/>
            <a:ext cx="228600" cy="22860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E8F7DC4F-F296-4515-AF9D-7070730A189D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461" y="1229047"/>
            <a:ext cx="457200" cy="45720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C0448AEE-6789-49AB-A4CA-9465C6FC2ACA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7836" y="687925"/>
            <a:ext cx="457201" cy="457201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CDF7DE56-6BEC-47CD-8334-E960EEE78DF5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7157" y="703873"/>
            <a:ext cx="425303" cy="425303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D2E49BE4-2E4C-4D48-B0E8-F99A906E4A13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0352" y="1596391"/>
            <a:ext cx="457200" cy="457200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A58AE246-6AF8-4A30-95A0-60F7AD29EE49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4079" y="1587229"/>
            <a:ext cx="228600" cy="228600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CDC9840B-5F24-4AE3-950E-E8B13FAA9F08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1654" y="634559"/>
            <a:ext cx="609600" cy="609600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317257AA-0A52-41D6-8973-0A11D0A1F38D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3100" y="1411650"/>
            <a:ext cx="457200" cy="457200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D7D54654-DD6E-4FC5-ACDD-D1C3189522BB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6712" y="572474"/>
            <a:ext cx="457200" cy="457200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6B25AE71-3473-44EC-9CBA-65FD31AD2962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014" y="1290194"/>
            <a:ext cx="365051" cy="365051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06137BCD-B782-480F-8430-7A2554049261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414" y="551475"/>
            <a:ext cx="365051" cy="365051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55756A03-A63E-40FA-9238-9EA8CA00A0CE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3430" y="1524763"/>
            <a:ext cx="457200" cy="457200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069AC667-0779-4FD8-855B-C5334DA0B81D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8377" y="1577120"/>
            <a:ext cx="495742" cy="495742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F8C44E40-96AC-4A13-ABA7-4E3210D46A12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8827" y="671830"/>
            <a:ext cx="419100" cy="41910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2478E9AF-895B-42A3-8580-75940985ECBE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2000" y="1233698"/>
            <a:ext cx="582131" cy="582131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7FF20D46-F229-4F4C-A6BD-F560C66B925E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9441" y="1412535"/>
            <a:ext cx="360178" cy="360178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A4F236EC-FB9F-413F-B2B1-AC20AA31AA55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2294" y="1413800"/>
            <a:ext cx="358913" cy="358913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476E7CBA-4975-417F-88B2-18C402F6C90E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2256" y="697266"/>
            <a:ext cx="467203" cy="467203"/>
          </a:xfrm>
          <a:prstGeom prst="rect">
            <a:avLst/>
          </a:prstGeom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FB5CFFC4-2F3C-4A2F-88B6-3656FD25A9B0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BEBA8EAE-BF5A-486C-A8C5-ECC9F3942E4B}">
                <a14:imgProps xmlns:a14="http://schemas.microsoft.com/office/drawing/2010/main">
                  <a14:imgLayer r:embed="rId31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006818" y="742579"/>
            <a:ext cx="405768" cy="393610"/>
          </a:xfrm>
          <a:prstGeom prst="rect">
            <a:avLst/>
          </a:prstGeom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EAAE8FA3-C548-4E2F-B860-A5369E77DACD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BEBA8EAE-BF5A-486C-A8C5-ECC9F3942E4B}">
                <a14:imgProps xmlns:a14="http://schemas.microsoft.com/office/drawing/2010/main">
                  <a14:imgLayer r:embed="rId33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590743" y="793460"/>
            <a:ext cx="405768" cy="365051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95721D4F-27C9-4ABD-B8B7-EB45BAC7D68A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6464" y="764126"/>
            <a:ext cx="304800" cy="304800"/>
          </a:xfrm>
          <a:prstGeom prst="rect">
            <a:avLst/>
          </a:prstGeom>
        </p:spPr>
      </p:pic>
      <p:pic>
        <p:nvPicPr>
          <p:cNvPr id="71" name="Graphic 70">
            <a:extLst>
              <a:ext uri="{FF2B5EF4-FFF2-40B4-BE49-F238E27FC236}">
                <a16:creationId xmlns:a16="http://schemas.microsoft.com/office/drawing/2014/main" id="{9E5F1895-A34F-4267-B283-47154315B646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10430149" y="727213"/>
            <a:ext cx="476692" cy="476692"/>
          </a:xfrm>
          <a:prstGeom prst="rect">
            <a:avLst/>
          </a:prstGeom>
        </p:spPr>
      </p:pic>
      <p:pic>
        <p:nvPicPr>
          <p:cNvPr id="75" name="Picture 74">
            <a:extLst>
              <a:ext uri="{FF2B5EF4-FFF2-40B4-BE49-F238E27FC236}">
                <a16:creationId xmlns:a16="http://schemas.microsoft.com/office/drawing/2014/main" id="{D87253EC-5B50-4EBB-BAD7-D9FD3214863A}"/>
              </a:ext>
            </a:extLst>
          </p:cNvPr>
          <p:cNvPicPr>
            <a:picLocks noChangeAspect="1"/>
          </p:cNvPicPr>
          <p:nvPr/>
        </p:nvPicPr>
        <p:blipFill>
          <a:blip r:embed="rId36">
            <a:duotone>
              <a:prstClr val="black"/>
              <a:srgbClr val="40831C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4446" y="552508"/>
            <a:ext cx="502309" cy="49713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CC8FFEF-05A8-44C8-A1A8-B347AF07C979}"/>
              </a:ext>
            </a:extLst>
          </p:cNvPr>
          <p:cNvPicPr>
            <a:picLocks noChangeAspect="1"/>
          </p:cNvPicPr>
          <p:nvPr/>
        </p:nvPicPr>
        <p:blipFill>
          <a:blip r:embed="rId3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2611" y="1607114"/>
            <a:ext cx="331197" cy="331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78174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0455193-051E-4F8A-A558-66666F2BA3E6}"/>
              </a:ext>
            </a:extLst>
          </p:cNvPr>
          <p:cNvSpPr/>
          <p:nvPr/>
        </p:nvSpPr>
        <p:spPr>
          <a:xfrm>
            <a:off x="0" y="0"/>
            <a:ext cx="12192000" cy="49973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2"/>
                </a:solidFill>
                <a:latin typeface="Segoe UI" panose="020B0502040204020203" pitchFamily="34" charset="0"/>
              </a:rPr>
              <a:t>ICONS.DLL</a:t>
            </a:r>
          </a:p>
        </p:txBody>
      </p:sp>
      <p:sp>
        <p:nvSpPr>
          <p:cNvPr id="7" name="Rectangle 6">
            <a:hlinkClick r:id="rId2" action="ppaction://hlinksldjump"/>
            <a:extLst>
              <a:ext uri="{FF2B5EF4-FFF2-40B4-BE49-F238E27FC236}">
                <a16:creationId xmlns:a16="http://schemas.microsoft.com/office/drawing/2014/main" id="{B46DAD59-DD5F-4BB0-AE08-4A9DDC91C8B2}"/>
              </a:ext>
            </a:extLst>
          </p:cNvPr>
          <p:cNvSpPr/>
          <p:nvPr/>
        </p:nvSpPr>
        <p:spPr>
          <a:xfrm>
            <a:off x="11265099" y="0"/>
            <a:ext cx="776176" cy="276446"/>
          </a:xfrm>
          <a:prstGeom prst="rect">
            <a:avLst/>
          </a:prstGeom>
          <a:solidFill>
            <a:srgbClr val="FF0000">
              <a:alpha val="6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bg2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C17F762-43E3-468E-B888-DDB25385FE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>
              <a:solidFill>
                <a:schemeClr val="bg2"/>
              </a:solidFill>
              <a:latin typeface="Segoe UI" panose="020B0502040204020203" pitchFamily="34" charset="0"/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91E5C730-FD83-4DDB-9E49-73F98ABB30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14278" y="671032"/>
            <a:ext cx="457200" cy="45720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F92B3B75-D681-4619-9508-C95D60D5DE6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947220" y="610336"/>
            <a:ext cx="448340" cy="44834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8AA092CF-3907-449B-B1AC-F6AD83D940C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062417" y="671032"/>
            <a:ext cx="457200" cy="4572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3FAD147B-30ED-4F57-903F-5B9FBB3E606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606534" y="671032"/>
            <a:ext cx="406373" cy="406373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F0B35295-F0DB-4982-B3B6-BE676449664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950916" y="709921"/>
            <a:ext cx="476692" cy="476692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FA7DECA7-569E-4E34-882A-F394F14C0AE8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537061" y="540698"/>
            <a:ext cx="536707" cy="536707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012C02C0-B4B1-427B-B988-26286981BD37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271390" y="604509"/>
            <a:ext cx="476692" cy="476692"/>
          </a:xfrm>
          <a:prstGeom prst="rect">
            <a:avLst/>
          </a:prstGeom>
        </p:spPr>
      </p:pic>
      <p:pic>
        <p:nvPicPr>
          <p:cNvPr id="23" name="Graphic 22">
            <a:extLst>
              <a:ext uri="{FF2B5EF4-FFF2-40B4-BE49-F238E27FC236}">
                <a16:creationId xmlns:a16="http://schemas.microsoft.com/office/drawing/2014/main" id="{FDA40C61-8400-47CD-8BB0-954B94F5DCA8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8423132" y="676524"/>
            <a:ext cx="497003" cy="497003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E00A6A34-D9EB-4A0B-B943-6CD69EA4C716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4945704" y="621690"/>
            <a:ext cx="555884" cy="555884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864A5DE7-050F-44D3-8037-C99D99CA2DC9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5577628" y="671736"/>
            <a:ext cx="476692" cy="476692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EEAE73B6-2C48-4320-B253-96E1925E2FBC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34848" y="1288373"/>
            <a:ext cx="476692" cy="476692"/>
          </a:xfrm>
          <a:prstGeom prst="rect">
            <a:avLst/>
          </a:prstGeom>
        </p:spPr>
      </p:pic>
      <p:pic>
        <p:nvPicPr>
          <p:cNvPr id="31" name="Graphic 30">
            <a:extLst>
              <a:ext uri="{FF2B5EF4-FFF2-40B4-BE49-F238E27FC236}">
                <a16:creationId xmlns:a16="http://schemas.microsoft.com/office/drawing/2014/main" id="{2E466389-8A3D-49ED-B7B3-2ED483B41593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11019274" y="703594"/>
            <a:ext cx="425303" cy="425303"/>
          </a:xfrm>
          <a:prstGeom prst="rect">
            <a:avLst/>
          </a:prstGeom>
        </p:spPr>
      </p:pic>
      <p:pic>
        <p:nvPicPr>
          <p:cNvPr id="33" name="Graphic 32">
            <a:extLst>
              <a:ext uri="{FF2B5EF4-FFF2-40B4-BE49-F238E27FC236}">
                <a16:creationId xmlns:a16="http://schemas.microsoft.com/office/drawing/2014/main" id="{536F0787-03A0-46E5-A45E-FE569029F460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10287154" y="646972"/>
            <a:ext cx="555884" cy="555884"/>
          </a:xfrm>
          <a:prstGeom prst="rect">
            <a:avLst/>
          </a:prstGeom>
        </p:spPr>
      </p:pic>
      <p:pic>
        <p:nvPicPr>
          <p:cNvPr id="35" name="Graphic 34">
            <a:extLst>
              <a:ext uri="{FF2B5EF4-FFF2-40B4-BE49-F238E27FC236}">
                <a16:creationId xmlns:a16="http://schemas.microsoft.com/office/drawing/2014/main" id="{0027C76F-0D71-4E0F-A1CE-B55FB279E07A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9694486" y="703594"/>
            <a:ext cx="476692" cy="476692"/>
          </a:xfrm>
          <a:prstGeom prst="rect">
            <a:avLst/>
          </a:prstGeom>
        </p:spPr>
      </p:pic>
      <p:pic>
        <p:nvPicPr>
          <p:cNvPr id="37" name="Graphic 36">
            <a:extLst>
              <a:ext uri="{FF2B5EF4-FFF2-40B4-BE49-F238E27FC236}">
                <a16:creationId xmlns:a16="http://schemas.microsoft.com/office/drawing/2014/main" id="{EA3FEF7F-AABF-4899-AE53-22E1DB580312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683321" y="1236697"/>
            <a:ext cx="555884" cy="555884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B9634BE5-C4C9-4269-8170-27002B1F8822}"/>
              </a:ext>
            </a:extLst>
          </p:cNvPr>
          <p:cNvPicPr>
            <a:picLocks noChangeAspect="1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1368467" y="1315889"/>
            <a:ext cx="476692" cy="476692"/>
          </a:xfrm>
          <a:prstGeom prst="rect">
            <a:avLst/>
          </a:prstGeom>
        </p:spPr>
      </p:pic>
      <p:pic>
        <p:nvPicPr>
          <p:cNvPr id="41" name="Graphic 40">
            <a:extLst>
              <a:ext uri="{FF2B5EF4-FFF2-40B4-BE49-F238E27FC236}">
                <a16:creationId xmlns:a16="http://schemas.microsoft.com/office/drawing/2014/main" id="{CDB4C5E9-307E-4343-876E-7437FBFFA2D4}"/>
              </a:ext>
            </a:extLst>
          </p:cNvPr>
          <p:cNvPicPr>
            <a:picLocks noChangeAspect="1"/>
          </p:cNvPicPr>
          <p:nvPr/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1994788" y="1315889"/>
            <a:ext cx="505662" cy="505662"/>
          </a:xfrm>
          <a:prstGeom prst="rect">
            <a:avLst/>
          </a:prstGeom>
        </p:spPr>
      </p:pic>
      <p:pic>
        <p:nvPicPr>
          <p:cNvPr id="43" name="Graphic 42">
            <a:extLst>
              <a:ext uri="{FF2B5EF4-FFF2-40B4-BE49-F238E27FC236}">
                <a16:creationId xmlns:a16="http://schemas.microsoft.com/office/drawing/2014/main" id="{6A0DA28C-DBC9-42BE-9A15-CA272192C754}"/>
              </a:ext>
            </a:extLst>
          </p:cNvPr>
          <p:cNvPicPr>
            <a:picLocks noChangeAspect="1"/>
          </p:cNvPicPr>
          <p:nvPr/>
        </p:nvPicPr>
        <p:blipFill>
          <a:blip r:embed="rId3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2672283" y="1334512"/>
            <a:ext cx="425303" cy="425303"/>
          </a:xfrm>
          <a:prstGeom prst="rect">
            <a:avLst/>
          </a:prstGeom>
        </p:spPr>
      </p:pic>
      <p:pic>
        <p:nvPicPr>
          <p:cNvPr id="45" name="Graphic 44">
            <a:extLst>
              <a:ext uri="{FF2B5EF4-FFF2-40B4-BE49-F238E27FC236}">
                <a16:creationId xmlns:a16="http://schemas.microsoft.com/office/drawing/2014/main" id="{D05A27B6-D5D0-4DB9-927D-D08B912C53D8}"/>
              </a:ext>
            </a:extLst>
          </p:cNvPr>
          <p:cNvPicPr>
            <a:picLocks noChangeAspect="1"/>
          </p:cNvPicPr>
          <p:nvPr/>
        </p:nvPicPr>
        <p:blipFill>
          <a:blip r:embed="rId3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3737525" y="1308816"/>
            <a:ext cx="476692" cy="476692"/>
          </a:xfrm>
          <a:prstGeom prst="rect">
            <a:avLst/>
          </a:prstGeom>
        </p:spPr>
      </p:pic>
      <p:pic>
        <p:nvPicPr>
          <p:cNvPr id="47" name="Graphic 46" descr="Optical disc">
            <a:extLst>
              <a:ext uri="{FF2B5EF4-FFF2-40B4-BE49-F238E27FC236}">
                <a16:creationId xmlns:a16="http://schemas.microsoft.com/office/drawing/2014/main" id="{9445E3CA-9629-4400-B660-85DD21C7636B}"/>
              </a:ext>
            </a:extLst>
          </p:cNvPr>
          <p:cNvPicPr>
            <a:picLocks noChangeAspect="1"/>
          </p:cNvPicPr>
          <p:nvPr/>
        </p:nvPicPr>
        <p:blipFill>
          <a:blip r:embed="rId4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4520890" y="1239705"/>
            <a:ext cx="476692" cy="476692"/>
          </a:xfrm>
          <a:prstGeom prst="rect">
            <a:avLst/>
          </a:prstGeom>
        </p:spPr>
      </p:pic>
      <p:pic>
        <p:nvPicPr>
          <p:cNvPr id="49" name="Graphic 48" descr="Music">
            <a:extLst>
              <a:ext uri="{FF2B5EF4-FFF2-40B4-BE49-F238E27FC236}">
                <a16:creationId xmlns:a16="http://schemas.microsoft.com/office/drawing/2014/main" id="{66D24297-C9E0-42F0-8AB1-FAF47D61986E}"/>
              </a:ext>
            </a:extLst>
          </p:cNvPr>
          <p:cNvPicPr>
            <a:picLocks noChangeAspect="1"/>
          </p:cNvPicPr>
          <p:nvPr/>
        </p:nvPicPr>
        <p:blipFill>
          <a:blip r:embed="rId4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4"/>
              </a:ext>
            </a:extLst>
          </a:blip>
          <a:stretch>
            <a:fillRect/>
          </a:stretch>
        </p:blipFill>
        <p:spPr>
          <a:xfrm>
            <a:off x="5084152" y="1160642"/>
            <a:ext cx="555884" cy="555884"/>
          </a:xfrm>
          <a:prstGeom prst="rect">
            <a:avLst/>
          </a:prstGeom>
        </p:spPr>
      </p:pic>
      <p:pic>
        <p:nvPicPr>
          <p:cNvPr id="51" name="Graphic 50" descr="Flip calendar">
            <a:extLst>
              <a:ext uri="{FF2B5EF4-FFF2-40B4-BE49-F238E27FC236}">
                <a16:creationId xmlns:a16="http://schemas.microsoft.com/office/drawing/2014/main" id="{B9C0E764-09CA-40D9-923B-E5E644BF1E0F}"/>
              </a:ext>
            </a:extLst>
          </p:cNvPr>
          <p:cNvPicPr>
            <a:picLocks noChangeAspect="1"/>
          </p:cNvPicPr>
          <p:nvPr/>
        </p:nvPicPr>
        <p:blipFill>
          <a:blip r:embed="rId4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6"/>
              </a:ext>
            </a:extLst>
          </a:blip>
          <a:stretch>
            <a:fillRect/>
          </a:stretch>
        </p:blipFill>
        <p:spPr>
          <a:xfrm>
            <a:off x="5747588" y="1236697"/>
            <a:ext cx="451354" cy="451354"/>
          </a:xfrm>
          <a:prstGeom prst="rect">
            <a:avLst/>
          </a:prstGeom>
        </p:spPr>
      </p:pic>
      <p:pic>
        <p:nvPicPr>
          <p:cNvPr id="53" name="Graphic 52" descr="Wi Fi">
            <a:extLst>
              <a:ext uri="{FF2B5EF4-FFF2-40B4-BE49-F238E27FC236}">
                <a16:creationId xmlns:a16="http://schemas.microsoft.com/office/drawing/2014/main" id="{AF928D92-EF08-4C11-BFBC-BB083802BA68}"/>
              </a:ext>
            </a:extLst>
          </p:cNvPr>
          <p:cNvPicPr>
            <a:picLocks noChangeAspect="1"/>
          </p:cNvPicPr>
          <p:nvPr/>
        </p:nvPicPr>
        <p:blipFill>
          <a:blip r:embed="rId4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8"/>
              </a:ext>
            </a:extLst>
          </a:blip>
          <a:stretch>
            <a:fillRect/>
          </a:stretch>
        </p:blipFill>
        <p:spPr>
          <a:xfrm>
            <a:off x="6306494" y="1077405"/>
            <a:ext cx="555884" cy="555884"/>
          </a:xfrm>
          <a:prstGeom prst="rect">
            <a:avLst/>
          </a:prstGeom>
        </p:spPr>
      </p:pic>
      <p:pic>
        <p:nvPicPr>
          <p:cNvPr id="55" name="Graphic 54" descr="Map with pin">
            <a:extLst>
              <a:ext uri="{FF2B5EF4-FFF2-40B4-BE49-F238E27FC236}">
                <a16:creationId xmlns:a16="http://schemas.microsoft.com/office/drawing/2014/main" id="{7E6540C2-C598-4F85-8FDF-208E625CE509}"/>
              </a:ext>
            </a:extLst>
          </p:cNvPr>
          <p:cNvPicPr>
            <a:picLocks noChangeAspect="1"/>
          </p:cNvPicPr>
          <p:nvPr/>
        </p:nvPicPr>
        <p:blipFill>
          <a:blip r:embed="rId4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0"/>
              </a:ext>
            </a:extLst>
          </a:blip>
          <a:stretch>
            <a:fillRect/>
          </a:stretch>
        </p:blipFill>
        <p:spPr>
          <a:xfrm>
            <a:off x="6893496" y="1126284"/>
            <a:ext cx="470482" cy="470482"/>
          </a:xfrm>
          <a:prstGeom prst="rect">
            <a:avLst/>
          </a:prstGeom>
        </p:spPr>
      </p:pic>
      <p:pic>
        <p:nvPicPr>
          <p:cNvPr id="57" name="Graphic 56" descr="Chevron arrows RTL">
            <a:extLst>
              <a:ext uri="{FF2B5EF4-FFF2-40B4-BE49-F238E27FC236}">
                <a16:creationId xmlns:a16="http://schemas.microsoft.com/office/drawing/2014/main" id="{1E530886-1DDA-4035-8E87-FD5B221F7368}"/>
              </a:ext>
            </a:extLst>
          </p:cNvPr>
          <p:cNvPicPr>
            <a:picLocks noChangeAspect="1"/>
          </p:cNvPicPr>
          <p:nvPr/>
        </p:nvPicPr>
        <p:blipFill>
          <a:blip r:embed="rId5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2"/>
              </a:ext>
            </a:extLst>
          </a:blip>
          <a:stretch>
            <a:fillRect/>
          </a:stretch>
        </p:blipFill>
        <p:spPr>
          <a:xfrm>
            <a:off x="7663515" y="1188549"/>
            <a:ext cx="425303" cy="425303"/>
          </a:xfrm>
          <a:prstGeom prst="rect">
            <a:avLst/>
          </a:prstGeom>
        </p:spPr>
      </p:pic>
      <p:pic>
        <p:nvPicPr>
          <p:cNvPr id="59" name="Graphic 58" descr="Unlock">
            <a:extLst>
              <a:ext uri="{FF2B5EF4-FFF2-40B4-BE49-F238E27FC236}">
                <a16:creationId xmlns:a16="http://schemas.microsoft.com/office/drawing/2014/main" id="{FDE66B6A-10C6-4CAE-8C42-AE7440E357DB}"/>
              </a:ext>
            </a:extLst>
          </p:cNvPr>
          <p:cNvPicPr>
            <a:picLocks noChangeAspect="1"/>
          </p:cNvPicPr>
          <p:nvPr/>
        </p:nvPicPr>
        <p:blipFill>
          <a:blip r:embed="rId5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4"/>
              </a:ext>
            </a:extLst>
          </a:blip>
          <a:stretch>
            <a:fillRect/>
          </a:stretch>
        </p:blipFill>
        <p:spPr>
          <a:xfrm>
            <a:off x="8423132" y="1148428"/>
            <a:ext cx="476692" cy="476692"/>
          </a:xfrm>
          <a:prstGeom prst="rect">
            <a:avLst/>
          </a:prstGeom>
        </p:spPr>
      </p:pic>
      <p:pic>
        <p:nvPicPr>
          <p:cNvPr id="61" name="Graphic 60" descr="Irritant">
            <a:extLst>
              <a:ext uri="{FF2B5EF4-FFF2-40B4-BE49-F238E27FC236}">
                <a16:creationId xmlns:a16="http://schemas.microsoft.com/office/drawing/2014/main" id="{A1F1F017-2B6C-4FD8-AF2E-5B946C94DA3A}"/>
              </a:ext>
            </a:extLst>
          </p:cNvPr>
          <p:cNvPicPr>
            <a:picLocks noChangeAspect="1"/>
          </p:cNvPicPr>
          <p:nvPr/>
        </p:nvPicPr>
        <p:blipFill>
          <a:blip r:embed="rId5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6"/>
              </a:ext>
            </a:extLst>
          </a:blip>
          <a:stretch>
            <a:fillRect/>
          </a:stretch>
        </p:blipFill>
        <p:spPr>
          <a:xfrm>
            <a:off x="9132862" y="1148428"/>
            <a:ext cx="476692" cy="476692"/>
          </a:xfrm>
          <a:prstGeom prst="rect">
            <a:avLst/>
          </a:prstGeom>
        </p:spPr>
      </p:pic>
      <p:pic>
        <p:nvPicPr>
          <p:cNvPr id="63" name="Graphic 62" descr="Computer">
            <a:extLst>
              <a:ext uri="{FF2B5EF4-FFF2-40B4-BE49-F238E27FC236}">
                <a16:creationId xmlns:a16="http://schemas.microsoft.com/office/drawing/2014/main" id="{7AF8C524-C4EF-4E8C-933E-199EC832DD25}"/>
              </a:ext>
            </a:extLst>
          </p:cNvPr>
          <p:cNvPicPr>
            <a:picLocks noChangeAspect="1"/>
          </p:cNvPicPr>
          <p:nvPr/>
        </p:nvPicPr>
        <p:blipFill>
          <a:blip r:embed="rId5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8"/>
              </a:ext>
            </a:extLst>
          </a:blip>
          <a:stretch>
            <a:fillRect/>
          </a:stretch>
        </p:blipFill>
        <p:spPr>
          <a:xfrm>
            <a:off x="9884877" y="1124012"/>
            <a:ext cx="425303" cy="425303"/>
          </a:xfrm>
          <a:prstGeom prst="rect">
            <a:avLst/>
          </a:prstGeom>
        </p:spPr>
      </p:pic>
      <p:pic>
        <p:nvPicPr>
          <p:cNvPr id="65" name="Graphic 64" descr="Processor">
            <a:extLst>
              <a:ext uri="{FF2B5EF4-FFF2-40B4-BE49-F238E27FC236}">
                <a16:creationId xmlns:a16="http://schemas.microsoft.com/office/drawing/2014/main" id="{190495C0-C0BA-48C1-B8AC-75E0D3860471}"/>
              </a:ext>
            </a:extLst>
          </p:cNvPr>
          <p:cNvPicPr>
            <a:picLocks noChangeAspect="1"/>
          </p:cNvPicPr>
          <p:nvPr/>
        </p:nvPicPr>
        <p:blipFill>
          <a:blip r:embed="rId5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0"/>
              </a:ext>
            </a:extLst>
          </a:blip>
          <a:stretch>
            <a:fillRect/>
          </a:stretch>
        </p:blipFill>
        <p:spPr>
          <a:xfrm>
            <a:off x="10579301" y="1155867"/>
            <a:ext cx="425303" cy="425303"/>
          </a:xfrm>
          <a:prstGeom prst="rect">
            <a:avLst/>
          </a:prstGeom>
        </p:spPr>
      </p:pic>
      <p:pic>
        <p:nvPicPr>
          <p:cNvPr id="67" name="Graphic 66" descr="Web cam">
            <a:extLst>
              <a:ext uri="{FF2B5EF4-FFF2-40B4-BE49-F238E27FC236}">
                <a16:creationId xmlns:a16="http://schemas.microsoft.com/office/drawing/2014/main" id="{81D53223-75EE-413B-B9E0-3F9E45B40005}"/>
              </a:ext>
            </a:extLst>
          </p:cNvPr>
          <p:cNvPicPr>
            <a:picLocks noChangeAspect="1"/>
          </p:cNvPicPr>
          <p:nvPr/>
        </p:nvPicPr>
        <p:blipFill>
          <a:blip r:embed="rId6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2"/>
              </a:ext>
            </a:extLst>
          </a:blip>
          <a:stretch>
            <a:fillRect/>
          </a:stretch>
        </p:blipFill>
        <p:spPr>
          <a:xfrm>
            <a:off x="11169171" y="1155867"/>
            <a:ext cx="476692" cy="476692"/>
          </a:xfrm>
          <a:prstGeom prst="rect">
            <a:avLst/>
          </a:prstGeom>
        </p:spPr>
      </p:pic>
      <p:pic>
        <p:nvPicPr>
          <p:cNvPr id="69" name="Graphic 68">
            <a:extLst>
              <a:ext uri="{FF2B5EF4-FFF2-40B4-BE49-F238E27FC236}">
                <a16:creationId xmlns:a16="http://schemas.microsoft.com/office/drawing/2014/main" id="{5F9C4752-4C1D-4EB7-9EA8-3F6CB3367F07}"/>
              </a:ext>
            </a:extLst>
          </p:cNvPr>
          <p:cNvPicPr>
            <a:picLocks noChangeAspect="1"/>
          </p:cNvPicPr>
          <p:nvPr/>
        </p:nvPicPr>
        <p:blipFill>
          <a:blip r:embed="rId6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4"/>
              </a:ext>
            </a:extLst>
          </a:blip>
          <a:stretch>
            <a:fillRect/>
          </a:stretch>
        </p:blipFill>
        <p:spPr>
          <a:xfrm>
            <a:off x="8081735" y="641369"/>
            <a:ext cx="417307" cy="417307"/>
          </a:xfrm>
          <a:prstGeom prst="rect">
            <a:avLst/>
          </a:prstGeom>
        </p:spPr>
      </p:pic>
      <p:pic>
        <p:nvPicPr>
          <p:cNvPr id="73" name="Graphic 72">
            <a:extLst>
              <a:ext uri="{FF2B5EF4-FFF2-40B4-BE49-F238E27FC236}">
                <a16:creationId xmlns:a16="http://schemas.microsoft.com/office/drawing/2014/main" id="{1E382CFE-1DED-474C-A3F7-018C56E71203}"/>
              </a:ext>
            </a:extLst>
          </p:cNvPr>
          <p:cNvPicPr>
            <a:picLocks noChangeAspect="1"/>
          </p:cNvPicPr>
          <p:nvPr/>
        </p:nvPicPr>
        <p:blipFill>
          <a:blip r:embed="rId6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6"/>
              </a:ext>
            </a:extLst>
          </a:blip>
          <a:stretch>
            <a:fillRect/>
          </a:stretch>
        </p:blipFill>
        <p:spPr>
          <a:xfrm>
            <a:off x="1444865" y="603352"/>
            <a:ext cx="467203" cy="467203"/>
          </a:xfrm>
          <a:prstGeom prst="rect">
            <a:avLst/>
          </a:prstGeom>
        </p:spPr>
      </p:pic>
      <p:pic>
        <p:nvPicPr>
          <p:cNvPr id="75" name="Graphic 74">
            <a:extLst>
              <a:ext uri="{FF2B5EF4-FFF2-40B4-BE49-F238E27FC236}">
                <a16:creationId xmlns:a16="http://schemas.microsoft.com/office/drawing/2014/main" id="{1181DFF0-3991-429F-B723-707F48847FDF}"/>
              </a:ext>
            </a:extLst>
          </p:cNvPr>
          <p:cNvPicPr>
            <a:picLocks noChangeAspect="1"/>
          </p:cNvPicPr>
          <p:nvPr/>
        </p:nvPicPr>
        <p:blipFill>
          <a:blip r:embed="rId6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8"/>
              </a:ext>
            </a:extLst>
          </a:blip>
          <a:stretch>
            <a:fillRect/>
          </a:stretch>
        </p:blipFill>
        <p:spPr>
          <a:xfrm>
            <a:off x="6441800" y="621690"/>
            <a:ext cx="476692" cy="476692"/>
          </a:xfrm>
          <a:prstGeom prst="rect">
            <a:avLst/>
          </a:prstGeom>
        </p:spPr>
      </p:pic>
      <p:pic>
        <p:nvPicPr>
          <p:cNvPr id="77" name="Graphic 76">
            <a:extLst>
              <a:ext uri="{FF2B5EF4-FFF2-40B4-BE49-F238E27FC236}">
                <a16:creationId xmlns:a16="http://schemas.microsoft.com/office/drawing/2014/main" id="{3BA410E4-DBC7-4D02-AA1C-4D56638594AC}"/>
              </a:ext>
            </a:extLst>
          </p:cNvPr>
          <p:cNvPicPr>
            <a:picLocks noChangeAspect="1"/>
          </p:cNvPicPr>
          <p:nvPr/>
        </p:nvPicPr>
        <p:blipFill>
          <a:blip r:embed="rId6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0"/>
              </a:ext>
            </a:extLst>
          </a:blip>
          <a:stretch>
            <a:fillRect/>
          </a:stretch>
        </p:blipFill>
        <p:spPr>
          <a:xfrm>
            <a:off x="7305315" y="624267"/>
            <a:ext cx="476692" cy="476692"/>
          </a:xfrm>
          <a:prstGeom prst="rect">
            <a:avLst/>
          </a:prstGeom>
        </p:spPr>
      </p:pic>
      <p:pic>
        <p:nvPicPr>
          <p:cNvPr id="79" name="Graphic 78">
            <a:extLst>
              <a:ext uri="{FF2B5EF4-FFF2-40B4-BE49-F238E27FC236}">
                <a16:creationId xmlns:a16="http://schemas.microsoft.com/office/drawing/2014/main" id="{F86A5049-E385-4CF0-845E-91F9D0EF5142}"/>
              </a:ext>
            </a:extLst>
          </p:cNvPr>
          <p:cNvPicPr>
            <a:picLocks noChangeAspect="1"/>
          </p:cNvPicPr>
          <p:nvPr/>
        </p:nvPicPr>
        <p:blipFill>
          <a:blip r:embed="rId7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2"/>
              </a:ext>
            </a:extLst>
          </a:blip>
          <a:stretch>
            <a:fillRect/>
          </a:stretch>
        </p:blipFill>
        <p:spPr>
          <a:xfrm>
            <a:off x="8977591" y="672230"/>
            <a:ext cx="476692" cy="476692"/>
          </a:xfrm>
          <a:prstGeom prst="rect">
            <a:avLst/>
          </a:prstGeom>
        </p:spPr>
      </p:pic>
      <p:pic>
        <p:nvPicPr>
          <p:cNvPr id="81" name="Picture 80">
            <a:extLst>
              <a:ext uri="{FF2B5EF4-FFF2-40B4-BE49-F238E27FC236}">
                <a16:creationId xmlns:a16="http://schemas.microsoft.com/office/drawing/2014/main" id="{649239CB-84FB-496B-AAAE-3099A02F8110}"/>
              </a:ext>
            </a:extLst>
          </p:cNvPr>
          <p:cNvPicPr>
            <a:picLocks noChangeAspect="1"/>
          </p:cNvPicPr>
          <p:nvPr/>
        </p:nvPicPr>
        <p:blipFill>
          <a:blip r:embed="rId7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384" y="2271736"/>
            <a:ext cx="1641743" cy="286654"/>
          </a:xfrm>
          <a:prstGeom prst="rect">
            <a:avLst/>
          </a:prstGeom>
        </p:spPr>
      </p:pic>
      <p:pic>
        <p:nvPicPr>
          <p:cNvPr id="83" name="Picture 82">
            <a:extLst>
              <a:ext uri="{FF2B5EF4-FFF2-40B4-BE49-F238E27FC236}">
                <a16:creationId xmlns:a16="http://schemas.microsoft.com/office/drawing/2014/main" id="{D8339089-DB5C-4D01-9D9F-CE6F6B3572FA}"/>
              </a:ext>
            </a:extLst>
          </p:cNvPr>
          <p:cNvPicPr>
            <a:picLocks noChangeAspect="1"/>
          </p:cNvPicPr>
          <p:nvPr/>
        </p:nvPicPr>
        <p:blipFill>
          <a:blip r:embed="rId74">
            <a:extLst>
              <a:ext uri="{BEBA8EAE-BF5A-486C-A8C5-ECC9F3942E4B}">
                <a14:imgProps xmlns:a14="http://schemas.microsoft.com/office/drawing/2010/main">
                  <a14:imgLayer r:embed="rId75">
                    <a14:imgEffect>
                      <a14:backgroundRemoval t="1389" b="98611" l="5556" r="88889">
                        <a14:foregroundMark x1="45737" y1="7041" x2="11111" y2="41667"/>
                        <a14:foregroundMark x1="35376" y1="87500" x2="36111" y2="88889"/>
                        <a14:foregroundMark x1="34641" y1="86111" x2="35376" y2="87500"/>
                        <a14:foregroundMark x1="11111" y1="41667" x2="34641" y2="86111"/>
                        <a14:foregroundMark x1="41513" y1="86111" x2="84722" y2="63889"/>
                        <a14:foregroundMark x1="38812" y1="87500" x2="41513" y2="86111"/>
                        <a14:foregroundMark x1="36111" y1="88889" x2="38812" y2="87500"/>
                        <a14:foregroundMark x1="84722" y1="25000" x2="84722" y2="11111"/>
                        <a14:foregroundMark x1="84722" y1="26389" x2="84722" y2="25000"/>
                        <a14:foregroundMark x1="84722" y1="27778" x2="84722" y2="26389"/>
                        <a14:foregroundMark x1="84722" y1="33333" x2="84722" y2="30556"/>
                        <a14:foregroundMark x1="84722" y1="63889" x2="84722" y2="33333"/>
                        <a14:foregroundMark x1="75692" y1="9722" x2="70706" y2="8955"/>
                        <a14:foregroundMark x1="84722" y1="11111" x2="75692" y2="9722"/>
                        <a14:foregroundMark x1="22222" y1="43056" x2="19444" y2="40278"/>
                        <a14:foregroundMark x1="26389" y1="37500" x2="26389" y2="37500"/>
                        <a14:foregroundMark x1="31944" y1="33333" x2="31944" y2="33333"/>
                        <a14:foregroundMark x1="38889" y1="29167" x2="38889" y2="29167"/>
                        <a14:foregroundMark x1="44444" y1="22222" x2="44444" y2="22222"/>
                        <a14:foregroundMark x1="51389" y1="16667" x2="51389" y2="16667"/>
                        <a14:foregroundMark x1="48611" y1="5556" x2="48611" y2="5556"/>
                        <a14:foregroundMark x1="51389" y1="4167" x2="51389" y2="4167"/>
                        <a14:foregroundMark x1="51389" y1="4167" x2="51389" y2="4167"/>
                        <a14:foregroundMark x1="51389" y1="1389" x2="51389" y2="1389"/>
                        <a14:foregroundMark x1="50000" y1="2778" x2="50000" y2="2778"/>
                        <a14:foregroundMark x1="50000" y1="98611" x2="50000" y2="98611"/>
                        <a14:backgroundMark x1="66670" y1="5556" x2="72222" y2="6944"/>
                        <a14:backgroundMark x1="61113" y1="4167" x2="66670" y2="5556"/>
                        <a14:backgroundMark x1="55557" y1="2778" x2="61113" y2="4167"/>
                        <a14:backgroundMark x1="50000" y1="1389" x2="55557" y2="2778"/>
                        <a14:backgroundMark x1="70833" y1="12500" x2="70833" y2="8333"/>
                        <a14:backgroundMark x1="75000" y1="9722" x2="75000" y2="9722"/>
                        <a14:backgroundMark x1="72222" y1="9722" x2="72222" y2="9722"/>
                        <a14:backgroundMark x1="79167" y1="8333" x2="79167" y2="8333"/>
                        <a14:backgroundMark x1="83333" y1="29167" x2="83333" y2="29167"/>
                        <a14:backgroundMark x1="83333" y1="26389" x2="83333" y2="26389"/>
                        <a14:backgroundMark x1="84722" y1="27778" x2="84722" y2="27778"/>
                        <a14:backgroundMark x1="84722" y1="27778" x2="84722" y2="30556"/>
                        <a14:backgroundMark x1="84722" y1="26389" x2="84722" y2="26389"/>
                        <a14:backgroundMark x1="84722" y1="25000" x2="84722" y2="25000"/>
                        <a14:backgroundMark x1="84722" y1="33333" x2="84722" y2="33333"/>
                        <a14:backgroundMark x1="33333" y1="88889" x2="33333" y2="88889"/>
                        <a14:backgroundMark x1="34722" y1="88889" x2="34722" y2="88889"/>
                        <a14:backgroundMark x1="36111" y1="90278" x2="36111" y2="90278"/>
                        <a14:backgroundMark x1="33333" y1="87500" x2="33333" y2="87500"/>
                        <a14:backgroundMark x1="33333" y1="86111" x2="33333" y2="86111"/>
                        <a14:backgroundMark x1="37500" y1="88889" x2="37500" y2="8888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9720" y="2242041"/>
            <a:ext cx="316349" cy="316349"/>
          </a:xfrm>
          <a:prstGeom prst="rect">
            <a:avLst/>
          </a:prstGeom>
        </p:spPr>
      </p:pic>
      <p:pic>
        <p:nvPicPr>
          <p:cNvPr id="87" name="Graphic 86" descr="Printer">
            <a:extLst>
              <a:ext uri="{FF2B5EF4-FFF2-40B4-BE49-F238E27FC236}">
                <a16:creationId xmlns:a16="http://schemas.microsoft.com/office/drawing/2014/main" id="{3844D3ED-1C22-4CE4-A705-D468FBF5696C}"/>
              </a:ext>
            </a:extLst>
          </p:cNvPr>
          <p:cNvPicPr>
            <a:picLocks noChangeAspect="1"/>
          </p:cNvPicPr>
          <p:nvPr/>
        </p:nvPicPr>
        <p:blipFill>
          <a:blip r:embed="rId7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7"/>
              </a:ext>
            </a:extLst>
          </a:blip>
          <a:stretch>
            <a:fillRect/>
          </a:stretch>
        </p:blipFill>
        <p:spPr>
          <a:xfrm>
            <a:off x="4334055" y="1957863"/>
            <a:ext cx="476692" cy="476692"/>
          </a:xfrm>
          <a:prstGeom prst="rect">
            <a:avLst/>
          </a:prstGeom>
        </p:spPr>
      </p:pic>
      <p:pic>
        <p:nvPicPr>
          <p:cNvPr id="89" name="Graphic 88" descr="Television">
            <a:extLst>
              <a:ext uri="{FF2B5EF4-FFF2-40B4-BE49-F238E27FC236}">
                <a16:creationId xmlns:a16="http://schemas.microsoft.com/office/drawing/2014/main" id="{E4066901-6E42-4504-827F-CAC786827457}"/>
              </a:ext>
            </a:extLst>
          </p:cNvPr>
          <p:cNvPicPr>
            <a:picLocks noChangeAspect="1"/>
          </p:cNvPicPr>
          <p:nvPr/>
        </p:nvPicPr>
        <p:blipFill>
          <a:blip r:embed="rId7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9"/>
              </a:ext>
            </a:extLst>
          </a:blip>
          <a:stretch>
            <a:fillRect/>
          </a:stretch>
        </p:blipFill>
        <p:spPr>
          <a:xfrm>
            <a:off x="5123748" y="2033390"/>
            <a:ext cx="476692" cy="476692"/>
          </a:xfrm>
          <a:prstGeom prst="rect">
            <a:avLst/>
          </a:prstGeom>
        </p:spPr>
      </p:pic>
      <p:pic>
        <p:nvPicPr>
          <p:cNvPr id="91" name="Graphic 90" descr="Single gear">
            <a:extLst>
              <a:ext uri="{FF2B5EF4-FFF2-40B4-BE49-F238E27FC236}">
                <a16:creationId xmlns:a16="http://schemas.microsoft.com/office/drawing/2014/main" id="{07CA1B1C-B2F1-4D15-AF5C-7472FC2AA054}"/>
              </a:ext>
            </a:extLst>
          </p:cNvPr>
          <p:cNvPicPr>
            <a:picLocks noChangeAspect="1"/>
          </p:cNvPicPr>
          <p:nvPr/>
        </p:nvPicPr>
        <p:blipFill>
          <a:blip r:embed="rId8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1"/>
              </a:ext>
            </a:extLst>
          </a:blip>
          <a:stretch>
            <a:fillRect/>
          </a:stretch>
        </p:blipFill>
        <p:spPr>
          <a:xfrm>
            <a:off x="5815974" y="2003695"/>
            <a:ext cx="476692" cy="476692"/>
          </a:xfrm>
          <a:prstGeom prst="rect">
            <a:avLst/>
          </a:prstGeom>
        </p:spPr>
      </p:pic>
      <p:pic>
        <p:nvPicPr>
          <p:cNvPr id="93" name="Graphic 92" descr="Tools">
            <a:extLst>
              <a:ext uri="{FF2B5EF4-FFF2-40B4-BE49-F238E27FC236}">
                <a16:creationId xmlns:a16="http://schemas.microsoft.com/office/drawing/2014/main" id="{63C485F5-7B0E-42F8-A0F1-E3743474FE98}"/>
              </a:ext>
            </a:extLst>
          </p:cNvPr>
          <p:cNvPicPr>
            <a:picLocks noChangeAspect="1"/>
          </p:cNvPicPr>
          <p:nvPr/>
        </p:nvPicPr>
        <p:blipFill>
          <a:blip r:embed="rId8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3"/>
              </a:ext>
            </a:extLst>
          </a:blip>
          <a:stretch>
            <a:fillRect/>
          </a:stretch>
        </p:blipFill>
        <p:spPr>
          <a:xfrm>
            <a:off x="6441800" y="2021557"/>
            <a:ext cx="476692" cy="476692"/>
          </a:xfrm>
          <a:prstGeom prst="rect">
            <a:avLst/>
          </a:prstGeom>
        </p:spPr>
      </p:pic>
      <p:pic>
        <p:nvPicPr>
          <p:cNvPr id="95" name="Graphic 94" descr="Pie chart">
            <a:extLst>
              <a:ext uri="{FF2B5EF4-FFF2-40B4-BE49-F238E27FC236}">
                <a16:creationId xmlns:a16="http://schemas.microsoft.com/office/drawing/2014/main" id="{B31CA623-DBB9-44E4-A5F1-321A6ED70979}"/>
              </a:ext>
            </a:extLst>
          </p:cNvPr>
          <p:cNvPicPr>
            <a:picLocks noChangeAspect="1"/>
          </p:cNvPicPr>
          <p:nvPr/>
        </p:nvPicPr>
        <p:blipFill>
          <a:blip r:embed="rId8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5"/>
              </a:ext>
            </a:extLst>
          </a:blip>
          <a:stretch>
            <a:fillRect/>
          </a:stretch>
        </p:blipFill>
        <p:spPr>
          <a:xfrm>
            <a:off x="7149692" y="2027265"/>
            <a:ext cx="505662" cy="505662"/>
          </a:xfrm>
          <a:prstGeom prst="rect">
            <a:avLst/>
          </a:prstGeom>
        </p:spPr>
      </p:pic>
      <p:pic>
        <p:nvPicPr>
          <p:cNvPr id="97" name="Graphic 96" descr="Receiver">
            <a:extLst>
              <a:ext uri="{FF2B5EF4-FFF2-40B4-BE49-F238E27FC236}">
                <a16:creationId xmlns:a16="http://schemas.microsoft.com/office/drawing/2014/main" id="{5C256473-FFF6-4A06-BA62-04696F6CEFA5}"/>
              </a:ext>
            </a:extLst>
          </p:cNvPr>
          <p:cNvPicPr>
            <a:picLocks noChangeAspect="1"/>
          </p:cNvPicPr>
          <p:nvPr/>
        </p:nvPicPr>
        <p:blipFill>
          <a:blip r:embed="rId8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7"/>
              </a:ext>
            </a:extLst>
          </a:blip>
          <a:stretch>
            <a:fillRect/>
          </a:stretch>
        </p:blipFill>
        <p:spPr>
          <a:xfrm>
            <a:off x="7782007" y="1998767"/>
            <a:ext cx="476692" cy="476692"/>
          </a:xfrm>
          <a:prstGeom prst="rect">
            <a:avLst/>
          </a:prstGeom>
        </p:spPr>
      </p:pic>
      <p:pic>
        <p:nvPicPr>
          <p:cNvPr id="99" name="Graphic 98" descr="Airplane">
            <a:extLst>
              <a:ext uri="{FF2B5EF4-FFF2-40B4-BE49-F238E27FC236}">
                <a16:creationId xmlns:a16="http://schemas.microsoft.com/office/drawing/2014/main" id="{0E49ADAB-5213-473B-9767-8CAD76B64BA1}"/>
              </a:ext>
            </a:extLst>
          </p:cNvPr>
          <p:cNvPicPr>
            <a:picLocks noChangeAspect="1"/>
          </p:cNvPicPr>
          <p:nvPr/>
        </p:nvPicPr>
        <p:blipFill>
          <a:blip r:embed="rId8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9"/>
              </a:ext>
            </a:extLst>
          </a:blip>
          <a:stretch>
            <a:fillRect/>
          </a:stretch>
        </p:blipFill>
        <p:spPr>
          <a:xfrm>
            <a:off x="8367159" y="1984282"/>
            <a:ext cx="505662" cy="505662"/>
          </a:xfrm>
          <a:prstGeom prst="rect">
            <a:avLst/>
          </a:prstGeom>
        </p:spPr>
      </p:pic>
      <p:pic>
        <p:nvPicPr>
          <p:cNvPr id="101" name="Graphic 100" descr="Volume">
            <a:extLst>
              <a:ext uri="{FF2B5EF4-FFF2-40B4-BE49-F238E27FC236}">
                <a16:creationId xmlns:a16="http://schemas.microsoft.com/office/drawing/2014/main" id="{0A1E6132-30A3-4CAC-B6B2-863727C2045C}"/>
              </a:ext>
            </a:extLst>
          </p:cNvPr>
          <p:cNvPicPr>
            <a:picLocks noChangeAspect="1"/>
          </p:cNvPicPr>
          <p:nvPr/>
        </p:nvPicPr>
        <p:blipFill>
          <a:blip r:embed="rId9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1"/>
              </a:ext>
            </a:extLst>
          </a:blip>
          <a:stretch>
            <a:fillRect/>
          </a:stretch>
        </p:blipFill>
        <p:spPr>
          <a:xfrm>
            <a:off x="9025580" y="2013252"/>
            <a:ext cx="476692" cy="476692"/>
          </a:xfrm>
          <a:prstGeom prst="rect">
            <a:avLst/>
          </a:prstGeom>
        </p:spPr>
      </p:pic>
      <p:pic>
        <p:nvPicPr>
          <p:cNvPr id="103" name="Graphic 102" descr="Full battery">
            <a:extLst>
              <a:ext uri="{FF2B5EF4-FFF2-40B4-BE49-F238E27FC236}">
                <a16:creationId xmlns:a16="http://schemas.microsoft.com/office/drawing/2014/main" id="{962A2131-99EF-413C-8482-C8D0322CFBC0}"/>
              </a:ext>
            </a:extLst>
          </p:cNvPr>
          <p:cNvPicPr>
            <a:picLocks noChangeAspect="1"/>
          </p:cNvPicPr>
          <p:nvPr/>
        </p:nvPicPr>
        <p:blipFill>
          <a:blip r:embed="rId9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3"/>
              </a:ext>
            </a:extLst>
          </a:blip>
          <a:stretch>
            <a:fillRect/>
          </a:stretch>
        </p:blipFill>
        <p:spPr>
          <a:xfrm>
            <a:off x="9677257" y="2046895"/>
            <a:ext cx="451354" cy="451354"/>
          </a:xfrm>
          <a:prstGeom prst="rect">
            <a:avLst/>
          </a:prstGeom>
        </p:spPr>
      </p:pic>
      <p:pic>
        <p:nvPicPr>
          <p:cNvPr id="105" name="Graphic 104" descr="Watch">
            <a:extLst>
              <a:ext uri="{FF2B5EF4-FFF2-40B4-BE49-F238E27FC236}">
                <a16:creationId xmlns:a16="http://schemas.microsoft.com/office/drawing/2014/main" id="{32B052F2-CB11-4B28-9109-64F67F569506}"/>
              </a:ext>
            </a:extLst>
          </p:cNvPr>
          <p:cNvPicPr>
            <a:picLocks noChangeAspect="1"/>
          </p:cNvPicPr>
          <p:nvPr/>
        </p:nvPicPr>
        <p:blipFill>
          <a:blip r:embed="rId9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5"/>
              </a:ext>
            </a:extLst>
          </a:blip>
          <a:stretch>
            <a:fillRect/>
          </a:stretch>
        </p:blipFill>
        <p:spPr>
          <a:xfrm>
            <a:off x="10340955" y="1928097"/>
            <a:ext cx="476692" cy="476692"/>
          </a:xfrm>
          <a:prstGeom prst="rect">
            <a:avLst/>
          </a:prstGeom>
        </p:spPr>
      </p:pic>
      <p:pic>
        <p:nvPicPr>
          <p:cNvPr id="107" name="Graphic 106" descr="Flag">
            <a:extLst>
              <a:ext uri="{FF2B5EF4-FFF2-40B4-BE49-F238E27FC236}">
                <a16:creationId xmlns:a16="http://schemas.microsoft.com/office/drawing/2014/main" id="{0ACC384F-640C-4AAC-B37C-EAE9C36CCF23}"/>
              </a:ext>
            </a:extLst>
          </p:cNvPr>
          <p:cNvPicPr>
            <a:picLocks noChangeAspect="1"/>
          </p:cNvPicPr>
          <p:nvPr/>
        </p:nvPicPr>
        <p:blipFill>
          <a:blip r:embed="rId9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7"/>
              </a:ext>
            </a:extLst>
          </a:blip>
          <a:stretch>
            <a:fillRect/>
          </a:stretch>
        </p:blipFill>
        <p:spPr>
          <a:xfrm>
            <a:off x="10806978" y="1948860"/>
            <a:ext cx="451354" cy="451354"/>
          </a:xfrm>
          <a:prstGeom prst="rect">
            <a:avLst/>
          </a:prstGeom>
        </p:spPr>
      </p:pic>
      <p:pic>
        <p:nvPicPr>
          <p:cNvPr id="109" name="Graphic 108" descr="Mute speaker">
            <a:extLst>
              <a:ext uri="{FF2B5EF4-FFF2-40B4-BE49-F238E27FC236}">
                <a16:creationId xmlns:a16="http://schemas.microsoft.com/office/drawing/2014/main" id="{AD1E5F2F-374A-4700-8952-653E134EE7B8}"/>
              </a:ext>
            </a:extLst>
          </p:cNvPr>
          <p:cNvPicPr>
            <a:picLocks noChangeAspect="1"/>
          </p:cNvPicPr>
          <p:nvPr/>
        </p:nvPicPr>
        <p:blipFill>
          <a:blip r:embed="rId9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9"/>
              </a:ext>
            </a:extLst>
          </a:blip>
          <a:stretch>
            <a:fillRect/>
          </a:stretch>
        </p:blipFill>
        <p:spPr>
          <a:xfrm>
            <a:off x="11386215" y="1857026"/>
            <a:ext cx="476692" cy="476692"/>
          </a:xfrm>
          <a:prstGeom prst="rect">
            <a:avLst/>
          </a:prstGeom>
        </p:spPr>
      </p:pic>
      <p:pic>
        <p:nvPicPr>
          <p:cNvPr id="111" name="Picture 110">
            <a:extLst>
              <a:ext uri="{FF2B5EF4-FFF2-40B4-BE49-F238E27FC236}">
                <a16:creationId xmlns:a16="http://schemas.microsoft.com/office/drawing/2014/main" id="{6A4296AA-BE0A-447B-B5D7-DB92A910288E}"/>
              </a:ext>
            </a:extLst>
          </p:cNvPr>
          <p:cNvPicPr>
            <a:picLocks noChangeAspect="1"/>
          </p:cNvPicPr>
          <p:nvPr/>
        </p:nvPicPr>
        <p:blipFill>
          <a:blip r:embed="rId100">
            <a:extLst>
              <a:ext uri="{BEBA8EAE-BF5A-486C-A8C5-ECC9F3942E4B}">
                <a14:imgProps xmlns:a14="http://schemas.microsoft.com/office/drawing/2010/main">
                  <a14:imgLayer r:embed="rId101">
                    <a14:imgEffect>
                      <a14:backgroundRemoval t="10000" b="90000" l="10000" r="90000">
                        <a14:backgroundMark x1="47500" y1="19697" x2="47500" y2="19697"/>
                        <a14:backgroundMark x1="47500" y1="17424" x2="41500" y2="3863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3627" y="2015008"/>
            <a:ext cx="1169721" cy="772016"/>
          </a:xfrm>
          <a:prstGeom prst="rect">
            <a:avLst/>
          </a:prstGeom>
        </p:spPr>
      </p:pic>
      <p:pic>
        <p:nvPicPr>
          <p:cNvPr id="113" name="Graphic 112" descr="Chess pieces">
            <a:extLst>
              <a:ext uri="{FF2B5EF4-FFF2-40B4-BE49-F238E27FC236}">
                <a16:creationId xmlns:a16="http://schemas.microsoft.com/office/drawing/2014/main" id="{C0A811C7-F510-4274-8353-C2F06BDD8121}"/>
              </a:ext>
            </a:extLst>
          </p:cNvPr>
          <p:cNvPicPr>
            <a:picLocks noChangeAspect="1"/>
          </p:cNvPicPr>
          <p:nvPr/>
        </p:nvPicPr>
        <p:blipFill>
          <a:blip r:embed="rId10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3"/>
              </a:ext>
            </a:extLst>
          </a:blip>
          <a:stretch>
            <a:fillRect/>
          </a:stretch>
        </p:blipFill>
        <p:spPr>
          <a:xfrm>
            <a:off x="3150746" y="1276293"/>
            <a:ext cx="476692" cy="476692"/>
          </a:xfrm>
          <a:prstGeom prst="rect">
            <a:avLst/>
          </a:prstGeom>
        </p:spPr>
      </p:pic>
      <p:pic>
        <p:nvPicPr>
          <p:cNvPr id="115" name="Graphic 114" descr="Shopping bag">
            <a:extLst>
              <a:ext uri="{FF2B5EF4-FFF2-40B4-BE49-F238E27FC236}">
                <a16:creationId xmlns:a16="http://schemas.microsoft.com/office/drawing/2014/main" id="{7E86CE5C-4252-48D9-BC37-86F76AA59A6C}"/>
              </a:ext>
            </a:extLst>
          </p:cNvPr>
          <p:cNvPicPr>
            <a:picLocks noChangeAspect="1"/>
          </p:cNvPicPr>
          <p:nvPr/>
        </p:nvPicPr>
        <p:blipFill>
          <a:blip r:embed="rId10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5"/>
              </a:ext>
            </a:extLst>
          </a:blip>
          <a:stretch>
            <a:fillRect/>
          </a:stretch>
        </p:blipFill>
        <p:spPr>
          <a:xfrm>
            <a:off x="156772" y="584536"/>
            <a:ext cx="451354" cy="451354"/>
          </a:xfrm>
          <a:prstGeom prst="rect">
            <a:avLst/>
          </a:prstGeom>
        </p:spPr>
      </p:pic>
      <p:pic>
        <p:nvPicPr>
          <p:cNvPr id="117" name="Graphic 116" descr="Venn diagram">
            <a:extLst>
              <a:ext uri="{FF2B5EF4-FFF2-40B4-BE49-F238E27FC236}">
                <a16:creationId xmlns:a16="http://schemas.microsoft.com/office/drawing/2014/main" id="{DBCDE645-1B97-4DBD-9D79-4C6367BA1DCD}"/>
              </a:ext>
            </a:extLst>
          </p:cNvPr>
          <p:cNvPicPr>
            <a:picLocks noChangeAspect="1"/>
          </p:cNvPicPr>
          <p:nvPr/>
        </p:nvPicPr>
        <p:blipFill>
          <a:blip r:embed="rId10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7"/>
              </a:ext>
            </a:extLst>
          </a:blip>
          <a:stretch>
            <a:fillRect/>
          </a:stretch>
        </p:blipFill>
        <p:spPr>
          <a:xfrm>
            <a:off x="172917" y="2677919"/>
            <a:ext cx="510404" cy="510404"/>
          </a:xfrm>
          <a:prstGeom prst="rect">
            <a:avLst/>
          </a:prstGeom>
        </p:spPr>
      </p:pic>
      <p:pic>
        <p:nvPicPr>
          <p:cNvPr id="119" name="Graphic 118" descr="Thumbs up sign">
            <a:extLst>
              <a:ext uri="{FF2B5EF4-FFF2-40B4-BE49-F238E27FC236}">
                <a16:creationId xmlns:a16="http://schemas.microsoft.com/office/drawing/2014/main" id="{91C22E4F-B467-45B5-85AC-468E465D7382}"/>
              </a:ext>
            </a:extLst>
          </p:cNvPr>
          <p:cNvPicPr>
            <a:picLocks noChangeAspect="1"/>
          </p:cNvPicPr>
          <p:nvPr/>
        </p:nvPicPr>
        <p:blipFill>
          <a:blip r:embed="rId10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9"/>
              </a:ext>
            </a:extLst>
          </a:blip>
          <a:stretch>
            <a:fillRect/>
          </a:stretch>
        </p:blipFill>
        <p:spPr>
          <a:xfrm>
            <a:off x="787851" y="2736969"/>
            <a:ext cx="451354" cy="451354"/>
          </a:xfrm>
          <a:prstGeom prst="rect">
            <a:avLst/>
          </a:prstGeom>
        </p:spPr>
      </p:pic>
      <p:pic>
        <p:nvPicPr>
          <p:cNvPr id="121" name="Graphic 120" descr="Smart Phone">
            <a:extLst>
              <a:ext uri="{FF2B5EF4-FFF2-40B4-BE49-F238E27FC236}">
                <a16:creationId xmlns:a16="http://schemas.microsoft.com/office/drawing/2014/main" id="{D135880D-5189-434B-807C-82598623999D}"/>
              </a:ext>
            </a:extLst>
          </p:cNvPr>
          <p:cNvPicPr>
            <a:picLocks noChangeAspect="1"/>
          </p:cNvPicPr>
          <p:nvPr/>
        </p:nvPicPr>
        <p:blipFill>
          <a:blip r:embed="rId1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1"/>
              </a:ext>
            </a:extLst>
          </a:blip>
          <a:stretch>
            <a:fillRect/>
          </a:stretch>
        </p:blipFill>
        <p:spPr>
          <a:xfrm>
            <a:off x="1334755" y="2738560"/>
            <a:ext cx="510404" cy="510404"/>
          </a:xfrm>
          <a:prstGeom prst="rect">
            <a:avLst/>
          </a:prstGeom>
        </p:spPr>
      </p:pic>
      <p:pic>
        <p:nvPicPr>
          <p:cNvPr id="123" name="Graphic 122" descr="Shield Cross">
            <a:extLst>
              <a:ext uri="{FF2B5EF4-FFF2-40B4-BE49-F238E27FC236}">
                <a16:creationId xmlns:a16="http://schemas.microsoft.com/office/drawing/2014/main" id="{13B3C28C-6920-497F-8130-E9DFE02E43F3}"/>
              </a:ext>
            </a:extLst>
          </p:cNvPr>
          <p:cNvPicPr>
            <a:picLocks noChangeAspect="1"/>
          </p:cNvPicPr>
          <p:nvPr/>
        </p:nvPicPr>
        <p:blipFill>
          <a:blip r:embed="rId1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3"/>
              </a:ext>
            </a:extLst>
          </a:blip>
          <a:stretch>
            <a:fillRect/>
          </a:stretch>
        </p:blipFill>
        <p:spPr>
          <a:xfrm>
            <a:off x="1944206" y="2815118"/>
            <a:ext cx="451354" cy="451354"/>
          </a:xfrm>
          <a:prstGeom prst="rect">
            <a:avLst/>
          </a:prstGeom>
        </p:spPr>
      </p:pic>
      <p:pic>
        <p:nvPicPr>
          <p:cNvPr id="125" name="Graphic 124" descr="Help">
            <a:extLst>
              <a:ext uri="{FF2B5EF4-FFF2-40B4-BE49-F238E27FC236}">
                <a16:creationId xmlns:a16="http://schemas.microsoft.com/office/drawing/2014/main" id="{8F1CCA0F-BE15-4801-8444-A9F98FF0A684}"/>
              </a:ext>
            </a:extLst>
          </p:cNvPr>
          <p:cNvPicPr>
            <a:picLocks noChangeAspect="1"/>
          </p:cNvPicPr>
          <p:nvPr/>
        </p:nvPicPr>
        <p:blipFill>
          <a:blip r:embed="rId1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5"/>
              </a:ext>
            </a:extLst>
          </a:blip>
          <a:stretch>
            <a:fillRect/>
          </a:stretch>
        </p:blipFill>
        <p:spPr>
          <a:xfrm>
            <a:off x="2629716" y="2815118"/>
            <a:ext cx="451354" cy="451354"/>
          </a:xfrm>
          <a:prstGeom prst="rect">
            <a:avLst/>
          </a:prstGeom>
        </p:spPr>
      </p:pic>
      <p:pic>
        <p:nvPicPr>
          <p:cNvPr id="127" name="Graphic 126" descr="Address Book">
            <a:extLst>
              <a:ext uri="{FF2B5EF4-FFF2-40B4-BE49-F238E27FC236}">
                <a16:creationId xmlns:a16="http://schemas.microsoft.com/office/drawing/2014/main" id="{2AB591E2-0F18-40C9-9302-D0AF387D320E}"/>
              </a:ext>
            </a:extLst>
          </p:cNvPr>
          <p:cNvPicPr>
            <a:picLocks noChangeAspect="1"/>
          </p:cNvPicPr>
          <p:nvPr/>
        </p:nvPicPr>
        <p:blipFill>
          <a:blip r:embed="rId1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7"/>
              </a:ext>
            </a:extLst>
          </a:blip>
          <a:stretch>
            <a:fillRect/>
          </a:stretch>
        </p:blipFill>
        <p:spPr>
          <a:xfrm>
            <a:off x="3225737" y="2815118"/>
            <a:ext cx="476692" cy="476692"/>
          </a:xfrm>
          <a:prstGeom prst="rect">
            <a:avLst/>
          </a:prstGeom>
        </p:spPr>
      </p:pic>
      <p:pic>
        <p:nvPicPr>
          <p:cNvPr id="129" name="Graphic 128" descr="Cmd Terminal">
            <a:extLst>
              <a:ext uri="{FF2B5EF4-FFF2-40B4-BE49-F238E27FC236}">
                <a16:creationId xmlns:a16="http://schemas.microsoft.com/office/drawing/2014/main" id="{DA8ADFDD-A60C-41A4-8B75-3D760C2F49A1}"/>
              </a:ext>
            </a:extLst>
          </p:cNvPr>
          <p:cNvPicPr>
            <a:picLocks noChangeAspect="1"/>
          </p:cNvPicPr>
          <p:nvPr/>
        </p:nvPicPr>
        <p:blipFill>
          <a:blip r:embed="rId1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9"/>
              </a:ext>
            </a:extLst>
          </a:blip>
          <a:stretch>
            <a:fillRect/>
          </a:stretch>
        </p:blipFill>
        <p:spPr>
          <a:xfrm>
            <a:off x="3561343" y="2166443"/>
            <a:ext cx="451354" cy="451354"/>
          </a:xfrm>
          <a:prstGeom prst="rect">
            <a:avLst/>
          </a:prstGeom>
        </p:spPr>
      </p:pic>
      <p:pic>
        <p:nvPicPr>
          <p:cNvPr id="133" name="Graphic 132" descr="Smart Phone">
            <a:extLst>
              <a:ext uri="{FF2B5EF4-FFF2-40B4-BE49-F238E27FC236}">
                <a16:creationId xmlns:a16="http://schemas.microsoft.com/office/drawing/2014/main" id="{8B52C96A-9952-4A7A-A8BE-2B38E9BF6036}"/>
              </a:ext>
            </a:extLst>
          </p:cNvPr>
          <p:cNvPicPr>
            <a:picLocks noChangeAspect="1"/>
          </p:cNvPicPr>
          <p:nvPr/>
        </p:nvPicPr>
        <p:blipFill>
          <a:blip r:embed="rId1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1"/>
              </a:ext>
            </a:extLst>
          </a:blip>
          <a:stretch>
            <a:fillRect/>
          </a:stretch>
        </p:blipFill>
        <p:spPr>
          <a:xfrm rot="1874183">
            <a:off x="4663439" y="2894317"/>
            <a:ext cx="510404" cy="510404"/>
          </a:xfrm>
          <a:prstGeom prst="rect">
            <a:avLst/>
          </a:prstGeom>
        </p:spPr>
      </p:pic>
      <p:pic>
        <p:nvPicPr>
          <p:cNvPr id="135" name="Picture 134">
            <a:extLst>
              <a:ext uri="{FF2B5EF4-FFF2-40B4-BE49-F238E27FC236}">
                <a16:creationId xmlns:a16="http://schemas.microsoft.com/office/drawing/2014/main" id="{DF5A2D28-124D-40F5-9A08-7D0192A7D4D0}"/>
              </a:ext>
            </a:extLst>
          </p:cNvPr>
          <p:cNvPicPr>
            <a:picLocks noChangeAspect="1"/>
          </p:cNvPicPr>
          <p:nvPr/>
        </p:nvPicPr>
        <p:blipFill>
          <a:blip r:embed="rId1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7711" y="2885266"/>
            <a:ext cx="528506" cy="528506"/>
          </a:xfrm>
          <a:prstGeom prst="rect">
            <a:avLst/>
          </a:prstGeom>
        </p:spPr>
      </p:pic>
      <p:pic>
        <p:nvPicPr>
          <p:cNvPr id="137" name="Picture 136" descr="A close up of a logo&#10;&#10;Description automatically generated">
            <a:extLst>
              <a:ext uri="{FF2B5EF4-FFF2-40B4-BE49-F238E27FC236}">
                <a16:creationId xmlns:a16="http://schemas.microsoft.com/office/drawing/2014/main" id="{7F5916AE-9178-4E80-B479-65736162A5D5}"/>
              </a:ext>
            </a:extLst>
          </p:cNvPr>
          <p:cNvPicPr>
            <a:picLocks noChangeAspect="1"/>
          </p:cNvPicPr>
          <p:nvPr/>
        </p:nvPicPr>
        <p:blipFill rotWithShape="1">
          <a:blip r:embed="rId1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52" t="14957" r="14957" b="15601"/>
          <a:stretch/>
        </p:blipFill>
        <p:spPr>
          <a:xfrm>
            <a:off x="5990113" y="2866760"/>
            <a:ext cx="582778" cy="572477"/>
          </a:xfrm>
          <a:prstGeom prst="rect">
            <a:avLst/>
          </a:prstGeom>
        </p:spPr>
      </p:pic>
      <p:pic>
        <p:nvPicPr>
          <p:cNvPr id="139" name="Graphic 138" descr="Folder Search">
            <a:extLst>
              <a:ext uri="{FF2B5EF4-FFF2-40B4-BE49-F238E27FC236}">
                <a16:creationId xmlns:a16="http://schemas.microsoft.com/office/drawing/2014/main" id="{7CEE86D2-1CA6-465E-ADA4-E88A97050EB2}"/>
              </a:ext>
            </a:extLst>
          </p:cNvPr>
          <p:cNvPicPr>
            <a:picLocks noChangeAspect="1"/>
          </p:cNvPicPr>
          <p:nvPr/>
        </p:nvPicPr>
        <p:blipFill>
          <a:blip r:embed="rId1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5"/>
              </a:ext>
            </a:extLst>
          </a:blip>
          <a:stretch>
            <a:fillRect/>
          </a:stretch>
        </p:blipFill>
        <p:spPr>
          <a:xfrm>
            <a:off x="6758371" y="2912066"/>
            <a:ext cx="506063" cy="506063"/>
          </a:xfrm>
          <a:prstGeom prst="rect">
            <a:avLst/>
          </a:prstGeom>
        </p:spPr>
      </p:pic>
      <p:pic>
        <p:nvPicPr>
          <p:cNvPr id="143" name="Graphic 142">
            <a:extLst>
              <a:ext uri="{FF2B5EF4-FFF2-40B4-BE49-F238E27FC236}">
                <a16:creationId xmlns:a16="http://schemas.microsoft.com/office/drawing/2014/main" id="{26F15676-A168-4352-A0B6-32D19E58E077}"/>
              </a:ext>
            </a:extLst>
          </p:cNvPr>
          <p:cNvPicPr>
            <a:picLocks noChangeAspect="1"/>
          </p:cNvPicPr>
          <p:nvPr/>
        </p:nvPicPr>
        <p:blipFill>
          <a:blip r:embed="rId1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7"/>
              </a:ext>
            </a:extLst>
          </a:blip>
          <a:stretch>
            <a:fillRect/>
          </a:stretch>
        </p:blipFill>
        <p:spPr>
          <a:xfrm>
            <a:off x="3786941" y="2758706"/>
            <a:ext cx="654678" cy="654678"/>
          </a:xfrm>
          <a:prstGeom prst="rect">
            <a:avLst/>
          </a:prstGeom>
        </p:spPr>
      </p:pic>
      <p:pic>
        <p:nvPicPr>
          <p:cNvPr id="145" name="Graphic 144">
            <a:extLst>
              <a:ext uri="{FF2B5EF4-FFF2-40B4-BE49-F238E27FC236}">
                <a16:creationId xmlns:a16="http://schemas.microsoft.com/office/drawing/2014/main" id="{0A59F472-A541-4523-8A70-47FA83A9D098}"/>
              </a:ext>
            </a:extLst>
          </p:cNvPr>
          <p:cNvPicPr>
            <a:picLocks noChangeAspect="1"/>
          </p:cNvPicPr>
          <p:nvPr/>
        </p:nvPicPr>
        <p:blipFill>
          <a:blip r:embed="rId1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9"/>
              </a:ext>
            </a:extLst>
          </a:blip>
          <a:stretch>
            <a:fillRect/>
          </a:stretch>
        </p:blipFill>
        <p:spPr>
          <a:xfrm>
            <a:off x="7429585" y="2851889"/>
            <a:ext cx="490769" cy="490769"/>
          </a:xfrm>
          <a:prstGeom prst="rect">
            <a:avLst/>
          </a:prstGeom>
        </p:spPr>
      </p:pic>
      <p:pic>
        <p:nvPicPr>
          <p:cNvPr id="147" name="Graphic 146">
            <a:extLst>
              <a:ext uri="{FF2B5EF4-FFF2-40B4-BE49-F238E27FC236}">
                <a16:creationId xmlns:a16="http://schemas.microsoft.com/office/drawing/2014/main" id="{D468E7F1-9712-428F-83FC-4EF0A5C81D9E}"/>
              </a:ext>
            </a:extLst>
          </p:cNvPr>
          <p:cNvPicPr>
            <a:picLocks noChangeAspect="1"/>
          </p:cNvPicPr>
          <p:nvPr/>
        </p:nvPicPr>
        <p:blipFill>
          <a:blip r:embed="rId13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1"/>
              </a:ext>
            </a:extLst>
          </a:blip>
          <a:stretch>
            <a:fillRect/>
          </a:stretch>
        </p:blipFill>
        <p:spPr>
          <a:xfrm>
            <a:off x="790611" y="607933"/>
            <a:ext cx="448594" cy="448594"/>
          </a:xfrm>
          <a:prstGeom prst="rect">
            <a:avLst/>
          </a:prstGeom>
        </p:spPr>
      </p:pic>
      <p:pic>
        <p:nvPicPr>
          <p:cNvPr id="149" name="Picture 148" descr="A close up of a logo&#10;&#10;Description automatically generated">
            <a:extLst>
              <a:ext uri="{FF2B5EF4-FFF2-40B4-BE49-F238E27FC236}">
                <a16:creationId xmlns:a16="http://schemas.microsoft.com/office/drawing/2014/main" id="{F43FE8E0-3CF3-4279-AE8E-5C6C0273855E}"/>
              </a:ext>
            </a:extLst>
          </p:cNvPr>
          <p:cNvPicPr>
            <a:picLocks noChangeAspect="1"/>
          </p:cNvPicPr>
          <p:nvPr/>
        </p:nvPicPr>
        <p:blipFill rotWithShape="1">
          <a:blip r:embed="rId123">
            <a:duotone>
              <a:prstClr val="black"/>
              <a:srgbClr val="FFC0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52" t="14957" r="14957" b="15601"/>
          <a:stretch/>
        </p:blipFill>
        <p:spPr>
          <a:xfrm>
            <a:off x="8052400" y="2736409"/>
            <a:ext cx="582778" cy="572477"/>
          </a:xfrm>
          <a:prstGeom prst="rect">
            <a:avLst/>
          </a:prstGeom>
        </p:spPr>
      </p:pic>
      <p:pic>
        <p:nvPicPr>
          <p:cNvPr id="151" name="Picture 150" descr="A close up of a logo&#10;&#10;Description automatically generated">
            <a:extLst>
              <a:ext uri="{FF2B5EF4-FFF2-40B4-BE49-F238E27FC236}">
                <a16:creationId xmlns:a16="http://schemas.microsoft.com/office/drawing/2014/main" id="{4B6DC042-2353-49EB-856D-E52CC6B668A8}"/>
              </a:ext>
            </a:extLst>
          </p:cNvPr>
          <p:cNvPicPr>
            <a:picLocks noChangeAspect="1"/>
          </p:cNvPicPr>
          <p:nvPr/>
        </p:nvPicPr>
        <p:blipFill rotWithShape="1">
          <a:blip r:embed="rId123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52" t="14957" r="14957" b="15601"/>
          <a:stretch/>
        </p:blipFill>
        <p:spPr>
          <a:xfrm>
            <a:off x="8871505" y="2736599"/>
            <a:ext cx="582778" cy="572477"/>
          </a:xfrm>
          <a:prstGeom prst="rect">
            <a:avLst/>
          </a:prstGeom>
        </p:spPr>
      </p:pic>
      <p:pic>
        <p:nvPicPr>
          <p:cNvPr id="157" name="Picture 156" descr="A close up of a logo&#10;&#10;Description automatically generated">
            <a:extLst>
              <a:ext uri="{FF2B5EF4-FFF2-40B4-BE49-F238E27FC236}">
                <a16:creationId xmlns:a16="http://schemas.microsoft.com/office/drawing/2014/main" id="{13119FDA-703B-43FD-8436-3B3851D67A63}"/>
              </a:ext>
            </a:extLst>
          </p:cNvPr>
          <p:cNvPicPr>
            <a:picLocks noChangeAspect="1"/>
          </p:cNvPicPr>
          <p:nvPr/>
        </p:nvPicPr>
        <p:blipFill rotWithShape="1">
          <a:blip r:embed="rId123">
            <a:duotone>
              <a:prstClr val="black"/>
              <a:srgbClr val="FF00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52" t="14957" r="14957" b="15601"/>
          <a:stretch/>
        </p:blipFill>
        <p:spPr>
          <a:xfrm>
            <a:off x="9704376" y="2736408"/>
            <a:ext cx="582778" cy="572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04452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6" descr="Full HD p Vista Wallpapers HD, Desktop Backgrounds 1280×800 ...">
            <a:extLst>
              <a:ext uri="{FF2B5EF4-FFF2-40B4-BE49-F238E27FC236}">
                <a16:creationId xmlns:a16="http://schemas.microsoft.com/office/drawing/2014/main" id="{84A6E266-9CE5-440B-96C1-5F8EC22F865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017"/>
          <a:stretch/>
        </p:blipFill>
        <p:spPr bwMode="auto">
          <a:xfrm>
            <a:off x="20" y="1282"/>
            <a:ext cx="12191980" cy="6856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0455193-051E-4F8A-A558-66666F2BA3E6}"/>
              </a:ext>
            </a:extLst>
          </p:cNvPr>
          <p:cNvSpPr/>
          <p:nvPr/>
        </p:nvSpPr>
        <p:spPr>
          <a:xfrm>
            <a:off x="0" y="2524046"/>
            <a:ext cx="7538484" cy="499730"/>
          </a:xfrm>
          <a:prstGeom prst="rect">
            <a:avLst/>
          </a:prstGeom>
          <a:solidFill>
            <a:schemeClr val="accent1">
              <a:alpha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2"/>
                </a:solidFill>
                <a:latin typeface="Segoe UI" panose="020B0502040204020203" pitchFamily="34" charset="0"/>
              </a:rPr>
              <a:t>Basic login system BETA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1A1366D-BFE2-4AD2-A711-3DF878FCB602}"/>
              </a:ext>
            </a:extLst>
          </p:cNvPr>
          <p:cNvSpPr/>
          <p:nvPr/>
        </p:nvSpPr>
        <p:spPr>
          <a:xfrm>
            <a:off x="0" y="2918731"/>
            <a:ext cx="7538484" cy="3937988"/>
          </a:xfrm>
          <a:prstGeom prst="rect">
            <a:avLst/>
          </a:prstGeom>
          <a:solidFill>
            <a:srgbClr val="76717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2"/>
                </a:solidFill>
                <a:latin typeface="Segoe UI" panose="020B0502040204020203" pitchFamily="34" charset="0"/>
              </a:rPr>
              <a:t>U: username</a:t>
            </a:r>
          </a:p>
          <a:p>
            <a:pPr algn="ctr"/>
            <a:r>
              <a:rPr lang="en-GB" dirty="0">
                <a:solidFill>
                  <a:schemeClr val="bg2"/>
                </a:solidFill>
                <a:latin typeface="Segoe UI" panose="020B0502040204020203" pitchFamily="34" charset="0"/>
              </a:rPr>
              <a:t>P: ********</a:t>
            </a:r>
          </a:p>
          <a:p>
            <a:pPr algn="ctr"/>
            <a:r>
              <a:rPr lang="en-GB" dirty="0">
                <a:solidFill>
                  <a:schemeClr val="bg2"/>
                </a:solidFill>
                <a:latin typeface="Segoe UI" panose="020B0502040204020203" pitchFamily="34" charset="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Log in</a:t>
            </a:r>
            <a:endParaRPr lang="en-GB" dirty="0">
              <a:solidFill>
                <a:schemeClr val="bg2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27713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6" descr="Full HD p Vista Wallpapers HD, Desktop Backgrounds 1280×800 ...">
            <a:extLst>
              <a:ext uri="{FF2B5EF4-FFF2-40B4-BE49-F238E27FC236}">
                <a16:creationId xmlns:a16="http://schemas.microsoft.com/office/drawing/2014/main" id="{84A6E266-9CE5-440B-96C1-5F8EC22F865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017"/>
          <a:stretch/>
        </p:blipFill>
        <p:spPr bwMode="auto">
          <a:xfrm>
            <a:off x="20" y="1282"/>
            <a:ext cx="12191980" cy="6856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9A910EC-59D3-4FE7-BE71-14CDF5F8EF42}"/>
              </a:ext>
            </a:extLst>
          </p:cNvPr>
          <p:cNvSpPr/>
          <p:nvPr/>
        </p:nvSpPr>
        <p:spPr>
          <a:xfrm>
            <a:off x="0" y="6358270"/>
            <a:ext cx="12192000" cy="499730"/>
          </a:xfrm>
          <a:prstGeom prst="rect">
            <a:avLst/>
          </a:prstGeom>
          <a:solidFill>
            <a:schemeClr val="accent1">
              <a:alpha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bg2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Oval 4">
            <a:hlinkClick r:id="rId3" action="ppaction://hlinksldjump"/>
            <a:extLst>
              <a:ext uri="{FF2B5EF4-FFF2-40B4-BE49-F238E27FC236}">
                <a16:creationId xmlns:a16="http://schemas.microsoft.com/office/drawing/2014/main" id="{5B200131-B972-4B79-ABD3-32063619EDA7}"/>
              </a:ext>
            </a:extLst>
          </p:cNvPr>
          <p:cNvSpPr/>
          <p:nvPr/>
        </p:nvSpPr>
        <p:spPr>
          <a:xfrm>
            <a:off x="0" y="6358270"/>
            <a:ext cx="501074" cy="501074"/>
          </a:xfrm>
          <a:prstGeom prst="ellipse">
            <a:avLst/>
          </a:prstGeom>
          <a:solidFill>
            <a:schemeClr val="accent1">
              <a:alpha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bg2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8C1092D-E9F1-4697-A2B1-734A48221365}"/>
              </a:ext>
            </a:extLst>
          </p:cNvPr>
          <p:cNvSpPr/>
          <p:nvPr/>
        </p:nvSpPr>
        <p:spPr>
          <a:xfrm>
            <a:off x="100483" y="149381"/>
            <a:ext cx="3808325" cy="5446207"/>
          </a:xfrm>
          <a:prstGeom prst="rect">
            <a:avLst/>
          </a:prstGeom>
          <a:solidFill>
            <a:schemeClr val="accent1">
              <a:alpha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bg2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3C77F24-4E5C-4079-9F4A-A27DCC56F2F4}"/>
              </a:ext>
            </a:extLst>
          </p:cNvPr>
          <p:cNvSpPr txBox="1"/>
          <p:nvPr/>
        </p:nvSpPr>
        <p:spPr>
          <a:xfrm>
            <a:off x="100483" y="149381"/>
            <a:ext cx="3808325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u="sng" dirty="0">
                <a:solidFill>
                  <a:schemeClr val="bg2"/>
                </a:solidFill>
                <a:latin typeface="Segoe UI" panose="020B0502040204020203" pitchFamily="34" charset="0"/>
              </a:rPr>
              <a:t>What’s new in this release of Windos 7: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2"/>
                </a:solidFill>
                <a:latin typeface="Segoe UI" panose="020B0502040204020203" pitchFamily="34" charset="0"/>
              </a:rPr>
              <a:t>Added links to all current system areas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2"/>
                </a:solidFill>
                <a:latin typeface="Segoe UI" panose="020B0502040204020203" pitchFamily="34" charset="0"/>
              </a:rPr>
              <a:t>Added log off button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2"/>
                </a:solidFill>
                <a:latin typeface="Segoe UI" panose="020B0502040204020203" pitchFamily="34" charset="0"/>
              </a:rPr>
              <a:t>Added start menu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2"/>
                </a:solidFill>
                <a:latin typeface="Segoe UI" panose="020B0502040204020203" pitchFamily="34" charset="0"/>
              </a:rPr>
              <a:t>Added power menu and 4 power options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2"/>
                </a:solidFill>
                <a:latin typeface="Segoe UI" panose="020B0502040204020203" pitchFamily="34" charset="0"/>
              </a:rPr>
              <a:t>Added all apps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2"/>
                </a:solidFill>
                <a:latin typeface="Segoe UI" panose="020B0502040204020203" pitchFamily="34" charset="0"/>
              </a:rPr>
              <a:t>Added explorer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2"/>
                </a:solidFill>
                <a:latin typeface="Segoe UI" panose="020B0502040204020203" pitchFamily="34" charset="0"/>
              </a:rPr>
              <a:t>Mapped C:\ drive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2"/>
                </a:solidFill>
                <a:latin typeface="Segoe UI" panose="020B0502040204020203" pitchFamily="34" charset="0"/>
              </a:rPr>
              <a:t>Settled for a darkish theme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2"/>
                </a:solidFill>
                <a:latin typeface="Segoe UI" panose="020B0502040204020203" pitchFamily="34" charset="0"/>
              </a:rPr>
              <a:t>Added EDGE 3 w/ INSIDER</a:t>
            </a:r>
          </a:p>
        </p:txBody>
      </p:sp>
      <p:pic>
        <p:nvPicPr>
          <p:cNvPr id="10" name="Graphic 9">
            <a:hlinkClick r:id="rId4" action="ppaction://hlinksldjump"/>
            <a:extLst>
              <a:ext uri="{FF2B5EF4-FFF2-40B4-BE49-F238E27FC236}">
                <a16:creationId xmlns:a16="http://schemas.microsoft.com/office/drawing/2014/main" id="{1A8736C1-E28E-4132-A5FD-FD5784D470E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3790" y="6356926"/>
            <a:ext cx="476692" cy="476692"/>
          </a:xfrm>
          <a:prstGeom prst="rect">
            <a:avLst/>
          </a:prstGeom>
        </p:spPr>
      </p:pic>
      <p:pic>
        <p:nvPicPr>
          <p:cNvPr id="12" name="Picture 11">
            <a:hlinkClick r:id="rId7" action="ppaction://hlinksldjump"/>
            <a:extLst>
              <a:ext uri="{FF2B5EF4-FFF2-40B4-BE49-F238E27FC236}">
                <a16:creationId xmlns:a16="http://schemas.microsoft.com/office/drawing/2014/main" id="{F46C5D59-1B10-406D-A4E9-CC8A8CEDF5D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3198" y="6381970"/>
            <a:ext cx="476692" cy="47669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9E0CDBC-DA2A-4D8A-B077-EEBB28766B35}"/>
              </a:ext>
            </a:extLst>
          </p:cNvPr>
          <p:cNvSpPr txBox="1"/>
          <p:nvPr/>
        </p:nvSpPr>
        <p:spPr>
          <a:xfrm>
            <a:off x="8339552" y="5735639"/>
            <a:ext cx="39088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dirty="0">
                <a:solidFill>
                  <a:schemeClr val="bg2"/>
                </a:solidFill>
              </a:rPr>
              <a:t>Windos 7 Alpha 1</a:t>
            </a:r>
          </a:p>
          <a:p>
            <a:pPr algn="r"/>
            <a:r>
              <a:rPr lang="en-GB" dirty="0">
                <a:solidFill>
                  <a:schemeClr val="bg2"/>
                </a:solidFill>
              </a:rPr>
              <a:t>Test purposes only! </a:t>
            </a:r>
          </a:p>
        </p:txBody>
      </p:sp>
    </p:spTree>
    <p:extLst>
      <p:ext uri="{BB962C8B-B14F-4D97-AF65-F5344CB8AC3E}">
        <p14:creationId xmlns:p14="http://schemas.microsoft.com/office/powerpoint/2010/main" val="31046741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6" descr="Full HD p Vista Wallpapers HD, Desktop Backgrounds 1280×800 ...">
            <a:hlinkClick r:id="rId2" action="ppaction://hlinksldjump"/>
            <a:extLst>
              <a:ext uri="{FF2B5EF4-FFF2-40B4-BE49-F238E27FC236}">
                <a16:creationId xmlns:a16="http://schemas.microsoft.com/office/drawing/2014/main" id="{84A6E266-9CE5-440B-96C1-5F8EC22F865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017"/>
          <a:stretch/>
        </p:blipFill>
        <p:spPr bwMode="auto">
          <a:xfrm>
            <a:off x="20" y="1282"/>
            <a:ext cx="12191980" cy="6856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9A910EC-59D3-4FE7-BE71-14CDF5F8EF42}"/>
              </a:ext>
            </a:extLst>
          </p:cNvPr>
          <p:cNvSpPr/>
          <p:nvPr/>
        </p:nvSpPr>
        <p:spPr>
          <a:xfrm>
            <a:off x="0" y="6358270"/>
            <a:ext cx="12192000" cy="499730"/>
          </a:xfrm>
          <a:prstGeom prst="rect">
            <a:avLst/>
          </a:prstGeom>
          <a:solidFill>
            <a:schemeClr val="accent1">
              <a:alpha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bg2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Oval 4">
            <a:hlinkClick r:id="rId2" action="ppaction://hlinksldjump"/>
            <a:extLst>
              <a:ext uri="{FF2B5EF4-FFF2-40B4-BE49-F238E27FC236}">
                <a16:creationId xmlns:a16="http://schemas.microsoft.com/office/drawing/2014/main" id="{5B200131-B972-4B79-ABD3-32063619EDA7}"/>
              </a:ext>
            </a:extLst>
          </p:cNvPr>
          <p:cNvSpPr/>
          <p:nvPr/>
        </p:nvSpPr>
        <p:spPr>
          <a:xfrm>
            <a:off x="0" y="6358270"/>
            <a:ext cx="501074" cy="501074"/>
          </a:xfrm>
          <a:prstGeom prst="ellipse">
            <a:avLst/>
          </a:prstGeom>
          <a:solidFill>
            <a:schemeClr val="accent1">
              <a:alpha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bg2"/>
              </a:solidFill>
              <a:latin typeface="Segoe UI" panose="020B0502040204020203" pitchFamily="34" charset="0"/>
            </a:endParaRPr>
          </a:p>
        </p:txBody>
      </p:sp>
      <p:pic>
        <p:nvPicPr>
          <p:cNvPr id="10" name="Graphic 9">
            <a:hlinkClick r:id="rId4" action="ppaction://hlinksldjump"/>
            <a:extLst>
              <a:ext uri="{FF2B5EF4-FFF2-40B4-BE49-F238E27FC236}">
                <a16:creationId xmlns:a16="http://schemas.microsoft.com/office/drawing/2014/main" id="{1A8736C1-E28E-4132-A5FD-FD5784D470E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3790" y="6356926"/>
            <a:ext cx="476692" cy="47669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888C5DE-5820-4351-ADE1-EFB6B94D31C7}"/>
              </a:ext>
            </a:extLst>
          </p:cNvPr>
          <p:cNvSpPr/>
          <p:nvPr/>
        </p:nvSpPr>
        <p:spPr>
          <a:xfrm>
            <a:off x="0" y="1426866"/>
            <a:ext cx="3647552" cy="4930060"/>
          </a:xfrm>
          <a:prstGeom prst="rect">
            <a:avLst/>
          </a:prstGeom>
          <a:solidFill>
            <a:schemeClr val="accent1">
              <a:alpha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2"/>
                </a:solidFill>
              </a:rPr>
              <a:t>Virtual assistant goes here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ABF2331-4F04-428C-B5FE-FA5D372C539D}"/>
              </a:ext>
            </a:extLst>
          </p:cNvPr>
          <p:cNvSpPr/>
          <p:nvPr/>
        </p:nvSpPr>
        <p:spPr>
          <a:xfrm>
            <a:off x="3647552" y="1425522"/>
            <a:ext cx="3647552" cy="4930060"/>
          </a:xfrm>
          <a:prstGeom prst="rect">
            <a:avLst/>
          </a:prstGeom>
          <a:solidFill>
            <a:srgbClr val="FF0000">
              <a:alpha val="6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2"/>
                </a:solidFill>
              </a:rPr>
              <a:t>Shortcuts:</a:t>
            </a:r>
          </a:p>
          <a:p>
            <a:pPr algn="ctr"/>
            <a:r>
              <a:rPr lang="en-GB" dirty="0">
                <a:solidFill>
                  <a:schemeClr val="bg2"/>
                </a:solidFill>
                <a:hlinkClick r:id="rId7" action="ppaction://hlinksldjump"/>
              </a:rPr>
              <a:t>All apps</a:t>
            </a:r>
            <a:endParaRPr lang="en-GB" dirty="0">
              <a:solidFill>
                <a:schemeClr val="bg2"/>
              </a:solidFill>
            </a:endParaRPr>
          </a:p>
          <a:p>
            <a:pPr algn="ctr"/>
            <a:r>
              <a:rPr lang="en-GB" dirty="0">
                <a:solidFill>
                  <a:schemeClr val="bg2"/>
                </a:solidFill>
                <a:hlinkClick r:id="rId8" action="ppaction://hlinksldjump"/>
              </a:rPr>
              <a:t>Explorer</a:t>
            </a:r>
            <a:endParaRPr lang="en-GB" dirty="0">
              <a:solidFill>
                <a:schemeClr val="bg2"/>
              </a:solidFill>
            </a:endParaRPr>
          </a:p>
          <a:p>
            <a:pPr algn="ctr"/>
            <a:r>
              <a:rPr lang="en-GB" dirty="0">
                <a:solidFill>
                  <a:schemeClr val="bg2"/>
                </a:solidFill>
                <a:hlinkClick r:id="rId9" action="ppaction://hlinksldjump"/>
              </a:rPr>
              <a:t>EDGE 3</a:t>
            </a:r>
            <a:br>
              <a:rPr lang="en-GB" dirty="0">
                <a:solidFill>
                  <a:schemeClr val="bg2"/>
                </a:solidFill>
                <a:hlinkClick r:id="rId9" action="ppaction://hlinksldjump"/>
              </a:rPr>
            </a:br>
            <a:endParaRPr lang="en-GB" dirty="0">
              <a:solidFill>
                <a:schemeClr val="bg2"/>
              </a:solidFill>
            </a:endParaRPr>
          </a:p>
          <a:p>
            <a:pPr algn="ctr"/>
            <a:endParaRPr lang="en-GB" dirty="0">
              <a:solidFill>
                <a:schemeClr val="bg2"/>
              </a:solidFill>
            </a:endParaRPr>
          </a:p>
          <a:p>
            <a:pPr algn="ctr"/>
            <a:endParaRPr lang="en-GB" dirty="0">
              <a:solidFill>
                <a:schemeClr val="bg2"/>
              </a:solidFill>
            </a:endParaRPr>
          </a:p>
          <a:p>
            <a:pPr algn="ctr"/>
            <a:endParaRPr lang="en-GB" dirty="0">
              <a:solidFill>
                <a:schemeClr val="bg2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21CB054-95BF-4744-B4B0-149B522D25EF}"/>
              </a:ext>
            </a:extLst>
          </p:cNvPr>
          <p:cNvSpPr/>
          <p:nvPr/>
        </p:nvSpPr>
        <p:spPr>
          <a:xfrm>
            <a:off x="3647552" y="5855852"/>
            <a:ext cx="3647552" cy="499730"/>
          </a:xfrm>
          <a:prstGeom prst="rect">
            <a:avLst/>
          </a:prstGeom>
          <a:solidFill>
            <a:schemeClr val="bg2">
              <a:lumMod val="10000"/>
              <a:alpha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2"/>
                </a:solidFill>
              </a:rPr>
              <a:t>Power off &gt;</a:t>
            </a:r>
          </a:p>
        </p:txBody>
      </p:sp>
    </p:spTree>
    <p:extLst>
      <p:ext uri="{BB962C8B-B14F-4D97-AF65-F5344CB8AC3E}">
        <p14:creationId xmlns:p14="http://schemas.microsoft.com/office/powerpoint/2010/main" val="18678587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6" descr="Full HD p Vista Wallpapers HD, Desktop Backgrounds 1280×800 ...">
            <a:extLst>
              <a:ext uri="{FF2B5EF4-FFF2-40B4-BE49-F238E27FC236}">
                <a16:creationId xmlns:a16="http://schemas.microsoft.com/office/drawing/2014/main" id="{84A6E266-9CE5-440B-96C1-5F8EC22F865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017"/>
          <a:stretch/>
        </p:blipFill>
        <p:spPr bwMode="auto">
          <a:xfrm>
            <a:off x="20" y="1282"/>
            <a:ext cx="12191980" cy="6856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1A1366D-BFE2-4AD2-A711-3DF878FCB602}"/>
              </a:ext>
            </a:extLst>
          </p:cNvPr>
          <p:cNvSpPr/>
          <p:nvPr/>
        </p:nvSpPr>
        <p:spPr>
          <a:xfrm>
            <a:off x="2326758" y="1460006"/>
            <a:ext cx="7538484" cy="3937988"/>
          </a:xfrm>
          <a:prstGeom prst="rect">
            <a:avLst/>
          </a:prstGeom>
          <a:solidFill>
            <a:schemeClr val="bg1">
              <a:lumMod val="65000"/>
              <a:alpha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2"/>
                </a:solidFill>
                <a:latin typeface="Segoe UI" panose="020B0502040204020203" pitchFamily="34" charset="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Power off</a:t>
            </a:r>
            <a:endParaRPr lang="en-GB" dirty="0">
              <a:solidFill>
                <a:schemeClr val="bg2"/>
              </a:solidFill>
              <a:latin typeface="Segoe UI" panose="020B0502040204020203" pitchFamily="34" charset="0"/>
            </a:endParaRPr>
          </a:p>
          <a:p>
            <a:pPr algn="ctr"/>
            <a:endParaRPr lang="en-GB" dirty="0">
              <a:solidFill>
                <a:schemeClr val="bg2"/>
              </a:solidFill>
              <a:latin typeface="Segoe UI" panose="020B0502040204020203" pitchFamily="34" charset="0"/>
            </a:endParaRPr>
          </a:p>
          <a:p>
            <a:pPr algn="ctr"/>
            <a:r>
              <a:rPr lang="en-GB" dirty="0">
                <a:solidFill>
                  <a:schemeClr val="bg2"/>
                </a:solidFill>
                <a:latin typeface="Segoe UI" panose="020B0502040204020203" pitchFamily="34" charset="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Reboot</a:t>
            </a:r>
            <a:endParaRPr lang="en-GB" dirty="0">
              <a:solidFill>
                <a:schemeClr val="bg2"/>
              </a:solidFill>
              <a:latin typeface="Segoe UI" panose="020B0502040204020203" pitchFamily="34" charset="0"/>
            </a:endParaRPr>
          </a:p>
          <a:p>
            <a:pPr algn="ctr"/>
            <a:endParaRPr lang="en-GB" dirty="0">
              <a:solidFill>
                <a:schemeClr val="bg2"/>
              </a:solidFill>
              <a:latin typeface="Segoe UI" panose="020B0502040204020203" pitchFamily="34" charset="0"/>
            </a:endParaRPr>
          </a:p>
          <a:p>
            <a:pPr algn="ctr"/>
            <a:r>
              <a:rPr lang="en-GB" dirty="0">
                <a:solidFill>
                  <a:schemeClr val="bg2"/>
                </a:solidFill>
                <a:latin typeface="Segoe UI" panose="020B0502040204020203" pitchFamily="34" charset="0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Sleep</a:t>
            </a:r>
            <a:endParaRPr lang="en-GB" dirty="0">
              <a:solidFill>
                <a:schemeClr val="bg2"/>
              </a:solidFill>
              <a:latin typeface="Segoe UI" panose="020B0502040204020203" pitchFamily="34" charset="0"/>
            </a:endParaRPr>
          </a:p>
          <a:p>
            <a:pPr algn="ctr"/>
            <a:endParaRPr lang="en-GB" dirty="0">
              <a:solidFill>
                <a:schemeClr val="bg2"/>
              </a:solidFill>
              <a:latin typeface="Segoe UI" panose="020B0502040204020203" pitchFamily="34" charset="0"/>
            </a:endParaRPr>
          </a:p>
          <a:p>
            <a:pPr algn="ctr"/>
            <a:r>
              <a:rPr lang="en-GB" dirty="0">
                <a:solidFill>
                  <a:schemeClr val="bg2"/>
                </a:solidFill>
                <a:latin typeface="Segoe UI" panose="020B0502040204020203" pitchFamily="34" charset="0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Log off</a:t>
            </a:r>
            <a:endParaRPr lang="en-GB" dirty="0">
              <a:solidFill>
                <a:schemeClr val="bg2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Rectangle 3">
            <a:hlinkClick r:id="rId7" action="ppaction://hlinksldjump"/>
            <a:extLst>
              <a:ext uri="{FF2B5EF4-FFF2-40B4-BE49-F238E27FC236}">
                <a16:creationId xmlns:a16="http://schemas.microsoft.com/office/drawing/2014/main" id="{AE39A043-0D33-42A3-9986-3B8A658F7CD6}"/>
              </a:ext>
            </a:extLst>
          </p:cNvPr>
          <p:cNvSpPr/>
          <p:nvPr/>
        </p:nvSpPr>
        <p:spPr>
          <a:xfrm>
            <a:off x="8980695" y="1460006"/>
            <a:ext cx="776176" cy="276446"/>
          </a:xfrm>
          <a:prstGeom prst="rect">
            <a:avLst/>
          </a:prstGeom>
          <a:solidFill>
            <a:srgbClr val="FF0000">
              <a:alpha val="6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bg2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590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6" descr="Full HD p Vista Wallpapers HD, Desktop Backgrounds 1280×800 ...">
            <a:hlinkClick r:id="rId2" action="ppaction://hlinksldjump"/>
            <a:extLst>
              <a:ext uri="{FF2B5EF4-FFF2-40B4-BE49-F238E27FC236}">
                <a16:creationId xmlns:a16="http://schemas.microsoft.com/office/drawing/2014/main" id="{84A6E266-9CE5-440B-96C1-5F8EC22F865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017"/>
          <a:stretch/>
        </p:blipFill>
        <p:spPr bwMode="auto">
          <a:xfrm>
            <a:off x="20" y="1282"/>
            <a:ext cx="12191980" cy="6856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820994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6" descr="Full HD p Vista Wallpapers HD, Desktop Backgrounds 1280×800 ...">
            <a:extLst>
              <a:ext uri="{FF2B5EF4-FFF2-40B4-BE49-F238E27FC236}">
                <a16:creationId xmlns:a16="http://schemas.microsoft.com/office/drawing/2014/main" id="{84A6E266-9CE5-440B-96C1-5F8EC22F865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017"/>
          <a:stretch/>
        </p:blipFill>
        <p:spPr bwMode="auto">
          <a:xfrm>
            <a:off x="20" y="1282"/>
            <a:ext cx="12191980" cy="6856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0455193-051E-4F8A-A558-66666F2BA3E6}"/>
              </a:ext>
            </a:extLst>
          </p:cNvPr>
          <p:cNvSpPr/>
          <p:nvPr/>
        </p:nvSpPr>
        <p:spPr>
          <a:xfrm>
            <a:off x="0" y="2524046"/>
            <a:ext cx="7538484" cy="499730"/>
          </a:xfrm>
          <a:prstGeom prst="rect">
            <a:avLst/>
          </a:prstGeom>
          <a:solidFill>
            <a:schemeClr val="accent1">
              <a:alpha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2"/>
                </a:solidFill>
                <a:latin typeface="Segoe UI" panose="020B0502040204020203" pitchFamily="34" charset="0"/>
              </a:rPr>
              <a:t>Windos 7</a:t>
            </a:r>
          </a:p>
        </p:txBody>
      </p:sp>
      <p:sp>
        <p:nvSpPr>
          <p:cNvPr id="4" name="Rectangle 3">
            <a:hlinkClick r:id="rId3" action="ppaction://hlinksldjump"/>
            <a:extLst>
              <a:ext uri="{FF2B5EF4-FFF2-40B4-BE49-F238E27FC236}">
                <a16:creationId xmlns:a16="http://schemas.microsoft.com/office/drawing/2014/main" id="{AE39A043-0D33-42A3-9986-3B8A658F7CD6}"/>
              </a:ext>
            </a:extLst>
          </p:cNvPr>
          <p:cNvSpPr/>
          <p:nvPr/>
        </p:nvSpPr>
        <p:spPr>
          <a:xfrm>
            <a:off x="6639429" y="2524046"/>
            <a:ext cx="776176" cy="276446"/>
          </a:xfrm>
          <a:prstGeom prst="rect">
            <a:avLst/>
          </a:prstGeom>
          <a:solidFill>
            <a:srgbClr val="FF0000">
              <a:alpha val="6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bg2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1A1366D-BFE2-4AD2-A711-3DF878FCB602}"/>
              </a:ext>
            </a:extLst>
          </p:cNvPr>
          <p:cNvSpPr/>
          <p:nvPr/>
        </p:nvSpPr>
        <p:spPr>
          <a:xfrm>
            <a:off x="0" y="2918731"/>
            <a:ext cx="7538484" cy="3937988"/>
          </a:xfrm>
          <a:prstGeom prst="rect">
            <a:avLst/>
          </a:prstGeom>
          <a:solidFill>
            <a:srgbClr val="3B383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2"/>
                </a:solidFill>
                <a:latin typeface="Segoe UI" panose="020B0502040204020203" pitchFamily="34" charset="0"/>
              </a:rPr>
              <a:t>It is now safe to turn off the PC.</a:t>
            </a:r>
          </a:p>
          <a:p>
            <a:pPr algn="ctr"/>
            <a:endParaRPr lang="en-GB" dirty="0">
              <a:solidFill>
                <a:schemeClr val="bg2"/>
              </a:solidFill>
              <a:latin typeface="Segoe UI" panose="020B0502040204020203" pitchFamily="34" charset="0"/>
            </a:endParaRPr>
          </a:p>
          <a:p>
            <a:pPr algn="ctr"/>
            <a:r>
              <a:rPr lang="en-GB" dirty="0">
                <a:solidFill>
                  <a:schemeClr val="bg2"/>
                </a:solidFill>
                <a:latin typeface="Segoe UI" panose="020B0502040204020203" pitchFamily="34" charset="0"/>
              </a:rPr>
              <a:t>Close to reboot</a:t>
            </a:r>
          </a:p>
          <a:p>
            <a:pPr algn="ctr"/>
            <a:endParaRPr lang="en-GB" dirty="0">
              <a:solidFill>
                <a:schemeClr val="bg2"/>
              </a:solidFill>
              <a:latin typeface="Segoe UI" panose="020B0502040204020203" pitchFamily="34" charset="0"/>
            </a:endParaRPr>
          </a:p>
          <a:p>
            <a:pPr algn="ctr"/>
            <a:r>
              <a:rPr lang="en-GB" dirty="0">
                <a:solidFill>
                  <a:schemeClr val="bg2"/>
                </a:solidFill>
                <a:latin typeface="Segoe UI" panose="020B0502040204020203" pitchFamily="34" charset="0"/>
              </a:rPr>
              <a:t>ESC to power off. </a:t>
            </a:r>
          </a:p>
        </p:txBody>
      </p:sp>
    </p:spTree>
    <p:extLst>
      <p:ext uri="{BB962C8B-B14F-4D97-AF65-F5344CB8AC3E}">
        <p14:creationId xmlns:p14="http://schemas.microsoft.com/office/powerpoint/2010/main" val="35367907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6" descr="Full HD p Vista Wallpapers HD, Desktop Backgrounds 1280×800 ...">
            <a:extLst>
              <a:ext uri="{FF2B5EF4-FFF2-40B4-BE49-F238E27FC236}">
                <a16:creationId xmlns:a16="http://schemas.microsoft.com/office/drawing/2014/main" id="{84A6E266-9CE5-440B-96C1-5F8EC22F865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017"/>
          <a:stretch/>
        </p:blipFill>
        <p:spPr bwMode="auto">
          <a:xfrm>
            <a:off x="20" y="1282"/>
            <a:ext cx="12191980" cy="6856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0455193-051E-4F8A-A558-66666F2BA3E6}"/>
              </a:ext>
            </a:extLst>
          </p:cNvPr>
          <p:cNvSpPr/>
          <p:nvPr/>
        </p:nvSpPr>
        <p:spPr>
          <a:xfrm>
            <a:off x="0" y="0"/>
            <a:ext cx="12192000" cy="499730"/>
          </a:xfrm>
          <a:prstGeom prst="rect">
            <a:avLst/>
          </a:prstGeom>
          <a:solidFill>
            <a:schemeClr val="accent1">
              <a:alpha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2"/>
                </a:solidFill>
                <a:latin typeface="Segoe UI" panose="020B0502040204020203" pitchFamily="34" charset="0"/>
              </a:rPr>
              <a:t>All apps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1A1366D-BFE2-4AD2-A711-3DF878FCB602}"/>
              </a:ext>
            </a:extLst>
          </p:cNvPr>
          <p:cNvSpPr/>
          <p:nvPr/>
        </p:nvSpPr>
        <p:spPr>
          <a:xfrm>
            <a:off x="0" y="487817"/>
            <a:ext cx="12191980" cy="6368902"/>
          </a:xfrm>
          <a:prstGeom prst="rect">
            <a:avLst/>
          </a:prstGeom>
          <a:solidFill>
            <a:srgbClr val="76717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bg2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Rectangle 6">
            <a:hlinkClick r:id="rId3" action="ppaction://hlinksldjump"/>
            <a:extLst>
              <a:ext uri="{FF2B5EF4-FFF2-40B4-BE49-F238E27FC236}">
                <a16:creationId xmlns:a16="http://schemas.microsoft.com/office/drawing/2014/main" id="{B46DAD59-DD5F-4BB0-AE08-4A9DDC91C8B2}"/>
              </a:ext>
            </a:extLst>
          </p:cNvPr>
          <p:cNvSpPr/>
          <p:nvPr/>
        </p:nvSpPr>
        <p:spPr>
          <a:xfrm>
            <a:off x="11265099" y="0"/>
            <a:ext cx="776176" cy="276446"/>
          </a:xfrm>
          <a:prstGeom prst="rect">
            <a:avLst/>
          </a:prstGeom>
          <a:solidFill>
            <a:srgbClr val="FF0000">
              <a:alpha val="6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bg2"/>
              </a:solidFill>
              <a:latin typeface="Segoe UI" panose="020B0502040204020203" pitchFamily="34" charset="0"/>
            </a:endParaRPr>
          </a:p>
        </p:txBody>
      </p:sp>
      <p:pic>
        <p:nvPicPr>
          <p:cNvPr id="4" name="Picture 3">
            <a:hlinkClick r:id="rId4" action="ppaction://hlinksldjump"/>
            <a:extLst>
              <a:ext uri="{FF2B5EF4-FFF2-40B4-BE49-F238E27FC236}">
                <a16:creationId xmlns:a16="http://schemas.microsoft.com/office/drawing/2014/main" id="{B85B2988-E115-4226-B98C-F315EC33F0F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90" y="499730"/>
            <a:ext cx="609600" cy="6096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A259FA5-EED7-4114-9B85-513620AD2705}"/>
              </a:ext>
            </a:extLst>
          </p:cNvPr>
          <p:cNvSpPr txBox="1"/>
          <p:nvPr/>
        </p:nvSpPr>
        <p:spPr>
          <a:xfrm>
            <a:off x="0" y="1185705"/>
            <a:ext cx="27130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2"/>
                </a:solidFill>
              </a:rPr>
              <a:t>explorer</a:t>
            </a:r>
          </a:p>
        </p:txBody>
      </p:sp>
      <p:pic>
        <p:nvPicPr>
          <p:cNvPr id="10" name="Picture 9" descr="A close up of a logo&#10;&#10;Description automatically generated">
            <a:hlinkClick r:id="rId6" action="ppaction://hlinksldjump"/>
            <a:extLst>
              <a:ext uri="{FF2B5EF4-FFF2-40B4-BE49-F238E27FC236}">
                <a16:creationId xmlns:a16="http://schemas.microsoft.com/office/drawing/2014/main" id="{D3FB4275-007B-4815-9BA6-C6AFBFE49D6E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52" t="14957" r="14957" b="15601"/>
          <a:stretch/>
        </p:blipFill>
        <p:spPr>
          <a:xfrm>
            <a:off x="1356527" y="612587"/>
            <a:ext cx="582778" cy="57247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FD2C8AE-E7BF-452B-B07A-73BCB76F736E}"/>
              </a:ext>
            </a:extLst>
          </p:cNvPr>
          <p:cNvSpPr txBox="1"/>
          <p:nvPr/>
        </p:nvSpPr>
        <p:spPr>
          <a:xfrm>
            <a:off x="1245996" y="1211769"/>
            <a:ext cx="31250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>
                <a:solidFill>
                  <a:schemeClr val="bg2"/>
                </a:solidFill>
                <a:latin typeface="Segoe UI" panose="020B0502040204020203" pitchFamily="34" charset="0"/>
              </a:rPr>
              <a:t>EDGE 3</a:t>
            </a:r>
          </a:p>
        </p:txBody>
      </p:sp>
    </p:spTree>
    <p:extLst>
      <p:ext uri="{BB962C8B-B14F-4D97-AF65-F5344CB8AC3E}">
        <p14:creationId xmlns:p14="http://schemas.microsoft.com/office/powerpoint/2010/main" val="10734638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6" descr="Full HD p Vista Wallpapers HD, Desktop Backgrounds 1280×800 ...">
            <a:extLst>
              <a:ext uri="{FF2B5EF4-FFF2-40B4-BE49-F238E27FC236}">
                <a16:creationId xmlns:a16="http://schemas.microsoft.com/office/drawing/2014/main" id="{84A6E266-9CE5-440B-96C1-5F8EC22F865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017"/>
          <a:stretch/>
        </p:blipFill>
        <p:spPr bwMode="auto">
          <a:xfrm>
            <a:off x="20" y="1282"/>
            <a:ext cx="12191980" cy="6856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0455193-051E-4F8A-A558-66666F2BA3E6}"/>
              </a:ext>
            </a:extLst>
          </p:cNvPr>
          <p:cNvSpPr/>
          <p:nvPr/>
        </p:nvSpPr>
        <p:spPr>
          <a:xfrm>
            <a:off x="0" y="0"/>
            <a:ext cx="12192000" cy="499730"/>
          </a:xfrm>
          <a:prstGeom prst="rect">
            <a:avLst/>
          </a:prstGeom>
          <a:solidFill>
            <a:schemeClr val="accent1">
              <a:alpha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2"/>
                </a:solidFill>
                <a:latin typeface="Segoe UI" panose="020B0502040204020203" pitchFamily="34" charset="0"/>
              </a:rPr>
              <a:t>explorer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1A1366D-BFE2-4AD2-A711-3DF878FCB602}"/>
              </a:ext>
            </a:extLst>
          </p:cNvPr>
          <p:cNvSpPr/>
          <p:nvPr/>
        </p:nvSpPr>
        <p:spPr>
          <a:xfrm>
            <a:off x="0" y="487817"/>
            <a:ext cx="12191980" cy="6368902"/>
          </a:xfrm>
          <a:prstGeom prst="rect">
            <a:avLst/>
          </a:prstGeom>
          <a:solidFill>
            <a:srgbClr val="76717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bg2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Rectangle 6">
            <a:hlinkClick r:id="rId3" action="ppaction://hlinksldjump"/>
            <a:extLst>
              <a:ext uri="{FF2B5EF4-FFF2-40B4-BE49-F238E27FC236}">
                <a16:creationId xmlns:a16="http://schemas.microsoft.com/office/drawing/2014/main" id="{B46DAD59-DD5F-4BB0-AE08-4A9DDC91C8B2}"/>
              </a:ext>
            </a:extLst>
          </p:cNvPr>
          <p:cNvSpPr/>
          <p:nvPr/>
        </p:nvSpPr>
        <p:spPr>
          <a:xfrm>
            <a:off x="11265099" y="0"/>
            <a:ext cx="776176" cy="276446"/>
          </a:xfrm>
          <a:prstGeom prst="rect">
            <a:avLst/>
          </a:prstGeom>
          <a:solidFill>
            <a:srgbClr val="FF0000">
              <a:alpha val="6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bg2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F88C252-215F-4B08-9D96-BEE7E65A83A5}"/>
              </a:ext>
            </a:extLst>
          </p:cNvPr>
          <p:cNvSpPr/>
          <p:nvPr/>
        </p:nvSpPr>
        <p:spPr>
          <a:xfrm>
            <a:off x="-20" y="499730"/>
            <a:ext cx="12192000" cy="499730"/>
          </a:xfrm>
          <a:prstGeom prst="rect">
            <a:avLst/>
          </a:prstGeom>
          <a:solidFill>
            <a:srgbClr val="FF0000">
              <a:alpha val="6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2"/>
                </a:solidFill>
                <a:latin typeface="Segoe UI" panose="020B0502040204020203" pitchFamily="34" charset="0"/>
              </a:rPr>
              <a:t>My Computer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559F4FD-4DBF-42E9-BAE4-49F0194645B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66621" y="1011373"/>
            <a:ext cx="457200" cy="4572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F05A7BB-CF0E-436F-9C9D-873A7B6D1DC1}"/>
              </a:ext>
            </a:extLst>
          </p:cNvPr>
          <p:cNvSpPr txBox="1"/>
          <p:nvPr/>
        </p:nvSpPr>
        <p:spPr>
          <a:xfrm>
            <a:off x="266621" y="1396721"/>
            <a:ext cx="2396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2"/>
                </a:solidFill>
              </a:rPr>
              <a:t>C:/</a:t>
            </a:r>
          </a:p>
        </p:txBody>
      </p:sp>
    </p:spTree>
    <p:extLst>
      <p:ext uri="{BB962C8B-B14F-4D97-AF65-F5344CB8AC3E}">
        <p14:creationId xmlns:p14="http://schemas.microsoft.com/office/powerpoint/2010/main" val="5117405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6" descr="Full HD p Vista Wallpapers HD, Desktop Backgrounds 1280×800 ...">
            <a:extLst>
              <a:ext uri="{FF2B5EF4-FFF2-40B4-BE49-F238E27FC236}">
                <a16:creationId xmlns:a16="http://schemas.microsoft.com/office/drawing/2014/main" id="{84A6E266-9CE5-440B-96C1-5F8EC22F865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017"/>
          <a:stretch/>
        </p:blipFill>
        <p:spPr bwMode="auto">
          <a:xfrm>
            <a:off x="20" y="1282"/>
            <a:ext cx="12191980" cy="6856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0455193-051E-4F8A-A558-66666F2BA3E6}"/>
              </a:ext>
            </a:extLst>
          </p:cNvPr>
          <p:cNvSpPr/>
          <p:nvPr/>
        </p:nvSpPr>
        <p:spPr>
          <a:xfrm>
            <a:off x="0" y="0"/>
            <a:ext cx="12192000" cy="499730"/>
          </a:xfrm>
          <a:prstGeom prst="rect">
            <a:avLst/>
          </a:prstGeom>
          <a:solidFill>
            <a:schemeClr val="accent1">
              <a:alpha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2"/>
                </a:solidFill>
                <a:latin typeface="Segoe UI" panose="020B0502040204020203" pitchFamily="34" charset="0"/>
              </a:rPr>
              <a:t>explorer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1A1366D-BFE2-4AD2-A711-3DF878FCB602}"/>
              </a:ext>
            </a:extLst>
          </p:cNvPr>
          <p:cNvSpPr/>
          <p:nvPr/>
        </p:nvSpPr>
        <p:spPr>
          <a:xfrm>
            <a:off x="0" y="487817"/>
            <a:ext cx="12191980" cy="6368902"/>
          </a:xfrm>
          <a:prstGeom prst="rect">
            <a:avLst/>
          </a:prstGeom>
          <a:solidFill>
            <a:srgbClr val="76717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bg2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Rectangle 6">
            <a:hlinkClick r:id="rId3" action="ppaction://hlinksldjump"/>
            <a:extLst>
              <a:ext uri="{FF2B5EF4-FFF2-40B4-BE49-F238E27FC236}">
                <a16:creationId xmlns:a16="http://schemas.microsoft.com/office/drawing/2014/main" id="{B46DAD59-DD5F-4BB0-AE08-4A9DDC91C8B2}"/>
              </a:ext>
            </a:extLst>
          </p:cNvPr>
          <p:cNvSpPr/>
          <p:nvPr/>
        </p:nvSpPr>
        <p:spPr>
          <a:xfrm>
            <a:off x="11265099" y="0"/>
            <a:ext cx="776176" cy="276446"/>
          </a:xfrm>
          <a:prstGeom prst="rect">
            <a:avLst/>
          </a:prstGeom>
          <a:solidFill>
            <a:srgbClr val="FF0000">
              <a:alpha val="6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bg2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F88C252-215F-4B08-9D96-BEE7E65A83A5}"/>
              </a:ext>
            </a:extLst>
          </p:cNvPr>
          <p:cNvSpPr/>
          <p:nvPr/>
        </p:nvSpPr>
        <p:spPr>
          <a:xfrm>
            <a:off x="-20" y="499730"/>
            <a:ext cx="12192000" cy="499730"/>
          </a:xfrm>
          <a:prstGeom prst="rect">
            <a:avLst/>
          </a:prstGeom>
          <a:solidFill>
            <a:srgbClr val="FF0000">
              <a:alpha val="6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2"/>
                </a:solidFill>
                <a:latin typeface="Segoe UI" panose="020B0502040204020203" pitchFamily="34" charset="0"/>
              </a:rPr>
              <a:t>C:/</a:t>
            </a:r>
          </a:p>
        </p:txBody>
      </p:sp>
      <p:pic>
        <p:nvPicPr>
          <p:cNvPr id="6" name="Graphic 5">
            <a:hlinkClick r:id="rId4" action="ppaction://hlinksldjump"/>
            <a:extLst>
              <a:ext uri="{FF2B5EF4-FFF2-40B4-BE49-F238E27FC236}">
                <a16:creationId xmlns:a16="http://schemas.microsoft.com/office/drawing/2014/main" id="{BA21A1B3-87BC-4205-8FD2-3E9664452FB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48000" y="1049314"/>
            <a:ext cx="448594" cy="44859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61B1D6D-83D7-4B68-BFCC-3AEB35440256}"/>
              </a:ext>
            </a:extLst>
          </p:cNvPr>
          <p:cNvSpPr txBox="1"/>
          <p:nvPr/>
        </p:nvSpPr>
        <p:spPr>
          <a:xfrm>
            <a:off x="150725" y="1597688"/>
            <a:ext cx="2351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2"/>
                </a:solidFill>
              </a:rPr>
              <a:t>Windos</a:t>
            </a:r>
          </a:p>
        </p:txBody>
      </p:sp>
      <p:pic>
        <p:nvPicPr>
          <p:cNvPr id="11" name="Graphic 10">
            <a:hlinkClick r:id="rId7" action="ppaction://hlinksldjump"/>
            <a:extLst>
              <a:ext uri="{FF2B5EF4-FFF2-40B4-BE49-F238E27FC236}">
                <a16:creationId xmlns:a16="http://schemas.microsoft.com/office/drawing/2014/main" id="{DF69A371-E4B5-49B6-9D9B-1124978F537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800546" y="1068517"/>
            <a:ext cx="476692" cy="47669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120073D-AADD-4B07-AD5B-ECE66972ABC8}"/>
              </a:ext>
            </a:extLst>
          </p:cNvPr>
          <p:cNvSpPr txBox="1"/>
          <p:nvPr/>
        </p:nvSpPr>
        <p:spPr>
          <a:xfrm>
            <a:off x="1517301" y="1597688"/>
            <a:ext cx="19694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2"/>
                </a:solidFill>
              </a:rPr>
              <a:t>Username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D22B29B4-A1ED-45AC-AD6E-87540C75D87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381190" y="1082566"/>
            <a:ext cx="448594" cy="44859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01E10928-121A-434D-946D-AF008DBC41C5}"/>
              </a:ext>
            </a:extLst>
          </p:cNvPr>
          <p:cNvSpPr txBox="1"/>
          <p:nvPr/>
        </p:nvSpPr>
        <p:spPr>
          <a:xfrm>
            <a:off x="3064747" y="1597688"/>
            <a:ext cx="28537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>
                <a:solidFill>
                  <a:schemeClr val="bg2"/>
                </a:solidFill>
                <a:latin typeface="Segoe UI" panose="020B0502040204020203" pitchFamily="34" charset="0"/>
              </a:rPr>
              <a:t>icon packs</a:t>
            </a:r>
          </a:p>
        </p:txBody>
      </p:sp>
    </p:spTree>
    <p:extLst>
      <p:ext uri="{BB962C8B-B14F-4D97-AF65-F5344CB8AC3E}">
        <p14:creationId xmlns:p14="http://schemas.microsoft.com/office/powerpoint/2010/main" val="16206418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6" descr="Full HD p Vista Wallpapers HD, Desktop Backgrounds 1280×800 ...">
            <a:extLst>
              <a:ext uri="{FF2B5EF4-FFF2-40B4-BE49-F238E27FC236}">
                <a16:creationId xmlns:a16="http://schemas.microsoft.com/office/drawing/2014/main" id="{84A6E266-9CE5-440B-96C1-5F8EC22F865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017"/>
          <a:stretch/>
        </p:blipFill>
        <p:spPr bwMode="auto">
          <a:xfrm>
            <a:off x="20" y="1282"/>
            <a:ext cx="12191980" cy="6856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0455193-051E-4F8A-A558-66666F2BA3E6}"/>
              </a:ext>
            </a:extLst>
          </p:cNvPr>
          <p:cNvSpPr/>
          <p:nvPr/>
        </p:nvSpPr>
        <p:spPr>
          <a:xfrm>
            <a:off x="0" y="0"/>
            <a:ext cx="12192000" cy="499730"/>
          </a:xfrm>
          <a:prstGeom prst="rect">
            <a:avLst/>
          </a:prstGeom>
          <a:solidFill>
            <a:schemeClr val="accent1">
              <a:alpha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2"/>
                </a:solidFill>
                <a:latin typeface="Segoe UI" panose="020B0502040204020203" pitchFamily="34" charset="0"/>
              </a:rPr>
              <a:t>explorer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1A1366D-BFE2-4AD2-A711-3DF878FCB602}"/>
              </a:ext>
            </a:extLst>
          </p:cNvPr>
          <p:cNvSpPr/>
          <p:nvPr/>
        </p:nvSpPr>
        <p:spPr>
          <a:xfrm>
            <a:off x="0" y="487817"/>
            <a:ext cx="12191980" cy="6368902"/>
          </a:xfrm>
          <a:prstGeom prst="rect">
            <a:avLst/>
          </a:prstGeom>
          <a:solidFill>
            <a:srgbClr val="76717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2"/>
                </a:solidFill>
                <a:latin typeface="Segoe UI" panose="020B0502040204020203" pitchFamily="34" charset="0"/>
              </a:rPr>
              <a:t>Nothing to be found! </a:t>
            </a:r>
          </a:p>
        </p:txBody>
      </p:sp>
      <p:sp>
        <p:nvSpPr>
          <p:cNvPr id="7" name="Rectangle 6">
            <a:hlinkClick r:id="rId3" action="ppaction://hlinksldjump"/>
            <a:extLst>
              <a:ext uri="{FF2B5EF4-FFF2-40B4-BE49-F238E27FC236}">
                <a16:creationId xmlns:a16="http://schemas.microsoft.com/office/drawing/2014/main" id="{B46DAD59-DD5F-4BB0-AE08-4A9DDC91C8B2}"/>
              </a:ext>
            </a:extLst>
          </p:cNvPr>
          <p:cNvSpPr/>
          <p:nvPr/>
        </p:nvSpPr>
        <p:spPr>
          <a:xfrm>
            <a:off x="11265099" y="0"/>
            <a:ext cx="776176" cy="276446"/>
          </a:xfrm>
          <a:prstGeom prst="rect">
            <a:avLst/>
          </a:prstGeom>
          <a:solidFill>
            <a:srgbClr val="FF0000">
              <a:alpha val="6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bg2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F88C252-215F-4B08-9D96-BEE7E65A83A5}"/>
              </a:ext>
            </a:extLst>
          </p:cNvPr>
          <p:cNvSpPr/>
          <p:nvPr/>
        </p:nvSpPr>
        <p:spPr>
          <a:xfrm>
            <a:off x="-20" y="499730"/>
            <a:ext cx="12192000" cy="499730"/>
          </a:xfrm>
          <a:prstGeom prst="rect">
            <a:avLst/>
          </a:prstGeom>
          <a:solidFill>
            <a:srgbClr val="FF0000">
              <a:alpha val="6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2"/>
                </a:solidFill>
                <a:latin typeface="Segoe UI" panose="020B0502040204020203" pitchFamily="34" charset="0"/>
              </a:rPr>
              <a:t>C:/username</a:t>
            </a:r>
          </a:p>
        </p:txBody>
      </p:sp>
    </p:spTree>
    <p:extLst>
      <p:ext uri="{BB962C8B-B14F-4D97-AF65-F5344CB8AC3E}">
        <p14:creationId xmlns:p14="http://schemas.microsoft.com/office/powerpoint/2010/main" val="336080111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6" descr="Full HD p Vista Wallpapers HD, Desktop Backgrounds 1280×800 ...">
            <a:extLst>
              <a:ext uri="{FF2B5EF4-FFF2-40B4-BE49-F238E27FC236}">
                <a16:creationId xmlns:a16="http://schemas.microsoft.com/office/drawing/2014/main" id="{84A6E266-9CE5-440B-96C1-5F8EC22F865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017"/>
          <a:stretch/>
        </p:blipFill>
        <p:spPr bwMode="auto">
          <a:xfrm>
            <a:off x="20" y="1282"/>
            <a:ext cx="12191980" cy="6856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0455193-051E-4F8A-A558-66666F2BA3E6}"/>
              </a:ext>
            </a:extLst>
          </p:cNvPr>
          <p:cNvSpPr/>
          <p:nvPr/>
        </p:nvSpPr>
        <p:spPr>
          <a:xfrm>
            <a:off x="0" y="0"/>
            <a:ext cx="12192000" cy="499730"/>
          </a:xfrm>
          <a:prstGeom prst="rect">
            <a:avLst/>
          </a:prstGeom>
          <a:solidFill>
            <a:schemeClr val="accent1">
              <a:alpha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2"/>
                </a:solidFill>
                <a:latin typeface="Segoe UI" panose="020B0502040204020203" pitchFamily="34" charset="0"/>
              </a:rPr>
              <a:t>explorer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1A1366D-BFE2-4AD2-A711-3DF878FCB602}"/>
              </a:ext>
            </a:extLst>
          </p:cNvPr>
          <p:cNvSpPr/>
          <p:nvPr/>
        </p:nvSpPr>
        <p:spPr>
          <a:xfrm>
            <a:off x="0" y="487817"/>
            <a:ext cx="12191980" cy="6368902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bg2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Rectangle 6">
            <a:hlinkClick r:id="rId3" action="ppaction://hlinksldjump"/>
            <a:extLst>
              <a:ext uri="{FF2B5EF4-FFF2-40B4-BE49-F238E27FC236}">
                <a16:creationId xmlns:a16="http://schemas.microsoft.com/office/drawing/2014/main" id="{B46DAD59-DD5F-4BB0-AE08-4A9DDC91C8B2}"/>
              </a:ext>
            </a:extLst>
          </p:cNvPr>
          <p:cNvSpPr/>
          <p:nvPr/>
        </p:nvSpPr>
        <p:spPr>
          <a:xfrm>
            <a:off x="11265099" y="0"/>
            <a:ext cx="776176" cy="276446"/>
          </a:xfrm>
          <a:prstGeom prst="rect">
            <a:avLst/>
          </a:prstGeom>
          <a:solidFill>
            <a:srgbClr val="FF0000">
              <a:alpha val="6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bg2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F88C252-215F-4B08-9D96-BEE7E65A83A5}"/>
              </a:ext>
            </a:extLst>
          </p:cNvPr>
          <p:cNvSpPr/>
          <p:nvPr/>
        </p:nvSpPr>
        <p:spPr>
          <a:xfrm>
            <a:off x="-20" y="499730"/>
            <a:ext cx="12192000" cy="499730"/>
          </a:xfrm>
          <a:prstGeom prst="rect">
            <a:avLst/>
          </a:prstGeom>
          <a:solidFill>
            <a:srgbClr val="FF0000">
              <a:alpha val="6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2"/>
                </a:solidFill>
                <a:latin typeface="Segoe UI" panose="020B0502040204020203" pitchFamily="34" charset="0"/>
              </a:rPr>
              <a:t>C;/icon packs</a:t>
            </a:r>
          </a:p>
        </p:txBody>
      </p:sp>
      <p:pic>
        <p:nvPicPr>
          <p:cNvPr id="6" name="Graphic 5">
            <a:hlinkClick r:id="rId4" action="ppaction://hlinksldjump"/>
            <a:extLst>
              <a:ext uri="{FF2B5EF4-FFF2-40B4-BE49-F238E27FC236}">
                <a16:creationId xmlns:a16="http://schemas.microsoft.com/office/drawing/2014/main" id="{E958AC63-B4CA-46FB-B315-BF196B5F892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97514" y="1021216"/>
            <a:ext cx="476692" cy="476692"/>
          </a:xfrm>
          <a:prstGeom prst="rect">
            <a:avLst/>
          </a:prstGeom>
        </p:spPr>
      </p:pic>
      <p:pic>
        <p:nvPicPr>
          <p:cNvPr id="10" name="Graphic 9">
            <a:hlinkClick r:id="rId7" action="ppaction://hlinksldjump"/>
            <a:extLst>
              <a:ext uri="{FF2B5EF4-FFF2-40B4-BE49-F238E27FC236}">
                <a16:creationId xmlns:a16="http://schemas.microsoft.com/office/drawing/2014/main" id="{193C70AC-01A8-4E44-BD3E-42BCE32BDC6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855" y="1021216"/>
            <a:ext cx="476692" cy="47669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82B37DB-E092-4C38-85C9-EF37B8F8A804}"/>
              </a:ext>
            </a:extLst>
          </p:cNvPr>
          <p:cNvSpPr txBox="1"/>
          <p:nvPr/>
        </p:nvSpPr>
        <p:spPr>
          <a:xfrm>
            <a:off x="-20" y="1597688"/>
            <a:ext cx="13975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>
                <a:solidFill>
                  <a:schemeClr val="bg2"/>
                </a:solidFill>
                <a:latin typeface="Segoe UI" panose="020B0502040204020203" pitchFamily="34" charset="0"/>
              </a:rPr>
              <a:t>legacy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4F5343F-4D0E-462F-B3FC-145409AF1D34}"/>
              </a:ext>
            </a:extLst>
          </p:cNvPr>
          <p:cNvSpPr txBox="1"/>
          <p:nvPr/>
        </p:nvSpPr>
        <p:spPr>
          <a:xfrm>
            <a:off x="1326382" y="1748413"/>
            <a:ext cx="39289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>
                <a:solidFill>
                  <a:schemeClr val="bg2"/>
                </a:solidFill>
                <a:latin typeface="Segoe UI" panose="020B0502040204020203" pitchFamily="34" charset="0"/>
              </a:rPr>
              <a:t>current</a:t>
            </a:r>
          </a:p>
        </p:txBody>
      </p:sp>
    </p:spTree>
    <p:extLst>
      <p:ext uri="{BB962C8B-B14F-4D97-AF65-F5344CB8AC3E}">
        <p14:creationId xmlns:p14="http://schemas.microsoft.com/office/powerpoint/2010/main" val="28832347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6" descr="Full HD p Vista Wallpapers HD, Desktop Backgrounds 1280×800 ...">
            <a:extLst>
              <a:ext uri="{FF2B5EF4-FFF2-40B4-BE49-F238E27FC236}">
                <a16:creationId xmlns:a16="http://schemas.microsoft.com/office/drawing/2014/main" id="{84A6E266-9CE5-440B-96C1-5F8EC22F865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017"/>
          <a:stretch/>
        </p:blipFill>
        <p:spPr bwMode="auto">
          <a:xfrm>
            <a:off x="20" y="1282"/>
            <a:ext cx="12191980" cy="6856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hlinkClick r:id="rId3" action="ppaction://hlinksldjump"/>
            <a:extLst>
              <a:ext uri="{FF2B5EF4-FFF2-40B4-BE49-F238E27FC236}">
                <a16:creationId xmlns:a16="http://schemas.microsoft.com/office/drawing/2014/main" id="{D1A1366D-BFE2-4AD2-A711-3DF878FCB602}"/>
              </a:ext>
            </a:extLst>
          </p:cNvPr>
          <p:cNvSpPr/>
          <p:nvPr/>
        </p:nvSpPr>
        <p:spPr>
          <a:xfrm>
            <a:off x="2326758" y="1460006"/>
            <a:ext cx="7538484" cy="3937988"/>
          </a:xfrm>
          <a:prstGeom prst="rect">
            <a:avLst/>
          </a:prstGeom>
          <a:solidFill>
            <a:schemeClr val="bg1">
              <a:lumMod val="65000"/>
              <a:alpha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2"/>
                </a:solidFill>
                <a:latin typeface="Segoe UI" panose="020B0502040204020203" pitchFamily="34" charset="0"/>
              </a:rPr>
              <a:t>EDGE 3</a:t>
            </a:r>
          </a:p>
          <a:p>
            <a:pPr algn="ctr"/>
            <a:r>
              <a:rPr lang="en-GB" dirty="0">
                <a:solidFill>
                  <a:schemeClr val="bg2"/>
                </a:solidFill>
                <a:latin typeface="Segoe UI" panose="020B0502040204020203" pitchFamily="34" charset="0"/>
              </a:rPr>
              <a:t>Pre release 1</a:t>
            </a:r>
          </a:p>
          <a:p>
            <a:pPr algn="ctr"/>
            <a:r>
              <a:rPr lang="en-GB" dirty="0">
                <a:solidFill>
                  <a:schemeClr val="bg2"/>
                </a:solidFill>
                <a:latin typeface="Segoe UI" panose="020B0502040204020203" pitchFamily="34" charset="0"/>
              </a:rPr>
              <a:t>Registered to Username</a:t>
            </a:r>
          </a:p>
        </p:txBody>
      </p:sp>
      <p:sp>
        <p:nvSpPr>
          <p:cNvPr id="4" name="Rectangle 3">
            <a:hlinkClick r:id="rId4" action="ppaction://hlinksldjump"/>
            <a:extLst>
              <a:ext uri="{FF2B5EF4-FFF2-40B4-BE49-F238E27FC236}">
                <a16:creationId xmlns:a16="http://schemas.microsoft.com/office/drawing/2014/main" id="{AE39A043-0D33-42A3-9986-3B8A658F7CD6}"/>
              </a:ext>
            </a:extLst>
          </p:cNvPr>
          <p:cNvSpPr/>
          <p:nvPr/>
        </p:nvSpPr>
        <p:spPr>
          <a:xfrm>
            <a:off x="8980695" y="1460006"/>
            <a:ext cx="776176" cy="276446"/>
          </a:xfrm>
          <a:prstGeom prst="rect">
            <a:avLst/>
          </a:prstGeom>
          <a:solidFill>
            <a:srgbClr val="FF0000">
              <a:alpha val="6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bg2"/>
              </a:solidFill>
              <a:latin typeface="Segoe UI" panose="020B0502040204020203" pitchFamily="34" charset="0"/>
            </a:endParaRPr>
          </a:p>
        </p:txBody>
      </p:sp>
      <p:pic>
        <p:nvPicPr>
          <p:cNvPr id="2" name="Picture 1" descr="A close up of a logo&#10;&#10;Description automatically generated">
            <a:extLst>
              <a:ext uri="{FF2B5EF4-FFF2-40B4-BE49-F238E27FC236}">
                <a16:creationId xmlns:a16="http://schemas.microsoft.com/office/drawing/2014/main" id="{D316055E-0729-41C4-874E-9751FE287CC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52" t="14957" r="14957" b="15601"/>
          <a:stretch/>
        </p:blipFill>
        <p:spPr>
          <a:xfrm>
            <a:off x="3103751" y="3142761"/>
            <a:ext cx="582778" cy="572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784381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6" descr="Full HD p Vista Wallpapers HD, Desktop Backgrounds 1280×800 ...">
            <a:extLst>
              <a:ext uri="{FF2B5EF4-FFF2-40B4-BE49-F238E27FC236}">
                <a16:creationId xmlns:a16="http://schemas.microsoft.com/office/drawing/2014/main" id="{84A6E266-9CE5-440B-96C1-5F8EC22F865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017"/>
          <a:stretch/>
        </p:blipFill>
        <p:spPr bwMode="auto">
          <a:xfrm>
            <a:off x="20" y="1282"/>
            <a:ext cx="12191980" cy="6856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0455193-051E-4F8A-A558-66666F2BA3E6}"/>
              </a:ext>
            </a:extLst>
          </p:cNvPr>
          <p:cNvSpPr/>
          <p:nvPr/>
        </p:nvSpPr>
        <p:spPr>
          <a:xfrm>
            <a:off x="0" y="0"/>
            <a:ext cx="12192000" cy="499730"/>
          </a:xfrm>
          <a:prstGeom prst="rect">
            <a:avLst/>
          </a:prstGeom>
          <a:solidFill>
            <a:schemeClr val="accent1">
              <a:alpha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2"/>
                </a:solidFill>
                <a:latin typeface="Segoe UI" panose="020B0502040204020203" pitchFamily="34" charset="0"/>
              </a:rPr>
              <a:t>EDGE-home page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1A1366D-BFE2-4AD2-A711-3DF878FCB602}"/>
              </a:ext>
            </a:extLst>
          </p:cNvPr>
          <p:cNvSpPr/>
          <p:nvPr/>
        </p:nvSpPr>
        <p:spPr>
          <a:xfrm>
            <a:off x="0" y="487817"/>
            <a:ext cx="12191980" cy="6368902"/>
          </a:xfrm>
          <a:prstGeom prst="rect">
            <a:avLst/>
          </a:prstGeom>
          <a:solidFill>
            <a:srgbClr val="76717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2"/>
                </a:solidFill>
                <a:latin typeface="Segoe UI" panose="020B0502040204020203" pitchFamily="34" charset="0"/>
              </a:rPr>
              <a:t>Select a page:</a:t>
            </a:r>
          </a:p>
          <a:p>
            <a:pPr algn="ctr"/>
            <a:endParaRPr lang="en-GB" dirty="0">
              <a:solidFill>
                <a:schemeClr val="bg2"/>
              </a:solidFill>
              <a:latin typeface="Segoe UI" panose="020B0502040204020203" pitchFamily="34" charset="0"/>
            </a:endParaRPr>
          </a:p>
          <a:p>
            <a:pPr algn="ctr"/>
            <a:r>
              <a:rPr lang="en-GB" dirty="0">
                <a:solidFill>
                  <a:schemeClr val="bg2"/>
                </a:solidFill>
                <a:latin typeface="Segoe UI" panose="020B0502040204020203" pitchFamily="34" charset="0"/>
              </a:rPr>
              <a:t>No pages downloaded</a:t>
            </a:r>
          </a:p>
          <a:p>
            <a:pPr algn="ctr"/>
            <a:endParaRPr lang="en-GB" dirty="0">
              <a:solidFill>
                <a:schemeClr val="bg2"/>
              </a:solidFill>
              <a:latin typeface="Segoe UI" panose="020B0502040204020203" pitchFamily="34" charset="0"/>
            </a:endParaRPr>
          </a:p>
          <a:p>
            <a:pPr algn="ctr"/>
            <a:endParaRPr lang="en-GB" dirty="0">
              <a:solidFill>
                <a:schemeClr val="bg2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Rectangle 6">
            <a:hlinkClick r:id="rId3" action="ppaction://hlinksldjump"/>
            <a:extLst>
              <a:ext uri="{FF2B5EF4-FFF2-40B4-BE49-F238E27FC236}">
                <a16:creationId xmlns:a16="http://schemas.microsoft.com/office/drawing/2014/main" id="{B46DAD59-DD5F-4BB0-AE08-4A9DDC91C8B2}"/>
              </a:ext>
            </a:extLst>
          </p:cNvPr>
          <p:cNvSpPr/>
          <p:nvPr/>
        </p:nvSpPr>
        <p:spPr>
          <a:xfrm>
            <a:off x="11265099" y="0"/>
            <a:ext cx="776176" cy="276446"/>
          </a:xfrm>
          <a:prstGeom prst="rect">
            <a:avLst/>
          </a:prstGeom>
          <a:solidFill>
            <a:srgbClr val="FF0000">
              <a:alpha val="6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bg2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F88C252-215F-4B08-9D96-BEE7E65A83A5}"/>
              </a:ext>
            </a:extLst>
          </p:cNvPr>
          <p:cNvSpPr/>
          <p:nvPr/>
        </p:nvSpPr>
        <p:spPr>
          <a:xfrm>
            <a:off x="0" y="499730"/>
            <a:ext cx="12192000" cy="499730"/>
          </a:xfrm>
          <a:prstGeom prst="rect">
            <a:avLst/>
          </a:prstGeom>
          <a:solidFill>
            <a:schemeClr val="bg1">
              <a:lumMod val="10000"/>
              <a:alpha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2"/>
                </a:solidFill>
                <a:latin typeface="Segoe UI" panose="020B0502040204020203" pitchFamily="34" charset="0"/>
              </a:rPr>
              <a:t>EDGE://HOME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F656903-A992-4152-B226-26A5774BC391}"/>
              </a:ext>
            </a:extLst>
          </p:cNvPr>
          <p:cNvSpPr/>
          <p:nvPr/>
        </p:nvSpPr>
        <p:spPr>
          <a:xfrm>
            <a:off x="-20" y="6358270"/>
            <a:ext cx="12192000" cy="499730"/>
          </a:xfrm>
          <a:prstGeom prst="rect">
            <a:avLst/>
          </a:prstGeom>
          <a:solidFill>
            <a:schemeClr val="bg1">
              <a:lumMod val="10000"/>
              <a:alpha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2"/>
                </a:solidFill>
                <a:latin typeface="Segoe UI" panose="020B0502040204020203" pitchFamily="34" charset="0"/>
                <a:hlinkClick r:id="rId4" action="ppaction://hlinksldjump"/>
              </a:rPr>
              <a:t>Home</a:t>
            </a:r>
            <a:r>
              <a:rPr lang="en-GB" dirty="0">
                <a:solidFill>
                  <a:schemeClr val="bg2"/>
                </a:solidFill>
                <a:latin typeface="Segoe UI" panose="020B0502040204020203" pitchFamily="34" charset="0"/>
              </a:rPr>
              <a:t>***extensions***help***CMD***</a:t>
            </a:r>
            <a:r>
              <a:rPr lang="en-GB" dirty="0">
                <a:solidFill>
                  <a:schemeClr val="bg2"/>
                </a:solidFill>
                <a:latin typeface="Segoe UI" panose="020B0502040204020203" pitchFamily="34" charset="0"/>
                <a:hlinkClick r:id="rId5" action="ppaction://hlinksldjump"/>
              </a:rPr>
              <a:t>insider</a:t>
            </a:r>
            <a:r>
              <a:rPr lang="en-GB" dirty="0">
                <a:solidFill>
                  <a:schemeClr val="bg2"/>
                </a:solidFill>
                <a:latin typeface="Segoe UI" panose="020B0502040204020203" pitchFamily="34" charset="0"/>
              </a:rPr>
              <a:t>***</a:t>
            </a:r>
            <a:r>
              <a:rPr lang="en-GB" dirty="0">
                <a:solidFill>
                  <a:schemeClr val="bg2"/>
                </a:solidFill>
                <a:latin typeface="Segoe UI" panose="020B0502040204020203" pitchFamily="34" charset="0"/>
                <a:hlinkClick r:id="rId3" action="ppaction://hlinksldjump"/>
              </a:rPr>
              <a:t>exit</a:t>
            </a:r>
            <a:endParaRPr lang="en-GB" dirty="0">
              <a:solidFill>
                <a:schemeClr val="bg2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434165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6" descr="Full HD p Vista Wallpapers HD, Desktop Backgrounds 1280×800 ...">
            <a:extLst>
              <a:ext uri="{FF2B5EF4-FFF2-40B4-BE49-F238E27FC236}">
                <a16:creationId xmlns:a16="http://schemas.microsoft.com/office/drawing/2014/main" id="{84A6E266-9CE5-440B-96C1-5F8EC22F865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017"/>
          <a:stretch/>
        </p:blipFill>
        <p:spPr bwMode="auto">
          <a:xfrm>
            <a:off x="20" y="1282"/>
            <a:ext cx="12191980" cy="6856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0455193-051E-4F8A-A558-66666F2BA3E6}"/>
              </a:ext>
            </a:extLst>
          </p:cNvPr>
          <p:cNvSpPr/>
          <p:nvPr/>
        </p:nvSpPr>
        <p:spPr>
          <a:xfrm>
            <a:off x="0" y="0"/>
            <a:ext cx="12192000" cy="499730"/>
          </a:xfrm>
          <a:prstGeom prst="rect">
            <a:avLst/>
          </a:prstGeom>
          <a:solidFill>
            <a:schemeClr val="accent1">
              <a:alpha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2"/>
                </a:solidFill>
                <a:latin typeface="Segoe UI" panose="020B0502040204020203" pitchFamily="34" charset="0"/>
              </a:rPr>
              <a:t>EDGE extensions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1A1366D-BFE2-4AD2-A711-3DF878FCB602}"/>
              </a:ext>
            </a:extLst>
          </p:cNvPr>
          <p:cNvSpPr/>
          <p:nvPr/>
        </p:nvSpPr>
        <p:spPr>
          <a:xfrm>
            <a:off x="0" y="487817"/>
            <a:ext cx="12191980" cy="6368902"/>
          </a:xfrm>
          <a:prstGeom prst="rect">
            <a:avLst/>
          </a:prstGeom>
          <a:solidFill>
            <a:srgbClr val="76717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2"/>
                </a:solidFill>
                <a:latin typeface="Segoe UI" panose="020B0502040204020203" pitchFamily="34" charset="0"/>
              </a:rPr>
              <a:t>No 3</a:t>
            </a:r>
            <a:r>
              <a:rPr lang="en-GB" baseline="30000" dirty="0">
                <a:solidFill>
                  <a:schemeClr val="bg2"/>
                </a:solidFill>
                <a:latin typeface="Segoe UI" panose="020B0502040204020203" pitchFamily="34" charset="0"/>
              </a:rPr>
              <a:t>rd</a:t>
            </a:r>
            <a:r>
              <a:rPr lang="en-GB" dirty="0">
                <a:solidFill>
                  <a:schemeClr val="bg2"/>
                </a:solidFill>
                <a:latin typeface="Segoe UI" panose="020B0502040204020203" pitchFamily="34" charset="0"/>
              </a:rPr>
              <a:t> party extensions installed</a:t>
            </a:r>
          </a:p>
          <a:p>
            <a:pPr algn="ctr"/>
            <a:endParaRPr lang="en-GB" dirty="0">
              <a:solidFill>
                <a:schemeClr val="bg2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Rectangle 6">
            <a:hlinkClick r:id="rId3" action="ppaction://hlinksldjump"/>
            <a:extLst>
              <a:ext uri="{FF2B5EF4-FFF2-40B4-BE49-F238E27FC236}">
                <a16:creationId xmlns:a16="http://schemas.microsoft.com/office/drawing/2014/main" id="{B46DAD59-DD5F-4BB0-AE08-4A9DDC91C8B2}"/>
              </a:ext>
            </a:extLst>
          </p:cNvPr>
          <p:cNvSpPr/>
          <p:nvPr/>
        </p:nvSpPr>
        <p:spPr>
          <a:xfrm>
            <a:off x="11265099" y="0"/>
            <a:ext cx="776176" cy="276446"/>
          </a:xfrm>
          <a:prstGeom prst="rect">
            <a:avLst/>
          </a:prstGeom>
          <a:solidFill>
            <a:srgbClr val="FF0000">
              <a:alpha val="6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bg2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F88C252-215F-4B08-9D96-BEE7E65A83A5}"/>
              </a:ext>
            </a:extLst>
          </p:cNvPr>
          <p:cNvSpPr/>
          <p:nvPr/>
        </p:nvSpPr>
        <p:spPr>
          <a:xfrm>
            <a:off x="-20" y="499730"/>
            <a:ext cx="12192000" cy="499730"/>
          </a:xfrm>
          <a:prstGeom prst="rect">
            <a:avLst/>
          </a:prstGeom>
          <a:solidFill>
            <a:schemeClr val="bg1">
              <a:lumMod val="10000"/>
              <a:alpha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2"/>
                </a:solidFill>
                <a:latin typeface="Segoe UI" panose="020B0502040204020203" pitchFamily="34" charset="0"/>
              </a:rPr>
              <a:t>Close to go to home page</a:t>
            </a:r>
          </a:p>
        </p:txBody>
      </p:sp>
    </p:spTree>
    <p:extLst>
      <p:ext uri="{BB962C8B-B14F-4D97-AF65-F5344CB8AC3E}">
        <p14:creationId xmlns:p14="http://schemas.microsoft.com/office/powerpoint/2010/main" val="103164455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6" descr="Full HD p Vista Wallpapers HD, Desktop Backgrounds 1280×800 ...">
            <a:extLst>
              <a:ext uri="{FF2B5EF4-FFF2-40B4-BE49-F238E27FC236}">
                <a16:creationId xmlns:a16="http://schemas.microsoft.com/office/drawing/2014/main" id="{84A6E266-9CE5-440B-96C1-5F8EC22F865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017"/>
          <a:stretch/>
        </p:blipFill>
        <p:spPr bwMode="auto">
          <a:xfrm>
            <a:off x="20" y="1282"/>
            <a:ext cx="12191980" cy="6856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hlinkClick r:id="rId3" action="ppaction://hlinksldjump"/>
            <a:extLst>
              <a:ext uri="{FF2B5EF4-FFF2-40B4-BE49-F238E27FC236}">
                <a16:creationId xmlns:a16="http://schemas.microsoft.com/office/drawing/2014/main" id="{D1A1366D-BFE2-4AD2-A711-3DF878FCB602}"/>
              </a:ext>
            </a:extLst>
          </p:cNvPr>
          <p:cNvSpPr/>
          <p:nvPr/>
        </p:nvSpPr>
        <p:spPr>
          <a:xfrm>
            <a:off x="2326758" y="1460006"/>
            <a:ext cx="7538484" cy="3937988"/>
          </a:xfrm>
          <a:prstGeom prst="rect">
            <a:avLst/>
          </a:prstGeom>
          <a:solidFill>
            <a:schemeClr val="bg1">
              <a:lumMod val="65000"/>
              <a:alpha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2"/>
                </a:solidFill>
                <a:latin typeface="Segoe UI" panose="020B0502040204020203" pitchFamily="34" charset="0"/>
              </a:rPr>
              <a:t>INSIDER 3</a:t>
            </a:r>
          </a:p>
          <a:p>
            <a:pPr algn="ctr"/>
            <a:r>
              <a:rPr lang="en-GB" dirty="0">
                <a:solidFill>
                  <a:schemeClr val="bg2"/>
                </a:solidFill>
                <a:latin typeface="Segoe UI" panose="020B0502040204020203" pitchFamily="34" charset="0"/>
              </a:rPr>
              <a:t>Pre-release 1</a:t>
            </a:r>
          </a:p>
          <a:p>
            <a:pPr algn="ctr"/>
            <a:endParaRPr lang="en-GB" dirty="0">
              <a:solidFill>
                <a:schemeClr val="bg2"/>
              </a:solidFill>
              <a:latin typeface="Segoe UI" panose="020B0502040204020203" pitchFamily="34" charset="0"/>
            </a:endParaRPr>
          </a:p>
          <a:p>
            <a:pPr algn="ctr"/>
            <a:r>
              <a:rPr lang="en-GB" dirty="0">
                <a:solidFill>
                  <a:schemeClr val="bg2"/>
                </a:solidFill>
                <a:latin typeface="Segoe UI" panose="020B0502040204020203" pitchFamily="34" charset="0"/>
              </a:rPr>
              <a:t>Registered to Username</a:t>
            </a:r>
          </a:p>
        </p:txBody>
      </p:sp>
      <p:sp>
        <p:nvSpPr>
          <p:cNvPr id="4" name="Rectangle 3">
            <a:hlinkClick r:id="rId4" action="ppaction://hlinksldjump"/>
            <a:extLst>
              <a:ext uri="{FF2B5EF4-FFF2-40B4-BE49-F238E27FC236}">
                <a16:creationId xmlns:a16="http://schemas.microsoft.com/office/drawing/2014/main" id="{AE39A043-0D33-42A3-9986-3B8A658F7CD6}"/>
              </a:ext>
            </a:extLst>
          </p:cNvPr>
          <p:cNvSpPr/>
          <p:nvPr/>
        </p:nvSpPr>
        <p:spPr>
          <a:xfrm>
            <a:off x="8980695" y="1460006"/>
            <a:ext cx="776176" cy="276446"/>
          </a:xfrm>
          <a:prstGeom prst="rect">
            <a:avLst/>
          </a:prstGeom>
          <a:solidFill>
            <a:srgbClr val="FF0000">
              <a:alpha val="6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bg2"/>
              </a:solidFill>
              <a:latin typeface="Segoe UI" panose="020B0502040204020203" pitchFamily="34" charset="0"/>
            </a:endParaRPr>
          </a:p>
        </p:txBody>
      </p:sp>
      <p:pic>
        <p:nvPicPr>
          <p:cNvPr id="2" name="Picture 1" descr="A close up of a logo&#10;&#10;Description automatically generated">
            <a:extLst>
              <a:ext uri="{FF2B5EF4-FFF2-40B4-BE49-F238E27FC236}">
                <a16:creationId xmlns:a16="http://schemas.microsoft.com/office/drawing/2014/main" id="{66CE9341-BA6A-4805-BAC0-0011B4121D39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duotone>
              <a:prstClr val="black"/>
              <a:srgbClr val="FFC0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52" t="14957" r="14957" b="15601"/>
          <a:stretch/>
        </p:blipFill>
        <p:spPr>
          <a:xfrm>
            <a:off x="3570835" y="3057957"/>
            <a:ext cx="582778" cy="572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023431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6" descr="Full HD p Vista Wallpapers HD, Desktop Backgrounds 1280×800 ...">
            <a:extLst>
              <a:ext uri="{FF2B5EF4-FFF2-40B4-BE49-F238E27FC236}">
                <a16:creationId xmlns:a16="http://schemas.microsoft.com/office/drawing/2014/main" id="{84A6E266-9CE5-440B-96C1-5F8EC22F865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017"/>
          <a:stretch/>
        </p:blipFill>
        <p:spPr bwMode="auto">
          <a:xfrm>
            <a:off x="20" y="1282"/>
            <a:ext cx="12191980" cy="6856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0455193-051E-4F8A-A558-66666F2BA3E6}"/>
              </a:ext>
            </a:extLst>
          </p:cNvPr>
          <p:cNvSpPr/>
          <p:nvPr/>
        </p:nvSpPr>
        <p:spPr>
          <a:xfrm>
            <a:off x="0" y="0"/>
            <a:ext cx="12192000" cy="499730"/>
          </a:xfrm>
          <a:prstGeom prst="rect">
            <a:avLst/>
          </a:prstGeom>
          <a:solidFill>
            <a:schemeClr val="accent1">
              <a:alpha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2"/>
                </a:solidFill>
                <a:latin typeface="Segoe UI" panose="020B0502040204020203" pitchFamily="34" charset="0"/>
              </a:rPr>
              <a:t>INSIDER-home page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1A1366D-BFE2-4AD2-A711-3DF878FCB602}"/>
              </a:ext>
            </a:extLst>
          </p:cNvPr>
          <p:cNvSpPr/>
          <p:nvPr/>
        </p:nvSpPr>
        <p:spPr>
          <a:xfrm>
            <a:off x="0" y="487817"/>
            <a:ext cx="12191980" cy="6368902"/>
          </a:xfrm>
          <a:prstGeom prst="rect">
            <a:avLst/>
          </a:prstGeom>
          <a:solidFill>
            <a:srgbClr val="76717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2"/>
                </a:solidFill>
                <a:latin typeface="Segoe UI" panose="020B0502040204020203" pitchFamily="34" charset="0"/>
              </a:rPr>
              <a:t>Select a page:</a:t>
            </a:r>
          </a:p>
          <a:p>
            <a:pPr algn="ctr"/>
            <a:r>
              <a:rPr lang="en-GB" dirty="0">
                <a:solidFill>
                  <a:schemeClr val="bg2"/>
                </a:solidFill>
                <a:latin typeface="Segoe UI" panose="020B0502040204020203" pitchFamily="34" charset="0"/>
                <a:hlinkClick r:id="rId3" action="ppaction://hlinksldjump"/>
              </a:rPr>
              <a:t>test</a:t>
            </a:r>
            <a:endParaRPr lang="en-GB" dirty="0">
              <a:solidFill>
                <a:schemeClr val="bg2"/>
              </a:solidFill>
              <a:latin typeface="Segoe UI" panose="020B0502040204020203" pitchFamily="34" charset="0"/>
            </a:endParaRPr>
          </a:p>
          <a:p>
            <a:pPr algn="ctr"/>
            <a:endParaRPr lang="en-GB" dirty="0">
              <a:solidFill>
                <a:schemeClr val="bg2"/>
              </a:solidFill>
              <a:latin typeface="Segoe UI" panose="020B0502040204020203" pitchFamily="34" charset="0"/>
            </a:endParaRPr>
          </a:p>
          <a:p>
            <a:pPr algn="ctr"/>
            <a:endParaRPr lang="en-GB" dirty="0">
              <a:solidFill>
                <a:schemeClr val="bg2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Rectangle 6">
            <a:hlinkClick r:id="rId4" action="ppaction://hlinksldjump"/>
            <a:extLst>
              <a:ext uri="{FF2B5EF4-FFF2-40B4-BE49-F238E27FC236}">
                <a16:creationId xmlns:a16="http://schemas.microsoft.com/office/drawing/2014/main" id="{B46DAD59-DD5F-4BB0-AE08-4A9DDC91C8B2}"/>
              </a:ext>
            </a:extLst>
          </p:cNvPr>
          <p:cNvSpPr/>
          <p:nvPr/>
        </p:nvSpPr>
        <p:spPr>
          <a:xfrm>
            <a:off x="11265099" y="0"/>
            <a:ext cx="776176" cy="276446"/>
          </a:xfrm>
          <a:prstGeom prst="rect">
            <a:avLst/>
          </a:prstGeom>
          <a:solidFill>
            <a:srgbClr val="FF0000">
              <a:alpha val="6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bg2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F88C252-215F-4B08-9D96-BEE7E65A83A5}"/>
              </a:ext>
            </a:extLst>
          </p:cNvPr>
          <p:cNvSpPr/>
          <p:nvPr/>
        </p:nvSpPr>
        <p:spPr>
          <a:xfrm>
            <a:off x="0" y="499730"/>
            <a:ext cx="12192000" cy="499730"/>
          </a:xfrm>
          <a:prstGeom prst="rect">
            <a:avLst/>
          </a:prstGeom>
          <a:solidFill>
            <a:schemeClr val="accent4">
              <a:alpha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2"/>
                </a:solidFill>
                <a:latin typeface="Segoe UI" panose="020B0502040204020203" pitchFamily="34" charset="0"/>
              </a:rPr>
              <a:t>INSIDER://HOME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F656903-A992-4152-B226-26A5774BC391}"/>
              </a:ext>
            </a:extLst>
          </p:cNvPr>
          <p:cNvSpPr/>
          <p:nvPr/>
        </p:nvSpPr>
        <p:spPr>
          <a:xfrm>
            <a:off x="-20" y="6358270"/>
            <a:ext cx="12192000" cy="499730"/>
          </a:xfrm>
          <a:prstGeom prst="rect">
            <a:avLst/>
          </a:prstGeom>
          <a:solidFill>
            <a:schemeClr val="accent4">
              <a:alpha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2"/>
                </a:solidFill>
                <a:latin typeface="Segoe UI" panose="020B0502040204020203" pitchFamily="34" charset="0"/>
                <a:hlinkClick r:id="rId5" action="ppaction://hlinksldjump"/>
              </a:rPr>
              <a:t>Home</a:t>
            </a:r>
            <a:r>
              <a:rPr lang="en-GB" dirty="0">
                <a:solidFill>
                  <a:schemeClr val="bg2"/>
                </a:solidFill>
                <a:latin typeface="Segoe UI" panose="020B0502040204020203" pitchFamily="34" charset="0"/>
              </a:rPr>
              <a:t>***extensions***help***CMD***EDGE***</a:t>
            </a:r>
            <a:r>
              <a:rPr lang="en-GB" dirty="0">
                <a:solidFill>
                  <a:schemeClr val="bg2"/>
                </a:solidFill>
                <a:latin typeface="Segoe UI" panose="020B0502040204020203" pitchFamily="34" charset="0"/>
                <a:hlinkClick r:id="rId4" action="ppaction://hlinksldjump"/>
              </a:rPr>
              <a:t>exit</a:t>
            </a:r>
            <a:endParaRPr lang="en-GB" dirty="0">
              <a:solidFill>
                <a:schemeClr val="bg2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642890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6" descr="Full HD p Vista Wallpapers HD, Desktop Backgrounds 1280×800 ...">
            <a:extLst>
              <a:ext uri="{FF2B5EF4-FFF2-40B4-BE49-F238E27FC236}">
                <a16:creationId xmlns:a16="http://schemas.microsoft.com/office/drawing/2014/main" id="{84A6E266-9CE5-440B-96C1-5F8EC22F865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017"/>
          <a:stretch/>
        </p:blipFill>
        <p:spPr bwMode="auto">
          <a:xfrm>
            <a:off x="20" y="1282"/>
            <a:ext cx="12191980" cy="6856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0455193-051E-4F8A-A558-66666F2BA3E6}"/>
              </a:ext>
            </a:extLst>
          </p:cNvPr>
          <p:cNvSpPr/>
          <p:nvPr/>
        </p:nvSpPr>
        <p:spPr>
          <a:xfrm>
            <a:off x="0" y="0"/>
            <a:ext cx="12192000" cy="499730"/>
          </a:xfrm>
          <a:prstGeom prst="rect">
            <a:avLst/>
          </a:prstGeom>
          <a:solidFill>
            <a:schemeClr val="accent1">
              <a:alpha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2"/>
                </a:solidFill>
                <a:latin typeface="Segoe UI" panose="020B0502040204020203" pitchFamily="34" charset="0"/>
              </a:rPr>
              <a:t>INSIDER-test page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1A1366D-BFE2-4AD2-A711-3DF878FCB602}"/>
              </a:ext>
            </a:extLst>
          </p:cNvPr>
          <p:cNvSpPr/>
          <p:nvPr/>
        </p:nvSpPr>
        <p:spPr>
          <a:xfrm>
            <a:off x="0" y="487817"/>
            <a:ext cx="12191980" cy="6368902"/>
          </a:xfrm>
          <a:prstGeom prst="rect">
            <a:avLst/>
          </a:prstGeom>
          <a:solidFill>
            <a:srgbClr val="76717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2"/>
                </a:solidFill>
                <a:latin typeface="Segoe UI" panose="020B0502040204020203" pitchFamily="34" charset="0"/>
              </a:rPr>
              <a:t>INSIDER 3</a:t>
            </a:r>
          </a:p>
          <a:p>
            <a:pPr algn="ctr"/>
            <a:r>
              <a:rPr lang="en-GB" dirty="0">
                <a:solidFill>
                  <a:schemeClr val="bg2"/>
                </a:solidFill>
                <a:latin typeface="Segoe UI" panose="020B0502040204020203" pitchFamily="34" charset="0"/>
              </a:rPr>
              <a:t>Pre release whatever</a:t>
            </a:r>
          </a:p>
          <a:p>
            <a:pPr algn="ctr"/>
            <a:r>
              <a:rPr lang="en-GB" dirty="0">
                <a:solidFill>
                  <a:schemeClr val="bg2"/>
                </a:solidFill>
                <a:latin typeface="Segoe UI" panose="020B0502040204020203" pitchFamily="34" charset="0"/>
              </a:rPr>
              <a:t>Registered to whoever</a:t>
            </a:r>
          </a:p>
          <a:p>
            <a:pPr algn="ctr"/>
            <a:r>
              <a:rPr lang="en-GB" dirty="0">
                <a:solidFill>
                  <a:schemeClr val="bg2"/>
                </a:solidFill>
                <a:latin typeface="Segoe UI" panose="020B0502040204020203" pitchFamily="34" charset="0"/>
              </a:rPr>
              <a:t>Made by me</a:t>
            </a:r>
          </a:p>
        </p:txBody>
      </p:sp>
      <p:sp>
        <p:nvSpPr>
          <p:cNvPr id="7" name="Rectangle 6">
            <a:hlinkClick r:id="rId3" action="ppaction://hlinksldjump"/>
            <a:extLst>
              <a:ext uri="{FF2B5EF4-FFF2-40B4-BE49-F238E27FC236}">
                <a16:creationId xmlns:a16="http://schemas.microsoft.com/office/drawing/2014/main" id="{B46DAD59-DD5F-4BB0-AE08-4A9DDC91C8B2}"/>
              </a:ext>
            </a:extLst>
          </p:cNvPr>
          <p:cNvSpPr/>
          <p:nvPr/>
        </p:nvSpPr>
        <p:spPr>
          <a:xfrm>
            <a:off x="11265099" y="0"/>
            <a:ext cx="776176" cy="276446"/>
          </a:xfrm>
          <a:prstGeom prst="rect">
            <a:avLst/>
          </a:prstGeom>
          <a:solidFill>
            <a:srgbClr val="FF0000">
              <a:alpha val="6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bg2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F88C252-215F-4B08-9D96-BEE7E65A83A5}"/>
              </a:ext>
            </a:extLst>
          </p:cNvPr>
          <p:cNvSpPr/>
          <p:nvPr/>
        </p:nvSpPr>
        <p:spPr>
          <a:xfrm>
            <a:off x="-20" y="499730"/>
            <a:ext cx="12192000" cy="499730"/>
          </a:xfrm>
          <a:prstGeom prst="rect">
            <a:avLst/>
          </a:prstGeom>
          <a:solidFill>
            <a:schemeClr val="accent4">
              <a:alpha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2"/>
                </a:solidFill>
                <a:latin typeface="Segoe UI" panose="020B0502040204020203" pitchFamily="34" charset="0"/>
              </a:rPr>
              <a:t>Insider://test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D3E0A33-33F4-4100-A90D-E621B19900E8}"/>
              </a:ext>
            </a:extLst>
          </p:cNvPr>
          <p:cNvSpPr/>
          <p:nvPr/>
        </p:nvSpPr>
        <p:spPr>
          <a:xfrm>
            <a:off x="-20" y="6358270"/>
            <a:ext cx="12192000" cy="499730"/>
          </a:xfrm>
          <a:prstGeom prst="rect">
            <a:avLst/>
          </a:prstGeom>
          <a:solidFill>
            <a:schemeClr val="accent4">
              <a:alpha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2"/>
                </a:solidFill>
                <a:latin typeface="Segoe UI" panose="020B0502040204020203" pitchFamily="34" charset="0"/>
                <a:hlinkClick r:id="rId4" action="ppaction://hlinksldjump"/>
              </a:rPr>
              <a:t>Home</a:t>
            </a:r>
            <a:r>
              <a:rPr lang="en-GB" dirty="0">
                <a:solidFill>
                  <a:schemeClr val="bg2"/>
                </a:solidFill>
                <a:latin typeface="Segoe UI" panose="020B0502040204020203" pitchFamily="34" charset="0"/>
              </a:rPr>
              <a:t>***extensions***help***CMD***EDGE***</a:t>
            </a:r>
            <a:r>
              <a:rPr lang="en-GB" dirty="0">
                <a:solidFill>
                  <a:schemeClr val="bg2"/>
                </a:solidFill>
                <a:latin typeface="Segoe UI" panose="020B0502040204020203" pitchFamily="34" charset="0"/>
                <a:hlinkClick r:id="rId3" action="ppaction://hlinksldjump"/>
              </a:rPr>
              <a:t>exit</a:t>
            </a:r>
            <a:endParaRPr lang="en-GB" dirty="0">
              <a:solidFill>
                <a:schemeClr val="bg2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7256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Windos 7">
      <a:dk1>
        <a:srgbClr val="E7E6E6"/>
      </a:dk1>
      <a:lt1>
        <a:srgbClr val="E7E6E6"/>
      </a:lt1>
      <a:dk2>
        <a:srgbClr val="44546A"/>
      </a:dk2>
      <a:lt2>
        <a:srgbClr val="E7E6E6"/>
      </a:lt2>
      <a:accent1>
        <a:srgbClr val="00B0F0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FFFFFF"/>
      </a:hlink>
      <a:folHlink>
        <a:srgbClr val="FFFFF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dirty="0" smtClean="0">
            <a:solidFill>
              <a:schemeClr val="bg2"/>
            </a:solidFill>
            <a:latin typeface="Segoe UI" panose="020B0502040204020203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114</TotalTime>
  <Words>285</Words>
  <Application>Microsoft Office PowerPoint</Application>
  <PresentationFormat>Widescreen</PresentationFormat>
  <Paragraphs>93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3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Szymon Mochort</dc:creator>
  <cp:lastModifiedBy>Szymon Mochort</cp:lastModifiedBy>
  <cp:revision>159</cp:revision>
  <dcterms:created xsi:type="dcterms:W3CDTF">2020-08-08T16:52:32Z</dcterms:created>
  <dcterms:modified xsi:type="dcterms:W3CDTF">2020-08-24T20:27:33Z</dcterms:modified>
</cp:coreProperties>
</file>