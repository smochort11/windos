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ABB-138A-4450-A086-E39C43071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32774-94BA-498D-8D08-242E0F7D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0E56-20A7-4A81-A6F6-3BBF0E7F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6FAA-E377-4364-802E-08FBF2DF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B250-25AF-47A4-8C9B-169CBB40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8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50FD-A443-40AA-8018-29D19582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EF68-4BAA-48DB-B173-437EB9F0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94B3-23D3-4C48-A96C-6978DAFD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9A7B-6BDC-4F97-B6AB-5D5687E6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7AFE-7D2E-4BB4-8C79-09D4223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84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2A2B-8BDE-4B13-9393-E701C4CD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1D8CC-B067-49BE-B485-5C45536CE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1AF3-331A-4D75-ABEC-F307BF1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DD15-C4B6-406C-97A1-E8C394DA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9BC5-4191-4FEB-9840-6FC36C52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1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F2AD-6FF6-4B87-AE07-0BB27109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C384-670A-4F7A-98FD-159A8DD70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43BE-5982-4C3A-9BA7-63CCDA96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1887-E8CE-4C1D-9BC4-87B72365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2ED7-2841-46E6-9430-B6B3231B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3A87-AAD6-499B-85FC-D2725C06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0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F782-025E-4271-8383-A4D98AB0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4ED3-29A0-4FEE-9A18-A6619BEF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9D3BD-175C-4BA0-96DC-F93120CD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C5F69-CF71-4339-88CC-C07160F01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D940C-14C2-493C-B370-B21360629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29798-1373-4673-920C-0681E03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62F6-B6EA-4E59-9479-82AEB6F2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D6012-CE5F-4F9A-A0FC-912A1659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1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F0B-1431-434D-BFC8-21453346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2E962-101F-44CC-ACF9-813F6D95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FFC8-B9A7-4C0A-AB2E-54947C04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93BA4-6919-43C5-8BDB-0700C44E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45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C0A7-54F3-45A3-A7AF-21D1992A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78153-02C9-4EB4-BC79-962A042A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1C0B-F191-44AF-8508-C1F9942D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23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FE45-B7FE-4B40-8DEE-BF37F9A3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7AF0-D8C7-416D-8811-1A131E2F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1B3FE-7283-476E-9622-72D76BCC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DADFC-02D8-4D84-BCB0-D12E167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817D-F2BB-48B3-B3CA-E10A085F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1F36B-6095-4C7A-A210-311500F8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73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50E3-1B4A-4AA3-A71E-B7DD8339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B0A8B-BB2D-4129-BE55-1C4B116D5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049B-FEB2-440C-9E8F-390D9E5A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797F5-E163-4057-8D0A-A731205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09DBC-DCAB-46E9-BE02-1C8C6E02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8BFA8-447B-4E64-8DD5-1AF763C1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3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51D6-6ACD-4AFC-A4C1-3458CB11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4D362-00D2-45DA-81AC-B765A7C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1725-5E19-4637-92F6-72CEEA96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655F-4322-468E-9A27-1BA0BD7E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2C63-E715-4C60-AA8C-B02685DB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B9631-1617-40BF-95FD-4377CBADA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4A38-442C-4B39-8E8D-52395FAD0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D301-400C-4441-8812-6168CAE2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A066-FBC7-4AE7-942D-D2E41859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C2E0-84AF-4642-8AC3-4C08D7E5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59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140E5-639E-45CD-BF01-CB6362D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5E456-116E-4875-9EDF-5C59643E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F8B2-F001-42F4-936E-A1870288A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8FBC-010C-4284-A72B-EF414DA39E8E}" type="datetimeFigureOut">
              <a:rPr lang="en-GB" smtClean="0"/>
              <a:t>01/06/2020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4F1C-6094-4A0B-9DDC-36A25BB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3178-8B71-4B73-871A-92870A8E8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44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microsoft.com/office/2007/relationships/hdphoto" Target="../media/hdphoto1.wdp"/><Relationship Id="rId7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7049-D945-4DD9-8AB8-91F6AA6C4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1B219-150A-4684-A253-2F6BD1EF7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794A0-1D90-408E-97C2-C091A50EB0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A5C5E-F421-412A-9A99-4710BCDBE0AA}"/>
              </a:ext>
            </a:extLst>
          </p:cNvPr>
          <p:cNvSpPr txBox="1"/>
          <p:nvPr/>
        </p:nvSpPr>
        <p:spPr>
          <a:xfrm>
            <a:off x="0" y="191386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95...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Press me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60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82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0342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116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AD2DB-B08C-4433-9DBD-37367C20D9C2}"/>
              </a:ext>
            </a:extLst>
          </p:cNvPr>
          <p:cNvSpPr txBox="1"/>
          <p:nvPr/>
        </p:nvSpPr>
        <p:spPr>
          <a:xfrm>
            <a:off x="1541721" y="2509284"/>
            <a:ext cx="494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Username: username</a:t>
            </a:r>
          </a:p>
          <a:p>
            <a:r>
              <a:rPr lang="en-GB" dirty="0"/>
              <a:t>Password: ********</a:t>
            </a:r>
          </a:p>
        </p:txBody>
      </p:sp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D1A0153E-AA91-42B4-97EE-92E1C09D642D}"/>
              </a:ext>
            </a:extLst>
          </p:cNvPr>
          <p:cNvSpPr/>
          <p:nvPr/>
        </p:nvSpPr>
        <p:spPr>
          <a:xfrm>
            <a:off x="2828260" y="4019107"/>
            <a:ext cx="4944139" cy="978195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in</a:t>
            </a:r>
          </a:p>
        </p:txBody>
      </p:sp>
    </p:spTree>
    <p:extLst>
      <p:ext uri="{BB962C8B-B14F-4D97-AF65-F5344CB8AC3E}">
        <p14:creationId xmlns:p14="http://schemas.microsoft.com/office/powerpoint/2010/main" val="308325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hlinkClick r:id="rId4" action="ppaction://hlinksldjump"/>
            <a:extLst>
              <a:ext uri="{FF2B5EF4-FFF2-40B4-BE49-F238E27FC236}">
                <a16:creationId xmlns:a16="http://schemas.microsoft.com/office/drawing/2014/main" id="{823B75CA-DE81-4146-852F-7AE7008C95E3}"/>
              </a:ext>
            </a:extLst>
          </p:cNvPr>
          <p:cNvSpPr/>
          <p:nvPr/>
        </p:nvSpPr>
        <p:spPr>
          <a:xfrm>
            <a:off x="22151" y="5956891"/>
            <a:ext cx="914400" cy="914400"/>
          </a:xfrm>
          <a:prstGeom prst="ellipse">
            <a:avLst/>
          </a:prstGeom>
          <a:solidFill>
            <a:schemeClr val="accent1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10972800" y="5339799"/>
            <a:ext cx="199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95</a:t>
            </a:r>
          </a:p>
          <a:p>
            <a:r>
              <a:rPr lang="en-GB" dirty="0"/>
              <a:t>Alpha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6E89F-0194-41C5-9927-A93A8A4FA084}"/>
              </a:ext>
            </a:extLst>
          </p:cNvPr>
          <p:cNvSpPr/>
          <p:nvPr/>
        </p:nvSpPr>
        <p:spPr>
          <a:xfrm>
            <a:off x="3795823" y="365125"/>
            <a:ext cx="3200400" cy="5387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F4B0-0B09-40C2-ADA1-EEB87B7311C7}"/>
              </a:ext>
            </a:extLst>
          </p:cNvPr>
          <p:cNvSpPr txBox="1"/>
          <p:nvPr/>
        </p:nvSpPr>
        <p:spPr>
          <a:xfrm>
            <a:off x="3880884" y="467833"/>
            <a:ext cx="29771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this OS so far!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Welcome to Windos </a:t>
            </a:r>
            <a:r>
              <a:rPr lang="en-GB"/>
              <a:t>95, a </a:t>
            </a:r>
            <a:r>
              <a:rPr lang="en-GB" dirty="0"/>
              <a:t>grayscale version of Windows!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can open up the start menu and admire the power options so far.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Sleep to see the wallpaper in Fullscreen! </a:t>
            </a:r>
          </a:p>
        </p:txBody>
      </p:sp>
    </p:spTree>
    <p:extLst>
      <p:ext uri="{BB962C8B-B14F-4D97-AF65-F5344CB8AC3E}">
        <p14:creationId xmlns:p14="http://schemas.microsoft.com/office/powerpoint/2010/main" val="1482686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hlinkClick r:id="rId4" action="ppaction://hlinksldjump"/>
            <a:extLst>
              <a:ext uri="{FF2B5EF4-FFF2-40B4-BE49-F238E27FC236}">
                <a16:creationId xmlns:a16="http://schemas.microsoft.com/office/drawing/2014/main" id="{823B75CA-DE81-4146-852F-7AE7008C95E3}"/>
              </a:ext>
            </a:extLst>
          </p:cNvPr>
          <p:cNvSpPr/>
          <p:nvPr/>
        </p:nvSpPr>
        <p:spPr>
          <a:xfrm>
            <a:off x="22151" y="5956891"/>
            <a:ext cx="914400" cy="914400"/>
          </a:xfrm>
          <a:prstGeom prst="ellipse">
            <a:avLst/>
          </a:prstGeom>
          <a:solidFill>
            <a:schemeClr val="accent1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10972800" y="5339799"/>
            <a:ext cx="199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95</a:t>
            </a:r>
          </a:p>
          <a:p>
            <a:r>
              <a:rPr lang="en-GB" dirty="0"/>
              <a:t>Alpha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95B89-8276-4556-BACC-1AC709900134}"/>
              </a:ext>
            </a:extLst>
          </p:cNvPr>
          <p:cNvSpPr/>
          <p:nvPr/>
        </p:nvSpPr>
        <p:spPr>
          <a:xfrm>
            <a:off x="-2" y="2294488"/>
            <a:ext cx="2658142" cy="364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E7BCE-DF60-4E8F-A737-B10B3FAAB67E}"/>
              </a:ext>
            </a:extLst>
          </p:cNvPr>
          <p:cNvSpPr txBox="1"/>
          <p:nvPr/>
        </p:nvSpPr>
        <p:spPr>
          <a:xfrm>
            <a:off x="22150" y="2294489"/>
            <a:ext cx="239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 apps</a:t>
            </a:r>
          </a:p>
          <a:p>
            <a:endParaRPr lang="en-GB" dirty="0"/>
          </a:p>
          <a:p>
            <a:r>
              <a:rPr lang="en-GB" dirty="0"/>
              <a:t>Explorer</a:t>
            </a:r>
          </a:p>
          <a:p>
            <a:endParaRPr lang="en-GB" dirty="0"/>
          </a:p>
          <a:p>
            <a:r>
              <a:rPr lang="en-GB" dirty="0"/>
              <a:t>Run</a:t>
            </a:r>
          </a:p>
          <a:p>
            <a:endParaRPr lang="en-GB" dirty="0"/>
          </a:p>
          <a:p>
            <a:r>
              <a:rPr lang="en-GB" dirty="0"/>
              <a:t>Find</a:t>
            </a:r>
          </a:p>
          <a:p>
            <a:endParaRPr lang="en-GB" dirty="0"/>
          </a:p>
          <a:p>
            <a:r>
              <a:rPr lang="en-GB" dirty="0"/>
              <a:t>Intranet explorer</a:t>
            </a:r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Log off Username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Power off…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852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337A-167F-42E7-B55F-736E479AA9BC}"/>
              </a:ext>
            </a:extLst>
          </p:cNvPr>
          <p:cNvSpPr txBox="1"/>
          <p:nvPr/>
        </p:nvSpPr>
        <p:spPr>
          <a:xfrm>
            <a:off x="1584251" y="2466753"/>
            <a:ext cx="6926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Power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Reboot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Log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sleep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3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BDA06-81C0-46A7-8D2B-07826246289B}"/>
              </a:ext>
            </a:extLst>
          </p:cNvPr>
          <p:cNvSpPr txBox="1"/>
          <p:nvPr/>
        </p:nvSpPr>
        <p:spPr>
          <a:xfrm>
            <a:off x="1616149" y="2604977"/>
            <a:ext cx="654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now safe to turn off your computer.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  <a:p>
            <a:endParaRPr lang="en-GB" dirty="0"/>
          </a:p>
          <a:p>
            <a:r>
              <a:rPr lang="en-GB" dirty="0"/>
              <a:t>Press ESC to exit Windos now</a:t>
            </a:r>
          </a:p>
        </p:txBody>
      </p:sp>
    </p:spTree>
    <p:extLst>
      <p:ext uri="{BB962C8B-B14F-4D97-AF65-F5344CB8AC3E}">
        <p14:creationId xmlns:p14="http://schemas.microsoft.com/office/powerpoint/2010/main" val="2194484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25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112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25</cp:revision>
  <dcterms:created xsi:type="dcterms:W3CDTF">2020-06-01T13:15:59Z</dcterms:created>
  <dcterms:modified xsi:type="dcterms:W3CDTF">2020-06-01T13:30:27Z</dcterms:modified>
</cp:coreProperties>
</file>