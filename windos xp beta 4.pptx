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ink/ink1.xml" ContentType="application/inkml+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6" r:id="rId4"/>
    <p:sldId id="291" r:id="rId5"/>
    <p:sldId id="275" r:id="rId6"/>
    <p:sldId id="278" r:id="rId7"/>
    <p:sldId id="257" r:id="rId8"/>
    <p:sldId id="301" r:id="rId9"/>
    <p:sldId id="309" r:id="rId10"/>
    <p:sldId id="272" r:id="rId11"/>
    <p:sldId id="269" r:id="rId12"/>
    <p:sldId id="259" r:id="rId13"/>
    <p:sldId id="265" r:id="rId14"/>
    <p:sldId id="258" r:id="rId15"/>
    <p:sldId id="276" r:id="rId16"/>
    <p:sldId id="279" r:id="rId17"/>
    <p:sldId id="280" r:id="rId18"/>
    <p:sldId id="295" r:id="rId19"/>
    <p:sldId id="261" r:id="rId20"/>
    <p:sldId id="262" r:id="rId21"/>
    <p:sldId id="263" r:id="rId22"/>
    <p:sldId id="311" r:id="rId23"/>
    <p:sldId id="264" r:id="rId24"/>
    <p:sldId id="267" r:id="rId25"/>
    <p:sldId id="268" r:id="rId26"/>
    <p:sldId id="270" r:id="rId27"/>
    <p:sldId id="271" r:id="rId28"/>
    <p:sldId id="273" r:id="rId29"/>
    <p:sldId id="274" r:id="rId30"/>
    <p:sldId id="277" r:id="rId31"/>
    <p:sldId id="281" r:id="rId32"/>
    <p:sldId id="284" r:id="rId33"/>
    <p:sldId id="285" r:id="rId34"/>
    <p:sldId id="286" r:id="rId35"/>
    <p:sldId id="287" r:id="rId36"/>
    <p:sldId id="288" r:id="rId37"/>
    <p:sldId id="289" r:id="rId38"/>
    <p:sldId id="330" r:id="rId39"/>
    <p:sldId id="331" r:id="rId40"/>
    <p:sldId id="290" r:id="rId41"/>
    <p:sldId id="292" r:id="rId42"/>
    <p:sldId id="293" r:id="rId43"/>
    <p:sldId id="294" r:id="rId44"/>
    <p:sldId id="296" r:id="rId45"/>
    <p:sldId id="297" r:id="rId46"/>
    <p:sldId id="298" r:id="rId47"/>
    <p:sldId id="299" r:id="rId48"/>
    <p:sldId id="300" r:id="rId49"/>
    <p:sldId id="329" r:id="rId50"/>
    <p:sldId id="333" r:id="rId51"/>
    <p:sldId id="332" r:id="rId52"/>
    <p:sldId id="302" r:id="rId53"/>
    <p:sldId id="303" r:id="rId54"/>
    <p:sldId id="304" r:id="rId55"/>
    <p:sldId id="305" r:id="rId56"/>
    <p:sldId id="306" r:id="rId57"/>
    <p:sldId id="307" r:id="rId58"/>
    <p:sldId id="310"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27" autoAdjust="0"/>
    <p:restoredTop sz="94660"/>
  </p:normalViewPr>
  <p:slideViewPr>
    <p:cSldViewPr snapToGrid="0">
      <p:cViewPr varScale="1">
        <p:scale>
          <a:sx n="90" d="100"/>
          <a:sy n="90" d="100"/>
        </p:scale>
        <p:origin x="474" y="72"/>
      </p:cViewPr>
      <p:guideLst/>
    </p:cSldViewPr>
  </p:slideViewPr>
  <p:notesTextViewPr>
    <p:cViewPr>
      <p:scale>
        <a:sx n="1" d="1"/>
        <a:sy n="1" d="1"/>
      </p:scale>
      <p:origin x="0" y="0"/>
    </p:cViewPr>
  </p:notesTextViewPr>
  <p:sorterViewPr>
    <p:cViewPr>
      <p:scale>
        <a:sx n="100" d="100"/>
        <a:sy n="100" d="100"/>
      </p:scale>
      <p:origin x="0" y="-867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8-05T18:50:51.976"/>
    </inkml:context>
    <inkml:brush xml:id="br0">
      <inkml:brushProperty name="width" value="0.05" units="cm"/>
      <inkml:brushProperty name="height" value="0.05" units="cm"/>
      <inkml:brushProperty name="color" value="#E71224"/>
      <inkml:brushProperty name="ignorePressure" value="1"/>
    </inkml:brush>
  </inkml:definitions>
  <inkml:trace contextRef="#ctx0" brushRef="#br0">2516 456,'11'12,"-1"1,0 0,8 16,14 18,11 13,-3 2,33 70,-43-77,70 153,-64-124,63 102,-56-112,-43-74,0 0,0 1,0-1,0 1,0-1,0 0,0 1,0-1,0 0,1 1,-1-1,0 1,0-1,0 0,1 0,-1 1,0-1,0 0,1 1,-1-1,0 0,1 0,-1 1,0-1,1 0,-1 0,0 0,1 1,-1-1,0 0,1 0,-1 0,1 0,-1 0,0 0,1 0,-1 0,0 0,1 0,-1 0,1 0,-1 0,0 0,1 0,-1-1,1 1,6-24,-4-44,-3 64,0-129,-8-333,3 410,-3 1,-2 1,-30-93,-73-150,108 283,-1 1,0-1,-1 1,0 0,-1 1,0 0,-1 0,-14-14,22 25,0 0,0 1,0-1,0 1,0 0,0-1,0 1,0 0,0-1,0 1,0 0,0 0,0 0,0 0,0 0,0 0,0 0,0 0,0 1,0-1,0 0,0 0,0 1,0-1,0 1,0-1,1 1,-1-1,0 1,0 0,0-1,1 1,-1 0,0 0,1-1,-1 1,0 2,-21 36,21-38,-18 49,2 1,3 0,1 1,-9 95,4 219,19 503,2-305,-3-549,-1 11,1 1,2-1,0 0,2 0,7 29,-11-55,0 0,0 0,0 0,0 0,0 0,0-1,0 1,1 0,-1 0,0 0,0 0,0 0,0 0,0 0,0 0,0 0,0 0,0 0,0 0,1 0,-1 0,0 0,0-1,0 1,0 0,0 0,0 0,0 0,1 0,-1 0,0 0,0 0,0 1,0-1,0 0,0 0,0 0,0 0,1 0,-1 0,0 0,0 0,0 0,0 0,0 0,0 0,0 0,0 0,0 0,0 1,0-1,1 0,-1 0,0 0,0 0,0 0,0 0,0 0,0 0,0 1,0-1,0 0,0 0,0 0,5-15,2-24,22-334,-31-6,-1 143,4 142,-3-102,2 191,0-1,0 1,-1 0,0 0,0-1,0 1,-1 0,1 0,-1 0,-1 0,-2-4,5 9,0 0,0 0,0-1,0 1,-1 0,1 0,0 0,0 0,0 0,-1 0,1 0,0 0,0 0,0 0,0 0,-1 0,1 0,0 0,0 1,0-1,0 0,-1 0,1 0,0 0,0 0,0 0,0 0,-1 0,1 1,0-1,0 0,0 0,0 0,0 0,0 0,0 1,0-1,-1 0,1 0,0 0,0 0,0 1,0-1,0 0,0 0,0 0,0 1,0-1,0 0,0 0,0 0,0 1,-2 13,-1 57,4 0,3 0,19 106,135 504,-150-650,0-5,2 14,1-1,26 56,-36-93,-1-1,1 1,0 0,0-1,0 1,0-1,0 1,0-1,1 0,-1 0,0 1,4 1,-5-3,0 0,1 0,-1 0,0 0,1 0,-1 0,1 0,-1 0,0 0,1 0,-1 0,1-1,-1 1,0 0,1 0,-1 0,0-1,1 1,-1 0,0 0,0-1,1 1,-1 0,0 0,0-1,1 1,-1 0,0-1,0 1,0 0,0-1,1 1,-1-1,0 0,8-50,-6-17,-4 0,-16-111,-43-134,12 74,5 12,-74-221,-8 83,109 326,17 38,0 1,0-1,0 1,0 0,0-1,0 1,0-1,-1 1,1 0,0-1,0 1,0 0,-1-1,1 1,0 0,0 0,-1-1,1 1,0 0,-1 0,1-1,0 1,-1 0,1 0,-1 0,1 0,0-1,-1 1,1 0,0 0,-1 0,1 0,-1 0,-4 13,2 28,3-40,8 449,2-320,38 188,20 20,113 453,-178-784,-1 3,1 0,1 0,0 0,9 15,-13-25,0 1,0-1,0 0,0 0,0 0,0 0,0 1,1-1,-1 0,0 0,0 0,0 0,0 0,1 1,-1-1,0 0,0 0,0 0,0 0,1 0,-1 0,0 0,0 0,0 0,1 0,-1 0,0 0,0 0,0 0,1 0,-1 0,0 0,0 0,1 0,-1 0,0 0,0 0,0 0,0 0,1-1,-1 1,0 0,0 0,0 0,0 0,1 0,-1 0,0-1,0 1,0 0,0 0,0 0,0-1,1 1,6-19,1-23,-8 42,17-182,-9-298,-9 306,1 42,2-18,-7 1,-28-185,10 219,-4 0,-6 2,-64-151,73 216,24 47,0 1,0-1,-1 0,1 1,0-1,-1 0,1 1,0-1,-1 0,1 1,-1-1,1 1,-1-1,0 1,1-1,-1 1,1 0,-1-1,0 1,1 0,-1-1,0 1,0 0,1 0,-1-1,0 1,-1 0,-7 16,3 39,6-53,-5 159,7 0,8-1,46 251,8-66,78 356,-137-681,0-1,2 1,16 34,-14-44,-3-17,-2-25,-7-20,-3 1,-2 0,-24-87,3 16,-211-860,58 438,182 543,-17-39,7 26,10 14,0 0,0 0,-1 0,1 0,0 0,-1 0,1 0,0 0,0 0,-1 1,1-1,0 0,0 0,-1 0,1 0,0 0,0 0,0 0,-1 1,1-1,0 0,0 0,0 0,-1 1,1-1,0 0,0 0,0 1,0-1,0 0,0 0,0 0,-1 1,1-1,0 0,0 1,0-1,0 0,0 0,0 1,0-1,0 0,0 0,0 1,0-1,1 0,-1 1,-3 40,2 1,2-1,2 0,13 71,-15-109,103 468,39-8,86 122,-118-356,-111-228,1 1,-1-1,1 0,0 1,-1-1,1 0,0 0,0 0,0 1,0-1,0 0,0 0,0 0,0 0,2 1,-2-3,-1 1,1 0,-1 0,1-1,-1 1,1 0,-1-1,0 1,1 0,-1-1,0 1,1-1,-1 1,0 0,0-1,1 1,-1-1,0 1,0-1,0 1,0-1,0 1,1-1,-1 1,0-1,0 1,0-1,0 0,0-59,0 47,-6-140,-32-202,-64-146,32 200,66 284,2 2,-1 0,-1 1,0-1,-1 1,0 0,-10-17,15 31,0-1,0 1,-1 0,1 0,0 0,0 0,0 0,0 0,0 0,0 0,0 0,0 0,-1 0,1-1,0 1,0 0,0 0,0 0,0 0,0 0,0 0,-1 0,1 0,0 0,0 0,0 0,0 0,0 0,0 0,-1 0,1 1,0-1,0 0,0 0,0 0,0 0,0 0,0 0,0 0,-1 0,1 0,0 0,0 0,0 0,0 1,0-1,0 0,0 0,0 0,0 0,0 0,0 0,0 0,0 1,0-1,0 0,0 0,0 0,0 0,0 0,-4 15,0 17,6 30,2 0,4-1,19 82,-11-60,138 572,-109-477,-43-169,0-2,-1 0,1 0,0-1,1 1,0 0,4 6,-7-12,0-1,0 0,0 0,0 0,0 0,0 1,1-1,-1 0,0 0,0 0,0 0,0 0,0 0,0 1,0-1,1 0,-1 0,0 0,0 0,0 0,0 0,0 0,1 0,-1 0,0 0,0 0,0 1,0-1,1 0,-1 0,0 0,0 0,0 0,1 0,-1-1,0 1,0 0,0 0,0 0,0 0,1 0,-1 0,0 0,0 0,0 0,0 0,1 0,-1-1,0 1,0 0,0 0,0 0,0 0,0-1,4-13,-2-17,-8-14,-2 1,-1 0,-3 0,-25-63,-88-163,70 158,25 53,-2 1,-43-59,74 115,0 1,0-1,0 1,0-1,0 1,0-1,0 1,-1-1,1 1,0 0,-1 0,1 0,-1 0,1 0,-1 0,0 0,1 0,-1 1,0-1,0 1,1-1,-1 1,-3-1,4 3,-1-1,1 0,0 0,0 1,-1-1,1 1,0-1,0 1,0-1,1 1,-1 0,0-1,1 1,-1 0,1 0,-1 0,1-1,0 1,0 0,0 0,0 0,0 3,0 39,2-1,13 82,-5-53,-2-17,27 97,-10-15,-27-225,-4 0,-23-119,-234-708,236 833,23 69,-2-6,0 1,-1 1,-18-33,19 47,2 14,1 18,5 29,2-1,19 95,-9-71,23 107,78 228,106 272,-220-686,124 319,-124-317,1 0,0 0,0-1,1 1,-1 0,1-1,0 0,4 5,-7-8,1 0,-1 0,0 1,1-1,-1 0,0 0,1 0,-1 0,1 0,-1 1,0-1,1 0,-1 0,1 0,-1 0,1 0,-1 0,0 0,1 0,-1 0,1-1,-1 1,0 0,1 0,-1 0,1 0,-1-1,0 1,1 0,0-1,9-21,2-38,-2 0,3-105,-16-124,-1 217,-4 0,-3 1,-3 0,-3 1,-3 1,-3 1,-3 1,-40-75,53 118,-108-194,119 214,-1 1,1 0,-1 0,1 0,-1 0,0 1,0-1,0 1,0-1,-4-1,6 4,1 0,-1 0,1-1,-1 1,1 0,-1 0,0 0,1 0,-1 0,1 0,-1 0,0 0,1 0,-1 0,1 0,-1 0,0 0,1 1,-1-1,1 0,-1 0,1 1,-1-1,1 0,-2 1,1 1,0-1,0 0,1 1,-1-1,0 1,0 0,1-1,-1 1,1-1,-1 1,1 0,0 0,0 2,0 17,0 1,2-1,1 0,1 0,9 30,0 6,66 269,4-73,-38-126,-34-92,-6-16,0-1,2 1,0-1,1-1,0 1,2-1,16 23,-25-40,-1 0,0 1,0-1,0 0,0 0,1 1,-1-1,0 0,0 0,1 0,-1 1,0-1,1 0,-1 0,0 0,0 0,1 0,-1 0,0 1,1-1,-1 0,0 0,1 0,-1 0,0 0,1 0,-1 0,0 0,1 0,-1-1,0 1,0 0,1 0,-1 0,0 0,1 0,-1-1,0 1,7-14,-3-22,-5-8,-2 0,-2 0,-12-46,-41-132,50 195,-36-115,-90-192,-95-120,219 434,5 11,1-1,-2 1,1 0,-1 1,-11-13,17 21,0 0,0 0,0 0,-1-1,1 1,0 0,0 0,0 0,0 0,0 0,-1 0,1 0,0-1,0 1,0 0,0 0,-1 0,1 0,0 0,0 0,0 0,-1 0,1 0,0 0,0 0,0 0,0 0,-1 0,1 0,0 0,0 0,0 1,-1-1,1 0,0 0,0 0,0 0,0 0,0 0,-1 0,1 0,0 1,0-1,0 0,0 0,0 1,-4 12,2 17,2-29,0 35,2 1,2-1,2 0,10 40,52 138,-15-57,31 97,202 420,193 197,-457-834,41 61,-63-97,1 1,-1-1,1 0,0-1,0 1,-1 0,1 0,0 0,0 0,0-1,0 1,0 0,0-1,0 1,0 0,0-1,0 0,1 1,-1-1,1 1,-1-2,0 1,-1-1,1 1,-1 0,1-1,-1 1,1-1,-1 1,1-1,-1 0,1 1,-1-1,0 0,1 1,-1-1,0 0,0 1,1-1,-1 0,0 1,0-1,0 0,0-1,0-58,-1 51,1-1,-19-219,14 189,-3 1,-1 0,-26-68,-29-35,-6 4,-93-138,89 164,-5 3,-4 5,-105-102,-44-52,231 257,0 0,1-1,-1 1,0 0,0 0,1 1,-1-1,0 0,0 0,0 0,0 1,0-1,0 0,0 1,0-1,-1 1,1-1,0 1,0-1,0 1,-1 0,1 0,0 0,0 0,-1 0,0 0,1 1,-1 0,1 0,0 0,0 0,0 0,0 0,0 0,0 1,0-1,1 0,-1 1,0-1,1 0,-1 1,1-1,0 1,-1 2,-2 13,1 0,0 31,2-41,1 26,2-1,1 1,1-1,2 0,1-1,2 0,19 44,28 69,156 362,-187-450,29 54,-55-109,0 0,1 0,-1 0,0 0,1 0,-1-1,1 1,-1 0,1 0,-1-1,1 1,0 0,-1-1,1 1,0-1,0 1,-1 0,1-1,0 0,0 1,0-1,-1 0,1 1,0-1,0 0,0 0,1 1,-1-2,0 0,0 0,-1 0,1 0,0 0,0 0,-1 0,1 0,-1 0,1 0,-1-1,0 1,1 0,-1 0,0 0,0-1,1 0,2-72,-4 64,-1-82,-5 0,-36-173,-79-174,-45 21,39 112,122 288,-11-27,17 42,-1 1,0 0,0 0,0 0,0 0,-1 1,1-1,-1 0,1 0,-1 1,1-1,-1 1,0-1,-3-1,5 3,-1 0,1 0,-1 0,1 0,0 0,-1 0,1 0,0 0,-1 0,1 0,-1 1,1-1,0 0,-1 0,1 0,0 1,0-1,-1 0,1 0,0 1,-1-1,1 0,0 0,0 1,0-1,-1 0,1 1,0-1,0 0,0 1,0-1,0 0,0 1,0-1,-1 1,1-1,0 0,0 1,1 0,-3 10,1 1,0-1,1 1,0-1,1 1,3 16,19 80,-14-72,111 444,177 586,-241-885,-14-33,-21-65,58 142,-68-210,-4-23,-3-29,-8-17,-2 0,-2 1,-19-62,6 20,10 42,-116-530,-32 10,52 293,107 277,-1 1,1 0,-1-1,0 1,0 0,0 0,0 0,-1-1,1 1,-1 0,1 1,-4-4,5 5,-1 0,1-1,-1 1,1 0,-1 0,1 0,-1 0,1 0,-1 0,1 0,-1 0,1 0,-1 0,1 1,-1-1,1 0,-1 0,1 0,0 0,-1 1,1-1,-1 0,1 1,0-1,-1 0,1 1,-1-1,1 0,0 1,-1-1,1 1,0-1,0 0,0 1,-1 0,-3 7,0 1,1-1,0 1,1 0,-3 14,-23 125,2-25,5 2,-5 178,28 33,-1-434,-9-287,2 302,-4 1,-34-137,26 160,-2 0,-29-58,34 86,-1 0,-2 2,-1 0,-1 1,-30-32,44 54,0 0,-1 0,1 0,-14-7,19 12,0 0,0 1,0-1,0 1,0-1,0 1,0 0,0-1,0 1,0 0,0 0,0-1,0 1,0 0,0 0,-1 0,1 0,0 1,0-1,0 0,0 0,0 1,0-1,0 0,0 1,0-1,0 1,0 0,0-1,0 1,0 0,1-1,-1 1,0 0,0 0,1 0,-1 0,0 0,1 0,-1 0,1 0,0 0,-1 0,1 0,0 0,-1 0,1 2,-5 18,1 0,1 0,1 0,1 1,2 29,16 111,14 19,75 246,-56-298,-50-129,0 0,0 0,0 0,0 0,0-1,0 1,0 0,0 0,1 0,-1 0,0 0,0 0,0 0,0 0,0-1,0 1,1 0,-1 0,0 0,0 0,0 0,0 0,0 0,1 0,-1 0,0 0,0 0,0 0,0 0,0 0,1 0,-1 0,0 0,0 0,0 0,0 0,0 0,1 1,-1-1,0 0,0 0,0 0,0 0,0 0,0 0,0 0,1 0,-1 0,0 1,0-1,0 0,0 0,0 0,0 0,0 0,0 1,0-1,0 0,0 0,0 0,0 0,4-22,-1-32,-2-76,-5-354,-22 201,25 276,1 1,-1 0,0 0,0 0,0 0,-1 0,1 1,-1-1,-1 1,1-1,-5-6,6 14,0 0,0 0,0 1,0-1,0 0,0 1,1-1,-1 0,1 1,0-1,-1 5,2 42,1 0,2 0,3 0,13 49,-9-42,39 200,74 448,-94-499,56 207,-76-382,-4-24,-3-17,-2-25,-1 0,-2 1,-11-56,6 40,-30-190,-10 3,-10 1,-10 3,-122-280,162 448,10 24,-1 1,-43-71,61 111,-1-1,0 0,0 1,0-1,0 1,-1 0,1-1,0 1,-1 0,1 0,-1 0,1 0,-1 0,1 0,-1 0,0 0,-2 0,3 1,0 0,1 0,-1 1,0-1,0 0,1 1,-1-1,0 0,0 1,1-1,-1 1,0-1,1 1,-1-1,1 1,-1 0,1-1,-1 1,1 0,-1-1,1 1,0 0,-1 0,1-1,-1 3,-2 7,1 1,0-1,0 1,0 15,0 73,3 0,23 148,55 195,-63-360,6 26,120 555,-134-628,59 199,-52-210,-15-24,0 0,1 0,-1 0,0 0,0 0,1 0,-1 0,0 0,1 0,-1 0,0 0,1 0,-1 0,0 0,1 0,-1-1,0 1,0 0,1 0,-1 0,0 0,0-1,1 1,-1 0,0 0,0-1,0 1,1 0,-1 0,0-1,0 1,0 0,0 0,0-1,1 1,-1 0,0-1,0 1,0 0,0-1,7-51,-7-74,-17-129,5 114,-16-97,-73-290,101 525,-182-710,182 711,0 0,-1 0,1 0,-1 0,0 0,1 0,-1 0,0 1,0-1,0 0,-1 0,1 1,-2-3,-2 23,9 55,110 567,46-7,-135-542,15 60,180 640,-214-771,-4-12,1 1,0 0,1-1,0 0,0 0,10 14,-14-22,0-1,0 0,0 0,0 1,0-1,0 0,1 0,-1 1,0-1,0 0,0 0,1 0,-1 1,0-1,0 0,1 0,-1 0,0 0,0 0,1 1,-1-1,0 0,0 0,1 0,-1 0,0 0,0 0,1 0,-1 0,0 0,1 0,-1 0,0 0,0 0,1 0,-1 0,0 0,1-1,-1 1,0 0,0 0,0 0,1 0,-1 0,0-1,1 1,4-18,-3-22,-25-131,-70-273,38 210,-8-16,-12 2,-10 4,-162-325,243 560,-5-8,0-1,-15-21,24 40,0-1,0 0,0 1,0-1,0 1,0-1,0 1,0-1,0 1,0-1,-1 0,1 1,0-1,0 1,0-1,-1 0,1 1,0-1,0 1,-1-1,1 0,0 1,-1-1,1 0,-1 0,1 1,0-1,-1 0,1 0,-1 0,1 1,0-1,-1 0,1 0,-1 0,1 0,-1 0,1 0,-1 0,1 0,0 0,-1 0,1 0,-1 0,1 0,-1 0,1-1,-1 1,1 0,0 0,-1 0,1-1,-1 1,1 0,0 0,-1-1,1 1,0 0,0-1,-1 1,1 0,0-1,-1 1,1-1,0 1,0 0,0-1,-1 0,-3 44,4-38,1 491,3-206,-4 950,0-1209,1-17,0 0,-1 0,-1 0,0 0,-1 0,-1-1,0 1,-6 16,9-29,-1-1,1 1,0-1,0 0,0 1,-1-1,1 1,0-1,0 1,-1-1,1 0,0 1,-1-1,1 0,-1 1,1-1,0 0,-1 1,1-1,-1 0,1 0,-1 0,1 1,-1-1,1 0,-1 0,1 0,-1 0,1 0,-1 0,1 0,-1 0,1 0,-2 0,-15-15,-11-32,26 43,-59-126,-54-171,69 170,-92-184,-46-62,88 174,94 199,0 0,0 1,0-1,0 1,-1-1,1 1,-1 0,-6-6,9 9,0 0,-1 0,1 0,0-1,-1 1,1 0,0 0,-1 0,1 0,0 0,-1 0,1 0,0 0,-1 0,1 0,-1 0,1 0,0 0,-1 0,1 0,0 0,-1 0,1 0,0 0,-1 0,1 1,0-1,-1 0,1 0,0 0,0 1,-1-1,1 0,0 0,0 1,-1-1,-5 28,4 26,3 0,14 92,33 110,-32-178,133 511,-141-561,-4-10,1 0,1 0,1-1,13 27,-20-44,0 1,0-1,0 0,0 0,0 1,0-1,0 0,1 0,-1 0,0 1,0-1,0 0,0 0,0 0,0 1,1-1,-1 0,0 0,0 0,0 0,0 0,1 1,-1-1,0 0,0 0,0 0,1 0,-1 0,0 0,0 0,1 0,-1 0,0 0,0 0,1 0,-1 0,0 0,0 0,0 0,1 0,-1 0,0 0,0 0,1 0,-1 0,0 0,0 0,0 0,1-1,-1 1,0 0,0 0,0 0,0 0,1-1,-1 1,0 0,0 0,0 0,0-1,0 1,0 0,1 0,-1 0,0-1,0 1,0 0,0-1,4-18,2-83,-7-133,-3 87,0-80,-9 1,-59-311,4 208,-64-348,125 643,5 33,0 8,1 57,1-56,51 976,167 566,-197-1428,42 186,-48-263,-15-43,0-1,0 1,0-1,0 0,0 1,0-1,0 0,0 1,0-1,1 0,-1 1,0-1,0 0,0 1,0-1,1 0,-1 1,0-1,0 0,1 1,-1-1,0 0,1 0,-1 0,0 1,1-1,-1 0,0 0,1 0,-1 0,0 1,1-1,-1 0,0 0,1 0,-1 0,0 0,1 0,-1 0,1 0,6-17,-3-31,-2-140,-8 1,-53-324,44 417,-23-134,-90-310,-118-146,227 640,-1 1,-3 1,-1 0,-2 2,-2 2,-45-51,70 86,1 0,-1 1,0-1,0 0,-1 1,1 0,0 0,-1 0,1 0,-1 0,0 1,0-1,1 1,-1 0,0 0,0 1,0-1,0 1,0 0,0 0,0 0,-6 2,3 0,-1 1,1 0,0 0,0 1,0 0,0 0,1 1,0-1,0 1,-8 9,-7 8,1 1,0 2,2 0,1 1,1 0,-17 41,-61 183,64-162,-59 193,13 3,-65 488,122-609,3 295,21-834,-5-1728,0 2079,-1 9,1 1,1-1,4-27,-2 39,2 10,27 71,38 138,-36-101,162 573,-3 96,-158-624,96 266,-130-422,17 36,-8-29,-9-10,-1 0,1 0,-1-1,0 1,1 0,-1 0,1-1,-1 1,0 0,1-1,-1 1,0-1,0 1,1 0,-1-1,0 1,0-1,0 1,1-1,-1 1,0 0,0-1,0 1,0-1,0 1,0-1,0 1,0-1,0 0,5-57,-6-113,-1 81,1-14,-9-369,-32 3,28 388,3 18,3-1,-1-78,12 672,5-380,54 284,74 139,-107-460,76 250,-101-352,-3-5,0 0,1 1,0-1,0 0,0-1,0 1,1 0,0-1,4 6,-6-10,-1 0,1 0,-1 0,1 0,-1-1,1 1,-1 0,1 0,-1 0,0 0,1 0,-1-1,1 1,-1 0,1 0,-1-1,0 1,1 0,-1-1,1 1,-1 0,0-1,1 1,-1-1,0 1,0-1,1 1,-1 0,0-1,0 1,0-1,0 1,0-1,1 1,-1-1,0 1,0-2,8-26,-7 23,18-83,-16 61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F710C-0B45-4246-AD14-8402ED64EF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1DBA595-5F6C-4978-A703-494681CCC0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54C4958-C420-48D6-A0C0-4C4C2358AECF}"/>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5" name="Footer Placeholder 4">
            <a:extLst>
              <a:ext uri="{FF2B5EF4-FFF2-40B4-BE49-F238E27FC236}">
                <a16:creationId xmlns:a16="http://schemas.microsoft.com/office/drawing/2014/main" id="{19D5C8E9-AF3D-4354-983F-4D33FA67FDCC}"/>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EB6DEC6D-2B49-4BB5-A722-C90C2BDF84DF}"/>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258312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F2528-4FAE-492B-B851-FF0245FD993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825479C-96D1-4D6E-A5C3-15389C7B08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730D1D4-E235-4D3C-99FD-4D70C301F6E6}"/>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5" name="Footer Placeholder 4">
            <a:extLst>
              <a:ext uri="{FF2B5EF4-FFF2-40B4-BE49-F238E27FC236}">
                <a16:creationId xmlns:a16="http://schemas.microsoft.com/office/drawing/2014/main" id="{F3D8AC0D-9E82-430E-819A-7F211E8CC5FD}"/>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98C47CC-1858-45B4-8A0B-C123BC2BB294}"/>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3082230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CC900-0F14-45ED-93B1-BD2BC7A10B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4F99EE1-12BC-4816-922D-590BBB4515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867C085A-9BB9-4130-8BE6-9670DD8624CD}"/>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5" name="Footer Placeholder 4">
            <a:extLst>
              <a:ext uri="{FF2B5EF4-FFF2-40B4-BE49-F238E27FC236}">
                <a16:creationId xmlns:a16="http://schemas.microsoft.com/office/drawing/2014/main" id="{FD27925A-B757-4AE5-B94F-BC63ABD6C808}"/>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237B5A3-2259-448A-B229-BC89A204797D}"/>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3793864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A3ED6-9D00-4152-8985-26C908B0509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7795F87-F305-4C09-87AD-D511880153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E5B37D2-A45D-4FD9-9550-5B3D838FED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C004A1A-121A-4025-8896-3631E8EA81A4}"/>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6" name="Footer Placeholder 5">
            <a:extLst>
              <a:ext uri="{FF2B5EF4-FFF2-40B4-BE49-F238E27FC236}">
                <a16:creationId xmlns:a16="http://schemas.microsoft.com/office/drawing/2014/main" id="{9F62F969-5EE9-41CA-8FBD-41A4DDD62C59}"/>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50DE6FB6-4A46-4723-8630-85068BE5F87E}"/>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940364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FE617-4CBE-4C3C-9AEB-79393B7A34F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B15E07E-3542-421D-9F57-AB82EBF63C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E96E52-F973-40DA-BBB7-C9E9F7B65C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E4BA5C7-4138-4410-923B-8285F0CCBA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807075-FE4F-4EBE-96C4-1177C2F92B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ED14ADE-7D14-4329-8F7D-30147371DF94}"/>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8" name="Footer Placeholder 7">
            <a:extLst>
              <a:ext uri="{FF2B5EF4-FFF2-40B4-BE49-F238E27FC236}">
                <a16:creationId xmlns:a16="http://schemas.microsoft.com/office/drawing/2014/main" id="{7381CB6B-EB9F-468D-A4EE-9E515D102C56}"/>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74ED0AE3-4CF2-4C80-A57D-C801F992C889}"/>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2456737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B9676-6B9E-4653-A5FF-E1C4E838ED2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75EEE2C-66D1-4B29-81EF-526CBBE4BC07}"/>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4" name="Footer Placeholder 3">
            <a:extLst>
              <a:ext uri="{FF2B5EF4-FFF2-40B4-BE49-F238E27FC236}">
                <a16:creationId xmlns:a16="http://schemas.microsoft.com/office/drawing/2014/main" id="{90F460CD-1F27-44D8-8AF9-09AB22D6AA9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A7AC81E2-850A-4ABD-AB96-11C7D01F34D4}"/>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2513340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A33A64-5311-4331-AE53-7FA5A2C6840F}"/>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3" name="Footer Placeholder 2">
            <a:extLst>
              <a:ext uri="{FF2B5EF4-FFF2-40B4-BE49-F238E27FC236}">
                <a16:creationId xmlns:a16="http://schemas.microsoft.com/office/drawing/2014/main" id="{0B9D7E57-4A58-4BFF-BCF6-15A8C2E40F80}"/>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C81B1ECE-A9DC-4CC3-AC5A-F949A71BF397}"/>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3051944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0EF21-723C-43B6-B3DB-4000972F77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9857ECE-725A-4B3F-9D38-0F17C93C80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E080532-667E-4F22-972E-4F5623BCBB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36652A-D080-4191-A76B-C31DDB11BB61}"/>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6" name="Footer Placeholder 5">
            <a:extLst>
              <a:ext uri="{FF2B5EF4-FFF2-40B4-BE49-F238E27FC236}">
                <a16:creationId xmlns:a16="http://schemas.microsoft.com/office/drawing/2014/main" id="{E060AE69-9BC4-4496-93FC-74C8AB72097D}"/>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8A5AEE7E-98C4-4C2D-9625-5588B3DEF909}"/>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2421200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2003D-7BFD-4B53-AF10-E11CB719C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1397FB6-D45A-4646-8718-47C6CBA6D1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0076B061-0C59-43F3-85FC-DC89BBA4F7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E4C375-F2FC-4CFC-B9CD-36155A0BB1C2}"/>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6" name="Footer Placeholder 5">
            <a:extLst>
              <a:ext uri="{FF2B5EF4-FFF2-40B4-BE49-F238E27FC236}">
                <a16:creationId xmlns:a16="http://schemas.microsoft.com/office/drawing/2014/main" id="{3ABEBD9C-3CD4-4FDA-B7C5-B5A6F3C6B413}"/>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10F39DFA-BDEE-49AB-A1DD-F196FC22A181}"/>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1004640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6F891-AF97-4714-9BD6-687B1C3DF7D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9550E82-0F56-45DA-9941-3C9B1C11E2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319480E-7AE4-4F7F-889C-596549A8FEA1}"/>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5" name="Footer Placeholder 4">
            <a:extLst>
              <a:ext uri="{FF2B5EF4-FFF2-40B4-BE49-F238E27FC236}">
                <a16:creationId xmlns:a16="http://schemas.microsoft.com/office/drawing/2014/main" id="{934F0990-3B19-46C9-B8BC-2966AB4D0C20}"/>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87E631ED-9410-4F97-967A-033F848CABD9}"/>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1622621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AFD1CD-3565-41EB-BB25-288731C0C3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D3A3E81-219A-43D9-BA0A-4A61A1C60A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94B4A63-C20C-4914-B0C4-C966BEC2BEE9}"/>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5" name="Footer Placeholder 4">
            <a:extLst>
              <a:ext uri="{FF2B5EF4-FFF2-40B4-BE49-F238E27FC236}">
                <a16:creationId xmlns:a16="http://schemas.microsoft.com/office/drawing/2014/main" id="{1E46058B-877C-4EA3-855F-9C24B4857332}"/>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2BD98DD-97BF-4642-8484-60DEB587384D}"/>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161926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CCF225-47CD-45FA-8785-CC2EA58619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6070C4EE-F36C-41F3-80AB-735A6E805F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EBBA375A-3CD3-48BF-9865-F7EA5EBAB4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Segoe UI" panose="020B0502040204020203" pitchFamily="34" charset="0"/>
              </a:defRPr>
            </a:lvl1pPr>
          </a:lstStyle>
          <a:p>
            <a:fld id="{DFC8CBE3-4E95-4733-8762-C23DA5267D2F}" type="datetimeFigureOut">
              <a:rPr lang="en-GB" smtClean="0"/>
              <a:pPr/>
              <a:t>05/08/2020</a:t>
            </a:fld>
            <a:endParaRPr lang="en-GB" dirty="0"/>
          </a:p>
        </p:txBody>
      </p:sp>
      <p:sp>
        <p:nvSpPr>
          <p:cNvPr id="5" name="Footer Placeholder 4">
            <a:extLst>
              <a:ext uri="{FF2B5EF4-FFF2-40B4-BE49-F238E27FC236}">
                <a16:creationId xmlns:a16="http://schemas.microsoft.com/office/drawing/2014/main" id="{155BA9CF-D83C-4CA8-8AC5-444ECACC39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Segoe UI" panose="020B0502040204020203" pitchFamily="34" charset="0"/>
              </a:defRPr>
            </a:lvl1pPr>
          </a:lstStyle>
          <a:p>
            <a:endParaRPr lang="en-GB" dirty="0"/>
          </a:p>
        </p:txBody>
      </p:sp>
      <p:sp>
        <p:nvSpPr>
          <p:cNvPr id="6" name="Slide Number Placeholder 5">
            <a:extLst>
              <a:ext uri="{FF2B5EF4-FFF2-40B4-BE49-F238E27FC236}">
                <a16:creationId xmlns:a16="http://schemas.microsoft.com/office/drawing/2014/main" id="{4B4787F6-B16F-4118-92E4-AB0B781FF5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Segoe UI" panose="020B0502040204020203" pitchFamily="34" charset="0"/>
              </a:defRPr>
            </a:lvl1pPr>
          </a:lstStyle>
          <a:p>
            <a:fld id="{88A91B0D-B750-4E23-904A-9E4FF7FD54FD}" type="slidenum">
              <a:rPr lang="en-GB" smtClean="0"/>
              <a:pPr/>
              <a:t>‹#›</a:t>
            </a:fld>
            <a:endParaRPr lang="en-GB" dirty="0"/>
          </a:p>
        </p:txBody>
      </p:sp>
    </p:spTree>
    <p:extLst>
      <p:ext uri="{BB962C8B-B14F-4D97-AF65-F5344CB8AC3E}">
        <p14:creationId xmlns:p14="http://schemas.microsoft.com/office/powerpoint/2010/main" val="41640038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Segoe UI" panose="020B05020402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Segoe UI"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Segoe UI"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Segoe UI"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Segoe UI"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Segoe UI"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slide" Target="slide26.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24.xml"/><Relationship Id="rId5" Type="http://schemas.openxmlformats.org/officeDocument/2006/relationships/slide" Target="slide25.xml"/><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26" Type="http://schemas.openxmlformats.org/officeDocument/2006/relationships/image" Target="../media/image27.png"/><Relationship Id="rId39" Type="http://schemas.microsoft.com/office/2007/relationships/hdphoto" Target="../media/hdphoto3.wdp"/><Relationship Id="rId3" Type="http://schemas.openxmlformats.org/officeDocument/2006/relationships/image" Target="../media/image4.png"/><Relationship Id="rId21" Type="http://schemas.openxmlformats.org/officeDocument/2006/relationships/image" Target="../media/image22.png"/><Relationship Id="rId34" Type="http://schemas.openxmlformats.org/officeDocument/2006/relationships/image" Target="../media/image34.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5" Type="http://schemas.openxmlformats.org/officeDocument/2006/relationships/image" Target="../media/image26.png"/><Relationship Id="rId33" Type="http://schemas.microsoft.com/office/2007/relationships/hdphoto" Target="../media/hdphoto1.wdp"/><Relationship Id="rId38" Type="http://schemas.openxmlformats.org/officeDocument/2006/relationships/image" Target="../media/image37.png"/><Relationship Id="rId2" Type="http://schemas.openxmlformats.org/officeDocument/2006/relationships/slide" Target="slide20.xml"/><Relationship Id="rId16" Type="http://schemas.openxmlformats.org/officeDocument/2006/relationships/image" Target="../media/image17.png"/><Relationship Id="rId20" Type="http://schemas.openxmlformats.org/officeDocument/2006/relationships/image" Target="../media/image21.png"/><Relationship Id="rId29"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24" Type="http://schemas.openxmlformats.org/officeDocument/2006/relationships/image" Target="../media/image25.png"/><Relationship Id="rId32" Type="http://schemas.openxmlformats.org/officeDocument/2006/relationships/image" Target="../media/image33.png"/><Relationship Id="rId37" Type="http://schemas.openxmlformats.org/officeDocument/2006/relationships/image" Target="../media/image36.svg"/><Relationship Id="rId40" Type="http://schemas.openxmlformats.org/officeDocument/2006/relationships/image" Target="../media/image38.png"/><Relationship Id="rId5" Type="http://schemas.openxmlformats.org/officeDocument/2006/relationships/image" Target="../media/image6.png"/><Relationship Id="rId15" Type="http://schemas.openxmlformats.org/officeDocument/2006/relationships/image" Target="../media/image16.png"/><Relationship Id="rId23" Type="http://schemas.openxmlformats.org/officeDocument/2006/relationships/image" Target="../media/image24.png"/><Relationship Id="rId28" Type="http://schemas.openxmlformats.org/officeDocument/2006/relationships/image" Target="../media/image29.png"/><Relationship Id="rId36" Type="http://schemas.openxmlformats.org/officeDocument/2006/relationships/image" Target="../media/image35.png"/><Relationship Id="rId10" Type="http://schemas.openxmlformats.org/officeDocument/2006/relationships/image" Target="../media/image11.png"/><Relationship Id="rId19" Type="http://schemas.openxmlformats.org/officeDocument/2006/relationships/image" Target="../media/image20.png"/><Relationship Id="rId31" Type="http://schemas.openxmlformats.org/officeDocument/2006/relationships/image" Target="../media/image32.png"/><Relationship Id="rId4" Type="http://schemas.openxmlformats.org/officeDocument/2006/relationships/image" Target="../media/image5.sv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3.png"/><Relationship Id="rId27" Type="http://schemas.openxmlformats.org/officeDocument/2006/relationships/image" Target="../media/image28.png"/><Relationship Id="rId30" Type="http://schemas.openxmlformats.org/officeDocument/2006/relationships/image" Target="../media/image31.png"/><Relationship Id="rId35" Type="http://schemas.microsoft.com/office/2007/relationships/hdphoto" Target="../media/hdphoto2.wdp"/></Relationships>
</file>

<file path=ppt/slides/_rels/slide14.xml.rels><?xml version="1.0" encoding="UTF-8" standalone="yes"?>
<Relationships xmlns="http://schemas.openxmlformats.org/package/2006/relationships"><Relationship Id="rId26" Type="http://schemas.openxmlformats.org/officeDocument/2006/relationships/image" Target="../media/image63.png"/><Relationship Id="rId117" Type="http://schemas.openxmlformats.org/officeDocument/2006/relationships/image" Target="../media/image149.png"/><Relationship Id="rId21" Type="http://schemas.openxmlformats.org/officeDocument/2006/relationships/image" Target="../media/image58.svg"/><Relationship Id="rId42" Type="http://schemas.openxmlformats.org/officeDocument/2006/relationships/image" Target="../media/image77.png"/><Relationship Id="rId47" Type="http://schemas.openxmlformats.org/officeDocument/2006/relationships/image" Target="../media/image82.svg"/><Relationship Id="rId63" Type="http://schemas.openxmlformats.org/officeDocument/2006/relationships/image" Target="../media/image98.svg"/><Relationship Id="rId68" Type="http://schemas.openxmlformats.org/officeDocument/2006/relationships/image" Target="../media/image103.svg"/><Relationship Id="rId84" Type="http://schemas.openxmlformats.org/officeDocument/2006/relationships/image" Target="../media/image117.svg"/><Relationship Id="rId89" Type="http://schemas.openxmlformats.org/officeDocument/2006/relationships/image" Target="../media/image122.png"/><Relationship Id="rId112" Type="http://schemas.openxmlformats.org/officeDocument/2006/relationships/image" Target="../media/image144.svg"/><Relationship Id="rId133" Type="http://schemas.openxmlformats.org/officeDocument/2006/relationships/image" Target="../media/image162.svg"/><Relationship Id="rId16" Type="http://schemas.openxmlformats.org/officeDocument/2006/relationships/image" Target="../media/image53.png"/><Relationship Id="rId107" Type="http://schemas.openxmlformats.org/officeDocument/2006/relationships/image" Target="../media/image139.png"/><Relationship Id="rId11" Type="http://schemas.openxmlformats.org/officeDocument/2006/relationships/image" Target="../media/image48.svg"/><Relationship Id="rId32" Type="http://schemas.openxmlformats.org/officeDocument/2006/relationships/image" Target="../media/image67.png"/><Relationship Id="rId37" Type="http://schemas.openxmlformats.org/officeDocument/2006/relationships/image" Target="../media/image72.svg"/><Relationship Id="rId53" Type="http://schemas.openxmlformats.org/officeDocument/2006/relationships/image" Target="../media/image88.svg"/><Relationship Id="rId58" Type="http://schemas.openxmlformats.org/officeDocument/2006/relationships/image" Target="../media/image93.png"/><Relationship Id="rId74" Type="http://schemas.openxmlformats.org/officeDocument/2006/relationships/image" Target="../media/image108.png"/><Relationship Id="rId79" Type="http://schemas.openxmlformats.org/officeDocument/2006/relationships/image" Target="../media/image112.png"/><Relationship Id="rId102" Type="http://schemas.microsoft.com/office/2007/relationships/hdphoto" Target="../media/hdphoto5.wdp"/><Relationship Id="rId123" Type="http://schemas.openxmlformats.org/officeDocument/2006/relationships/image" Target="../media/image154.png"/><Relationship Id="rId128" Type="http://schemas.openxmlformats.org/officeDocument/2006/relationships/image" Target="../media/image157.png"/><Relationship Id="rId5" Type="http://schemas.openxmlformats.org/officeDocument/2006/relationships/image" Target="../media/image42.svg"/><Relationship Id="rId90" Type="http://schemas.openxmlformats.org/officeDocument/2006/relationships/image" Target="../media/image123.svg"/><Relationship Id="rId95" Type="http://schemas.openxmlformats.org/officeDocument/2006/relationships/image" Target="../media/image128.png"/><Relationship Id="rId14" Type="http://schemas.openxmlformats.org/officeDocument/2006/relationships/image" Target="../media/image51.png"/><Relationship Id="rId22" Type="http://schemas.openxmlformats.org/officeDocument/2006/relationships/image" Target="../media/image59.png"/><Relationship Id="rId27" Type="http://schemas.openxmlformats.org/officeDocument/2006/relationships/image" Target="../media/image64.svg"/><Relationship Id="rId30" Type="http://schemas.openxmlformats.org/officeDocument/2006/relationships/image" Target="../media/image65.png"/><Relationship Id="rId35" Type="http://schemas.openxmlformats.org/officeDocument/2006/relationships/image" Target="../media/image70.svg"/><Relationship Id="rId43" Type="http://schemas.openxmlformats.org/officeDocument/2006/relationships/image" Target="../media/image78.svg"/><Relationship Id="rId48" Type="http://schemas.openxmlformats.org/officeDocument/2006/relationships/image" Target="../media/image83.png"/><Relationship Id="rId56" Type="http://schemas.openxmlformats.org/officeDocument/2006/relationships/image" Target="../media/image91.png"/><Relationship Id="rId64" Type="http://schemas.openxmlformats.org/officeDocument/2006/relationships/image" Target="../media/image99.png"/><Relationship Id="rId69" Type="http://schemas.openxmlformats.org/officeDocument/2006/relationships/image" Target="../media/image104.png"/><Relationship Id="rId77" Type="http://schemas.openxmlformats.org/officeDocument/2006/relationships/image" Target="../media/image110.png"/><Relationship Id="rId100" Type="http://schemas.openxmlformats.org/officeDocument/2006/relationships/image" Target="../media/image133.svg"/><Relationship Id="rId105" Type="http://schemas.openxmlformats.org/officeDocument/2006/relationships/image" Target="../media/image137.png"/><Relationship Id="rId113" Type="http://schemas.openxmlformats.org/officeDocument/2006/relationships/image" Target="../media/image145.png"/><Relationship Id="rId118" Type="http://schemas.openxmlformats.org/officeDocument/2006/relationships/image" Target="../media/image150.svg"/><Relationship Id="rId126" Type="http://schemas.openxmlformats.org/officeDocument/2006/relationships/image" Target="../media/image156.png"/><Relationship Id="rId134" Type="http://schemas.openxmlformats.org/officeDocument/2006/relationships/image" Target="../media/image163.png"/><Relationship Id="rId8" Type="http://schemas.openxmlformats.org/officeDocument/2006/relationships/image" Target="../media/image45.png"/><Relationship Id="rId51" Type="http://schemas.openxmlformats.org/officeDocument/2006/relationships/image" Target="../media/image86.svg"/><Relationship Id="rId72" Type="http://schemas.openxmlformats.org/officeDocument/2006/relationships/image" Target="../media/image107.svg"/><Relationship Id="rId80" Type="http://schemas.openxmlformats.org/officeDocument/2006/relationships/image" Target="../media/image113.svg"/><Relationship Id="rId85" Type="http://schemas.openxmlformats.org/officeDocument/2006/relationships/image" Target="../media/image118.png"/><Relationship Id="rId93" Type="http://schemas.openxmlformats.org/officeDocument/2006/relationships/image" Target="../media/image126.png"/><Relationship Id="rId98" Type="http://schemas.openxmlformats.org/officeDocument/2006/relationships/image" Target="../media/image131.svg"/><Relationship Id="rId121" Type="http://schemas.openxmlformats.org/officeDocument/2006/relationships/image" Target="../media/image153.png"/><Relationship Id="rId3" Type="http://schemas.openxmlformats.org/officeDocument/2006/relationships/image" Target="../media/image40.svg"/><Relationship Id="rId12" Type="http://schemas.openxmlformats.org/officeDocument/2006/relationships/image" Target="../media/image49.png"/><Relationship Id="rId17" Type="http://schemas.openxmlformats.org/officeDocument/2006/relationships/image" Target="../media/image54.svg"/><Relationship Id="rId25" Type="http://schemas.openxmlformats.org/officeDocument/2006/relationships/image" Target="../media/image62.svg"/><Relationship Id="rId33" Type="http://schemas.openxmlformats.org/officeDocument/2006/relationships/image" Target="../media/image68.svg"/><Relationship Id="rId38" Type="http://schemas.openxmlformats.org/officeDocument/2006/relationships/image" Target="../media/image73.png"/><Relationship Id="rId46" Type="http://schemas.openxmlformats.org/officeDocument/2006/relationships/image" Target="../media/image81.png"/><Relationship Id="rId59" Type="http://schemas.openxmlformats.org/officeDocument/2006/relationships/image" Target="../media/image94.svg"/><Relationship Id="rId67" Type="http://schemas.openxmlformats.org/officeDocument/2006/relationships/image" Target="../media/image102.png"/><Relationship Id="rId103" Type="http://schemas.openxmlformats.org/officeDocument/2006/relationships/image" Target="../media/image135.png"/><Relationship Id="rId108" Type="http://schemas.openxmlformats.org/officeDocument/2006/relationships/image" Target="../media/image140.svg"/><Relationship Id="rId116" Type="http://schemas.openxmlformats.org/officeDocument/2006/relationships/image" Target="../media/image148.svg"/><Relationship Id="rId124" Type="http://schemas.openxmlformats.org/officeDocument/2006/relationships/image" Target="../media/image155.svg"/><Relationship Id="rId129" Type="http://schemas.openxmlformats.org/officeDocument/2006/relationships/image" Target="../media/image158.svg"/><Relationship Id="rId137" Type="http://schemas.openxmlformats.org/officeDocument/2006/relationships/image" Target="../media/image166.svg"/><Relationship Id="rId20" Type="http://schemas.openxmlformats.org/officeDocument/2006/relationships/image" Target="../media/image57.png"/><Relationship Id="rId41" Type="http://schemas.openxmlformats.org/officeDocument/2006/relationships/image" Target="../media/image76.svg"/><Relationship Id="rId54" Type="http://schemas.openxmlformats.org/officeDocument/2006/relationships/image" Target="../media/image89.png"/><Relationship Id="rId62" Type="http://schemas.openxmlformats.org/officeDocument/2006/relationships/image" Target="../media/image97.png"/><Relationship Id="rId70" Type="http://schemas.openxmlformats.org/officeDocument/2006/relationships/image" Target="../media/image105.svg"/><Relationship Id="rId75" Type="http://schemas.microsoft.com/office/2007/relationships/hdphoto" Target="../media/hdphoto4.wdp"/><Relationship Id="rId83" Type="http://schemas.openxmlformats.org/officeDocument/2006/relationships/image" Target="../media/image116.png"/><Relationship Id="rId88" Type="http://schemas.openxmlformats.org/officeDocument/2006/relationships/image" Target="../media/image121.svg"/><Relationship Id="rId91" Type="http://schemas.openxmlformats.org/officeDocument/2006/relationships/image" Target="../media/image124.png"/><Relationship Id="rId96" Type="http://schemas.openxmlformats.org/officeDocument/2006/relationships/image" Target="../media/image129.svg"/><Relationship Id="rId111" Type="http://schemas.openxmlformats.org/officeDocument/2006/relationships/image" Target="../media/image143.png"/><Relationship Id="rId132" Type="http://schemas.openxmlformats.org/officeDocument/2006/relationships/image" Target="../media/image161.png"/><Relationship Id="rId1" Type="http://schemas.openxmlformats.org/officeDocument/2006/relationships/slideLayout" Target="../slideLayouts/slideLayout7.xml"/><Relationship Id="rId6" Type="http://schemas.openxmlformats.org/officeDocument/2006/relationships/image" Target="../media/image43.png"/><Relationship Id="rId15" Type="http://schemas.openxmlformats.org/officeDocument/2006/relationships/image" Target="../media/image52.svg"/><Relationship Id="rId23" Type="http://schemas.openxmlformats.org/officeDocument/2006/relationships/image" Target="../media/image60.svg"/><Relationship Id="rId28" Type="http://schemas.openxmlformats.org/officeDocument/2006/relationships/image" Target="../media/image4.png"/><Relationship Id="rId36" Type="http://schemas.openxmlformats.org/officeDocument/2006/relationships/image" Target="../media/image71.png"/><Relationship Id="rId49" Type="http://schemas.openxmlformats.org/officeDocument/2006/relationships/image" Target="../media/image84.svg"/><Relationship Id="rId57" Type="http://schemas.openxmlformats.org/officeDocument/2006/relationships/image" Target="../media/image92.svg"/><Relationship Id="rId106" Type="http://schemas.openxmlformats.org/officeDocument/2006/relationships/image" Target="../media/image138.svg"/><Relationship Id="rId114" Type="http://schemas.openxmlformats.org/officeDocument/2006/relationships/image" Target="../media/image146.svg"/><Relationship Id="rId119" Type="http://schemas.openxmlformats.org/officeDocument/2006/relationships/image" Target="../media/image151.png"/><Relationship Id="rId127" Type="http://schemas.openxmlformats.org/officeDocument/2006/relationships/slide" Target="slide20.xml"/><Relationship Id="rId10" Type="http://schemas.openxmlformats.org/officeDocument/2006/relationships/image" Target="../media/image47.png"/><Relationship Id="rId31" Type="http://schemas.openxmlformats.org/officeDocument/2006/relationships/image" Target="../media/image66.svg"/><Relationship Id="rId44" Type="http://schemas.openxmlformats.org/officeDocument/2006/relationships/image" Target="../media/image79.png"/><Relationship Id="rId52" Type="http://schemas.openxmlformats.org/officeDocument/2006/relationships/image" Target="../media/image87.png"/><Relationship Id="rId60" Type="http://schemas.openxmlformats.org/officeDocument/2006/relationships/image" Target="../media/image95.png"/><Relationship Id="rId65" Type="http://schemas.openxmlformats.org/officeDocument/2006/relationships/image" Target="../media/image100.png"/><Relationship Id="rId73" Type="http://schemas.openxmlformats.org/officeDocument/2006/relationships/image" Target="../media/image2.gif"/><Relationship Id="rId78" Type="http://schemas.openxmlformats.org/officeDocument/2006/relationships/image" Target="../media/image111.svg"/><Relationship Id="rId81" Type="http://schemas.openxmlformats.org/officeDocument/2006/relationships/image" Target="../media/image114.png"/><Relationship Id="rId86" Type="http://schemas.openxmlformats.org/officeDocument/2006/relationships/image" Target="../media/image119.svg"/><Relationship Id="rId94" Type="http://schemas.openxmlformats.org/officeDocument/2006/relationships/image" Target="../media/image127.svg"/><Relationship Id="rId99" Type="http://schemas.openxmlformats.org/officeDocument/2006/relationships/image" Target="../media/image132.png"/><Relationship Id="rId101" Type="http://schemas.openxmlformats.org/officeDocument/2006/relationships/image" Target="../media/image134.png"/><Relationship Id="rId122" Type="http://schemas.microsoft.com/office/2007/relationships/hdphoto" Target="../media/hdphoto6.wdp"/><Relationship Id="rId130" Type="http://schemas.openxmlformats.org/officeDocument/2006/relationships/image" Target="../media/image159.png"/><Relationship Id="rId135" Type="http://schemas.openxmlformats.org/officeDocument/2006/relationships/image" Target="../media/image164.svg"/><Relationship Id="rId4" Type="http://schemas.openxmlformats.org/officeDocument/2006/relationships/image" Target="../media/image41.png"/><Relationship Id="rId9" Type="http://schemas.openxmlformats.org/officeDocument/2006/relationships/image" Target="../media/image46.svg"/><Relationship Id="rId13" Type="http://schemas.openxmlformats.org/officeDocument/2006/relationships/image" Target="../media/image50.svg"/><Relationship Id="rId18" Type="http://schemas.openxmlformats.org/officeDocument/2006/relationships/image" Target="../media/image55.png"/><Relationship Id="rId39" Type="http://schemas.openxmlformats.org/officeDocument/2006/relationships/image" Target="../media/image74.svg"/><Relationship Id="rId109" Type="http://schemas.openxmlformats.org/officeDocument/2006/relationships/image" Target="../media/image141.png"/><Relationship Id="rId34" Type="http://schemas.openxmlformats.org/officeDocument/2006/relationships/image" Target="../media/image69.png"/><Relationship Id="rId50" Type="http://schemas.openxmlformats.org/officeDocument/2006/relationships/image" Target="../media/image85.png"/><Relationship Id="rId55" Type="http://schemas.openxmlformats.org/officeDocument/2006/relationships/image" Target="../media/image90.svg"/><Relationship Id="rId76" Type="http://schemas.openxmlformats.org/officeDocument/2006/relationships/image" Target="../media/image109.png"/><Relationship Id="rId97" Type="http://schemas.openxmlformats.org/officeDocument/2006/relationships/image" Target="../media/image130.png"/><Relationship Id="rId104" Type="http://schemas.openxmlformats.org/officeDocument/2006/relationships/image" Target="../media/image136.svg"/><Relationship Id="rId120" Type="http://schemas.openxmlformats.org/officeDocument/2006/relationships/image" Target="../media/image152.svg"/><Relationship Id="rId125" Type="http://schemas.openxmlformats.org/officeDocument/2006/relationships/image" Target="../media/image12.png"/><Relationship Id="rId7" Type="http://schemas.openxmlformats.org/officeDocument/2006/relationships/image" Target="../media/image44.svg"/><Relationship Id="rId71" Type="http://schemas.openxmlformats.org/officeDocument/2006/relationships/image" Target="../media/image106.png"/><Relationship Id="rId92" Type="http://schemas.openxmlformats.org/officeDocument/2006/relationships/image" Target="../media/image125.svg"/><Relationship Id="rId2" Type="http://schemas.openxmlformats.org/officeDocument/2006/relationships/image" Target="../media/image39.png"/><Relationship Id="rId29" Type="http://schemas.openxmlformats.org/officeDocument/2006/relationships/image" Target="../media/image5.svg"/><Relationship Id="rId24" Type="http://schemas.openxmlformats.org/officeDocument/2006/relationships/image" Target="../media/image61.png"/><Relationship Id="rId40" Type="http://schemas.openxmlformats.org/officeDocument/2006/relationships/image" Target="../media/image75.png"/><Relationship Id="rId45" Type="http://schemas.openxmlformats.org/officeDocument/2006/relationships/image" Target="../media/image80.svg"/><Relationship Id="rId66" Type="http://schemas.openxmlformats.org/officeDocument/2006/relationships/image" Target="../media/image101.svg"/><Relationship Id="rId87" Type="http://schemas.openxmlformats.org/officeDocument/2006/relationships/image" Target="../media/image120.png"/><Relationship Id="rId110" Type="http://schemas.openxmlformats.org/officeDocument/2006/relationships/image" Target="../media/image142.svg"/><Relationship Id="rId115" Type="http://schemas.openxmlformats.org/officeDocument/2006/relationships/image" Target="../media/image147.png"/><Relationship Id="rId131" Type="http://schemas.openxmlformats.org/officeDocument/2006/relationships/image" Target="../media/image160.svg"/><Relationship Id="rId136" Type="http://schemas.openxmlformats.org/officeDocument/2006/relationships/image" Target="../media/image165.png"/><Relationship Id="rId61" Type="http://schemas.openxmlformats.org/officeDocument/2006/relationships/image" Target="../media/image96.svg"/><Relationship Id="rId82" Type="http://schemas.openxmlformats.org/officeDocument/2006/relationships/image" Target="../media/image115.svg"/><Relationship Id="rId19" Type="http://schemas.openxmlformats.org/officeDocument/2006/relationships/image" Target="../media/image56.svg"/></Relationships>
</file>

<file path=ppt/slides/_rels/slide15.xml.rels><?xml version="1.0" encoding="UTF-8" standalone="yes"?>
<Relationships xmlns="http://schemas.openxmlformats.org/package/2006/relationships"><Relationship Id="rId8" Type="http://schemas.openxmlformats.org/officeDocument/2006/relationships/image" Target="../media/image170.png"/><Relationship Id="rId3" Type="http://schemas.openxmlformats.org/officeDocument/2006/relationships/image" Target="../media/image4.png"/><Relationship Id="rId7" Type="http://schemas.openxmlformats.org/officeDocument/2006/relationships/image" Target="../media/image169.pn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image" Target="../media/image168.png"/><Relationship Id="rId5" Type="http://schemas.openxmlformats.org/officeDocument/2006/relationships/image" Target="../media/image167.png"/><Relationship Id="rId4" Type="http://schemas.openxmlformats.org/officeDocument/2006/relationships/image" Target="../media/image5.svg"/><Relationship Id="rId9" Type="http://schemas.openxmlformats.org/officeDocument/2006/relationships/image" Target="../media/image171.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8.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image" Target="../media/image172.png"/><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image" Target="../media/image5.sv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image" Target="../media/image4.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slide" Target="slide20.xml"/></Relationships>
</file>

<file path=ppt/slides/_rels/slide19.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8" Type="http://schemas.openxmlformats.org/officeDocument/2006/relationships/image" Target="../media/image160.svg"/><Relationship Id="rId3" Type="http://schemas.openxmlformats.org/officeDocument/2006/relationships/slide" Target="slide21.xml"/><Relationship Id="rId7" Type="http://schemas.openxmlformats.org/officeDocument/2006/relationships/image" Target="../media/image159.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31.svg"/><Relationship Id="rId5" Type="http://schemas.openxmlformats.org/officeDocument/2006/relationships/image" Target="../media/image130.png"/><Relationship Id="rId4" Type="http://schemas.openxmlformats.org/officeDocument/2006/relationships/slide" Target="slide40.xml"/></Relationships>
</file>

<file path=ppt/slides/_rels/slide21.xml.rels><?xml version="1.0" encoding="UTF-8" standalone="yes"?>
<Relationships xmlns="http://schemas.openxmlformats.org/package/2006/relationships"><Relationship Id="rId8" Type="http://schemas.openxmlformats.org/officeDocument/2006/relationships/slide" Target="slide23.xml"/><Relationship Id="rId13" Type="http://schemas.openxmlformats.org/officeDocument/2006/relationships/slide" Target="slide21.xml"/><Relationship Id="rId18" Type="http://schemas.openxmlformats.org/officeDocument/2006/relationships/image" Target="../media/image136.svg"/><Relationship Id="rId3" Type="http://schemas.openxmlformats.org/officeDocument/2006/relationships/slide" Target="slide20.xml"/><Relationship Id="rId21" Type="http://schemas.openxmlformats.org/officeDocument/2006/relationships/image" Target="../media/image156.png"/><Relationship Id="rId7" Type="http://schemas.openxmlformats.org/officeDocument/2006/relationships/slide" Target="slide28.xml"/><Relationship Id="rId12" Type="http://schemas.openxmlformats.org/officeDocument/2006/relationships/image" Target="../media/image158.svg"/><Relationship Id="rId17" Type="http://schemas.openxmlformats.org/officeDocument/2006/relationships/image" Target="../media/image135.png"/><Relationship Id="rId2" Type="http://schemas.openxmlformats.org/officeDocument/2006/relationships/slideLayout" Target="../slideLayouts/slideLayout7.xml"/><Relationship Id="rId16" Type="http://schemas.openxmlformats.org/officeDocument/2006/relationships/slide" Target="slide34.xml"/><Relationship Id="rId20" Type="http://schemas.openxmlformats.org/officeDocument/2006/relationships/slide" Target="slide22.xml"/><Relationship Id="rId1" Type="http://schemas.openxmlformats.org/officeDocument/2006/relationships/tags" Target="../tags/tag29.xml"/><Relationship Id="rId6" Type="http://schemas.openxmlformats.org/officeDocument/2006/relationships/slide" Target="slide52.xml"/><Relationship Id="rId11" Type="http://schemas.openxmlformats.org/officeDocument/2006/relationships/image" Target="../media/image157.png"/><Relationship Id="rId5" Type="http://schemas.openxmlformats.org/officeDocument/2006/relationships/slide" Target="slide24.xml"/><Relationship Id="rId15" Type="http://schemas.openxmlformats.org/officeDocument/2006/relationships/image" Target="../media/image160.svg"/><Relationship Id="rId23" Type="http://schemas.openxmlformats.org/officeDocument/2006/relationships/image" Target="../media/image173.png"/><Relationship Id="rId10" Type="http://schemas.microsoft.com/office/2007/relationships/hdphoto" Target="../media/hdphoto5.wdp"/><Relationship Id="rId19" Type="http://schemas.openxmlformats.org/officeDocument/2006/relationships/image" Target="../media/image18.png"/><Relationship Id="rId4" Type="http://schemas.openxmlformats.org/officeDocument/2006/relationships/image" Target="../media/image3.jpeg"/><Relationship Id="rId9" Type="http://schemas.openxmlformats.org/officeDocument/2006/relationships/image" Target="../media/image134.png"/><Relationship Id="rId14" Type="http://schemas.openxmlformats.org/officeDocument/2006/relationships/image" Target="../media/image159.png"/><Relationship Id="rId22" Type="http://schemas.openxmlformats.org/officeDocument/2006/relationships/customXml" Target="../ink/ink1.xml"/></Relationships>
</file>

<file path=ppt/slides/_rels/slide22.xml.rels><?xml version="1.0" encoding="UTF-8" standalone="yes"?>
<Relationships xmlns="http://schemas.openxmlformats.org/package/2006/relationships"><Relationship Id="rId8" Type="http://schemas.openxmlformats.org/officeDocument/2006/relationships/image" Target="../media/image171.png"/><Relationship Id="rId13" Type="http://schemas.openxmlformats.org/officeDocument/2006/relationships/image" Target="../media/image174.png"/><Relationship Id="rId3" Type="http://schemas.openxmlformats.org/officeDocument/2006/relationships/image" Target="../media/image3.jpeg"/><Relationship Id="rId7" Type="http://schemas.openxmlformats.org/officeDocument/2006/relationships/slide" Target="slide59.xml"/><Relationship Id="rId12" Type="http://schemas.openxmlformats.org/officeDocument/2006/relationships/slide" Target="slide70.xml"/><Relationship Id="rId2" Type="http://schemas.openxmlformats.org/officeDocument/2006/relationships/slideLayout" Target="../slideLayouts/slideLayout7.xml"/><Relationship Id="rId1" Type="http://schemas.openxmlformats.org/officeDocument/2006/relationships/tags" Target="../tags/tag30.xml"/><Relationship Id="rId6" Type="http://schemas.openxmlformats.org/officeDocument/2006/relationships/image" Target="../media/image5.svg"/><Relationship Id="rId11" Type="http://schemas.openxmlformats.org/officeDocument/2006/relationships/image" Target="../media/image99.png"/><Relationship Id="rId5" Type="http://schemas.openxmlformats.org/officeDocument/2006/relationships/image" Target="../media/image4.png"/><Relationship Id="rId10" Type="http://schemas.openxmlformats.org/officeDocument/2006/relationships/slide" Target="slide1.xml"/><Relationship Id="rId4" Type="http://schemas.openxmlformats.org/officeDocument/2006/relationships/slide" Target="slide20.xml"/><Relationship Id="rId9" Type="http://schemas.openxmlformats.org/officeDocument/2006/relationships/slide" Target="slide60.xml"/></Relationships>
</file>

<file path=ppt/slides/_rels/slide23.xml.rels><?xml version="1.0" encoding="UTF-8" standalone="yes"?>
<Relationships xmlns="http://schemas.openxmlformats.org/package/2006/relationships"><Relationship Id="rId8" Type="http://schemas.openxmlformats.org/officeDocument/2006/relationships/slide" Target="slide34.xml"/><Relationship Id="rId13" Type="http://schemas.openxmlformats.org/officeDocument/2006/relationships/image" Target="../media/image170.png"/><Relationship Id="rId18" Type="http://schemas.openxmlformats.org/officeDocument/2006/relationships/slide" Target="slide6.xml"/><Relationship Id="rId3" Type="http://schemas.openxmlformats.org/officeDocument/2006/relationships/slide" Target="slide20.xml"/><Relationship Id="rId7" Type="http://schemas.openxmlformats.org/officeDocument/2006/relationships/image" Target="../media/image158.svg"/><Relationship Id="rId12" Type="http://schemas.openxmlformats.org/officeDocument/2006/relationships/slide" Target="slide75.xml"/><Relationship Id="rId17" Type="http://schemas.openxmlformats.org/officeDocument/2006/relationships/slide" Target="slide52.xml"/><Relationship Id="rId2" Type="http://schemas.openxmlformats.org/officeDocument/2006/relationships/slideLayout" Target="../slideLayouts/slideLayout7.xml"/><Relationship Id="rId16" Type="http://schemas.openxmlformats.org/officeDocument/2006/relationships/image" Target="../media/image156.png"/><Relationship Id="rId20" Type="http://schemas.openxmlformats.org/officeDocument/2006/relationships/image" Target="../media/image44.svg"/><Relationship Id="rId1" Type="http://schemas.openxmlformats.org/officeDocument/2006/relationships/tags" Target="../tags/tag31.xml"/><Relationship Id="rId6" Type="http://schemas.openxmlformats.org/officeDocument/2006/relationships/image" Target="../media/image157.png"/><Relationship Id="rId11" Type="http://schemas.openxmlformats.org/officeDocument/2006/relationships/image" Target="../media/image174.png"/><Relationship Id="rId5" Type="http://schemas.openxmlformats.org/officeDocument/2006/relationships/image" Target="../media/image5.svg"/><Relationship Id="rId15" Type="http://schemas.openxmlformats.org/officeDocument/2006/relationships/slide" Target="slide24.xml"/><Relationship Id="rId10" Type="http://schemas.openxmlformats.org/officeDocument/2006/relationships/slide" Target="slide57.xml"/><Relationship Id="rId19" Type="http://schemas.openxmlformats.org/officeDocument/2006/relationships/image" Target="../media/image43.png"/><Relationship Id="rId4" Type="http://schemas.openxmlformats.org/officeDocument/2006/relationships/image" Target="../media/image4.png"/><Relationship Id="rId9" Type="http://schemas.openxmlformats.org/officeDocument/2006/relationships/image" Target="../media/image18.png"/><Relationship Id="rId14" Type="http://schemas.openxmlformats.org/officeDocument/2006/relationships/slide" Target="slide58.xml"/></Relationships>
</file>

<file path=ppt/slides/_rels/slide24.xml.rels><?xml version="1.0" encoding="UTF-8" standalone="yes"?>
<Relationships xmlns="http://schemas.openxmlformats.org/package/2006/relationships"><Relationship Id="rId3" Type="http://schemas.openxmlformats.org/officeDocument/2006/relationships/slide" Target="slide25.xml"/><Relationship Id="rId7" Type="http://schemas.openxmlformats.org/officeDocument/2006/relationships/image" Target="../media/image156.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20.xml"/></Relationships>
</file>

<file path=ppt/slides/_rels/slide25.xml.rels><?xml version="1.0" encoding="UTF-8" standalone="yes"?>
<Relationships xmlns="http://schemas.openxmlformats.org/package/2006/relationships"><Relationship Id="rId8" Type="http://schemas.openxmlformats.org/officeDocument/2006/relationships/slide" Target="slide56.xml"/><Relationship Id="rId13" Type="http://schemas.openxmlformats.org/officeDocument/2006/relationships/slide" Target="slide52.xml"/><Relationship Id="rId3" Type="http://schemas.openxmlformats.org/officeDocument/2006/relationships/slide" Target="slide42.xml"/><Relationship Id="rId7" Type="http://schemas.openxmlformats.org/officeDocument/2006/relationships/slide" Target="slide46.xml"/><Relationship Id="rId12" Type="http://schemas.openxmlformats.org/officeDocument/2006/relationships/slide" Target="slide25.xml"/><Relationship Id="rId2" Type="http://schemas.openxmlformats.org/officeDocument/2006/relationships/slide" Target="slide41.xml"/><Relationship Id="rId1" Type="http://schemas.openxmlformats.org/officeDocument/2006/relationships/slideLayout" Target="../slideLayouts/slideLayout7.xml"/><Relationship Id="rId6" Type="http://schemas.openxmlformats.org/officeDocument/2006/relationships/slide" Target="slide33.xml"/><Relationship Id="rId11" Type="http://schemas.openxmlformats.org/officeDocument/2006/relationships/image" Target="../media/image5.svg"/><Relationship Id="rId5" Type="http://schemas.openxmlformats.org/officeDocument/2006/relationships/slide" Target="slide32.xml"/><Relationship Id="rId15" Type="http://schemas.openxmlformats.org/officeDocument/2006/relationships/image" Target="../media/image156.png"/><Relationship Id="rId10" Type="http://schemas.openxmlformats.org/officeDocument/2006/relationships/image" Target="../media/image4.png"/><Relationship Id="rId4" Type="http://schemas.openxmlformats.org/officeDocument/2006/relationships/slide" Target="slide43.xml"/><Relationship Id="rId9" Type="http://schemas.openxmlformats.org/officeDocument/2006/relationships/slide" Target="slide20.xml"/><Relationship Id="rId14" Type="http://schemas.openxmlformats.org/officeDocument/2006/relationships/slide" Target="slide47.xml"/></Relationships>
</file>

<file path=ppt/slides/_rels/slide26.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20.xml"/></Relationships>
</file>

<file path=ppt/slides/_rels/slide27.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40.sv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slide" Target="slide29.xml"/><Relationship Id="rId4" Type="http://schemas.openxmlformats.org/officeDocument/2006/relationships/image" Target="../media/image5.svg"/></Relationships>
</file>

<file path=ppt/slides/_rels/slide29.xml.rels><?xml version="1.0" encoding="UTF-8" standalone="yes"?>
<Relationships xmlns="http://schemas.openxmlformats.org/package/2006/relationships"><Relationship Id="rId8" Type="http://schemas.openxmlformats.org/officeDocument/2006/relationships/slide" Target="slide23.xml"/><Relationship Id="rId3" Type="http://schemas.openxmlformats.org/officeDocument/2006/relationships/image" Target="../media/image4.png"/><Relationship Id="rId7" Type="http://schemas.openxmlformats.org/officeDocument/2006/relationships/image" Target="../media/image50.svg"/><Relationship Id="rId12" Type="http://schemas.openxmlformats.org/officeDocument/2006/relationships/image" Target="../media/image136.sv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image" Target="../media/image49.png"/><Relationship Id="rId11" Type="http://schemas.openxmlformats.org/officeDocument/2006/relationships/image" Target="../media/image135.png"/><Relationship Id="rId5" Type="http://schemas.openxmlformats.org/officeDocument/2006/relationships/slide" Target="slide30.xml"/><Relationship Id="rId10" Type="http://schemas.openxmlformats.org/officeDocument/2006/relationships/image" Target="../media/image68.svg"/><Relationship Id="rId4" Type="http://schemas.openxmlformats.org/officeDocument/2006/relationships/image" Target="../media/image5.svg"/><Relationship Id="rId9" Type="http://schemas.openxmlformats.org/officeDocument/2006/relationships/image" Target="../media/image67.png"/></Relationships>
</file>

<file path=ppt/slides/_rels/slide30.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4.png"/><Relationship Id="rId7" Type="http://schemas.openxmlformats.org/officeDocument/2006/relationships/image" Target="../media/image50.sv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image" Target="../media/image49.png"/><Relationship Id="rId11" Type="http://schemas.openxmlformats.org/officeDocument/2006/relationships/slide" Target="slide31.xml"/><Relationship Id="rId5" Type="http://schemas.openxmlformats.org/officeDocument/2006/relationships/slide" Target="slide5.xml"/><Relationship Id="rId10" Type="http://schemas.openxmlformats.org/officeDocument/2006/relationships/image" Target="../media/image160.svg"/><Relationship Id="rId4" Type="http://schemas.openxmlformats.org/officeDocument/2006/relationships/image" Target="../media/image5.svg"/><Relationship Id="rId9" Type="http://schemas.openxmlformats.org/officeDocument/2006/relationships/image" Target="../media/image159.png"/></Relationships>
</file>

<file path=ppt/slides/_rels/slide31.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image" Target="../media/image4.png"/><Relationship Id="rId7" Type="http://schemas.openxmlformats.org/officeDocument/2006/relationships/image" Target="../media/image48.sv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image" Target="../media/image47.png"/><Relationship Id="rId11" Type="http://schemas.openxmlformats.org/officeDocument/2006/relationships/slide" Target="slide17.xml"/><Relationship Id="rId5" Type="http://schemas.openxmlformats.org/officeDocument/2006/relationships/slide" Target="slide13.xml"/><Relationship Id="rId10" Type="http://schemas.openxmlformats.org/officeDocument/2006/relationships/slide" Target="slide16.xml"/><Relationship Id="rId4" Type="http://schemas.openxmlformats.org/officeDocument/2006/relationships/image" Target="../media/image5.svg"/><Relationship Id="rId9" Type="http://schemas.openxmlformats.org/officeDocument/2006/relationships/slide" Target="slide15.xml"/></Relationships>
</file>

<file path=ppt/slides/_rels/slide32.xml.rels><?xml version="1.0" encoding="UTF-8" standalone="yes"?>
<Relationships xmlns="http://schemas.openxmlformats.org/package/2006/relationships"><Relationship Id="rId8" Type="http://schemas.openxmlformats.org/officeDocument/2006/relationships/image" Target="../media/image134.png"/><Relationship Id="rId13" Type="http://schemas.openxmlformats.org/officeDocument/2006/relationships/slide" Target="slide53.xml"/><Relationship Id="rId3" Type="http://schemas.openxmlformats.org/officeDocument/2006/relationships/image" Target="../media/image4.png"/><Relationship Id="rId7" Type="http://schemas.openxmlformats.org/officeDocument/2006/relationships/image" Target="../media/image160.svg"/><Relationship Id="rId12" Type="http://schemas.openxmlformats.org/officeDocument/2006/relationships/slide" Target="slide52.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image" Target="../media/image159.png"/><Relationship Id="rId11" Type="http://schemas.openxmlformats.org/officeDocument/2006/relationships/slide" Target="slide24.xml"/><Relationship Id="rId5" Type="http://schemas.openxmlformats.org/officeDocument/2006/relationships/slide" Target="slide21.xml"/><Relationship Id="rId10" Type="http://schemas.openxmlformats.org/officeDocument/2006/relationships/slide" Target="slide25.xml"/><Relationship Id="rId4" Type="http://schemas.openxmlformats.org/officeDocument/2006/relationships/image" Target="../media/image5.svg"/><Relationship Id="rId9" Type="http://schemas.microsoft.com/office/2007/relationships/hdphoto" Target="../media/hdphoto5.wdp"/></Relationships>
</file>

<file path=ppt/slides/_rels/slide33.xml.rels><?xml version="1.0" encoding="UTF-8" standalone="yes"?>
<Relationships xmlns="http://schemas.openxmlformats.org/package/2006/relationships"><Relationship Id="rId8" Type="http://schemas.openxmlformats.org/officeDocument/2006/relationships/slide" Target="slide53.xml"/><Relationship Id="rId3" Type="http://schemas.openxmlformats.org/officeDocument/2006/relationships/image" Target="../media/image4.png"/><Relationship Id="rId7" Type="http://schemas.openxmlformats.org/officeDocument/2006/relationships/slide" Target="slide52.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24.xml"/><Relationship Id="rId5" Type="http://schemas.openxmlformats.org/officeDocument/2006/relationships/slide" Target="slide25.xml"/><Relationship Id="rId4" Type="http://schemas.openxmlformats.org/officeDocument/2006/relationships/image" Target="../media/image5.svg"/></Relationships>
</file>

<file path=ppt/slides/_rels/slide34.xml.rels><?xml version="1.0" encoding="UTF-8" standalone="yes"?>
<Relationships xmlns="http://schemas.openxmlformats.org/package/2006/relationships"><Relationship Id="rId8" Type="http://schemas.openxmlformats.org/officeDocument/2006/relationships/slide" Target="slide37.xml"/><Relationship Id="rId3" Type="http://schemas.openxmlformats.org/officeDocument/2006/relationships/image" Target="../media/image4.png"/><Relationship Id="rId7" Type="http://schemas.openxmlformats.org/officeDocument/2006/relationships/slide" Target="slide39.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38.xml"/><Relationship Id="rId5" Type="http://schemas.openxmlformats.org/officeDocument/2006/relationships/slide" Target="slide35.xml"/><Relationship Id="rId10" Type="http://schemas.openxmlformats.org/officeDocument/2006/relationships/image" Target="../media/image17.png"/><Relationship Id="rId4" Type="http://schemas.openxmlformats.org/officeDocument/2006/relationships/image" Target="../media/image5.svg"/><Relationship Id="rId9" Type="http://schemas.openxmlformats.org/officeDocument/2006/relationships/image" Target="../media/image18.png"/></Relationships>
</file>

<file path=ppt/slides/_rels/slide35.xml.rels><?xml version="1.0" encoding="UTF-8" standalone="yes"?>
<Relationships xmlns="http://schemas.openxmlformats.org/package/2006/relationships"><Relationship Id="rId3" Type="http://schemas.openxmlformats.org/officeDocument/2006/relationships/slide" Target="slide36.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20.xml"/></Relationships>
</file>

<file path=ppt/slides/_rels/slide36.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slide" Target="slide34.xml"/></Relationships>
</file>

<file path=ppt/slides/_rels/slide41.xml.rels><?xml version="1.0" encoding="UTF-8" standalone="yes"?>
<Relationships xmlns="http://schemas.openxmlformats.org/package/2006/relationships"><Relationship Id="rId8" Type="http://schemas.openxmlformats.org/officeDocument/2006/relationships/slide" Target="slide52.xml"/><Relationship Id="rId3" Type="http://schemas.openxmlformats.org/officeDocument/2006/relationships/image" Target="../media/image4.png"/><Relationship Id="rId7" Type="http://schemas.openxmlformats.org/officeDocument/2006/relationships/slide" Target="slide24.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25.xml"/><Relationship Id="rId5" Type="http://schemas.openxmlformats.org/officeDocument/2006/relationships/image" Target="../media/image175.png"/><Relationship Id="rId4" Type="http://schemas.openxmlformats.org/officeDocument/2006/relationships/image" Target="../media/image5.svg"/><Relationship Id="rId9" Type="http://schemas.openxmlformats.org/officeDocument/2006/relationships/slide" Target="slide53.xml"/></Relationships>
</file>

<file path=ppt/slides/_rels/slide42.xml.rels><?xml version="1.0" encoding="UTF-8" standalone="yes"?>
<Relationships xmlns="http://schemas.openxmlformats.org/package/2006/relationships"><Relationship Id="rId8" Type="http://schemas.openxmlformats.org/officeDocument/2006/relationships/slide" Target="slide52.xml"/><Relationship Id="rId3" Type="http://schemas.openxmlformats.org/officeDocument/2006/relationships/image" Target="../media/image4.png"/><Relationship Id="rId7" Type="http://schemas.openxmlformats.org/officeDocument/2006/relationships/slide" Target="slide24.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25.xml"/><Relationship Id="rId5" Type="http://schemas.openxmlformats.org/officeDocument/2006/relationships/image" Target="../media/image176.png"/><Relationship Id="rId4" Type="http://schemas.openxmlformats.org/officeDocument/2006/relationships/image" Target="../media/image5.svg"/><Relationship Id="rId9" Type="http://schemas.openxmlformats.org/officeDocument/2006/relationships/slide" Target="slide53.xml"/></Relationships>
</file>

<file path=ppt/slides/_rels/slide43.xml.rels><?xml version="1.0" encoding="UTF-8" standalone="yes"?>
<Relationships xmlns="http://schemas.openxmlformats.org/package/2006/relationships"><Relationship Id="rId8" Type="http://schemas.openxmlformats.org/officeDocument/2006/relationships/slide" Target="slide52.xml"/><Relationship Id="rId3" Type="http://schemas.openxmlformats.org/officeDocument/2006/relationships/image" Target="../media/image4.png"/><Relationship Id="rId7" Type="http://schemas.openxmlformats.org/officeDocument/2006/relationships/slide" Target="slide24.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25.xml"/><Relationship Id="rId5" Type="http://schemas.openxmlformats.org/officeDocument/2006/relationships/image" Target="../media/image177.jpeg"/><Relationship Id="rId4" Type="http://schemas.openxmlformats.org/officeDocument/2006/relationships/image" Target="../media/image5.svg"/><Relationship Id="rId9" Type="http://schemas.openxmlformats.org/officeDocument/2006/relationships/slide" Target="slide53.xml"/></Relationships>
</file>

<file path=ppt/slides/_rels/slide44.xml.rels><?xml version="1.0" encoding="UTF-8" standalone="yes"?>
<Relationships xmlns="http://schemas.openxmlformats.org/package/2006/relationships"><Relationship Id="rId3" Type="http://schemas.openxmlformats.org/officeDocument/2006/relationships/slide" Target="slide20.xml"/><Relationship Id="rId7" Type="http://schemas.openxmlformats.org/officeDocument/2006/relationships/slide" Target="slide45.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slide" Target="slide4.xml"/><Relationship Id="rId5" Type="http://schemas.openxmlformats.org/officeDocument/2006/relationships/image" Target="../media/image5.svg"/><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slide" Target="slide20.xml"/><Relationship Id="rId7" Type="http://schemas.openxmlformats.org/officeDocument/2006/relationships/image" Target="../media/image160.sv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59.png"/><Relationship Id="rId5" Type="http://schemas.openxmlformats.org/officeDocument/2006/relationships/image" Target="../media/image5.svg"/><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8" Type="http://schemas.openxmlformats.org/officeDocument/2006/relationships/slide" Target="slide24.xml"/><Relationship Id="rId3" Type="http://schemas.openxmlformats.org/officeDocument/2006/relationships/image" Target="../media/image4.png"/><Relationship Id="rId7" Type="http://schemas.openxmlformats.org/officeDocument/2006/relationships/slide" Target="slide25.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47.xml"/><Relationship Id="rId5" Type="http://schemas.openxmlformats.org/officeDocument/2006/relationships/image" Target="../media/image156.png"/><Relationship Id="rId10" Type="http://schemas.openxmlformats.org/officeDocument/2006/relationships/slide" Target="slide53.xml"/><Relationship Id="rId4" Type="http://schemas.openxmlformats.org/officeDocument/2006/relationships/image" Target="../media/image5.svg"/><Relationship Id="rId9" Type="http://schemas.openxmlformats.org/officeDocument/2006/relationships/slide" Target="slide52.xml"/></Relationships>
</file>

<file path=ppt/slides/_rels/slide47.xml.rels><?xml version="1.0" encoding="UTF-8" standalone="yes"?>
<Relationships xmlns="http://schemas.openxmlformats.org/package/2006/relationships"><Relationship Id="rId3" Type="http://schemas.openxmlformats.org/officeDocument/2006/relationships/slide" Target="slide48.xml"/><Relationship Id="rId7" Type="http://schemas.openxmlformats.org/officeDocument/2006/relationships/image" Target="../media/image156.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20.xml"/></Relationships>
</file>

<file path=ppt/slides/_rels/slide48.xml.rels><?xml version="1.0" encoding="UTF-8" standalone="yes"?>
<Relationships xmlns="http://schemas.openxmlformats.org/package/2006/relationships"><Relationship Id="rId8" Type="http://schemas.openxmlformats.org/officeDocument/2006/relationships/image" Target="../media/image156.png"/><Relationship Id="rId3" Type="http://schemas.openxmlformats.org/officeDocument/2006/relationships/slide" Target="slide20.xml"/><Relationship Id="rId7" Type="http://schemas.openxmlformats.org/officeDocument/2006/relationships/slide" Target="slide51.xml"/><Relationship Id="rId2" Type="http://schemas.openxmlformats.org/officeDocument/2006/relationships/slide" Target="slide49.xml"/><Relationship Id="rId1" Type="http://schemas.openxmlformats.org/officeDocument/2006/relationships/slideLayout" Target="../slideLayouts/slideLayout7.xml"/><Relationship Id="rId6" Type="http://schemas.openxmlformats.org/officeDocument/2006/relationships/slide" Target="slide52.xml"/><Relationship Id="rId5" Type="http://schemas.openxmlformats.org/officeDocument/2006/relationships/image" Target="../media/image5.svg"/><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8" Type="http://schemas.openxmlformats.org/officeDocument/2006/relationships/image" Target="../media/image178.png"/><Relationship Id="rId3" Type="http://schemas.openxmlformats.org/officeDocument/2006/relationships/image" Target="../media/image4.png"/><Relationship Id="rId7" Type="http://schemas.openxmlformats.org/officeDocument/2006/relationships/slide" Target="slide24.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47.xml"/><Relationship Id="rId5" Type="http://schemas.openxmlformats.org/officeDocument/2006/relationships/slide" Target="slide48.xml"/><Relationship Id="rId10" Type="http://schemas.openxmlformats.org/officeDocument/2006/relationships/image" Target="../media/image169.png"/><Relationship Id="rId4" Type="http://schemas.openxmlformats.org/officeDocument/2006/relationships/image" Target="../media/image5.svg"/><Relationship Id="rId9" Type="http://schemas.openxmlformats.org/officeDocument/2006/relationships/image" Target="../media/image179.svg"/></Relationships>
</file>

<file path=ppt/slides/_rels/slide50.xml.rels><?xml version="1.0" encoding="UTF-8" standalone="yes"?>
<Relationships xmlns="http://schemas.openxmlformats.org/package/2006/relationships"><Relationship Id="rId8" Type="http://schemas.openxmlformats.org/officeDocument/2006/relationships/image" Target="../media/image178.png"/><Relationship Id="rId3" Type="http://schemas.openxmlformats.org/officeDocument/2006/relationships/image" Target="../media/image4.png"/><Relationship Id="rId7" Type="http://schemas.openxmlformats.org/officeDocument/2006/relationships/slide" Target="slide24.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47.xml"/><Relationship Id="rId5" Type="http://schemas.openxmlformats.org/officeDocument/2006/relationships/slide" Target="slide48.xml"/><Relationship Id="rId10" Type="http://schemas.openxmlformats.org/officeDocument/2006/relationships/image" Target="../media/image169.png"/><Relationship Id="rId4" Type="http://schemas.openxmlformats.org/officeDocument/2006/relationships/image" Target="../media/image5.svg"/><Relationship Id="rId9" Type="http://schemas.openxmlformats.org/officeDocument/2006/relationships/image" Target="../media/image179.svg"/></Relationships>
</file>

<file path=ppt/slides/_rels/slide51.xml.rels><?xml version="1.0" encoding="UTF-8" standalone="yes"?>
<Relationships xmlns="http://schemas.openxmlformats.org/package/2006/relationships"><Relationship Id="rId8" Type="http://schemas.openxmlformats.org/officeDocument/2006/relationships/image" Target="../media/image156.png"/><Relationship Id="rId13" Type="http://schemas.openxmlformats.org/officeDocument/2006/relationships/slide" Target="slide52.xml"/><Relationship Id="rId3" Type="http://schemas.openxmlformats.org/officeDocument/2006/relationships/image" Target="../media/image4.png"/><Relationship Id="rId7" Type="http://schemas.openxmlformats.org/officeDocument/2006/relationships/slide" Target="slide24.xml"/><Relationship Id="rId12" Type="http://schemas.openxmlformats.org/officeDocument/2006/relationships/image" Target="../media/image174.pn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47.xml"/><Relationship Id="rId11" Type="http://schemas.openxmlformats.org/officeDocument/2006/relationships/slide" Target="slide53.xml"/><Relationship Id="rId5" Type="http://schemas.openxmlformats.org/officeDocument/2006/relationships/slide" Target="slide48.xml"/><Relationship Id="rId10" Type="http://schemas.openxmlformats.org/officeDocument/2006/relationships/image" Target="../media/image160.svg"/><Relationship Id="rId4" Type="http://schemas.openxmlformats.org/officeDocument/2006/relationships/image" Target="../media/image5.svg"/><Relationship Id="rId9" Type="http://schemas.openxmlformats.org/officeDocument/2006/relationships/image" Target="../media/image159.png"/></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55.xml"/><Relationship Id="rId5" Type="http://schemas.openxmlformats.org/officeDocument/2006/relationships/slide" Target="slide54.xml"/><Relationship Id="rId4" Type="http://schemas.openxmlformats.org/officeDocument/2006/relationships/image" Target="../media/image5.svg"/></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6.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20.xml"/><Relationship Id="rId7" Type="http://schemas.openxmlformats.org/officeDocument/2006/relationships/slide" Target="slide24.xml"/><Relationship Id="rId2" Type="http://schemas.openxmlformats.org/officeDocument/2006/relationships/slideLayout" Target="../slideLayouts/slideLayout7.xml"/><Relationship Id="rId1" Type="http://schemas.openxmlformats.org/officeDocument/2006/relationships/tags" Target="../tags/tag32.xml"/><Relationship Id="rId6" Type="http://schemas.openxmlformats.org/officeDocument/2006/relationships/slide" Target="slide25.xml"/><Relationship Id="rId5" Type="http://schemas.openxmlformats.org/officeDocument/2006/relationships/image" Target="../media/image5.svg"/><Relationship Id="rId10" Type="http://schemas.openxmlformats.org/officeDocument/2006/relationships/image" Target="../media/image180.png"/><Relationship Id="rId4" Type="http://schemas.openxmlformats.org/officeDocument/2006/relationships/image" Target="../media/image4.png"/><Relationship Id="rId9" Type="http://schemas.openxmlformats.org/officeDocument/2006/relationships/slide" Target="slide5.xml"/></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slide" Target="slide34.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45.xml"/><Relationship Id="rId5" Type="http://schemas.openxmlformats.org/officeDocument/2006/relationships/slide" Target="slide25.xml"/><Relationship Id="rId4" Type="http://schemas.openxmlformats.org/officeDocument/2006/relationships/image" Target="../media/image5.svg"/></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5" Type="http://schemas.openxmlformats.org/officeDocument/2006/relationships/slide" Target="slide60.xml"/><Relationship Id="rId4" Type="http://schemas.openxmlformats.org/officeDocument/2006/relationships/image" Target="../media/image5.svg"/></Relationships>
</file>

<file path=ppt/slides/_rels/slide5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slide" Target="slide61.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gif"/></Relationships>
</file>

<file path=ppt/slides/_rels/slide6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62.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slide" Target="slide63.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slide" Target="slide64.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slide" Target="slide65.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slide" Target="slide66.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slide" Target="slide67.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slide" Target="slide68.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slide" Target="slide69.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2.gif"/><Relationship Id="rId7" Type="http://schemas.openxmlformats.org/officeDocument/2006/relationships/slide" Target="slide52.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slide" Target="slide71.xml"/><Relationship Id="rId5" Type="http://schemas.openxmlformats.org/officeDocument/2006/relationships/slide" Target="slide60.xml"/><Relationship Id="rId4" Type="http://schemas.openxmlformats.org/officeDocument/2006/relationships/slide" Target="slide1.xml"/></Relationships>
</file>

<file path=ppt/slides/_rels/slide71.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gif"/></Relationships>
</file>

<file path=ppt/slides/_rels/slide72.xml.rels><?xml version="1.0" encoding="UTF-8" standalone="yes"?>
<Relationships xmlns="http://schemas.openxmlformats.org/package/2006/relationships"><Relationship Id="rId2" Type="http://schemas.openxmlformats.org/officeDocument/2006/relationships/slide" Target="slide73.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 Target="slide1.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bg2">
              <a:lumMod val="10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8" name="Picture 7">
            <a:extLst>
              <a:ext uri="{FF2B5EF4-FFF2-40B4-BE49-F238E27FC236}">
                <a16:creationId xmlns:a16="http://schemas.microsoft.com/office/drawing/2014/main" id="{62155B3D-1FEE-49E2-A38B-91F63E474E54}"/>
              </a:ext>
            </a:extLst>
          </p:cNvPr>
          <p:cNvPicPr>
            <a:picLocks noChangeAspect="1"/>
          </p:cNvPicPr>
          <p:nvPr/>
        </p:nvPicPr>
        <p:blipFill>
          <a:blip r:embed="rId2"/>
          <a:stretch>
            <a:fillRect/>
          </a:stretch>
        </p:blipFill>
        <p:spPr>
          <a:xfrm>
            <a:off x="3814153" y="1732940"/>
            <a:ext cx="4563694" cy="3392119"/>
          </a:xfrm>
          <a:prstGeom prst="rect">
            <a:avLst/>
          </a:prstGeom>
        </p:spPr>
      </p:pic>
      <p:pic>
        <p:nvPicPr>
          <p:cNvPr id="9" name="Picture 8">
            <a:hlinkClick r:id="rId3" action="ppaction://hlinksldjump"/>
            <a:extLst>
              <a:ext uri="{FF2B5EF4-FFF2-40B4-BE49-F238E27FC236}">
                <a16:creationId xmlns:a16="http://schemas.microsoft.com/office/drawing/2014/main" id="{9A0A0CCB-ACF3-47AB-8FD8-6C739A0DA5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45406" y="5305676"/>
            <a:ext cx="1641743" cy="286654"/>
          </a:xfrm>
          <a:prstGeom prst="rect">
            <a:avLst/>
          </a:prstGeom>
        </p:spPr>
      </p:pic>
    </p:spTree>
    <p:extLst>
      <p:ext uri="{BB962C8B-B14F-4D97-AF65-F5344CB8AC3E}">
        <p14:creationId xmlns:p14="http://schemas.microsoft.com/office/powerpoint/2010/main" val="3766361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0823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87440" y="2015755"/>
            <a:ext cx="238346" cy="238346"/>
          </a:xfrm>
          <a:prstGeom prst="rect">
            <a:avLst/>
          </a:prstGeom>
        </p:spPr>
      </p:pic>
    </p:spTree>
    <p:extLst>
      <p:ext uri="{BB962C8B-B14F-4D97-AF65-F5344CB8AC3E}">
        <p14:creationId xmlns:p14="http://schemas.microsoft.com/office/powerpoint/2010/main" val="722706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Sorry! </a:t>
            </a:r>
          </a:p>
          <a:p>
            <a:pPr algn="ctr"/>
            <a:r>
              <a:rPr lang="en-GB" dirty="0">
                <a:latin typeface="Segoe UI" panose="020B0502040204020203" pitchFamily="34" charset="0"/>
              </a:rPr>
              <a:t>The app that you were running crashed.</a:t>
            </a:r>
          </a:p>
          <a:p>
            <a:pPr algn="ctr"/>
            <a:r>
              <a:rPr lang="en-GB" dirty="0">
                <a:latin typeface="Segoe UI" panose="020B0502040204020203" pitchFamily="34" charset="0"/>
              </a:rPr>
              <a:t>Close to return to Windos.</a:t>
            </a:r>
          </a:p>
          <a:p>
            <a:pPr algn="ctr"/>
            <a:r>
              <a:rPr lang="en-GB" dirty="0">
                <a:latin typeface="Segoe UI" panose="020B0502040204020203" pitchFamily="34" charset="0"/>
              </a:rPr>
              <a:t>An error report has been sent to Micr0$0ft.</a:t>
            </a:r>
          </a:p>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87440" y="2015755"/>
            <a:ext cx="238346" cy="238346"/>
          </a:xfrm>
          <a:prstGeom prst="rect">
            <a:avLst/>
          </a:prstGeom>
        </p:spPr>
      </p:pic>
    </p:spTree>
    <p:extLst>
      <p:ext uri="{BB962C8B-B14F-4D97-AF65-F5344CB8AC3E}">
        <p14:creationId xmlns:p14="http://schemas.microsoft.com/office/powerpoint/2010/main" val="1684789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u="sng" dirty="0">
                <a:latin typeface="Segoe UI" panose="020B0502040204020203" pitchFamily="34" charset="0"/>
              </a:rPr>
              <a:t>Access denied!</a:t>
            </a:r>
          </a:p>
          <a:p>
            <a:pPr algn="ctr"/>
            <a:endParaRPr lang="en-GB" dirty="0">
              <a:latin typeface="Segoe UI" panose="020B0502040204020203" pitchFamily="34" charset="0"/>
            </a:endParaRPr>
          </a:p>
          <a:p>
            <a:pPr algn="ctr"/>
            <a:r>
              <a:rPr lang="en-GB" dirty="0">
                <a:latin typeface="Segoe UI" panose="020B0502040204020203" pitchFamily="34" charset="0"/>
              </a:rPr>
              <a:t>You have no permission to access this!</a:t>
            </a:r>
          </a:p>
          <a:p>
            <a:pPr algn="ctr"/>
            <a:r>
              <a:rPr lang="en-GB" dirty="0">
                <a:latin typeface="Segoe UI" panose="020B0502040204020203" pitchFamily="34" charset="0"/>
              </a:rPr>
              <a:t>Windos XP is doing this for the sake of Windos XP.</a:t>
            </a:r>
          </a:p>
          <a:p>
            <a:pPr algn="ctr"/>
            <a:r>
              <a:rPr lang="en-GB" dirty="0">
                <a:latin typeface="Segoe UI" panose="020B0502040204020203" pitchFamily="34" charset="0"/>
              </a:rPr>
              <a:t>Do you want to destroy this OS?</a:t>
            </a:r>
          </a:p>
          <a:p>
            <a:pPr algn="ctr"/>
            <a:r>
              <a:rPr lang="en-GB" dirty="0">
                <a:latin typeface="Segoe UI" panose="020B0502040204020203" pitchFamily="34" charset="0"/>
              </a:rPr>
              <a:t>Wait, what?</a:t>
            </a:r>
          </a:p>
          <a:p>
            <a:pPr algn="ctr"/>
            <a:r>
              <a:rPr lang="en-GB" dirty="0">
                <a:latin typeface="Segoe UI" panose="020B0502040204020203" pitchFamily="34" charset="0"/>
              </a:rPr>
              <a:t>There is no way I will let you destroy Windos XP! </a:t>
            </a:r>
          </a:p>
        </p:txBody>
      </p:sp>
      <p:pic>
        <p:nvPicPr>
          <p:cNvPr id="4" name="Graphic 3">
            <a:hlinkClick r:id="rId3"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87440" y="2015755"/>
            <a:ext cx="238346" cy="238346"/>
          </a:xfrm>
          <a:prstGeom prst="rect">
            <a:avLst/>
          </a:prstGeom>
        </p:spPr>
      </p:pic>
    </p:spTree>
    <p:extLst>
      <p:ext uri="{BB962C8B-B14F-4D97-AF65-F5344CB8AC3E}">
        <p14:creationId xmlns:p14="http://schemas.microsoft.com/office/powerpoint/2010/main" val="361713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u="sng" dirty="0">
                <a:latin typeface="Segoe UI" panose="020B0502040204020203" pitchFamily="34" charset="0"/>
              </a:rPr>
              <a:t>EXE file error</a:t>
            </a:r>
          </a:p>
          <a:p>
            <a:pPr algn="ctr"/>
            <a:endParaRPr lang="en-GB" u="sng" dirty="0">
              <a:latin typeface="Segoe UI" panose="020B0502040204020203" pitchFamily="34" charset="0"/>
            </a:endParaRPr>
          </a:p>
          <a:p>
            <a:pPr algn="ctr"/>
            <a:r>
              <a:rPr lang="en-GB" dirty="0">
                <a:latin typeface="Segoe UI" panose="020B0502040204020203" pitchFamily="34" charset="0"/>
              </a:rPr>
              <a:t>This EXE file cannot be opened. </a:t>
            </a:r>
          </a:p>
          <a:p>
            <a:pPr algn="ctr"/>
            <a:r>
              <a:rPr lang="en-GB" dirty="0">
                <a:latin typeface="Segoe UI" panose="020B0502040204020203" pitchFamily="34" charset="0"/>
              </a:rPr>
              <a:t>It does not have a valid GUI.</a:t>
            </a:r>
          </a:p>
          <a:p>
            <a:pPr algn="ctr"/>
            <a:r>
              <a:rPr lang="en-GB" dirty="0">
                <a:latin typeface="Segoe UI" panose="020B0502040204020203" pitchFamily="34" charset="0"/>
              </a:rPr>
              <a:t>Please close the widow to return to the desktop. </a:t>
            </a:r>
          </a:p>
        </p:txBody>
      </p:sp>
      <p:pic>
        <p:nvPicPr>
          <p:cNvPr id="4" name="Graphic 3">
            <a:hlinkClick r:id="rId3"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87440" y="2015755"/>
            <a:ext cx="238346" cy="238346"/>
          </a:xfrm>
          <a:prstGeom prst="rect">
            <a:avLst/>
          </a:prstGeom>
        </p:spPr>
      </p:pic>
    </p:spTree>
    <p:extLst>
      <p:ext uri="{BB962C8B-B14F-4D97-AF65-F5344CB8AC3E}">
        <p14:creationId xmlns:p14="http://schemas.microsoft.com/office/powerpoint/2010/main" val="2726388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Tree>
    <p:extLst>
      <p:ext uri="{BB962C8B-B14F-4D97-AF65-F5344CB8AC3E}">
        <p14:creationId xmlns:p14="http://schemas.microsoft.com/office/powerpoint/2010/main" val="1415687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369332"/>
          </a:xfrm>
          <a:prstGeom prst="rect">
            <a:avLst/>
          </a:prstGeom>
          <a:noFill/>
        </p:spPr>
        <p:txBody>
          <a:bodyPr wrap="square" rtlCol="0">
            <a:spAutoFit/>
          </a:bodyPr>
          <a:lstStyle/>
          <a:p>
            <a:pPr algn="l"/>
            <a:r>
              <a:rPr lang="en-GB" dirty="0">
                <a:latin typeface="Segoe UI" panose="020B0502040204020203" pitchFamily="34" charset="0"/>
              </a:rPr>
              <a:t>\User\data\CMD\cmd.exe&gt;</a:t>
            </a:r>
          </a:p>
        </p:txBody>
      </p:sp>
    </p:spTree>
    <p:extLst>
      <p:ext uri="{BB962C8B-B14F-4D97-AF65-F5344CB8AC3E}">
        <p14:creationId xmlns:p14="http://schemas.microsoft.com/office/powerpoint/2010/main" val="3126245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PROG: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369332"/>
          </a:xfrm>
          <a:prstGeom prst="rect">
            <a:avLst/>
          </a:prstGeom>
          <a:noFill/>
        </p:spPr>
        <p:txBody>
          <a:bodyPr wrap="square" rtlCol="0">
            <a:spAutoFit/>
          </a:bodyPr>
          <a:lstStyle/>
          <a:p>
            <a:pPr algn="l"/>
            <a:r>
              <a:rPr lang="en-GB" dirty="0">
                <a:latin typeface="Segoe UI" panose="020B0502040204020203" pitchFamily="34" charset="0"/>
              </a:rPr>
              <a:t>\User\data\CMD\cmd.exe&gt;</a:t>
            </a:r>
          </a:p>
        </p:txBody>
      </p:sp>
      <p:sp>
        <p:nvSpPr>
          <p:cNvPr id="5" name="Rectangle 4">
            <a:extLst>
              <a:ext uri="{FF2B5EF4-FFF2-40B4-BE49-F238E27FC236}">
                <a16:creationId xmlns:a16="http://schemas.microsoft.com/office/drawing/2014/main" id="{4AE671C6-0C5A-4785-8090-BC69FB6CD01D}"/>
              </a:ext>
            </a:extLst>
          </p:cNvPr>
          <p:cNvSpPr/>
          <p:nvPr/>
        </p:nvSpPr>
        <p:spPr>
          <a:xfrm>
            <a:off x="254295" y="1670419"/>
            <a:ext cx="7961018" cy="1665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8" name="Rectangle 7">
            <a:extLst>
              <a:ext uri="{FF2B5EF4-FFF2-40B4-BE49-F238E27FC236}">
                <a16:creationId xmlns:a16="http://schemas.microsoft.com/office/drawing/2014/main" id="{07DC1662-72FD-46C5-9930-90CF445CD953}"/>
              </a:ext>
            </a:extLst>
          </p:cNvPr>
          <p:cNvSpPr/>
          <p:nvPr/>
        </p:nvSpPr>
        <p:spPr>
          <a:xfrm>
            <a:off x="254296" y="1836996"/>
            <a:ext cx="7961018" cy="4510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676733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Explorer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5" name="Rectangle 4">
            <a:extLst>
              <a:ext uri="{FF2B5EF4-FFF2-40B4-BE49-F238E27FC236}">
                <a16:creationId xmlns:a16="http://schemas.microsoft.com/office/drawing/2014/main" id="{390645DD-7382-41E7-818B-03F100D4983F}"/>
              </a:ext>
            </a:extLst>
          </p:cNvPr>
          <p:cNvSpPr/>
          <p:nvPr/>
        </p:nvSpPr>
        <p:spPr>
          <a:xfrm>
            <a:off x="0" y="213534"/>
            <a:ext cx="12192000" cy="2020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Tree>
    <p:extLst>
      <p:ext uri="{BB962C8B-B14F-4D97-AF65-F5344CB8AC3E}">
        <p14:creationId xmlns:p14="http://schemas.microsoft.com/office/powerpoint/2010/main" val="3313863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5" name="Rectangle 4">
            <a:extLst>
              <a:ext uri="{FF2B5EF4-FFF2-40B4-BE49-F238E27FC236}">
                <a16:creationId xmlns:a16="http://schemas.microsoft.com/office/drawing/2014/main" id="{F8579149-D1C7-49D5-BE4B-E5FC61BAB9D3}"/>
              </a:ext>
            </a:extLst>
          </p:cNvPr>
          <p:cNvSpPr/>
          <p:nvPr/>
        </p:nvSpPr>
        <p:spPr>
          <a:xfrm>
            <a:off x="0" y="6485860"/>
            <a:ext cx="12192000" cy="372140"/>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hlinkClick r:id="rId5" action="ppaction://hlinksldjump"/>
              </a:rPr>
              <a:t>Home</a:t>
            </a:r>
            <a:r>
              <a:rPr lang="en-GB" dirty="0">
                <a:latin typeface="Segoe UI" panose="020B0502040204020203" pitchFamily="34" charset="0"/>
              </a:rPr>
              <a:t>***</a:t>
            </a:r>
            <a:r>
              <a:rPr lang="en-GB" dirty="0">
                <a:latin typeface="Segoe UI" panose="020B0502040204020203" pitchFamily="34" charset="0"/>
                <a:hlinkClick r:id="rId6" action="ppaction://hlinksldjump"/>
              </a:rPr>
              <a:t>about</a:t>
            </a:r>
            <a:r>
              <a:rPr lang="en-GB" dirty="0">
                <a:latin typeface="Segoe UI" panose="020B0502040204020203" pitchFamily="34" charset="0"/>
              </a:rPr>
              <a:t>***</a:t>
            </a:r>
            <a:r>
              <a:rPr lang="en-GB" dirty="0">
                <a:latin typeface="Segoe UI" panose="020B0502040204020203" pitchFamily="34" charset="0"/>
                <a:hlinkClick r:id="rId7" action="ppaction://hlinksldjump"/>
              </a:rPr>
              <a:t>help</a:t>
            </a:r>
            <a:r>
              <a:rPr lang="en-GB" dirty="0">
                <a:latin typeface="Segoe UI" panose="020B0502040204020203" pitchFamily="34" charset="0"/>
              </a:rPr>
              <a:t>***</a:t>
            </a:r>
            <a:r>
              <a:rPr lang="en-GB" dirty="0">
                <a:latin typeface="Segoe UI" panose="020B0502040204020203" pitchFamily="34" charset="0"/>
                <a:hlinkClick r:id="rId2" action="ppaction://hlinksldjump"/>
              </a:rPr>
              <a:t>quit</a:t>
            </a:r>
            <a:endParaRPr lang="en-GB" dirty="0">
              <a:latin typeface="Segoe UI" panose="020B0502040204020203" pitchFamily="34" charset="0"/>
            </a:endParaRPr>
          </a:p>
        </p:txBody>
      </p:sp>
    </p:spTree>
    <p:extLst>
      <p:ext uri="{BB962C8B-B14F-4D97-AF65-F5344CB8AC3E}">
        <p14:creationId xmlns:p14="http://schemas.microsoft.com/office/powerpoint/2010/main" val="909415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Tree>
    <p:extLst>
      <p:ext uri="{BB962C8B-B14F-4D97-AF65-F5344CB8AC3E}">
        <p14:creationId xmlns:p14="http://schemas.microsoft.com/office/powerpoint/2010/main" val="2019601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All legacy icons</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pic>
        <p:nvPicPr>
          <p:cNvPr id="5" name="Picture 4">
            <a:extLst>
              <a:ext uri="{FF2B5EF4-FFF2-40B4-BE49-F238E27FC236}">
                <a16:creationId xmlns:a16="http://schemas.microsoft.com/office/drawing/2014/main" id="{473B505F-4496-4EA4-98B5-29BEB11214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007" y="435667"/>
            <a:ext cx="398146" cy="398146"/>
          </a:xfrm>
          <a:prstGeom prst="rect">
            <a:avLst/>
          </a:prstGeom>
        </p:spPr>
      </p:pic>
      <p:pic>
        <p:nvPicPr>
          <p:cNvPr id="6" name="Picture 5">
            <a:extLst>
              <a:ext uri="{FF2B5EF4-FFF2-40B4-BE49-F238E27FC236}">
                <a16:creationId xmlns:a16="http://schemas.microsoft.com/office/drawing/2014/main" id="{6C119E32-94FD-4118-BD76-35A65899A36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30525" y="514082"/>
            <a:ext cx="425302" cy="425302"/>
          </a:xfrm>
          <a:prstGeom prst="rect">
            <a:avLst/>
          </a:prstGeom>
        </p:spPr>
      </p:pic>
      <p:pic>
        <p:nvPicPr>
          <p:cNvPr id="7" name="Picture 6">
            <a:extLst>
              <a:ext uri="{FF2B5EF4-FFF2-40B4-BE49-F238E27FC236}">
                <a16:creationId xmlns:a16="http://schemas.microsoft.com/office/drawing/2014/main" id="{30747C51-6C1D-43BD-9583-ACF7DB34EF6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28163" y="560158"/>
            <a:ext cx="425302" cy="425302"/>
          </a:xfrm>
          <a:prstGeom prst="rect">
            <a:avLst/>
          </a:prstGeom>
        </p:spPr>
      </p:pic>
      <p:pic>
        <p:nvPicPr>
          <p:cNvPr id="8" name="Picture 7">
            <a:extLst>
              <a:ext uri="{FF2B5EF4-FFF2-40B4-BE49-F238E27FC236}">
                <a16:creationId xmlns:a16="http://schemas.microsoft.com/office/drawing/2014/main" id="{8A08920D-6865-43EA-9C76-75468BF662D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80197" y="686860"/>
            <a:ext cx="425303" cy="425303"/>
          </a:xfrm>
          <a:prstGeom prst="rect">
            <a:avLst/>
          </a:prstGeom>
        </p:spPr>
      </p:pic>
      <p:pic>
        <p:nvPicPr>
          <p:cNvPr id="9" name="Picture 8">
            <a:extLst>
              <a:ext uri="{FF2B5EF4-FFF2-40B4-BE49-F238E27FC236}">
                <a16:creationId xmlns:a16="http://schemas.microsoft.com/office/drawing/2014/main" id="{D6D1F2F1-F277-4A84-B228-6D7F2D64126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767943" y="503429"/>
            <a:ext cx="425303" cy="425303"/>
          </a:xfrm>
          <a:prstGeom prst="rect">
            <a:avLst/>
          </a:prstGeom>
        </p:spPr>
      </p:pic>
      <p:pic>
        <p:nvPicPr>
          <p:cNvPr id="10" name="Picture 9">
            <a:extLst>
              <a:ext uri="{FF2B5EF4-FFF2-40B4-BE49-F238E27FC236}">
                <a16:creationId xmlns:a16="http://schemas.microsoft.com/office/drawing/2014/main" id="{BE34293B-CAE6-4B55-AFA5-B50549D31F2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754802" y="1229047"/>
            <a:ext cx="457200" cy="457200"/>
          </a:xfrm>
          <a:prstGeom prst="rect">
            <a:avLst/>
          </a:prstGeom>
        </p:spPr>
      </p:pic>
      <p:pic>
        <p:nvPicPr>
          <p:cNvPr id="11" name="Picture 10">
            <a:extLst>
              <a:ext uri="{FF2B5EF4-FFF2-40B4-BE49-F238E27FC236}">
                <a16:creationId xmlns:a16="http://schemas.microsoft.com/office/drawing/2014/main" id="{9EC09432-50D9-4F03-8F60-2906EE36BAB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072811" y="488853"/>
            <a:ext cx="528506" cy="528506"/>
          </a:xfrm>
          <a:prstGeom prst="rect">
            <a:avLst/>
          </a:prstGeom>
        </p:spPr>
      </p:pic>
      <p:pic>
        <p:nvPicPr>
          <p:cNvPr id="12" name="Picture 11">
            <a:extLst>
              <a:ext uri="{FF2B5EF4-FFF2-40B4-BE49-F238E27FC236}">
                <a16:creationId xmlns:a16="http://schemas.microsoft.com/office/drawing/2014/main" id="{671A6D2B-080F-493A-AB04-6EE37416DF5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948364" y="668462"/>
            <a:ext cx="457200" cy="457200"/>
          </a:xfrm>
          <a:prstGeom prst="rect">
            <a:avLst/>
          </a:prstGeom>
        </p:spPr>
      </p:pic>
      <p:pic>
        <p:nvPicPr>
          <p:cNvPr id="13" name="Picture 12">
            <a:extLst>
              <a:ext uri="{FF2B5EF4-FFF2-40B4-BE49-F238E27FC236}">
                <a16:creationId xmlns:a16="http://schemas.microsoft.com/office/drawing/2014/main" id="{344B213A-E252-42C9-A293-285DD7E9E9A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273749" y="1411650"/>
            <a:ext cx="304800" cy="304800"/>
          </a:xfrm>
          <a:prstGeom prst="rect">
            <a:avLst/>
          </a:prstGeom>
        </p:spPr>
      </p:pic>
      <p:pic>
        <p:nvPicPr>
          <p:cNvPr id="14" name="Picture 13">
            <a:extLst>
              <a:ext uri="{FF2B5EF4-FFF2-40B4-BE49-F238E27FC236}">
                <a16:creationId xmlns:a16="http://schemas.microsoft.com/office/drawing/2014/main" id="{B3398B46-A41F-472A-94C8-9F5C999D9835}"/>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601384" y="1524763"/>
            <a:ext cx="228600" cy="228600"/>
          </a:xfrm>
          <a:prstGeom prst="rect">
            <a:avLst/>
          </a:prstGeom>
        </p:spPr>
      </p:pic>
      <p:pic>
        <p:nvPicPr>
          <p:cNvPr id="15" name="Picture 14">
            <a:extLst>
              <a:ext uri="{FF2B5EF4-FFF2-40B4-BE49-F238E27FC236}">
                <a16:creationId xmlns:a16="http://schemas.microsoft.com/office/drawing/2014/main" id="{1D244D5D-16D1-4E08-BE96-D289610AB77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76461" y="1229047"/>
            <a:ext cx="457200" cy="457200"/>
          </a:xfrm>
          <a:prstGeom prst="rect">
            <a:avLst/>
          </a:prstGeom>
        </p:spPr>
      </p:pic>
      <p:pic>
        <p:nvPicPr>
          <p:cNvPr id="16" name="Picture 15">
            <a:extLst>
              <a:ext uri="{FF2B5EF4-FFF2-40B4-BE49-F238E27FC236}">
                <a16:creationId xmlns:a16="http://schemas.microsoft.com/office/drawing/2014/main" id="{200D4BF5-BAD7-4D85-8382-9820DB9D6666}"/>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077836" y="687925"/>
            <a:ext cx="457201" cy="457201"/>
          </a:xfrm>
          <a:prstGeom prst="rect">
            <a:avLst/>
          </a:prstGeom>
        </p:spPr>
      </p:pic>
      <p:pic>
        <p:nvPicPr>
          <p:cNvPr id="17" name="Picture 16">
            <a:extLst>
              <a:ext uri="{FF2B5EF4-FFF2-40B4-BE49-F238E27FC236}">
                <a16:creationId xmlns:a16="http://schemas.microsoft.com/office/drawing/2014/main" id="{62B63164-EFD8-49BC-8D4D-500000DA5D8F}"/>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767157" y="703873"/>
            <a:ext cx="425303" cy="425303"/>
          </a:xfrm>
          <a:prstGeom prst="rect">
            <a:avLst/>
          </a:prstGeom>
        </p:spPr>
      </p:pic>
      <p:pic>
        <p:nvPicPr>
          <p:cNvPr id="18" name="Picture 17">
            <a:extLst>
              <a:ext uri="{FF2B5EF4-FFF2-40B4-BE49-F238E27FC236}">
                <a16:creationId xmlns:a16="http://schemas.microsoft.com/office/drawing/2014/main" id="{322102E3-E34B-4370-9CAE-490BEB233489}"/>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8480352" y="1596391"/>
            <a:ext cx="457200" cy="457200"/>
          </a:xfrm>
          <a:prstGeom prst="rect">
            <a:avLst/>
          </a:prstGeom>
        </p:spPr>
      </p:pic>
      <p:pic>
        <p:nvPicPr>
          <p:cNvPr id="19" name="Picture 18">
            <a:extLst>
              <a:ext uri="{FF2B5EF4-FFF2-40B4-BE49-F238E27FC236}">
                <a16:creationId xmlns:a16="http://schemas.microsoft.com/office/drawing/2014/main" id="{223717DA-340E-4B25-8685-A83EBB914AF0}"/>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6374079" y="1587229"/>
            <a:ext cx="228600" cy="228600"/>
          </a:xfrm>
          <a:prstGeom prst="rect">
            <a:avLst/>
          </a:prstGeom>
        </p:spPr>
      </p:pic>
      <p:pic>
        <p:nvPicPr>
          <p:cNvPr id="20" name="Picture 19">
            <a:extLst>
              <a:ext uri="{FF2B5EF4-FFF2-40B4-BE49-F238E27FC236}">
                <a16:creationId xmlns:a16="http://schemas.microsoft.com/office/drawing/2014/main" id="{D53B6137-C16D-44E8-9A19-870822279EF7}"/>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8541654" y="634559"/>
            <a:ext cx="609600" cy="609600"/>
          </a:xfrm>
          <a:prstGeom prst="rect">
            <a:avLst/>
          </a:prstGeom>
        </p:spPr>
      </p:pic>
      <p:pic>
        <p:nvPicPr>
          <p:cNvPr id="21" name="Picture 20">
            <a:extLst>
              <a:ext uri="{FF2B5EF4-FFF2-40B4-BE49-F238E27FC236}">
                <a16:creationId xmlns:a16="http://schemas.microsoft.com/office/drawing/2014/main" id="{684635D9-9993-447C-9E5F-D7D67783937B}"/>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753100" y="1411650"/>
            <a:ext cx="457200" cy="457200"/>
          </a:xfrm>
          <a:prstGeom prst="rect">
            <a:avLst/>
          </a:prstGeom>
        </p:spPr>
      </p:pic>
      <p:pic>
        <p:nvPicPr>
          <p:cNvPr id="22" name="Picture 21">
            <a:extLst>
              <a:ext uri="{FF2B5EF4-FFF2-40B4-BE49-F238E27FC236}">
                <a16:creationId xmlns:a16="http://schemas.microsoft.com/office/drawing/2014/main" id="{B6E972F5-A1AC-4BB1-BF19-1E8DFD985D5B}"/>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526712" y="572474"/>
            <a:ext cx="457200" cy="457200"/>
          </a:xfrm>
          <a:prstGeom prst="rect">
            <a:avLst/>
          </a:prstGeom>
        </p:spPr>
      </p:pic>
      <p:pic>
        <p:nvPicPr>
          <p:cNvPr id="23" name="Picture 22">
            <a:extLst>
              <a:ext uri="{FF2B5EF4-FFF2-40B4-BE49-F238E27FC236}">
                <a16:creationId xmlns:a16="http://schemas.microsoft.com/office/drawing/2014/main" id="{F07E2181-22E6-4DD8-8588-DA58FA1A67FA}"/>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008014" y="1290194"/>
            <a:ext cx="365051" cy="365051"/>
          </a:xfrm>
          <a:prstGeom prst="rect">
            <a:avLst/>
          </a:prstGeom>
        </p:spPr>
      </p:pic>
      <p:pic>
        <p:nvPicPr>
          <p:cNvPr id="24" name="Picture 23">
            <a:extLst>
              <a:ext uri="{FF2B5EF4-FFF2-40B4-BE49-F238E27FC236}">
                <a16:creationId xmlns:a16="http://schemas.microsoft.com/office/drawing/2014/main" id="{6C3C063F-94AD-462D-B153-C92631D7B9A3}"/>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779414" y="551475"/>
            <a:ext cx="365051" cy="365051"/>
          </a:xfrm>
          <a:prstGeom prst="rect">
            <a:avLst/>
          </a:prstGeom>
        </p:spPr>
      </p:pic>
      <p:pic>
        <p:nvPicPr>
          <p:cNvPr id="25" name="Picture 24">
            <a:extLst>
              <a:ext uri="{FF2B5EF4-FFF2-40B4-BE49-F238E27FC236}">
                <a16:creationId xmlns:a16="http://schemas.microsoft.com/office/drawing/2014/main" id="{3B58B54B-DFC5-4DDF-9462-787168DCE073}"/>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6853430" y="1524763"/>
            <a:ext cx="457200" cy="457200"/>
          </a:xfrm>
          <a:prstGeom prst="rect">
            <a:avLst/>
          </a:prstGeom>
        </p:spPr>
      </p:pic>
      <p:pic>
        <p:nvPicPr>
          <p:cNvPr id="26" name="Picture 25">
            <a:extLst>
              <a:ext uri="{FF2B5EF4-FFF2-40B4-BE49-F238E27FC236}">
                <a16:creationId xmlns:a16="http://schemas.microsoft.com/office/drawing/2014/main" id="{4A015E94-E71B-4298-A381-30CFE00D8CB7}"/>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7528377" y="1577120"/>
            <a:ext cx="495742" cy="495742"/>
          </a:xfrm>
          <a:prstGeom prst="rect">
            <a:avLst/>
          </a:prstGeom>
        </p:spPr>
      </p:pic>
      <p:pic>
        <p:nvPicPr>
          <p:cNvPr id="27" name="Picture 26">
            <a:extLst>
              <a:ext uri="{FF2B5EF4-FFF2-40B4-BE49-F238E27FC236}">
                <a16:creationId xmlns:a16="http://schemas.microsoft.com/office/drawing/2014/main" id="{12256C98-033C-4435-9C4A-52404FFBF6DB}"/>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7318827" y="671830"/>
            <a:ext cx="419100" cy="419100"/>
          </a:xfrm>
          <a:prstGeom prst="rect">
            <a:avLst/>
          </a:prstGeom>
        </p:spPr>
      </p:pic>
      <p:pic>
        <p:nvPicPr>
          <p:cNvPr id="28" name="Picture 27">
            <a:extLst>
              <a:ext uri="{FF2B5EF4-FFF2-40B4-BE49-F238E27FC236}">
                <a16:creationId xmlns:a16="http://schemas.microsoft.com/office/drawing/2014/main" id="{93674A69-DCB5-43DD-B3D1-AADFC7B513FA}"/>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2562000" y="1233698"/>
            <a:ext cx="582131" cy="582131"/>
          </a:xfrm>
          <a:prstGeom prst="rect">
            <a:avLst/>
          </a:prstGeom>
        </p:spPr>
      </p:pic>
      <p:pic>
        <p:nvPicPr>
          <p:cNvPr id="29" name="Picture 28">
            <a:extLst>
              <a:ext uri="{FF2B5EF4-FFF2-40B4-BE49-F238E27FC236}">
                <a16:creationId xmlns:a16="http://schemas.microsoft.com/office/drawing/2014/main" id="{B1ECAB75-3B0A-4E7D-A70D-922716B6D578}"/>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3889441" y="1412535"/>
            <a:ext cx="360178" cy="360178"/>
          </a:xfrm>
          <a:prstGeom prst="rect">
            <a:avLst/>
          </a:prstGeom>
        </p:spPr>
      </p:pic>
      <p:pic>
        <p:nvPicPr>
          <p:cNvPr id="30" name="Picture 29">
            <a:extLst>
              <a:ext uri="{FF2B5EF4-FFF2-40B4-BE49-F238E27FC236}">
                <a16:creationId xmlns:a16="http://schemas.microsoft.com/office/drawing/2014/main" id="{BB5A3E02-03E1-45AA-85B6-77E356CEBEAF}"/>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3372294" y="1413800"/>
            <a:ext cx="358913" cy="358913"/>
          </a:xfrm>
          <a:prstGeom prst="rect">
            <a:avLst/>
          </a:prstGeom>
        </p:spPr>
      </p:pic>
      <p:pic>
        <p:nvPicPr>
          <p:cNvPr id="31" name="Picture 30">
            <a:extLst>
              <a:ext uri="{FF2B5EF4-FFF2-40B4-BE49-F238E27FC236}">
                <a16:creationId xmlns:a16="http://schemas.microsoft.com/office/drawing/2014/main" id="{D169F6FE-D142-4CA8-80DD-3959B4817CBB}"/>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9812256" y="697266"/>
            <a:ext cx="467203" cy="467203"/>
          </a:xfrm>
          <a:prstGeom prst="rect">
            <a:avLst/>
          </a:prstGeom>
        </p:spPr>
      </p:pic>
      <p:pic>
        <p:nvPicPr>
          <p:cNvPr id="32" name="Picture 31">
            <a:extLst>
              <a:ext uri="{FF2B5EF4-FFF2-40B4-BE49-F238E27FC236}">
                <a16:creationId xmlns:a16="http://schemas.microsoft.com/office/drawing/2014/main" id="{66B55BD7-F8A8-4663-B042-FC2858181789}"/>
              </a:ext>
            </a:extLst>
          </p:cNvPr>
          <p:cNvPicPr>
            <a:picLocks noChangeAspect="1"/>
          </p:cNvPicPr>
          <p:nvPr/>
        </p:nvPicPr>
        <p:blipFill>
          <a:blip r:embed="rId32">
            <a:extLst>
              <a:ext uri="{BEBA8EAE-BF5A-486C-A8C5-ECC9F3942E4B}">
                <a14:imgProps xmlns:a14="http://schemas.microsoft.com/office/drawing/2010/main">
                  <a14:imgLayer r:embed="rId33">
                    <a14:imgEffect>
                      <a14:backgroundRemoval t="10000" b="90000" l="10000" r="90000"/>
                    </a14:imgEffect>
                  </a14:imgLayer>
                </a14:imgProps>
              </a:ext>
            </a:extLst>
          </a:blip>
          <a:stretch>
            <a:fillRect/>
          </a:stretch>
        </p:blipFill>
        <p:spPr>
          <a:xfrm>
            <a:off x="11006818" y="742579"/>
            <a:ext cx="405768" cy="393610"/>
          </a:xfrm>
          <a:prstGeom prst="rect">
            <a:avLst/>
          </a:prstGeom>
        </p:spPr>
      </p:pic>
      <p:pic>
        <p:nvPicPr>
          <p:cNvPr id="33" name="Picture 32">
            <a:extLst>
              <a:ext uri="{FF2B5EF4-FFF2-40B4-BE49-F238E27FC236}">
                <a16:creationId xmlns:a16="http://schemas.microsoft.com/office/drawing/2014/main" id="{27FE16FE-E979-4ECF-8FE2-3531470DE3BB}"/>
              </a:ext>
            </a:extLst>
          </p:cNvPr>
          <p:cNvPicPr>
            <a:picLocks noChangeAspect="1"/>
          </p:cNvPicPr>
          <p:nvPr/>
        </p:nvPicPr>
        <p:blipFill>
          <a:blip r:embed="rId34">
            <a:extLst>
              <a:ext uri="{BEBA8EAE-BF5A-486C-A8C5-ECC9F3942E4B}">
                <a14:imgProps xmlns:a14="http://schemas.microsoft.com/office/drawing/2010/main">
                  <a14:imgLayer r:embed="rId35">
                    <a14:imgEffect>
                      <a14:backgroundRemoval t="10000" b="90000" l="10000" r="90000"/>
                    </a14:imgEffect>
                  </a14:imgLayer>
                </a14:imgProps>
              </a:ext>
            </a:extLst>
          </a:blip>
          <a:stretch>
            <a:fillRect/>
          </a:stretch>
        </p:blipFill>
        <p:spPr>
          <a:xfrm>
            <a:off x="11590743" y="793460"/>
            <a:ext cx="405768" cy="365051"/>
          </a:xfrm>
          <a:prstGeom prst="rect">
            <a:avLst/>
          </a:prstGeom>
        </p:spPr>
      </p:pic>
      <p:pic>
        <p:nvPicPr>
          <p:cNvPr id="34" name="Picture 33">
            <a:extLst>
              <a:ext uri="{FF2B5EF4-FFF2-40B4-BE49-F238E27FC236}">
                <a16:creationId xmlns:a16="http://schemas.microsoft.com/office/drawing/2014/main" id="{C6C3EFB0-D89D-4CF9-BCEB-70910384961F}"/>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9326464" y="764126"/>
            <a:ext cx="304800" cy="304800"/>
          </a:xfrm>
          <a:prstGeom prst="rect">
            <a:avLst/>
          </a:prstGeom>
        </p:spPr>
      </p:pic>
      <p:pic>
        <p:nvPicPr>
          <p:cNvPr id="35" name="Graphic 34">
            <a:extLst>
              <a:ext uri="{FF2B5EF4-FFF2-40B4-BE49-F238E27FC236}">
                <a16:creationId xmlns:a16="http://schemas.microsoft.com/office/drawing/2014/main" id="{8A57B910-598B-4CCB-B29A-9E4FA8130C82}"/>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10430149" y="727213"/>
            <a:ext cx="476692" cy="476692"/>
          </a:xfrm>
          <a:prstGeom prst="rect">
            <a:avLst/>
          </a:prstGeom>
        </p:spPr>
      </p:pic>
      <p:pic>
        <p:nvPicPr>
          <p:cNvPr id="36" name="Picture 35">
            <a:extLst>
              <a:ext uri="{FF2B5EF4-FFF2-40B4-BE49-F238E27FC236}">
                <a16:creationId xmlns:a16="http://schemas.microsoft.com/office/drawing/2014/main" id="{7F2CEBD2-32C3-444E-B71B-03AFC768A345}"/>
              </a:ext>
            </a:extLst>
          </p:cNvPr>
          <p:cNvPicPr>
            <a:picLocks noChangeAspect="1"/>
          </p:cNvPicPr>
          <p:nvPr/>
        </p:nvPicPr>
        <p:blipFill>
          <a:blip r:embed="rId38">
            <a:extLst>
              <a:ext uri="{BEBA8EAE-BF5A-486C-A8C5-ECC9F3942E4B}">
                <a14:imgProps xmlns:a14="http://schemas.microsoft.com/office/drawing/2010/main">
                  <a14:imgLayer r:embed="rId39">
                    <a14:imgEffect>
                      <a14:backgroundRemoval t="4930" b="89789" l="10000" r="90000">
                        <a14:foregroundMark x1="32857" y1="15845" x2="54286" y2="20775"/>
                        <a14:foregroundMark x1="29286" y1="10563" x2="40714" y2="11620"/>
                        <a14:foregroundMark x1="42143" y1="20775" x2="41429" y2="21479"/>
                        <a14:foregroundMark x1="30000" y1="9507" x2="31429" y2="4930"/>
                      </a14:backgroundRemoval>
                    </a14:imgEffect>
                  </a14:imgLayer>
                </a14:imgProps>
              </a:ext>
            </a:extLst>
          </a:blip>
          <a:stretch>
            <a:fillRect/>
          </a:stretch>
        </p:blipFill>
        <p:spPr>
          <a:xfrm>
            <a:off x="230311" y="1686247"/>
            <a:ext cx="555884" cy="1127651"/>
          </a:xfrm>
          <a:prstGeom prst="rect">
            <a:avLst/>
          </a:prstGeom>
        </p:spPr>
      </p:pic>
      <p:pic>
        <p:nvPicPr>
          <p:cNvPr id="37" name="Picture 36">
            <a:extLst>
              <a:ext uri="{FF2B5EF4-FFF2-40B4-BE49-F238E27FC236}">
                <a16:creationId xmlns:a16="http://schemas.microsoft.com/office/drawing/2014/main" id="{67FC70CE-8CCF-46D5-8DE1-742AD93E0936}"/>
              </a:ext>
            </a:extLst>
          </p:cNvPr>
          <p:cNvPicPr>
            <a:picLocks noChangeAspect="1"/>
          </p:cNvPicPr>
          <p:nvPr/>
        </p:nvPicPr>
        <p:blipFill>
          <a:blip r:embed="rId40">
            <a:duotone>
              <a:prstClr val="black"/>
              <a:srgbClr val="40831C">
                <a:tint val="45000"/>
                <a:satMod val="400000"/>
              </a:srgbClr>
            </a:duotone>
            <a:extLst>
              <a:ext uri="{28A0092B-C50C-407E-A947-70E740481C1C}">
                <a14:useLocalDpi xmlns:a14="http://schemas.microsoft.com/office/drawing/2010/main" val="0"/>
              </a:ext>
            </a:extLst>
          </a:blip>
          <a:stretch>
            <a:fillRect/>
          </a:stretch>
        </p:blipFill>
        <p:spPr>
          <a:xfrm>
            <a:off x="4554446" y="552508"/>
            <a:ext cx="502309" cy="497131"/>
          </a:xfrm>
          <a:prstGeom prst="rect">
            <a:avLst/>
          </a:prstGeom>
        </p:spPr>
      </p:pic>
    </p:spTree>
    <p:extLst>
      <p:ext uri="{BB962C8B-B14F-4D97-AF65-F5344CB8AC3E}">
        <p14:creationId xmlns:p14="http://schemas.microsoft.com/office/powerpoint/2010/main" val="539452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pic>
        <p:nvPicPr>
          <p:cNvPr id="67" name="Graphic 66">
            <a:extLst>
              <a:ext uri="{FF2B5EF4-FFF2-40B4-BE49-F238E27FC236}">
                <a16:creationId xmlns:a16="http://schemas.microsoft.com/office/drawing/2014/main" id="{CC040B13-95AC-4D85-BB4C-402AF635A49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24910" y="408879"/>
            <a:ext cx="457200" cy="457200"/>
          </a:xfrm>
          <a:prstGeom prst="rect">
            <a:avLst/>
          </a:prstGeom>
        </p:spPr>
      </p:pic>
      <p:pic>
        <p:nvPicPr>
          <p:cNvPr id="68" name="Graphic 67">
            <a:extLst>
              <a:ext uri="{FF2B5EF4-FFF2-40B4-BE49-F238E27FC236}">
                <a16:creationId xmlns:a16="http://schemas.microsoft.com/office/drawing/2014/main" id="{74239D1B-2109-498B-A2C4-418733FF315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57852" y="348183"/>
            <a:ext cx="448340" cy="448340"/>
          </a:xfrm>
          <a:prstGeom prst="rect">
            <a:avLst/>
          </a:prstGeom>
        </p:spPr>
      </p:pic>
      <p:pic>
        <p:nvPicPr>
          <p:cNvPr id="69" name="Graphic 68">
            <a:extLst>
              <a:ext uri="{FF2B5EF4-FFF2-40B4-BE49-F238E27FC236}">
                <a16:creationId xmlns:a16="http://schemas.microsoft.com/office/drawing/2014/main" id="{00B84757-1971-497B-914E-85CCF82A538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73049" y="408879"/>
            <a:ext cx="457200" cy="457200"/>
          </a:xfrm>
          <a:prstGeom prst="rect">
            <a:avLst/>
          </a:prstGeom>
        </p:spPr>
      </p:pic>
      <p:pic>
        <p:nvPicPr>
          <p:cNvPr id="70" name="Graphic 69">
            <a:extLst>
              <a:ext uri="{FF2B5EF4-FFF2-40B4-BE49-F238E27FC236}">
                <a16:creationId xmlns:a16="http://schemas.microsoft.com/office/drawing/2014/main" id="{E5D889A5-8DA5-43D9-ABDB-4AF4E2AEB5E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617166" y="408879"/>
            <a:ext cx="406373" cy="406373"/>
          </a:xfrm>
          <a:prstGeom prst="rect">
            <a:avLst/>
          </a:prstGeom>
        </p:spPr>
      </p:pic>
      <p:pic>
        <p:nvPicPr>
          <p:cNvPr id="71" name="Graphic 70">
            <a:extLst>
              <a:ext uri="{FF2B5EF4-FFF2-40B4-BE49-F238E27FC236}">
                <a16:creationId xmlns:a16="http://schemas.microsoft.com/office/drawing/2014/main" id="{57F37D5A-011D-43A8-85EE-A58EA13F425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961548" y="447768"/>
            <a:ext cx="476692" cy="476692"/>
          </a:xfrm>
          <a:prstGeom prst="rect">
            <a:avLst/>
          </a:prstGeom>
        </p:spPr>
      </p:pic>
      <p:pic>
        <p:nvPicPr>
          <p:cNvPr id="72" name="Graphic 71">
            <a:extLst>
              <a:ext uri="{FF2B5EF4-FFF2-40B4-BE49-F238E27FC236}">
                <a16:creationId xmlns:a16="http://schemas.microsoft.com/office/drawing/2014/main" id="{3A4B2020-F525-4725-BBCE-77DF21AFD2B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547693" y="278545"/>
            <a:ext cx="536707" cy="536707"/>
          </a:xfrm>
          <a:prstGeom prst="rect">
            <a:avLst/>
          </a:prstGeom>
        </p:spPr>
      </p:pic>
      <p:pic>
        <p:nvPicPr>
          <p:cNvPr id="73" name="Graphic 72">
            <a:extLst>
              <a:ext uri="{FF2B5EF4-FFF2-40B4-BE49-F238E27FC236}">
                <a16:creationId xmlns:a16="http://schemas.microsoft.com/office/drawing/2014/main" id="{7EE23DD6-7111-47F5-ACDB-D9699FEAC59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282022" y="342356"/>
            <a:ext cx="476692" cy="476692"/>
          </a:xfrm>
          <a:prstGeom prst="rect">
            <a:avLst/>
          </a:prstGeom>
        </p:spPr>
      </p:pic>
      <p:pic>
        <p:nvPicPr>
          <p:cNvPr id="74" name="Graphic 73">
            <a:extLst>
              <a:ext uri="{FF2B5EF4-FFF2-40B4-BE49-F238E27FC236}">
                <a16:creationId xmlns:a16="http://schemas.microsoft.com/office/drawing/2014/main" id="{DBC09488-E805-4A38-A334-D24EC03C810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433764" y="414371"/>
            <a:ext cx="497003" cy="497003"/>
          </a:xfrm>
          <a:prstGeom prst="rect">
            <a:avLst/>
          </a:prstGeom>
        </p:spPr>
      </p:pic>
      <p:pic>
        <p:nvPicPr>
          <p:cNvPr id="75" name="Graphic 74">
            <a:extLst>
              <a:ext uri="{FF2B5EF4-FFF2-40B4-BE49-F238E27FC236}">
                <a16:creationId xmlns:a16="http://schemas.microsoft.com/office/drawing/2014/main" id="{00F8DC42-E8BE-4785-985F-5DE34B03EB6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956336" y="359537"/>
            <a:ext cx="555884" cy="555884"/>
          </a:xfrm>
          <a:prstGeom prst="rect">
            <a:avLst/>
          </a:prstGeom>
        </p:spPr>
      </p:pic>
      <p:pic>
        <p:nvPicPr>
          <p:cNvPr id="76" name="Graphic 75">
            <a:extLst>
              <a:ext uri="{FF2B5EF4-FFF2-40B4-BE49-F238E27FC236}">
                <a16:creationId xmlns:a16="http://schemas.microsoft.com/office/drawing/2014/main" id="{63997CB4-2F49-4BB8-A4AA-3AE9250E003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588260" y="409583"/>
            <a:ext cx="476692" cy="476692"/>
          </a:xfrm>
          <a:prstGeom prst="rect">
            <a:avLst/>
          </a:prstGeom>
        </p:spPr>
      </p:pic>
      <p:pic>
        <p:nvPicPr>
          <p:cNvPr id="77" name="Graphic 76">
            <a:extLst>
              <a:ext uri="{FF2B5EF4-FFF2-40B4-BE49-F238E27FC236}">
                <a16:creationId xmlns:a16="http://schemas.microsoft.com/office/drawing/2014/main" id="{A855168E-3478-4B52-813C-1541FC2A61D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45480" y="1026220"/>
            <a:ext cx="476692" cy="476692"/>
          </a:xfrm>
          <a:prstGeom prst="rect">
            <a:avLst/>
          </a:prstGeom>
        </p:spPr>
      </p:pic>
      <p:pic>
        <p:nvPicPr>
          <p:cNvPr id="78" name="Graphic 77">
            <a:extLst>
              <a:ext uri="{FF2B5EF4-FFF2-40B4-BE49-F238E27FC236}">
                <a16:creationId xmlns:a16="http://schemas.microsoft.com/office/drawing/2014/main" id="{9EA73082-AC7B-40A1-BDFB-345904704DAC}"/>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1029906" y="441441"/>
            <a:ext cx="425303" cy="425303"/>
          </a:xfrm>
          <a:prstGeom prst="rect">
            <a:avLst/>
          </a:prstGeom>
        </p:spPr>
      </p:pic>
      <p:pic>
        <p:nvPicPr>
          <p:cNvPr id="79" name="Graphic 78">
            <a:extLst>
              <a:ext uri="{FF2B5EF4-FFF2-40B4-BE49-F238E27FC236}">
                <a16:creationId xmlns:a16="http://schemas.microsoft.com/office/drawing/2014/main" id="{6052AA7F-1AEB-4772-AD11-55916001723F}"/>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0297786" y="384819"/>
            <a:ext cx="555884" cy="555884"/>
          </a:xfrm>
          <a:prstGeom prst="rect">
            <a:avLst/>
          </a:prstGeom>
        </p:spPr>
      </p:pic>
      <p:pic>
        <p:nvPicPr>
          <p:cNvPr id="80" name="Graphic 79">
            <a:extLst>
              <a:ext uri="{FF2B5EF4-FFF2-40B4-BE49-F238E27FC236}">
                <a16:creationId xmlns:a16="http://schemas.microsoft.com/office/drawing/2014/main" id="{059FCE4B-68A3-4FC0-BCF6-108AB36C24DB}"/>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9705118" y="441441"/>
            <a:ext cx="476692" cy="476692"/>
          </a:xfrm>
          <a:prstGeom prst="rect">
            <a:avLst/>
          </a:prstGeom>
        </p:spPr>
      </p:pic>
      <p:pic>
        <p:nvPicPr>
          <p:cNvPr id="81" name="Graphic 80">
            <a:extLst>
              <a:ext uri="{FF2B5EF4-FFF2-40B4-BE49-F238E27FC236}">
                <a16:creationId xmlns:a16="http://schemas.microsoft.com/office/drawing/2014/main" id="{24464DB0-7693-4156-BCC3-63C98F487BC8}"/>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693953" y="974544"/>
            <a:ext cx="555884" cy="555884"/>
          </a:xfrm>
          <a:prstGeom prst="rect">
            <a:avLst/>
          </a:prstGeom>
        </p:spPr>
      </p:pic>
      <p:pic>
        <p:nvPicPr>
          <p:cNvPr id="82" name="Graphic 81">
            <a:extLst>
              <a:ext uri="{FF2B5EF4-FFF2-40B4-BE49-F238E27FC236}">
                <a16:creationId xmlns:a16="http://schemas.microsoft.com/office/drawing/2014/main" id="{72C909AB-080C-4390-835C-801B06F9B59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379099" y="1053736"/>
            <a:ext cx="476692" cy="476692"/>
          </a:xfrm>
          <a:prstGeom prst="rect">
            <a:avLst/>
          </a:prstGeom>
        </p:spPr>
      </p:pic>
      <p:pic>
        <p:nvPicPr>
          <p:cNvPr id="83" name="Graphic 82">
            <a:extLst>
              <a:ext uri="{FF2B5EF4-FFF2-40B4-BE49-F238E27FC236}">
                <a16:creationId xmlns:a16="http://schemas.microsoft.com/office/drawing/2014/main" id="{DA9BC760-5173-4545-AB00-1D77890BFF2A}"/>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005420" y="1053736"/>
            <a:ext cx="505662" cy="505662"/>
          </a:xfrm>
          <a:prstGeom prst="rect">
            <a:avLst/>
          </a:prstGeom>
        </p:spPr>
      </p:pic>
      <p:pic>
        <p:nvPicPr>
          <p:cNvPr id="84" name="Graphic 83">
            <a:extLst>
              <a:ext uri="{FF2B5EF4-FFF2-40B4-BE49-F238E27FC236}">
                <a16:creationId xmlns:a16="http://schemas.microsoft.com/office/drawing/2014/main" id="{B03F8E43-EE42-4E90-B5C1-D77F772CB402}"/>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2682915" y="1072359"/>
            <a:ext cx="425303" cy="425303"/>
          </a:xfrm>
          <a:prstGeom prst="rect">
            <a:avLst/>
          </a:prstGeom>
        </p:spPr>
      </p:pic>
      <p:pic>
        <p:nvPicPr>
          <p:cNvPr id="85" name="Graphic 84">
            <a:extLst>
              <a:ext uri="{FF2B5EF4-FFF2-40B4-BE49-F238E27FC236}">
                <a16:creationId xmlns:a16="http://schemas.microsoft.com/office/drawing/2014/main" id="{22C638B3-17DC-4EBD-9908-030B75000EE6}"/>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3748157" y="1046663"/>
            <a:ext cx="476692" cy="476692"/>
          </a:xfrm>
          <a:prstGeom prst="rect">
            <a:avLst/>
          </a:prstGeom>
        </p:spPr>
      </p:pic>
      <p:pic>
        <p:nvPicPr>
          <p:cNvPr id="86" name="Graphic 85" descr="Optical disc">
            <a:extLst>
              <a:ext uri="{FF2B5EF4-FFF2-40B4-BE49-F238E27FC236}">
                <a16:creationId xmlns:a16="http://schemas.microsoft.com/office/drawing/2014/main" id="{FDB32F3B-3546-4C68-AE95-CC405F4AD74B}"/>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4531522" y="977552"/>
            <a:ext cx="476692" cy="476692"/>
          </a:xfrm>
          <a:prstGeom prst="rect">
            <a:avLst/>
          </a:prstGeom>
        </p:spPr>
      </p:pic>
      <p:pic>
        <p:nvPicPr>
          <p:cNvPr id="87" name="Graphic 86" descr="Music">
            <a:extLst>
              <a:ext uri="{FF2B5EF4-FFF2-40B4-BE49-F238E27FC236}">
                <a16:creationId xmlns:a16="http://schemas.microsoft.com/office/drawing/2014/main" id="{3C14737D-6066-4B08-B980-86290F003172}"/>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5094784" y="898489"/>
            <a:ext cx="555884" cy="555884"/>
          </a:xfrm>
          <a:prstGeom prst="rect">
            <a:avLst/>
          </a:prstGeom>
        </p:spPr>
      </p:pic>
      <p:pic>
        <p:nvPicPr>
          <p:cNvPr id="88" name="Graphic 87" descr="Flip calendar">
            <a:extLst>
              <a:ext uri="{FF2B5EF4-FFF2-40B4-BE49-F238E27FC236}">
                <a16:creationId xmlns:a16="http://schemas.microsoft.com/office/drawing/2014/main" id="{41BDC0AD-69A7-4285-B351-717753A79AC0}"/>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5758220" y="974544"/>
            <a:ext cx="451354" cy="451354"/>
          </a:xfrm>
          <a:prstGeom prst="rect">
            <a:avLst/>
          </a:prstGeom>
        </p:spPr>
      </p:pic>
      <p:pic>
        <p:nvPicPr>
          <p:cNvPr id="89" name="Graphic 88" descr="Wi Fi">
            <a:extLst>
              <a:ext uri="{FF2B5EF4-FFF2-40B4-BE49-F238E27FC236}">
                <a16:creationId xmlns:a16="http://schemas.microsoft.com/office/drawing/2014/main" id="{B7A94CB7-14F3-4BF6-922F-374148FCABD5}"/>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6317126" y="815252"/>
            <a:ext cx="555884" cy="555884"/>
          </a:xfrm>
          <a:prstGeom prst="rect">
            <a:avLst/>
          </a:prstGeom>
        </p:spPr>
      </p:pic>
      <p:pic>
        <p:nvPicPr>
          <p:cNvPr id="90" name="Graphic 89" descr="Map with pin">
            <a:extLst>
              <a:ext uri="{FF2B5EF4-FFF2-40B4-BE49-F238E27FC236}">
                <a16:creationId xmlns:a16="http://schemas.microsoft.com/office/drawing/2014/main" id="{61169340-DB6B-4106-A220-230E83FEE2DC}"/>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6904128" y="864131"/>
            <a:ext cx="470482" cy="470482"/>
          </a:xfrm>
          <a:prstGeom prst="rect">
            <a:avLst/>
          </a:prstGeom>
        </p:spPr>
      </p:pic>
      <p:pic>
        <p:nvPicPr>
          <p:cNvPr id="91" name="Graphic 90" descr="Chevron arrows RTL">
            <a:extLst>
              <a:ext uri="{FF2B5EF4-FFF2-40B4-BE49-F238E27FC236}">
                <a16:creationId xmlns:a16="http://schemas.microsoft.com/office/drawing/2014/main" id="{4C3D36AE-FB44-41D3-81C2-9CC9A31B4D1C}"/>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7674147" y="926396"/>
            <a:ext cx="425303" cy="425303"/>
          </a:xfrm>
          <a:prstGeom prst="rect">
            <a:avLst/>
          </a:prstGeom>
        </p:spPr>
      </p:pic>
      <p:pic>
        <p:nvPicPr>
          <p:cNvPr id="92" name="Graphic 91" descr="Unlock">
            <a:extLst>
              <a:ext uri="{FF2B5EF4-FFF2-40B4-BE49-F238E27FC236}">
                <a16:creationId xmlns:a16="http://schemas.microsoft.com/office/drawing/2014/main" id="{718669B5-12EE-4933-BF14-4158DA97AFD8}"/>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tretch>
            <a:fillRect/>
          </a:stretch>
        </p:blipFill>
        <p:spPr>
          <a:xfrm>
            <a:off x="8433764" y="886275"/>
            <a:ext cx="476692" cy="476692"/>
          </a:xfrm>
          <a:prstGeom prst="rect">
            <a:avLst/>
          </a:prstGeom>
        </p:spPr>
      </p:pic>
      <p:pic>
        <p:nvPicPr>
          <p:cNvPr id="93" name="Graphic 92" descr="Irritant">
            <a:extLst>
              <a:ext uri="{FF2B5EF4-FFF2-40B4-BE49-F238E27FC236}">
                <a16:creationId xmlns:a16="http://schemas.microsoft.com/office/drawing/2014/main" id="{49270C46-D4E6-4EAC-A334-820453E6E08A}"/>
              </a:ext>
            </a:extLst>
          </p:cNvPr>
          <p:cNvPicPr>
            <a:picLocks noChangeAspect="1"/>
          </p:cNvPicPr>
          <p:nvPr/>
        </p:nvPicPr>
        <p:blipFill>
          <a:blip r:embed="rId54">
            <a:extLst>
              <a:ext uri="{28A0092B-C50C-407E-A947-70E740481C1C}">
                <a14:useLocalDpi xmlns:a14="http://schemas.microsoft.com/office/drawing/2010/main" val="0"/>
              </a:ext>
              <a:ext uri="{96DAC541-7B7A-43D3-8B79-37D633B846F1}">
                <asvg:svgBlip xmlns:asvg="http://schemas.microsoft.com/office/drawing/2016/SVG/main" r:embed="rId55"/>
              </a:ext>
            </a:extLst>
          </a:blip>
          <a:stretch>
            <a:fillRect/>
          </a:stretch>
        </p:blipFill>
        <p:spPr>
          <a:xfrm>
            <a:off x="9143494" y="886275"/>
            <a:ext cx="476692" cy="476692"/>
          </a:xfrm>
          <a:prstGeom prst="rect">
            <a:avLst/>
          </a:prstGeom>
        </p:spPr>
      </p:pic>
      <p:pic>
        <p:nvPicPr>
          <p:cNvPr id="94" name="Graphic 93" descr="Computer">
            <a:extLst>
              <a:ext uri="{FF2B5EF4-FFF2-40B4-BE49-F238E27FC236}">
                <a16:creationId xmlns:a16="http://schemas.microsoft.com/office/drawing/2014/main" id="{628A1544-0292-499B-A1CA-F69BDADDD32B}"/>
              </a:ext>
            </a:extLst>
          </p:cNvPr>
          <p:cNvPicPr>
            <a:picLocks noChangeAspect="1"/>
          </p:cNvPicPr>
          <p:nvPr/>
        </p:nvPicPr>
        <p:blipFill>
          <a:blip r:embed="rId56">
            <a:extLst>
              <a:ext uri="{28A0092B-C50C-407E-A947-70E740481C1C}">
                <a14:useLocalDpi xmlns:a14="http://schemas.microsoft.com/office/drawing/2010/main" val="0"/>
              </a:ext>
              <a:ext uri="{96DAC541-7B7A-43D3-8B79-37D633B846F1}">
                <asvg:svgBlip xmlns:asvg="http://schemas.microsoft.com/office/drawing/2016/SVG/main" r:embed="rId57"/>
              </a:ext>
            </a:extLst>
          </a:blip>
          <a:stretch>
            <a:fillRect/>
          </a:stretch>
        </p:blipFill>
        <p:spPr>
          <a:xfrm>
            <a:off x="9895509" y="861859"/>
            <a:ext cx="425303" cy="425303"/>
          </a:xfrm>
          <a:prstGeom prst="rect">
            <a:avLst/>
          </a:prstGeom>
        </p:spPr>
      </p:pic>
      <p:pic>
        <p:nvPicPr>
          <p:cNvPr id="95" name="Graphic 94" descr="Processor">
            <a:extLst>
              <a:ext uri="{FF2B5EF4-FFF2-40B4-BE49-F238E27FC236}">
                <a16:creationId xmlns:a16="http://schemas.microsoft.com/office/drawing/2014/main" id="{8C29CC71-4755-4FBA-B2CC-4693992BA235}"/>
              </a:ext>
            </a:extLst>
          </p:cNvPr>
          <p:cNvPicPr>
            <a:picLocks noChangeAspect="1"/>
          </p:cNvPicPr>
          <p:nvPr/>
        </p:nvPicPr>
        <p:blipFill>
          <a:blip r:embed="rId58">
            <a:extLst>
              <a:ext uri="{28A0092B-C50C-407E-A947-70E740481C1C}">
                <a14:useLocalDpi xmlns:a14="http://schemas.microsoft.com/office/drawing/2010/main" val="0"/>
              </a:ext>
              <a:ext uri="{96DAC541-7B7A-43D3-8B79-37D633B846F1}">
                <asvg:svgBlip xmlns:asvg="http://schemas.microsoft.com/office/drawing/2016/SVG/main" r:embed="rId59"/>
              </a:ext>
            </a:extLst>
          </a:blip>
          <a:stretch>
            <a:fillRect/>
          </a:stretch>
        </p:blipFill>
        <p:spPr>
          <a:xfrm>
            <a:off x="10589933" y="893714"/>
            <a:ext cx="425303" cy="425303"/>
          </a:xfrm>
          <a:prstGeom prst="rect">
            <a:avLst/>
          </a:prstGeom>
        </p:spPr>
      </p:pic>
      <p:pic>
        <p:nvPicPr>
          <p:cNvPr id="96" name="Graphic 95" descr="Web cam">
            <a:extLst>
              <a:ext uri="{FF2B5EF4-FFF2-40B4-BE49-F238E27FC236}">
                <a16:creationId xmlns:a16="http://schemas.microsoft.com/office/drawing/2014/main" id="{10B5D1B0-1E0B-4A4F-B84F-F9C7B5C3B85A}"/>
              </a:ext>
            </a:extLst>
          </p:cNvPr>
          <p:cNvPicPr>
            <a:picLocks noChangeAspect="1"/>
          </p:cNvPicPr>
          <p:nvPr/>
        </p:nvPicPr>
        <p:blipFill>
          <a:blip r:embed="rId60">
            <a:extLst>
              <a:ext uri="{28A0092B-C50C-407E-A947-70E740481C1C}">
                <a14:useLocalDpi xmlns:a14="http://schemas.microsoft.com/office/drawing/2010/main" val="0"/>
              </a:ext>
              <a:ext uri="{96DAC541-7B7A-43D3-8B79-37D633B846F1}">
                <asvg:svgBlip xmlns:asvg="http://schemas.microsoft.com/office/drawing/2016/SVG/main" r:embed="rId61"/>
              </a:ext>
            </a:extLst>
          </a:blip>
          <a:stretch>
            <a:fillRect/>
          </a:stretch>
        </p:blipFill>
        <p:spPr>
          <a:xfrm>
            <a:off x="11179803" y="893714"/>
            <a:ext cx="476692" cy="476692"/>
          </a:xfrm>
          <a:prstGeom prst="rect">
            <a:avLst/>
          </a:prstGeom>
        </p:spPr>
      </p:pic>
      <p:pic>
        <p:nvPicPr>
          <p:cNvPr id="97" name="Graphic 96">
            <a:extLst>
              <a:ext uri="{FF2B5EF4-FFF2-40B4-BE49-F238E27FC236}">
                <a16:creationId xmlns:a16="http://schemas.microsoft.com/office/drawing/2014/main" id="{EBE194F5-B181-4195-BE0A-BF4C0A4AC1F7}"/>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092367" y="379216"/>
            <a:ext cx="417307" cy="417307"/>
          </a:xfrm>
          <a:prstGeom prst="rect">
            <a:avLst/>
          </a:prstGeom>
        </p:spPr>
      </p:pic>
      <p:pic>
        <p:nvPicPr>
          <p:cNvPr id="98" name="Picture 97">
            <a:extLst>
              <a:ext uri="{FF2B5EF4-FFF2-40B4-BE49-F238E27FC236}">
                <a16:creationId xmlns:a16="http://schemas.microsoft.com/office/drawing/2014/main" id="{2C543078-FAEC-4C6E-8052-CCE54D8B8BD0}"/>
              </a:ext>
            </a:extLst>
          </p:cNvPr>
          <p:cNvPicPr>
            <a:picLocks noChangeAspect="1"/>
          </p:cNvPicPr>
          <p:nvPr/>
        </p:nvPicPr>
        <p:blipFill>
          <a:blip r:embed="rId64">
            <a:extLst>
              <a:ext uri="{28A0092B-C50C-407E-A947-70E740481C1C}">
                <a14:useLocalDpi xmlns:a14="http://schemas.microsoft.com/office/drawing/2010/main" val="0"/>
              </a:ext>
            </a:extLst>
          </a:blip>
          <a:stretch>
            <a:fillRect/>
          </a:stretch>
        </p:blipFill>
        <p:spPr>
          <a:xfrm>
            <a:off x="808529" y="238348"/>
            <a:ext cx="570054" cy="570054"/>
          </a:xfrm>
          <a:prstGeom prst="rect">
            <a:avLst/>
          </a:prstGeom>
        </p:spPr>
      </p:pic>
      <p:pic>
        <p:nvPicPr>
          <p:cNvPr id="99" name="Graphic 98">
            <a:extLst>
              <a:ext uri="{FF2B5EF4-FFF2-40B4-BE49-F238E27FC236}">
                <a16:creationId xmlns:a16="http://schemas.microsoft.com/office/drawing/2014/main" id="{D5A1B492-9553-439B-9760-B2394A36383B}"/>
              </a:ext>
            </a:extLst>
          </p:cNvPr>
          <p:cNvPicPr>
            <a:picLocks noChangeAspect="1"/>
          </p:cNvPicPr>
          <p:nvPr/>
        </p:nvPicPr>
        <p:blipFill>
          <a:blip r:embed="rId65">
            <a:extLst>
              <a:ext uri="{28A0092B-C50C-407E-A947-70E740481C1C}">
                <a14:useLocalDpi xmlns:a14="http://schemas.microsoft.com/office/drawing/2010/main" val="0"/>
              </a:ext>
              <a:ext uri="{96DAC541-7B7A-43D3-8B79-37D633B846F1}">
                <asvg:svgBlip xmlns:asvg="http://schemas.microsoft.com/office/drawing/2016/SVG/main" r:embed="rId66"/>
              </a:ext>
            </a:extLst>
          </a:blip>
          <a:stretch>
            <a:fillRect/>
          </a:stretch>
        </p:blipFill>
        <p:spPr>
          <a:xfrm>
            <a:off x="1455497" y="341199"/>
            <a:ext cx="467203" cy="467203"/>
          </a:xfrm>
          <a:prstGeom prst="rect">
            <a:avLst/>
          </a:prstGeom>
        </p:spPr>
      </p:pic>
      <p:pic>
        <p:nvPicPr>
          <p:cNvPr id="100" name="Graphic 99">
            <a:extLst>
              <a:ext uri="{FF2B5EF4-FFF2-40B4-BE49-F238E27FC236}">
                <a16:creationId xmlns:a16="http://schemas.microsoft.com/office/drawing/2014/main" id="{4181E513-A288-4DE4-A7F3-3DF84AC8447C}"/>
              </a:ext>
            </a:extLst>
          </p:cNvPr>
          <p:cNvPicPr>
            <a:picLocks noChangeAspect="1"/>
          </p:cNvPicPr>
          <p:nvPr/>
        </p:nvPicPr>
        <p:blipFill>
          <a:blip r:embed="rId67">
            <a:extLst>
              <a:ext uri="{28A0092B-C50C-407E-A947-70E740481C1C}">
                <a14:useLocalDpi xmlns:a14="http://schemas.microsoft.com/office/drawing/2010/main" val="0"/>
              </a:ext>
              <a:ext uri="{96DAC541-7B7A-43D3-8B79-37D633B846F1}">
                <asvg:svgBlip xmlns:asvg="http://schemas.microsoft.com/office/drawing/2016/SVG/main" r:embed="rId68"/>
              </a:ext>
            </a:extLst>
          </a:blip>
          <a:stretch>
            <a:fillRect/>
          </a:stretch>
        </p:blipFill>
        <p:spPr>
          <a:xfrm>
            <a:off x="6452432" y="359537"/>
            <a:ext cx="476692" cy="476692"/>
          </a:xfrm>
          <a:prstGeom prst="rect">
            <a:avLst/>
          </a:prstGeom>
        </p:spPr>
      </p:pic>
      <p:pic>
        <p:nvPicPr>
          <p:cNvPr id="101" name="Graphic 100">
            <a:extLst>
              <a:ext uri="{FF2B5EF4-FFF2-40B4-BE49-F238E27FC236}">
                <a16:creationId xmlns:a16="http://schemas.microsoft.com/office/drawing/2014/main" id="{C4F011F2-2A7E-4B8D-83C2-48E4FCDF73CD}"/>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7315947" y="362114"/>
            <a:ext cx="476692" cy="476692"/>
          </a:xfrm>
          <a:prstGeom prst="rect">
            <a:avLst/>
          </a:prstGeom>
        </p:spPr>
      </p:pic>
      <p:pic>
        <p:nvPicPr>
          <p:cNvPr id="102" name="Graphic 101">
            <a:extLst>
              <a:ext uri="{FF2B5EF4-FFF2-40B4-BE49-F238E27FC236}">
                <a16:creationId xmlns:a16="http://schemas.microsoft.com/office/drawing/2014/main" id="{6CCAD126-C096-462F-954F-2A47D12936A8}"/>
              </a:ext>
            </a:extLst>
          </p:cNvPr>
          <p:cNvPicPr>
            <a:picLocks noChangeAspect="1"/>
          </p:cNvPicPr>
          <p:nvPr/>
        </p:nvPicPr>
        <p:blipFill>
          <a:blip r:embed="rId71">
            <a:extLst>
              <a:ext uri="{28A0092B-C50C-407E-A947-70E740481C1C}">
                <a14:useLocalDpi xmlns:a14="http://schemas.microsoft.com/office/drawing/2010/main" val="0"/>
              </a:ext>
              <a:ext uri="{96DAC541-7B7A-43D3-8B79-37D633B846F1}">
                <asvg:svgBlip xmlns:asvg="http://schemas.microsoft.com/office/drawing/2016/SVG/main" r:embed="rId72"/>
              </a:ext>
            </a:extLst>
          </a:blip>
          <a:stretch>
            <a:fillRect/>
          </a:stretch>
        </p:blipFill>
        <p:spPr>
          <a:xfrm>
            <a:off x="8988223" y="410077"/>
            <a:ext cx="476692" cy="476692"/>
          </a:xfrm>
          <a:prstGeom prst="rect">
            <a:avLst/>
          </a:prstGeom>
        </p:spPr>
      </p:pic>
      <p:pic>
        <p:nvPicPr>
          <p:cNvPr id="103" name="Picture 102">
            <a:extLst>
              <a:ext uri="{FF2B5EF4-FFF2-40B4-BE49-F238E27FC236}">
                <a16:creationId xmlns:a16="http://schemas.microsoft.com/office/drawing/2014/main" id="{6603FE16-922B-4FEF-927F-488D05AF8227}"/>
              </a:ext>
            </a:extLst>
          </p:cNvPr>
          <p:cNvPicPr>
            <a:picLocks noChangeAspect="1"/>
          </p:cNvPicPr>
          <p:nvPr/>
        </p:nvPicPr>
        <p:blipFill>
          <a:blip r:embed="rId73">
            <a:extLst>
              <a:ext uri="{28A0092B-C50C-407E-A947-70E740481C1C}">
                <a14:useLocalDpi xmlns:a14="http://schemas.microsoft.com/office/drawing/2010/main" val="0"/>
              </a:ext>
            </a:extLst>
          </a:blip>
          <a:stretch>
            <a:fillRect/>
          </a:stretch>
        </p:blipFill>
        <p:spPr>
          <a:xfrm>
            <a:off x="903016" y="2009583"/>
            <a:ext cx="1641743" cy="286654"/>
          </a:xfrm>
          <a:prstGeom prst="rect">
            <a:avLst/>
          </a:prstGeom>
        </p:spPr>
      </p:pic>
      <p:pic>
        <p:nvPicPr>
          <p:cNvPr id="104" name="Picture 103">
            <a:extLst>
              <a:ext uri="{FF2B5EF4-FFF2-40B4-BE49-F238E27FC236}">
                <a16:creationId xmlns:a16="http://schemas.microsoft.com/office/drawing/2014/main" id="{30AC4B55-DB74-4420-97F5-16C04952C6AF}"/>
              </a:ext>
            </a:extLst>
          </p:cNvPr>
          <p:cNvPicPr>
            <a:picLocks noChangeAspect="1"/>
          </p:cNvPicPr>
          <p:nvPr/>
        </p:nvPicPr>
        <p:blipFill>
          <a:blip r:embed="rId74">
            <a:extLst>
              <a:ext uri="{BEBA8EAE-BF5A-486C-A8C5-ECC9F3942E4B}">
                <a14:imgProps xmlns:a14="http://schemas.microsoft.com/office/drawing/2010/main">
                  <a14:imgLayer r:embed="rId75">
                    <a14:imgEffect>
                      <a14:backgroundRemoval t="1389" b="98611" l="5556" r="88889">
                        <a14:foregroundMark x1="45737" y1="7041" x2="11111" y2="41667"/>
                        <a14:foregroundMark x1="35376" y1="87500" x2="36111" y2="88889"/>
                        <a14:foregroundMark x1="34641" y1="86111" x2="35376" y2="87500"/>
                        <a14:foregroundMark x1="11111" y1="41667" x2="34641" y2="86111"/>
                        <a14:foregroundMark x1="41513" y1="86111" x2="84722" y2="63889"/>
                        <a14:foregroundMark x1="38812" y1="87500" x2="41513" y2="86111"/>
                        <a14:foregroundMark x1="36111" y1="88889" x2="38812" y2="87500"/>
                        <a14:foregroundMark x1="84722" y1="25000" x2="84722" y2="11111"/>
                        <a14:foregroundMark x1="84722" y1="26389" x2="84722" y2="25000"/>
                        <a14:foregroundMark x1="84722" y1="27778" x2="84722" y2="26389"/>
                        <a14:foregroundMark x1="84722" y1="33333" x2="84722" y2="30556"/>
                        <a14:foregroundMark x1="84722" y1="63889" x2="84722" y2="33333"/>
                        <a14:foregroundMark x1="75692" y1="9722" x2="70706" y2="8955"/>
                        <a14:foregroundMark x1="84722" y1="11111" x2="75692" y2="9722"/>
                        <a14:foregroundMark x1="22222" y1="43056" x2="19444" y2="40278"/>
                        <a14:foregroundMark x1="26389" y1="37500" x2="26389" y2="37500"/>
                        <a14:foregroundMark x1="31944" y1="33333" x2="31944" y2="33333"/>
                        <a14:foregroundMark x1="38889" y1="29167" x2="38889" y2="29167"/>
                        <a14:foregroundMark x1="44444" y1="22222" x2="44444" y2="22222"/>
                        <a14:foregroundMark x1="51389" y1="16667" x2="51389" y2="16667"/>
                        <a14:foregroundMark x1="48611" y1="5556" x2="48611" y2="5556"/>
                        <a14:foregroundMark x1="51389" y1="4167" x2="51389" y2="4167"/>
                        <a14:foregroundMark x1="51389" y1="4167" x2="51389" y2="4167"/>
                        <a14:foregroundMark x1="51389" y1="1389" x2="51389" y2="1389"/>
                        <a14:foregroundMark x1="50000" y1="2778" x2="50000" y2="2778"/>
                        <a14:foregroundMark x1="50000" y1="98611" x2="50000" y2="98611"/>
                        <a14:backgroundMark x1="66670" y1="5556" x2="72222" y2="6944"/>
                        <a14:backgroundMark x1="61113" y1="4167" x2="66670" y2="5556"/>
                        <a14:backgroundMark x1="55557" y1="2778" x2="61113" y2="4167"/>
                        <a14:backgroundMark x1="50000" y1="1389" x2="55557" y2="2778"/>
                        <a14:backgroundMark x1="70833" y1="12500" x2="70833" y2="8333"/>
                        <a14:backgroundMark x1="75000" y1="9722" x2="75000" y2="9722"/>
                        <a14:backgroundMark x1="72222" y1="9722" x2="72222" y2="9722"/>
                        <a14:backgroundMark x1="79167" y1="8333" x2="79167" y2="8333"/>
                        <a14:backgroundMark x1="83333" y1="29167" x2="83333" y2="29167"/>
                        <a14:backgroundMark x1="83333" y1="26389" x2="83333" y2="26389"/>
                        <a14:backgroundMark x1="84722" y1="27778" x2="84722" y2="27778"/>
                        <a14:backgroundMark x1="84722" y1="27778" x2="84722" y2="30556"/>
                        <a14:backgroundMark x1="84722" y1="26389" x2="84722" y2="26389"/>
                        <a14:backgroundMark x1="84722" y1="25000" x2="84722" y2="25000"/>
                        <a14:backgroundMark x1="84722" y1="33333" x2="84722" y2="33333"/>
                        <a14:backgroundMark x1="33333" y1="88889" x2="33333" y2="88889"/>
                        <a14:backgroundMark x1="34722" y1="88889" x2="34722" y2="88889"/>
                        <a14:backgroundMark x1="36111" y1="90278" x2="36111" y2="90278"/>
                        <a14:backgroundMark x1="33333" y1="87500" x2="33333" y2="87500"/>
                        <a14:backgroundMark x1="33333" y1="86111" x2="33333" y2="86111"/>
                        <a14:backgroundMark x1="37500" y1="88889" x2="37500" y2="88889"/>
                      </a14:backgroundRemoval>
                    </a14:imgEffect>
                  </a14:imgLayer>
                </a14:imgProps>
              </a:ext>
              <a:ext uri="{28A0092B-C50C-407E-A947-70E740481C1C}">
                <a14:useLocalDpi xmlns:a14="http://schemas.microsoft.com/office/drawing/2010/main" val="0"/>
              </a:ext>
            </a:extLst>
          </a:blip>
          <a:stretch>
            <a:fillRect/>
          </a:stretch>
        </p:blipFill>
        <p:spPr>
          <a:xfrm>
            <a:off x="2820352" y="1979888"/>
            <a:ext cx="316349" cy="316349"/>
          </a:xfrm>
          <a:prstGeom prst="rect">
            <a:avLst/>
          </a:prstGeom>
        </p:spPr>
      </p:pic>
      <p:pic>
        <p:nvPicPr>
          <p:cNvPr id="105" name="Picture 104">
            <a:extLst>
              <a:ext uri="{FF2B5EF4-FFF2-40B4-BE49-F238E27FC236}">
                <a16:creationId xmlns:a16="http://schemas.microsoft.com/office/drawing/2014/main" id="{34297D99-51C1-43AC-86A8-6FFA4F5817E1}"/>
              </a:ext>
            </a:extLst>
          </p:cNvPr>
          <p:cNvPicPr>
            <a:picLocks noChangeAspect="1"/>
          </p:cNvPicPr>
          <p:nvPr/>
        </p:nvPicPr>
        <p:blipFill>
          <a:blip r:embed="rId76">
            <a:extLst>
              <a:ext uri="{28A0092B-C50C-407E-A947-70E740481C1C}">
                <a14:useLocalDpi xmlns:a14="http://schemas.microsoft.com/office/drawing/2010/main" val="0"/>
              </a:ext>
            </a:extLst>
          </a:blip>
          <a:stretch>
            <a:fillRect/>
          </a:stretch>
        </p:blipFill>
        <p:spPr>
          <a:xfrm>
            <a:off x="3474715" y="1833219"/>
            <a:ext cx="609685" cy="609685"/>
          </a:xfrm>
          <a:prstGeom prst="rect">
            <a:avLst/>
          </a:prstGeom>
        </p:spPr>
      </p:pic>
      <p:pic>
        <p:nvPicPr>
          <p:cNvPr id="106" name="Graphic 105" descr="Printer">
            <a:extLst>
              <a:ext uri="{FF2B5EF4-FFF2-40B4-BE49-F238E27FC236}">
                <a16:creationId xmlns:a16="http://schemas.microsoft.com/office/drawing/2014/main" id="{BB94BF21-1485-40FA-956E-751603EE5330}"/>
              </a:ext>
            </a:extLst>
          </p:cNvPr>
          <p:cNvPicPr>
            <a:picLocks noChangeAspect="1"/>
          </p:cNvPicPr>
          <p:nvPr/>
        </p:nvPicPr>
        <p:blipFill>
          <a:blip r:embed="rId77">
            <a:extLst>
              <a:ext uri="{28A0092B-C50C-407E-A947-70E740481C1C}">
                <a14:useLocalDpi xmlns:a14="http://schemas.microsoft.com/office/drawing/2010/main" val="0"/>
              </a:ext>
              <a:ext uri="{96DAC541-7B7A-43D3-8B79-37D633B846F1}">
                <asvg:svgBlip xmlns:asvg="http://schemas.microsoft.com/office/drawing/2016/SVG/main" r:embed="rId78"/>
              </a:ext>
            </a:extLst>
          </a:blip>
          <a:stretch>
            <a:fillRect/>
          </a:stretch>
        </p:blipFill>
        <p:spPr>
          <a:xfrm>
            <a:off x="4344687" y="1695710"/>
            <a:ext cx="476692" cy="476692"/>
          </a:xfrm>
          <a:prstGeom prst="rect">
            <a:avLst/>
          </a:prstGeom>
        </p:spPr>
      </p:pic>
      <p:pic>
        <p:nvPicPr>
          <p:cNvPr id="107" name="Graphic 106" descr="Television">
            <a:extLst>
              <a:ext uri="{FF2B5EF4-FFF2-40B4-BE49-F238E27FC236}">
                <a16:creationId xmlns:a16="http://schemas.microsoft.com/office/drawing/2014/main" id="{B4E1EE45-45EC-4EE0-B80F-9E8BFDE599F0}"/>
              </a:ext>
            </a:extLst>
          </p:cNvPr>
          <p:cNvPicPr>
            <a:picLocks noChangeAspect="1"/>
          </p:cNvPicPr>
          <p:nvPr/>
        </p:nvPicPr>
        <p:blipFill>
          <a:blip r:embed="rId79">
            <a:extLst>
              <a:ext uri="{28A0092B-C50C-407E-A947-70E740481C1C}">
                <a14:useLocalDpi xmlns:a14="http://schemas.microsoft.com/office/drawing/2010/main" val="0"/>
              </a:ext>
              <a:ext uri="{96DAC541-7B7A-43D3-8B79-37D633B846F1}">
                <asvg:svgBlip xmlns:asvg="http://schemas.microsoft.com/office/drawing/2016/SVG/main" r:embed="rId80"/>
              </a:ext>
            </a:extLst>
          </a:blip>
          <a:stretch>
            <a:fillRect/>
          </a:stretch>
        </p:blipFill>
        <p:spPr>
          <a:xfrm>
            <a:off x="5134380" y="1771237"/>
            <a:ext cx="476692" cy="476692"/>
          </a:xfrm>
          <a:prstGeom prst="rect">
            <a:avLst/>
          </a:prstGeom>
        </p:spPr>
      </p:pic>
      <p:pic>
        <p:nvPicPr>
          <p:cNvPr id="108" name="Graphic 107" descr="Single gear">
            <a:extLst>
              <a:ext uri="{FF2B5EF4-FFF2-40B4-BE49-F238E27FC236}">
                <a16:creationId xmlns:a16="http://schemas.microsoft.com/office/drawing/2014/main" id="{E4277C76-2977-4E46-A66D-3D7F4D5BA8E0}"/>
              </a:ext>
            </a:extLst>
          </p:cNvPr>
          <p:cNvPicPr>
            <a:picLocks noChangeAspect="1"/>
          </p:cNvPicPr>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5826606" y="1741542"/>
            <a:ext cx="476692" cy="476692"/>
          </a:xfrm>
          <a:prstGeom prst="rect">
            <a:avLst/>
          </a:prstGeom>
        </p:spPr>
      </p:pic>
      <p:pic>
        <p:nvPicPr>
          <p:cNvPr id="109" name="Graphic 108" descr="Tools">
            <a:extLst>
              <a:ext uri="{FF2B5EF4-FFF2-40B4-BE49-F238E27FC236}">
                <a16:creationId xmlns:a16="http://schemas.microsoft.com/office/drawing/2014/main" id="{5DD14323-1291-4A72-9F6B-82364B86C664}"/>
              </a:ext>
            </a:extLst>
          </p:cNvPr>
          <p:cNvPicPr>
            <a:picLocks noChangeAspect="1"/>
          </p:cNvPicPr>
          <p:nvPr/>
        </p:nvPicPr>
        <p:blipFill>
          <a:blip r:embed="rId83">
            <a:extLst>
              <a:ext uri="{28A0092B-C50C-407E-A947-70E740481C1C}">
                <a14:useLocalDpi xmlns:a14="http://schemas.microsoft.com/office/drawing/2010/main" val="0"/>
              </a:ext>
              <a:ext uri="{96DAC541-7B7A-43D3-8B79-37D633B846F1}">
                <asvg:svgBlip xmlns:asvg="http://schemas.microsoft.com/office/drawing/2016/SVG/main" r:embed="rId84"/>
              </a:ext>
            </a:extLst>
          </a:blip>
          <a:stretch>
            <a:fillRect/>
          </a:stretch>
        </p:blipFill>
        <p:spPr>
          <a:xfrm>
            <a:off x="6452432" y="1759404"/>
            <a:ext cx="476692" cy="476692"/>
          </a:xfrm>
          <a:prstGeom prst="rect">
            <a:avLst/>
          </a:prstGeom>
        </p:spPr>
      </p:pic>
      <p:pic>
        <p:nvPicPr>
          <p:cNvPr id="110" name="Graphic 109" descr="Pie chart">
            <a:extLst>
              <a:ext uri="{FF2B5EF4-FFF2-40B4-BE49-F238E27FC236}">
                <a16:creationId xmlns:a16="http://schemas.microsoft.com/office/drawing/2014/main" id="{6A81B6D0-2C96-4BAE-9E24-3B29D7A6DCA4}"/>
              </a:ext>
            </a:extLst>
          </p:cNvPr>
          <p:cNvPicPr>
            <a:picLocks noChangeAspect="1"/>
          </p:cNvPicPr>
          <p:nvPr/>
        </p:nvPicPr>
        <p:blipFill>
          <a:blip r:embed="rId85">
            <a:extLst>
              <a:ext uri="{28A0092B-C50C-407E-A947-70E740481C1C}">
                <a14:useLocalDpi xmlns:a14="http://schemas.microsoft.com/office/drawing/2010/main" val="0"/>
              </a:ext>
              <a:ext uri="{96DAC541-7B7A-43D3-8B79-37D633B846F1}">
                <asvg:svgBlip xmlns:asvg="http://schemas.microsoft.com/office/drawing/2016/SVG/main" r:embed="rId86"/>
              </a:ext>
            </a:extLst>
          </a:blip>
          <a:stretch>
            <a:fillRect/>
          </a:stretch>
        </p:blipFill>
        <p:spPr>
          <a:xfrm>
            <a:off x="7160324" y="1765112"/>
            <a:ext cx="505662" cy="505662"/>
          </a:xfrm>
          <a:prstGeom prst="rect">
            <a:avLst/>
          </a:prstGeom>
        </p:spPr>
      </p:pic>
      <p:pic>
        <p:nvPicPr>
          <p:cNvPr id="111" name="Graphic 110" descr="Receiver">
            <a:extLst>
              <a:ext uri="{FF2B5EF4-FFF2-40B4-BE49-F238E27FC236}">
                <a16:creationId xmlns:a16="http://schemas.microsoft.com/office/drawing/2014/main" id="{8D6DA06A-D829-4560-9B0E-45D546147760}"/>
              </a:ext>
            </a:extLst>
          </p:cNvPr>
          <p:cNvPicPr>
            <a:picLocks noChangeAspect="1"/>
          </p:cNvPicPr>
          <p:nvPr/>
        </p:nvPicPr>
        <p:blipFill>
          <a:blip r:embed="rId87">
            <a:extLst>
              <a:ext uri="{28A0092B-C50C-407E-A947-70E740481C1C}">
                <a14:useLocalDpi xmlns:a14="http://schemas.microsoft.com/office/drawing/2010/main" val="0"/>
              </a:ext>
              <a:ext uri="{96DAC541-7B7A-43D3-8B79-37D633B846F1}">
                <asvg:svgBlip xmlns:asvg="http://schemas.microsoft.com/office/drawing/2016/SVG/main" r:embed="rId88"/>
              </a:ext>
            </a:extLst>
          </a:blip>
          <a:stretch>
            <a:fillRect/>
          </a:stretch>
        </p:blipFill>
        <p:spPr>
          <a:xfrm>
            <a:off x="7792639" y="1736614"/>
            <a:ext cx="476692" cy="476692"/>
          </a:xfrm>
          <a:prstGeom prst="rect">
            <a:avLst/>
          </a:prstGeom>
        </p:spPr>
      </p:pic>
      <p:pic>
        <p:nvPicPr>
          <p:cNvPr id="112" name="Graphic 111" descr="Airplane">
            <a:extLst>
              <a:ext uri="{FF2B5EF4-FFF2-40B4-BE49-F238E27FC236}">
                <a16:creationId xmlns:a16="http://schemas.microsoft.com/office/drawing/2014/main" id="{11E371D5-D65B-4D5C-A934-BB0C5D06BD0B}"/>
              </a:ext>
            </a:extLst>
          </p:cNvPr>
          <p:cNvPicPr>
            <a:picLocks noChangeAspect="1"/>
          </p:cNvPicPr>
          <p:nvPr/>
        </p:nvPicPr>
        <p:blipFill>
          <a:blip r:embed="rId89">
            <a:extLst>
              <a:ext uri="{28A0092B-C50C-407E-A947-70E740481C1C}">
                <a14:useLocalDpi xmlns:a14="http://schemas.microsoft.com/office/drawing/2010/main" val="0"/>
              </a:ext>
              <a:ext uri="{96DAC541-7B7A-43D3-8B79-37D633B846F1}">
                <asvg:svgBlip xmlns:asvg="http://schemas.microsoft.com/office/drawing/2016/SVG/main" r:embed="rId90"/>
              </a:ext>
            </a:extLst>
          </a:blip>
          <a:stretch>
            <a:fillRect/>
          </a:stretch>
        </p:blipFill>
        <p:spPr>
          <a:xfrm>
            <a:off x="8377791" y="1722129"/>
            <a:ext cx="505662" cy="505662"/>
          </a:xfrm>
          <a:prstGeom prst="rect">
            <a:avLst/>
          </a:prstGeom>
        </p:spPr>
      </p:pic>
      <p:pic>
        <p:nvPicPr>
          <p:cNvPr id="113" name="Graphic 112" descr="Volume">
            <a:extLst>
              <a:ext uri="{FF2B5EF4-FFF2-40B4-BE49-F238E27FC236}">
                <a16:creationId xmlns:a16="http://schemas.microsoft.com/office/drawing/2014/main" id="{24C835B6-FC27-4471-AAE8-7D8374B57E2F}"/>
              </a:ext>
            </a:extLst>
          </p:cNvPr>
          <p:cNvPicPr>
            <a:picLocks noChangeAspect="1"/>
          </p:cNvPicPr>
          <p:nvPr/>
        </p:nvPicPr>
        <p:blipFill>
          <a:blip r:embed="rId91">
            <a:extLst>
              <a:ext uri="{28A0092B-C50C-407E-A947-70E740481C1C}">
                <a14:useLocalDpi xmlns:a14="http://schemas.microsoft.com/office/drawing/2010/main" val="0"/>
              </a:ext>
              <a:ext uri="{96DAC541-7B7A-43D3-8B79-37D633B846F1}">
                <asvg:svgBlip xmlns:asvg="http://schemas.microsoft.com/office/drawing/2016/SVG/main" r:embed="rId92"/>
              </a:ext>
            </a:extLst>
          </a:blip>
          <a:stretch>
            <a:fillRect/>
          </a:stretch>
        </p:blipFill>
        <p:spPr>
          <a:xfrm>
            <a:off x="9036212" y="1751099"/>
            <a:ext cx="476692" cy="476692"/>
          </a:xfrm>
          <a:prstGeom prst="rect">
            <a:avLst/>
          </a:prstGeom>
        </p:spPr>
      </p:pic>
      <p:pic>
        <p:nvPicPr>
          <p:cNvPr id="114" name="Graphic 113" descr="Full battery">
            <a:extLst>
              <a:ext uri="{FF2B5EF4-FFF2-40B4-BE49-F238E27FC236}">
                <a16:creationId xmlns:a16="http://schemas.microsoft.com/office/drawing/2014/main" id="{F1EB9583-1815-4A87-B3A1-93FABC96D007}"/>
              </a:ext>
            </a:extLst>
          </p:cNvPr>
          <p:cNvPicPr>
            <a:picLocks noChangeAspect="1"/>
          </p:cNvPicPr>
          <p:nvPr/>
        </p:nvPicPr>
        <p:blipFill>
          <a:blip r:embed="rId93">
            <a:extLst>
              <a:ext uri="{28A0092B-C50C-407E-A947-70E740481C1C}">
                <a14:useLocalDpi xmlns:a14="http://schemas.microsoft.com/office/drawing/2010/main" val="0"/>
              </a:ext>
              <a:ext uri="{96DAC541-7B7A-43D3-8B79-37D633B846F1}">
                <asvg:svgBlip xmlns:asvg="http://schemas.microsoft.com/office/drawing/2016/SVG/main" r:embed="rId94"/>
              </a:ext>
            </a:extLst>
          </a:blip>
          <a:stretch>
            <a:fillRect/>
          </a:stretch>
        </p:blipFill>
        <p:spPr>
          <a:xfrm>
            <a:off x="9687889" y="1784742"/>
            <a:ext cx="451354" cy="451354"/>
          </a:xfrm>
          <a:prstGeom prst="rect">
            <a:avLst/>
          </a:prstGeom>
        </p:spPr>
      </p:pic>
      <p:pic>
        <p:nvPicPr>
          <p:cNvPr id="115" name="Graphic 114" descr="Watch">
            <a:extLst>
              <a:ext uri="{FF2B5EF4-FFF2-40B4-BE49-F238E27FC236}">
                <a16:creationId xmlns:a16="http://schemas.microsoft.com/office/drawing/2014/main" id="{F765BF3D-9D24-4BCD-BC55-4DA1CA4189DF}"/>
              </a:ext>
            </a:extLst>
          </p:cNvPr>
          <p:cNvPicPr>
            <a:picLocks noChangeAspect="1"/>
          </p:cNvPicPr>
          <p:nvPr/>
        </p:nvPicPr>
        <p:blipFill>
          <a:blip r:embed="rId95">
            <a:extLst>
              <a:ext uri="{28A0092B-C50C-407E-A947-70E740481C1C}">
                <a14:useLocalDpi xmlns:a14="http://schemas.microsoft.com/office/drawing/2010/main" val="0"/>
              </a:ext>
              <a:ext uri="{96DAC541-7B7A-43D3-8B79-37D633B846F1}">
                <asvg:svgBlip xmlns:asvg="http://schemas.microsoft.com/office/drawing/2016/SVG/main" r:embed="rId96"/>
              </a:ext>
            </a:extLst>
          </a:blip>
          <a:stretch>
            <a:fillRect/>
          </a:stretch>
        </p:blipFill>
        <p:spPr>
          <a:xfrm>
            <a:off x="10351587" y="1665944"/>
            <a:ext cx="476692" cy="476692"/>
          </a:xfrm>
          <a:prstGeom prst="rect">
            <a:avLst/>
          </a:prstGeom>
        </p:spPr>
      </p:pic>
      <p:pic>
        <p:nvPicPr>
          <p:cNvPr id="116" name="Graphic 115" descr="Flag">
            <a:extLst>
              <a:ext uri="{FF2B5EF4-FFF2-40B4-BE49-F238E27FC236}">
                <a16:creationId xmlns:a16="http://schemas.microsoft.com/office/drawing/2014/main" id="{C8FFA52B-A68D-439D-838F-09D37AA43A98}"/>
              </a:ext>
            </a:extLst>
          </p:cNvPr>
          <p:cNvPicPr>
            <a:picLocks noChangeAspect="1"/>
          </p:cNvPicPr>
          <p:nvPr/>
        </p:nvPicPr>
        <p:blipFill>
          <a:blip r:embed="rId97">
            <a:extLst>
              <a:ext uri="{28A0092B-C50C-407E-A947-70E740481C1C}">
                <a14:useLocalDpi xmlns:a14="http://schemas.microsoft.com/office/drawing/2010/main" val="0"/>
              </a:ext>
              <a:ext uri="{96DAC541-7B7A-43D3-8B79-37D633B846F1}">
                <asvg:svgBlip xmlns:asvg="http://schemas.microsoft.com/office/drawing/2016/SVG/main" r:embed="rId98"/>
              </a:ext>
            </a:extLst>
          </a:blip>
          <a:stretch>
            <a:fillRect/>
          </a:stretch>
        </p:blipFill>
        <p:spPr>
          <a:xfrm>
            <a:off x="10817610" y="1686707"/>
            <a:ext cx="451354" cy="451354"/>
          </a:xfrm>
          <a:prstGeom prst="rect">
            <a:avLst/>
          </a:prstGeom>
        </p:spPr>
      </p:pic>
      <p:pic>
        <p:nvPicPr>
          <p:cNvPr id="117" name="Graphic 116" descr="Mute speaker">
            <a:extLst>
              <a:ext uri="{FF2B5EF4-FFF2-40B4-BE49-F238E27FC236}">
                <a16:creationId xmlns:a16="http://schemas.microsoft.com/office/drawing/2014/main" id="{238B6984-EE76-457D-9D8D-AEDF481CA7A8}"/>
              </a:ext>
            </a:extLst>
          </p:cNvPr>
          <p:cNvPicPr>
            <a:picLocks noChangeAspect="1"/>
          </p:cNvPicPr>
          <p:nvPr/>
        </p:nvPicPr>
        <p:blipFill>
          <a:blip r:embed="rId99">
            <a:extLst>
              <a:ext uri="{28A0092B-C50C-407E-A947-70E740481C1C}">
                <a14:useLocalDpi xmlns:a14="http://schemas.microsoft.com/office/drawing/2010/main" val="0"/>
              </a:ext>
              <a:ext uri="{96DAC541-7B7A-43D3-8B79-37D633B846F1}">
                <asvg:svgBlip xmlns:asvg="http://schemas.microsoft.com/office/drawing/2016/SVG/main" r:embed="rId100"/>
              </a:ext>
            </a:extLst>
          </a:blip>
          <a:stretch>
            <a:fillRect/>
          </a:stretch>
        </p:blipFill>
        <p:spPr>
          <a:xfrm>
            <a:off x="11396847" y="1594873"/>
            <a:ext cx="476692" cy="476692"/>
          </a:xfrm>
          <a:prstGeom prst="rect">
            <a:avLst/>
          </a:prstGeom>
        </p:spPr>
      </p:pic>
      <p:pic>
        <p:nvPicPr>
          <p:cNvPr id="118" name="Picture 117">
            <a:extLst>
              <a:ext uri="{FF2B5EF4-FFF2-40B4-BE49-F238E27FC236}">
                <a16:creationId xmlns:a16="http://schemas.microsoft.com/office/drawing/2014/main" id="{0A04334F-F967-4673-AD56-0D89C366C0AF}"/>
              </a:ext>
            </a:extLst>
          </p:cNvPr>
          <p:cNvPicPr>
            <a:picLocks noChangeAspect="1"/>
          </p:cNvPicPr>
          <p:nvPr/>
        </p:nvPicPr>
        <p:blipFill>
          <a:blip r:embed="rId101">
            <a:extLst>
              <a:ext uri="{BEBA8EAE-BF5A-486C-A8C5-ECC9F3942E4B}">
                <a14:imgProps xmlns:a14="http://schemas.microsoft.com/office/drawing/2010/main">
                  <a14:imgLayer r:embed="rId102">
                    <a14:imgEffect>
                      <a14:backgroundRemoval t="10000" b="90000" l="10000" r="90000">
                        <a14:backgroundMark x1="47500" y1="19697" x2="47500" y2="19697"/>
                        <a14:backgroundMark x1="47500" y1="17424" x2="41500" y2="38636"/>
                      </a14:backgroundRemoval>
                    </a14:imgEffect>
                  </a14:imgLayer>
                </a14:imgProps>
              </a:ext>
              <a:ext uri="{28A0092B-C50C-407E-A947-70E740481C1C}">
                <a14:useLocalDpi xmlns:a14="http://schemas.microsoft.com/office/drawing/2010/main" val="0"/>
              </a:ext>
            </a:extLst>
          </a:blip>
          <a:stretch>
            <a:fillRect/>
          </a:stretch>
        </p:blipFill>
        <p:spPr>
          <a:xfrm>
            <a:off x="-152995" y="1752855"/>
            <a:ext cx="1169721" cy="772016"/>
          </a:xfrm>
          <a:prstGeom prst="rect">
            <a:avLst/>
          </a:prstGeom>
        </p:spPr>
      </p:pic>
      <p:pic>
        <p:nvPicPr>
          <p:cNvPr id="119" name="Graphic 118" descr="Chess pieces">
            <a:extLst>
              <a:ext uri="{FF2B5EF4-FFF2-40B4-BE49-F238E27FC236}">
                <a16:creationId xmlns:a16="http://schemas.microsoft.com/office/drawing/2014/main" id="{97E2032D-66AC-4CF1-804F-1607A11856F9}"/>
              </a:ext>
            </a:extLst>
          </p:cNvPr>
          <p:cNvPicPr>
            <a:picLocks noChangeAspect="1"/>
          </p:cNvPicPr>
          <p:nvPr/>
        </p:nvPicPr>
        <p:blipFill>
          <a:blip r:embed="rId103">
            <a:extLst>
              <a:ext uri="{28A0092B-C50C-407E-A947-70E740481C1C}">
                <a14:useLocalDpi xmlns:a14="http://schemas.microsoft.com/office/drawing/2010/main" val="0"/>
              </a:ext>
              <a:ext uri="{96DAC541-7B7A-43D3-8B79-37D633B846F1}">
                <asvg:svgBlip xmlns:asvg="http://schemas.microsoft.com/office/drawing/2016/SVG/main" r:embed="rId104"/>
              </a:ext>
            </a:extLst>
          </a:blip>
          <a:stretch>
            <a:fillRect/>
          </a:stretch>
        </p:blipFill>
        <p:spPr>
          <a:xfrm>
            <a:off x="3161378" y="1014140"/>
            <a:ext cx="476692" cy="476692"/>
          </a:xfrm>
          <a:prstGeom prst="rect">
            <a:avLst/>
          </a:prstGeom>
        </p:spPr>
      </p:pic>
      <p:pic>
        <p:nvPicPr>
          <p:cNvPr id="120" name="Graphic 119" descr="Shopping bag">
            <a:extLst>
              <a:ext uri="{FF2B5EF4-FFF2-40B4-BE49-F238E27FC236}">
                <a16:creationId xmlns:a16="http://schemas.microsoft.com/office/drawing/2014/main" id="{839A4950-7588-4AEE-9083-2E611A898230}"/>
              </a:ext>
            </a:extLst>
          </p:cNvPr>
          <p:cNvPicPr>
            <a:picLocks noChangeAspect="1"/>
          </p:cNvPicPr>
          <p:nvPr/>
        </p:nvPicPr>
        <p:blipFill>
          <a:blip r:embed="rId105">
            <a:extLst>
              <a:ext uri="{28A0092B-C50C-407E-A947-70E740481C1C}">
                <a14:useLocalDpi xmlns:a14="http://schemas.microsoft.com/office/drawing/2010/main" val="0"/>
              </a:ext>
              <a:ext uri="{96DAC541-7B7A-43D3-8B79-37D633B846F1}">
                <asvg:svgBlip xmlns:asvg="http://schemas.microsoft.com/office/drawing/2016/SVG/main" r:embed="rId106"/>
              </a:ext>
            </a:extLst>
          </a:blip>
          <a:stretch>
            <a:fillRect/>
          </a:stretch>
        </p:blipFill>
        <p:spPr>
          <a:xfrm>
            <a:off x="167404" y="322383"/>
            <a:ext cx="451354" cy="451354"/>
          </a:xfrm>
          <a:prstGeom prst="rect">
            <a:avLst/>
          </a:prstGeom>
        </p:spPr>
      </p:pic>
      <p:pic>
        <p:nvPicPr>
          <p:cNvPr id="121" name="Graphic 120" descr="Venn diagram">
            <a:extLst>
              <a:ext uri="{FF2B5EF4-FFF2-40B4-BE49-F238E27FC236}">
                <a16:creationId xmlns:a16="http://schemas.microsoft.com/office/drawing/2014/main" id="{90CA0343-44BF-44C8-8EE3-E49863E78986}"/>
              </a:ext>
            </a:extLst>
          </p:cNvPr>
          <p:cNvPicPr>
            <a:picLocks noChangeAspect="1"/>
          </p:cNvPicPr>
          <p:nvPr/>
        </p:nvPicPr>
        <p:blipFill>
          <a:blip r:embed="rId107">
            <a:extLst>
              <a:ext uri="{28A0092B-C50C-407E-A947-70E740481C1C}">
                <a14:useLocalDpi xmlns:a14="http://schemas.microsoft.com/office/drawing/2010/main" val="0"/>
              </a:ext>
              <a:ext uri="{96DAC541-7B7A-43D3-8B79-37D633B846F1}">
                <asvg:svgBlip xmlns:asvg="http://schemas.microsoft.com/office/drawing/2016/SVG/main" r:embed="rId108"/>
              </a:ext>
            </a:extLst>
          </a:blip>
          <a:stretch>
            <a:fillRect/>
          </a:stretch>
        </p:blipFill>
        <p:spPr>
          <a:xfrm>
            <a:off x="183549" y="2415766"/>
            <a:ext cx="510404" cy="510404"/>
          </a:xfrm>
          <a:prstGeom prst="rect">
            <a:avLst/>
          </a:prstGeom>
        </p:spPr>
      </p:pic>
      <p:pic>
        <p:nvPicPr>
          <p:cNvPr id="122" name="Graphic 121" descr="Thumbs up sign">
            <a:extLst>
              <a:ext uri="{FF2B5EF4-FFF2-40B4-BE49-F238E27FC236}">
                <a16:creationId xmlns:a16="http://schemas.microsoft.com/office/drawing/2014/main" id="{4C9A3B16-1C54-46CA-9C55-2A114DDA87BF}"/>
              </a:ext>
            </a:extLst>
          </p:cNvPr>
          <p:cNvPicPr>
            <a:picLocks noChangeAspect="1"/>
          </p:cNvPicPr>
          <p:nvPr/>
        </p:nvPicPr>
        <p:blipFill>
          <a:blip r:embed="rId109">
            <a:extLst>
              <a:ext uri="{28A0092B-C50C-407E-A947-70E740481C1C}">
                <a14:useLocalDpi xmlns:a14="http://schemas.microsoft.com/office/drawing/2010/main" val="0"/>
              </a:ext>
              <a:ext uri="{96DAC541-7B7A-43D3-8B79-37D633B846F1}">
                <asvg:svgBlip xmlns:asvg="http://schemas.microsoft.com/office/drawing/2016/SVG/main" r:embed="rId110"/>
              </a:ext>
            </a:extLst>
          </a:blip>
          <a:stretch>
            <a:fillRect/>
          </a:stretch>
        </p:blipFill>
        <p:spPr>
          <a:xfrm>
            <a:off x="798483" y="2474816"/>
            <a:ext cx="451354" cy="451354"/>
          </a:xfrm>
          <a:prstGeom prst="rect">
            <a:avLst/>
          </a:prstGeom>
        </p:spPr>
      </p:pic>
      <p:pic>
        <p:nvPicPr>
          <p:cNvPr id="123" name="Graphic 122" descr="Smart Phone">
            <a:extLst>
              <a:ext uri="{FF2B5EF4-FFF2-40B4-BE49-F238E27FC236}">
                <a16:creationId xmlns:a16="http://schemas.microsoft.com/office/drawing/2014/main" id="{360A236B-329D-4020-AD1D-05B7E34B9418}"/>
              </a:ext>
            </a:extLst>
          </p:cNvPr>
          <p:cNvPicPr>
            <a:picLocks noChangeAspect="1"/>
          </p:cNvPicPr>
          <p:nvPr/>
        </p:nvPicPr>
        <p:blipFill>
          <a:blip r:embed="rId111">
            <a:extLst>
              <a:ext uri="{28A0092B-C50C-407E-A947-70E740481C1C}">
                <a14:useLocalDpi xmlns:a14="http://schemas.microsoft.com/office/drawing/2010/main" val="0"/>
              </a:ext>
              <a:ext uri="{96DAC541-7B7A-43D3-8B79-37D633B846F1}">
                <asvg:svgBlip xmlns:asvg="http://schemas.microsoft.com/office/drawing/2016/SVG/main" r:embed="rId112"/>
              </a:ext>
            </a:extLst>
          </a:blip>
          <a:stretch>
            <a:fillRect/>
          </a:stretch>
        </p:blipFill>
        <p:spPr>
          <a:xfrm>
            <a:off x="1345387" y="2476407"/>
            <a:ext cx="510404" cy="510404"/>
          </a:xfrm>
          <a:prstGeom prst="rect">
            <a:avLst/>
          </a:prstGeom>
        </p:spPr>
      </p:pic>
      <p:pic>
        <p:nvPicPr>
          <p:cNvPr id="124" name="Graphic 123" descr="Shield Cross">
            <a:extLst>
              <a:ext uri="{FF2B5EF4-FFF2-40B4-BE49-F238E27FC236}">
                <a16:creationId xmlns:a16="http://schemas.microsoft.com/office/drawing/2014/main" id="{5D14016B-043B-4488-868A-EEBAA98AE034}"/>
              </a:ext>
            </a:extLst>
          </p:cNvPr>
          <p:cNvPicPr>
            <a:picLocks noChangeAspect="1"/>
          </p:cNvPicPr>
          <p:nvPr/>
        </p:nvPicPr>
        <p:blipFill>
          <a:blip r:embed="rId113">
            <a:extLst>
              <a:ext uri="{28A0092B-C50C-407E-A947-70E740481C1C}">
                <a14:useLocalDpi xmlns:a14="http://schemas.microsoft.com/office/drawing/2010/main" val="0"/>
              </a:ext>
              <a:ext uri="{96DAC541-7B7A-43D3-8B79-37D633B846F1}">
                <asvg:svgBlip xmlns:asvg="http://schemas.microsoft.com/office/drawing/2016/SVG/main" r:embed="rId114"/>
              </a:ext>
            </a:extLst>
          </a:blip>
          <a:stretch>
            <a:fillRect/>
          </a:stretch>
        </p:blipFill>
        <p:spPr>
          <a:xfrm>
            <a:off x="1954838" y="2552965"/>
            <a:ext cx="451354" cy="451354"/>
          </a:xfrm>
          <a:prstGeom prst="rect">
            <a:avLst/>
          </a:prstGeom>
        </p:spPr>
      </p:pic>
      <p:pic>
        <p:nvPicPr>
          <p:cNvPr id="125" name="Graphic 124" descr="Help">
            <a:extLst>
              <a:ext uri="{FF2B5EF4-FFF2-40B4-BE49-F238E27FC236}">
                <a16:creationId xmlns:a16="http://schemas.microsoft.com/office/drawing/2014/main" id="{66F9DC4B-1E99-432E-AE75-FF441A658764}"/>
              </a:ext>
            </a:extLst>
          </p:cNvPr>
          <p:cNvPicPr>
            <a:picLocks noChangeAspect="1"/>
          </p:cNvPicPr>
          <p:nvPr/>
        </p:nvPicPr>
        <p:blipFill>
          <a:blip r:embed="rId115">
            <a:extLst>
              <a:ext uri="{28A0092B-C50C-407E-A947-70E740481C1C}">
                <a14:useLocalDpi xmlns:a14="http://schemas.microsoft.com/office/drawing/2010/main" val="0"/>
              </a:ext>
              <a:ext uri="{96DAC541-7B7A-43D3-8B79-37D633B846F1}">
                <asvg:svgBlip xmlns:asvg="http://schemas.microsoft.com/office/drawing/2016/SVG/main" r:embed="rId116"/>
              </a:ext>
            </a:extLst>
          </a:blip>
          <a:stretch>
            <a:fillRect/>
          </a:stretch>
        </p:blipFill>
        <p:spPr>
          <a:xfrm>
            <a:off x="2640348" y="2552965"/>
            <a:ext cx="451354" cy="451354"/>
          </a:xfrm>
          <a:prstGeom prst="rect">
            <a:avLst/>
          </a:prstGeom>
        </p:spPr>
      </p:pic>
      <p:pic>
        <p:nvPicPr>
          <p:cNvPr id="126" name="Graphic 125" descr="Address Book">
            <a:extLst>
              <a:ext uri="{FF2B5EF4-FFF2-40B4-BE49-F238E27FC236}">
                <a16:creationId xmlns:a16="http://schemas.microsoft.com/office/drawing/2014/main" id="{944BFAEA-C711-408F-994E-AFE316F1D84B}"/>
              </a:ext>
            </a:extLst>
          </p:cNvPr>
          <p:cNvPicPr>
            <a:picLocks noChangeAspect="1"/>
          </p:cNvPicPr>
          <p:nvPr/>
        </p:nvPicPr>
        <p:blipFill>
          <a:blip r:embed="rId117">
            <a:extLst>
              <a:ext uri="{28A0092B-C50C-407E-A947-70E740481C1C}">
                <a14:useLocalDpi xmlns:a14="http://schemas.microsoft.com/office/drawing/2010/main" val="0"/>
              </a:ext>
              <a:ext uri="{96DAC541-7B7A-43D3-8B79-37D633B846F1}">
                <asvg:svgBlip xmlns:asvg="http://schemas.microsoft.com/office/drawing/2016/SVG/main" r:embed="rId118"/>
              </a:ext>
            </a:extLst>
          </a:blip>
          <a:stretch>
            <a:fillRect/>
          </a:stretch>
        </p:blipFill>
        <p:spPr>
          <a:xfrm>
            <a:off x="3236369" y="2552965"/>
            <a:ext cx="476692" cy="476692"/>
          </a:xfrm>
          <a:prstGeom prst="rect">
            <a:avLst/>
          </a:prstGeom>
        </p:spPr>
      </p:pic>
      <p:pic>
        <p:nvPicPr>
          <p:cNvPr id="127" name="Graphic 126" descr="Cmd Terminal">
            <a:extLst>
              <a:ext uri="{FF2B5EF4-FFF2-40B4-BE49-F238E27FC236}">
                <a16:creationId xmlns:a16="http://schemas.microsoft.com/office/drawing/2014/main" id="{58F795BF-88C3-4B0C-A4D9-3FF9BA73AB58}"/>
              </a:ext>
            </a:extLst>
          </p:cNvPr>
          <p:cNvPicPr>
            <a:picLocks noChangeAspect="1"/>
          </p:cNvPicPr>
          <p:nvPr/>
        </p:nvPicPr>
        <p:blipFill>
          <a:blip r:embed="rId119">
            <a:extLst>
              <a:ext uri="{28A0092B-C50C-407E-A947-70E740481C1C}">
                <a14:useLocalDpi xmlns:a14="http://schemas.microsoft.com/office/drawing/2010/main" val="0"/>
              </a:ext>
              <a:ext uri="{96DAC541-7B7A-43D3-8B79-37D633B846F1}">
                <asvg:svgBlip xmlns:asvg="http://schemas.microsoft.com/office/drawing/2016/SVG/main" r:embed="rId120"/>
              </a:ext>
            </a:extLst>
          </a:blip>
          <a:stretch>
            <a:fillRect/>
          </a:stretch>
        </p:blipFill>
        <p:spPr>
          <a:xfrm>
            <a:off x="3858723" y="2610862"/>
            <a:ext cx="451354" cy="451354"/>
          </a:xfrm>
          <a:prstGeom prst="rect">
            <a:avLst/>
          </a:prstGeom>
        </p:spPr>
      </p:pic>
      <p:pic>
        <p:nvPicPr>
          <p:cNvPr id="128" name="Picture 127">
            <a:extLst>
              <a:ext uri="{FF2B5EF4-FFF2-40B4-BE49-F238E27FC236}">
                <a16:creationId xmlns:a16="http://schemas.microsoft.com/office/drawing/2014/main" id="{BF171B46-0C2C-45A6-AB54-7B9BD7AD0123}"/>
              </a:ext>
            </a:extLst>
          </p:cNvPr>
          <p:cNvPicPr>
            <a:picLocks noChangeAspect="1"/>
          </p:cNvPicPr>
          <p:nvPr/>
        </p:nvPicPr>
        <p:blipFill>
          <a:blip r:embed="rId121">
            <a:extLst>
              <a:ext uri="{BEBA8EAE-BF5A-486C-A8C5-ECC9F3942E4B}">
                <a14:imgProps xmlns:a14="http://schemas.microsoft.com/office/drawing/2010/main">
                  <a14:imgLayer r:embed="rId122">
                    <a14:imgEffect>
                      <a14:backgroundRemoval t="10000" b="96400" l="10000" r="90000">
                        <a14:foregroundMark x1="6800" y1="18400" x2="92800" y2="20000"/>
                        <a14:foregroundMark x1="92800" y1="20000" x2="48400" y2="96400"/>
                        <a14:foregroundMark x1="48400" y1="96400" x2="17600" y2="15600"/>
                        <a14:foregroundMark x1="17600" y1="15600" x2="79600" y2="75200"/>
                        <a14:foregroundMark x1="79600" y1="75200" x2="68800" y2="73600"/>
                        <a14:foregroundMark x1="50800" y1="12400" x2="50800" y2="12400"/>
                        <a14:foregroundMark x1="50000" y1="10800" x2="47600" y2="91600"/>
                        <a14:foregroundMark x1="12800" y1="52000" x2="85200" y2="52800"/>
                      </a14:backgroundRemoval>
                    </a14:imgEffect>
                  </a14:imgLayer>
                </a14:imgProps>
              </a:ext>
              <a:ext uri="{28A0092B-C50C-407E-A947-70E740481C1C}">
                <a14:useLocalDpi xmlns:a14="http://schemas.microsoft.com/office/drawing/2010/main" val="0"/>
              </a:ext>
            </a:extLst>
          </a:blip>
          <a:stretch>
            <a:fillRect/>
          </a:stretch>
        </p:blipFill>
        <p:spPr>
          <a:xfrm>
            <a:off x="4681708" y="2648228"/>
            <a:ext cx="555884" cy="555884"/>
          </a:xfrm>
          <a:prstGeom prst="rect">
            <a:avLst/>
          </a:prstGeom>
        </p:spPr>
      </p:pic>
      <p:pic>
        <p:nvPicPr>
          <p:cNvPr id="129" name="Graphic 128" descr="Smart Phone">
            <a:extLst>
              <a:ext uri="{FF2B5EF4-FFF2-40B4-BE49-F238E27FC236}">
                <a16:creationId xmlns:a16="http://schemas.microsoft.com/office/drawing/2014/main" id="{B949CA41-F1ED-4F3C-97FD-3A5561D847F2}"/>
              </a:ext>
            </a:extLst>
          </p:cNvPr>
          <p:cNvPicPr>
            <a:picLocks noChangeAspect="1"/>
          </p:cNvPicPr>
          <p:nvPr/>
        </p:nvPicPr>
        <p:blipFill>
          <a:blip r:embed="rId123">
            <a:extLst>
              <a:ext uri="{28A0092B-C50C-407E-A947-70E740481C1C}">
                <a14:useLocalDpi xmlns:a14="http://schemas.microsoft.com/office/drawing/2010/main" val="0"/>
              </a:ext>
              <a:ext uri="{96DAC541-7B7A-43D3-8B79-37D633B846F1}">
                <asvg:svgBlip xmlns:asvg="http://schemas.microsoft.com/office/drawing/2016/SVG/main" r:embed="rId124"/>
              </a:ext>
            </a:extLst>
          </a:blip>
          <a:stretch>
            <a:fillRect/>
          </a:stretch>
        </p:blipFill>
        <p:spPr>
          <a:xfrm rot="1874183">
            <a:off x="5307873" y="2639816"/>
            <a:ext cx="510404" cy="510404"/>
          </a:xfrm>
          <a:prstGeom prst="rect">
            <a:avLst/>
          </a:prstGeom>
        </p:spPr>
      </p:pic>
      <p:pic>
        <p:nvPicPr>
          <p:cNvPr id="130" name="Picture 129">
            <a:extLst>
              <a:ext uri="{FF2B5EF4-FFF2-40B4-BE49-F238E27FC236}">
                <a16:creationId xmlns:a16="http://schemas.microsoft.com/office/drawing/2014/main" id="{4B3C2C9C-374B-488C-8CEC-F3C29BE5B289}"/>
              </a:ext>
            </a:extLst>
          </p:cNvPr>
          <p:cNvPicPr>
            <a:picLocks noChangeAspect="1"/>
          </p:cNvPicPr>
          <p:nvPr/>
        </p:nvPicPr>
        <p:blipFill>
          <a:blip r:embed="rId125">
            <a:extLst>
              <a:ext uri="{28A0092B-C50C-407E-A947-70E740481C1C}">
                <a14:useLocalDpi xmlns:a14="http://schemas.microsoft.com/office/drawing/2010/main" val="0"/>
              </a:ext>
            </a:extLst>
          </a:blip>
          <a:stretch>
            <a:fillRect/>
          </a:stretch>
        </p:blipFill>
        <p:spPr>
          <a:xfrm>
            <a:off x="6012145" y="2630765"/>
            <a:ext cx="528506" cy="528506"/>
          </a:xfrm>
          <a:prstGeom prst="rect">
            <a:avLst/>
          </a:prstGeom>
        </p:spPr>
      </p:pic>
      <p:pic>
        <p:nvPicPr>
          <p:cNvPr id="131" name="Picture 130" descr="A close up of a logo&#10;&#10;Description automatically generated">
            <a:extLst>
              <a:ext uri="{FF2B5EF4-FFF2-40B4-BE49-F238E27FC236}">
                <a16:creationId xmlns:a16="http://schemas.microsoft.com/office/drawing/2014/main" id="{F081CD00-80F3-453E-891C-D60F9D4C4257}"/>
              </a:ext>
            </a:extLst>
          </p:cNvPr>
          <p:cNvPicPr>
            <a:picLocks noChangeAspect="1"/>
          </p:cNvPicPr>
          <p:nvPr/>
        </p:nvPicPr>
        <p:blipFill rotWithShape="1">
          <a:blip r:embed="rId126">
            <a:extLst>
              <a:ext uri="{28A0092B-C50C-407E-A947-70E740481C1C}">
                <a14:useLocalDpi xmlns:a14="http://schemas.microsoft.com/office/drawing/2010/main" val="0"/>
              </a:ext>
            </a:extLst>
          </a:blip>
          <a:srcRect l="14352" t="14957" r="14957" b="15601"/>
          <a:stretch/>
        </p:blipFill>
        <p:spPr>
          <a:xfrm>
            <a:off x="6634547" y="2612259"/>
            <a:ext cx="582778" cy="572477"/>
          </a:xfrm>
          <a:prstGeom prst="rect">
            <a:avLst/>
          </a:prstGeom>
        </p:spPr>
      </p:pic>
      <p:sp>
        <p:nvSpPr>
          <p:cNvPr id="132" name="Rectangle 131">
            <a:extLst>
              <a:ext uri="{FF2B5EF4-FFF2-40B4-BE49-F238E27FC236}">
                <a16:creationId xmlns:a16="http://schemas.microsoft.com/office/drawing/2014/main" id="{02C43593-8825-4A5B-BE2E-38EB4D799FD6}"/>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All icons</a:t>
            </a:r>
          </a:p>
        </p:txBody>
      </p:sp>
      <p:pic>
        <p:nvPicPr>
          <p:cNvPr id="133" name="Graphic 132">
            <a:hlinkClick r:id="rId127" action="ppaction://hlinksldjump"/>
            <a:extLst>
              <a:ext uri="{FF2B5EF4-FFF2-40B4-BE49-F238E27FC236}">
                <a16:creationId xmlns:a16="http://schemas.microsoft.com/office/drawing/2014/main" id="{88C9160A-7437-4873-A248-5F421477D0D5}"/>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1953654" y="-36329"/>
            <a:ext cx="238346" cy="238346"/>
          </a:xfrm>
          <a:prstGeom prst="rect">
            <a:avLst/>
          </a:prstGeom>
        </p:spPr>
      </p:pic>
      <p:pic>
        <p:nvPicPr>
          <p:cNvPr id="136" name="Graphic 135" descr="Folder Search">
            <a:extLst>
              <a:ext uri="{FF2B5EF4-FFF2-40B4-BE49-F238E27FC236}">
                <a16:creationId xmlns:a16="http://schemas.microsoft.com/office/drawing/2014/main" id="{24D60746-D9DF-4535-8669-7252A165459A}"/>
              </a:ext>
            </a:extLst>
          </p:cNvPr>
          <p:cNvPicPr>
            <a:picLocks noChangeAspect="1"/>
          </p:cNvPicPr>
          <p:nvPr/>
        </p:nvPicPr>
        <p:blipFill>
          <a:blip r:embed="rId128">
            <a:extLst>
              <a:ext uri="{28A0092B-C50C-407E-A947-70E740481C1C}">
                <a14:useLocalDpi xmlns:a14="http://schemas.microsoft.com/office/drawing/2010/main" val="0"/>
              </a:ext>
              <a:ext uri="{96DAC541-7B7A-43D3-8B79-37D633B846F1}">
                <asvg:svgBlip xmlns:asvg="http://schemas.microsoft.com/office/drawing/2016/SVG/main" r:embed="rId129"/>
              </a:ext>
            </a:extLst>
          </a:blip>
          <a:stretch>
            <a:fillRect/>
          </a:stretch>
        </p:blipFill>
        <p:spPr>
          <a:xfrm>
            <a:off x="7402805" y="2657565"/>
            <a:ext cx="506063" cy="506063"/>
          </a:xfrm>
          <a:prstGeom prst="rect">
            <a:avLst/>
          </a:prstGeom>
        </p:spPr>
      </p:pic>
      <p:pic>
        <p:nvPicPr>
          <p:cNvPr id="135" name="Graphic 134">
            <a:extLst>
              <a:ext uri="{FF2B5EF4-FFF2-40B4-BE49-F238E27FC236}">
                <a16:creationId xmlns:a16="http://schemas.microsoft.com/office/drawing/2014/main" id="{171A3468-CDC1-42F9-9C01-319F97A37A16}"/>
              </a:ext>
            </a:extLst>
          </p:cNvPr>
          <p:cNvPicPr>
            <a:picLocks noChangeAspect="1"/>
          </p:cNvPicPr>
          <p:nvPr/>
        </p:nvPicPr>
        <p:blipFill>
          <a:blip r:embed="rId130">
            <a:extLst>
              <a:ext uri="{28A0092B-C50C-407E-A947-70E740481C1C}">
                <a14:useLocalDpi xmlns:a14="http://schemas.microsoft.com/office/drawing/2010/main" val="0"/>
              </a:ext>
              <a:ext uri="{96DAC541-7B7A-43D3-8B79-37D633B846F1}">
                <asvg:svgBlip xmlns:asvg="http://schemas.microsoft.com/office/drawing/2016/SVG/main" r:embed="rId131"/>
              </a:ext>
            </a:extLst>
          </a:blip>
          <a:stretch>
            <a:fillRect/>
          </a:stretch>
        </p:blipFill>
        <p:spPr>
          <a:xfrm>
            <a:off x="8177791" y="2727516"/>
            <a:ext cx="334700" cy="334700"/>
          </a:xfrm>
          <a:prstGeom prst="rect">
            <a:avLst/>
          </a:prstGeom>
        </p:spPr>
      </p:pic>
      <p:pic>
        <p:nvPicPr>
          <p:cNvPr id="137" name="Graphic 136">
            <a:extLst>
              <a:ext uri="{FF2B5EF4-FFF2-40B4-BE49-F238E27FC236}">
                <a16:creationId xmlns:a16="http://schemas.microsoft.com/office/drawing/2014/main" id="{D88FA5FC-061A-4CFE-B404-D614582260DB}"/>
              </a:ext>
            </a:extLst>
          </p:cNvPr>
          <p:cNvPicPr>
            <a:picLocks noChangeAspect="1"/>
          </p:cNvPicPr>
          <p:nvPr/>
        </p:nvPicPr>
        <p:blipFill>
          <a:blip r:embed="rId132">
            <a:extLst>
              <a:ext uri="{28A0092B-C50C-407E-A947-70E740481C1C}">
                <a14:useLocalDpi xmlns:a14="http://schemas.microsoft.com/office/drawing/2010/main" val="0"/>
              </a:ext>
              <a:ext uri="{96DAC541-7B7A-43D3-8B79-37D633B846F1}">
                <asvg:svgBlip xmlns:asvg="http://schemas.microsoft.com/office/drawing/2016/SVG/main" r:embed="rId133"/>
              </a:ext>
            </a:extLst>
          </a:blip>
          <a:stretch>
            <a:fillRect/>
          </a:stretch>
        </p:blipFill>
        <p:spPr>
          <a:xfrm>
            <a:off x="10308479" y="2524871"/>
            <a:ext cx="654678" cy="654678"/>
          </a:xfrm>
          <a:prstGeom prst="rect">
            <a:avLst/>
          </a:prstGeom>
        </p:spPr>
      </p:pic>
      <p:pic>
        <p:nvPicPr>
          <p:cNvPr id="138" name="Graphic 137">
            <a:extLst>
              <a:ext uri="{FF2B5EF4-FFF2-40B4-BE49-F238E27FC236}">
                <a16:creationId xmlns:a16="http://schemas.microsoft.com/office/drawing/2014/main" id="{FF48E7E5-E1F4-40EC-83FC-F397930BC8ED}"/>
              </a:ext>
            </a:extLst>
          </p:cNvPr>
          <p:cNvPicPr>
            <a:picLocks noChangeAspect="1"/>
          </p:cNvPicPr>
          <p:nvPr/>
        </p:nvPicPr>
        <p:blipFill>
          <a:blip r:embed="rId134">
            <a:extLst>
              <a:ext uri="{28A0092B-C50C-407E-A947-70E740481C1C}">
                <a14:useLocalDpi xmlns:a14="http://schemas.microsoft.com/office/drawing/2010/main" val="0"/>
              </a:ext>
              <a:ext uri="{96DAC541-7B7A-43D3-8B79-37D633B846F1}">
                <asvg:svgBlip xmlns:asvg="http://schemas.microsoft.com/office/drawing/2016/SVG/main" r:embed="rId135"/>
              </a:ext>
            </a:extLst>
          </a:blip>
          <a:stretch>
            <a:fillRect/>
          </a:stretch>
        </p:blipFill>
        <p:spPr>
          <a:xfrm>
            <a:off x="9512904" y="2581063"/>
            <a:ext cx="490769" cy="490769"/>
          </a:xfrm>
          <a:prstGeom prst="rect">
            <a:avLst/>
          </a:prstGeom>
        </p:spPr>
      </p:pic>
      <p:pic>
        <p:nvPicPr>
          <p:cNvPr id="139" name="Graphic 138">
            <a:extLst>
              <a:ext uri="{FF2B5EF4-FFF2-40B4-BE49-F238E27FC236}">
                <a16:creationId xmlns:a16="http://schemas.microsoft.com/office/drawing/2014/main" id="{E4636A2B-A850-4487-BD1C-6D4E6BA588E2}"/>
              </a:ext>
            </a:extLst>
          </p:cNvPr>
          <p:cNvPicPr>
            <a:picLocks noChangeAspect="1"/>
          </p:cNvPicPr>
          <p:nvPr/>
        </p:nvPicPr>
        <p:blipFill>
          <a:blip r:embed="rId136">
            <a:extLst>
              <a:ext uri="{28A0092B-C50C-407E-A947-70E740481C1C}">
                <a14:useLocalDpi xmlns:a14="http://schemas.microsoft.com/office/drawing/2010/main" val="0"/>
              </a:ext>
              <a:ext uri="{96DAC541-7B7A-43D3-8B79-37D633B846F1}">
                <asvg:svgBlip xmlns:asvg="http://schemas.microsoft.com/office/drawing/2016/SVG/main" r:embed="rId137"/>
              </a:ext>
            </a:extLst>
          </a:blip>
          <a:stretch>
            <a:fillRect/>
          </a:stretch>
        </p:blipFill>
        <p:spPr>
          <a:xfrm>
            <a:off x="8719958" y="2581063"/>
            <a:ext cx="448594" cy="448594"/>
          </a:xfrm>
          <a:prstGeom prst="rect">
            <a:avLst/>
          </a:prstGeom>
        </p:spPr>
      </p:pic>
      <p:pic>
        <p:nvPicPr>
          <p:cNvPr id="2" name="Picture 1" descr="A close up of a logo&#10;&#10;Description automatically generated">
            <a:extLst>
              <a:ext uri="{FF2B5EF4-FFF2-40B4-BE49-F238E27FC236}">
                <a16:creationId xmlns:a16="http://schemas.microsoft.com/office/drawing/2014/main" id="{E07844B6-3DFB-4AB9-B4DA-D9C607539F14}"/>
              </a:ext>
            </a:extLst>
          </p:cNvPr>
          <p:cNvPicPr>
            <a:picLocks noChangeAspect="1"/>
          </p:cNvPicPr>
          <p:nvPr/>
        </p:nvPicPr>
        <p:blipFill rotWithShape="1">
          <a:blip r:embed="rId126">
            <a:duotone>
              <a:prstClr val="black"/>
              <a:srgbClr val="FFC000">
                <a:tint val="45000"/>
                <a:satMod val="400000"/>
              </a:srgbClr>
            </a:duotone>
            <a:extLst>
              <a:ext uri="{28A0092B-C50C-407E-A947-70E740481C1C}">
                <a14:useLocalDpi xmlns:a14="http://schemas.microsoft.com/office/drawing/2010/main" val="0"/>
              </a:ext>
            </a:extLst>
          </a:blip>
          <a:srcRect l="14352" t="14957" r="14957" b="15601"/>
          <a:stretch/>
        </p:blipFill>
        <p:spPr>
          <a:xfrm>
            <a:off x="234893" y="3142761"/>
            <a:ext cx="582778" cy="572477"/>
          </a:xfrm>
          <a:prstGeom prst="rect">
            <a:avLst/>
          </a:prstGeom>
        </p:spPr>
      </p:pic>
      <p:pic>
        <p:nvPicPr>
          <p:cNvPr id="4" name="Picture 3" descr="A close up of a logo&#10;&#10;Description automatically generated">
            <a:extLst>
              <a:ext uri="{FF2B5EF4-FFF2-40B4-BE49-F238E27FC236}">
                <a16:creationId xmlns:a16="http://schemas.microsoft.com/office/drawing/2014/main" id="{2F89B084-046B-4B22-AD5F-F4A8B8C455FE}"/>
              </a:ext>
            </a:extLst>
          </p:cNvPr>
          <p:cNvPicPr>
            <a:picLocks noChangeAspect="1"/>
          </p:cNvPicPr>
          <p:nvPr/>
        </p:nvPicPr>
        <p:blipFill rotWithShape="1">
          <a:blip r:embed="rId126">
            <a:biLevel thresh="50000"/>
            <a:extLst>
              <a:ext uri="{28A0092B-C50C-407E-A947-70E740481C1C}">
                <a14:useLocalDpi xmlns:a14="http://schemas.microsoft.com/office/drawing/2010/main" val="0"/>
              </a:ext>
            </a:extLst>
          </a:blip>
          <a:srcRect l="14352" t="14957" r="14957" b="15601"/>
          <a:stretch/>
        </p:blipFill>
        <p:spPr>
          <a:xfrm>
            <a:off x="1053998" y="3142951"/>
            <a:ext cx="582778" cy="572477"/>
          </a:xfrm>
          <a:prstGeom prst="rect">
            <a:avLst/>
          </a:prstGeom>
        </p:spPr>
      </p:pic>
    </p:spTree>
    <p:extLst>
      <p:ext uri="{BB962C8B-B14F-4D97-AF65-F5344CB8AC3E}">
        <p14:creationId xmlns:p14="http://schemas.microsoft.com/office/powerpoint/2010/main" val="4155080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132" name="Rectangle 131">
            <a:extLst>
              <a:ext uri="{FF2B5EF4-FFF2-40B4-BE49-F238E27FC236}">
                <a16:creationId xmlns:a16="http://schemas.microsoft.com/office/drawing/2014/main" id="{02C43593-8825-4A5B-BE2E-38EB4D799FD6}"/>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All icons from the essentials pack***Made by Smashicons on flaticon.com </a:t>
            </a:r>
          </a:p>
        </p:txBody>
      </p:sp>
      <p:pic>
        <p:nvPicPr>
          <p:cNvPr id="133" name="Graphic 132">
            <a:hlinkClick r:id="rId2" action="ppaction://hlinksldjump"/>
            <a:extLst>
              <a:ext uri="{FF2B5EF4-FFF2-40B4-BE49-F238E27FC236}">
                <a16:creationId xmlns:a16="http://schemas.microsoft.com/office/drawing/2014/main" id="{88C9160A-7437-4873-A248-5F421477D0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pic>
        <p:nvPicPr>
          <p:cNvPr id="15" name="Picture 14" descr="A close up of a logo&#10;&#10;Description automatically generated">
            <a:extLst>
              <a:ext uri="{FF2B5EF4-FFF2-40B4-BE49-F238E27FC236}">
                <a16:creationId xmlns:a16="http://schemas.microsoft.com/office/drawing/2014/main" id="{0D7E84A0-7EDA-4DFE-B27D-FD7162561B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6896" y="238348"/>
            <a:ext cx="568959" cy="568959"/>
          </a:xfrm>
          <a:prstGeom prst="rect">
            <a:avLst/>
          </a:prstGeom>
        </p:spPr>
      </p:pic>
      <p:pic>
        <p:nvPicPr>
          <p:cNvPr id="18" name="Picture 17" descr="A close up of a logo&#10;&#10;Description automatically generated">
            <a:extLst>
              <a:ext uri="{FF2B5EF4-FFF2-40B4-BE49-F238E27FC236}">
                <a16:creationId xmlns:a16="http://schemas.microsoft.com/office/drawing/2014/main" id="{E860D7CF-3E68-4EAF-8D70-A3110841498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05110" y="282851"/>
            <a:ext cx="524456" cy="524456"/>
          </a:xfrm>
          <a:prstGeom prst="rect">
            <a:avLst/>
          </a:prstGeom>
        </p:spPr>
      </p:pic>
      <p:pic>
        <p:nvPicPr>
          <p:cNvPr id="6" name="Picture 5">
            <a:extLst>
              <a:ext uri="{FF2B5EF4-FFF2-40B4-BE49-F238E27FC236}">
                <a16:creationId xmlns:a16="http://schemas.microsoft.com/office/drawing/2014/main" id="{E7A64B77-772E-43E5-872C-18B487E04C6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74019" y="264929"/>
            <a:ext cx="609604" cy="609604"/>
          </a:xfrm>
          <a:prstGeom prst="rect">
            <a:avLst/>
          </a:prstGeom>
        </p:spPr>
      </p:pic>
      <p:pic>
        <p:nvPicPr>
          <p:cNvPr id="7" name="Picture 6">
            <a:extLst>
              <a:ext uri="{FF2B5EF4-FFF2-40B4-BE49-F238E27FC236}">
                <a16:creationId xmlns:a16="http://schemas.microsoft.com/office/drawing/2014/main" id="{BC69C06A-A70A-4399-81FA-E08A78B29F7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70386" y="240277"/>
            <a:ext cx="609604" cy="609604"/>
          </a:xfrm>
          <a:prstGeom prst="rect">
            <a:avLst/>
          </a:prstGeom>
        </p:spPr>
      </p:pic>
      <p:pic>
        <p:nvPicPr>
          <p:cNvPr id="3" name="Picture 2">
            <a:extLst>
              <a:ext uri="{FF2B5EF4-FFF2-40B4-BE49-F238E27FC236}">
                <a16:creationId xmlns:a16="http://schemas.microsoft.com/office/drawing/2014/main" id="{C3FB59D3-79A4-47C1-9932-D5AEDADB125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875450" y="346214"/>
            <a:ext cx="528319" cy="528319"/>
          </a:xfrm>
          <a:prstGeom prst="rect">
            <a:avLst/>
          </a:prstGeom>
        </p:spPr>
      </p:pic>
    </p:spTree>
    <p:extLst>
      <p:ext uri="{BB962C8B-B14F-4D97-AF65-F5344CB8AC3E}">
        <p14:creationId xmlns:p14="http://schemas.microsoft.com/office/powerpoint/2010/main" val="3904359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132" name="Rectangle 131">
            <a:extLst>
              <a:ext uri="{FF2B5EF4-FFF2-40B4-BE49-F238E27FC236}">
                <a16:creationId xmlns:a16="http://schemas.microsoft.com/office/drawing/2014/main" id="{02C43593-8825-4A5B-BE2E-38EB4D799FD6}"/>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All icons from the interface pack***Made by Chanut on flaticon.com </a:t>
            </a:r>
          </a:p>
        </p:txBody>
      </p:sp>
      <p:pic>
        <p:nvPicPr>
          <p:cNvPr id="133" name="Graphic 132">
            <a:hlinkClick r:id="rId2" action="ppaction://hlinksldjump"/>
            <a:extLst>
              <a:ext uri="{FF2B5EF4-FFF2-40B4-BE49-F238E27FC236}">
                <a16:creationId xmlns:a16="http://schemas.microsoft.com/office/drawing/2014/main" id="{88C9160A-7437-4873-A248-5F421477D0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Tree>
    <p:extLst>
      <p:ext uri="{BB962C8B-B14F-4D97-AF65-F5344CB8AC3E}">
        <p14:creationId xmlns:p14="http://schemas.microsoft.com/office/powerpoint/2010/main" val="4102732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132" name="Rectangle 131">
            <a:extLst>
              <a:ext uri="{FF2B5EF4-FFF2-40B4-BE49-F238E27FC236}">
                <a16:creationId xmlns:a16="http://schemas.microsoft.com/office/drawing/2014/main" id="{02C43593-8825-4A5B-BE2E-38EB4D799FD6}"/>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All icons from the adobe logos pack***Made by Chanut on flaticon.com </a:t>
            </a:r>
          </a:p>
        </p:txBody>
      </p:sp>
      <p:pic>
        <p:nvPicPr>
          <p:cNvPr id="133" name="Graphic 132">
            <a:hlinkClick r:id="rId2" action="ppaction://hlinksldjump"/>
            <a:extLst>
              <a:ext uri="{FF2B5EF4-FFF2-40B4-BE49-F238E27FC236}">
                <a16:creationId xmlns:a16="http://schemas.microsoft.com/office/drawing/2014/main" id="{88C9160A-7437-4873-A248-5F421477D0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Tree>
    <p:extLst>
      <p:ext uri="{BB962C8B-B14F-4D97-AF65-F5344CB8AC3E}">
        <p14:creationId xmlns:p14="http://schemas.microsoft.com/office/powerpoint/2010/main" val="21462242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018D742-7F42-4D05-812C-C7C3C020138E}"/>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All icons from Power User***Made by Power User</a:t>
            </a:r>
          </a:p>
        </p:txBody>
      </p:sp>
      <p:pic>
        <p:nvPicPr>
          <p:cNvPr id="5" name="Graphic 4">
            <a:hlinkClick r:id="rId30" action="ppaction://hlinksldjump"/>
            <a:extLst>
              <a:ext uri="{FF2B5EF4-FFF2-40B4-BE49-F238E27FC236}">
                <a16:creationId xmlns:a16="http://schemas.microsoft.com/office/drawing/2014/main" id="{1B9CF561-B43C-4EFE-87EB-3E5B403B378D}"/>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11953654" y="-36329"/>
            <a:ext cx="238346" cy="238346"/>
          </a:xfrm>
          <a:prstGeom prst="rect">
            <a:avLst/>
          </a:prstGeom>
        </p:spPr>
      </p:pic>
      <p:sp>
        <p:nvSpPr>
          <p:cNvPr id="6" name="Downloads_Folder" descr="{&quot;Key&quot;:&quot;POWER_USER_SHAPE_ICON&quot;,&quot;Value&quot;:&quot;POWER_USER_SHAPE_ICON_STYLE_1&quot;}">
            <a:extLst>
              <a:ext uri="{FF2B5EF4-FFF2-40B4-BE49-F238E27FC236}">
                <a16:creationId xmlns:a16="http://schemas.microsoft.com/office/drawing/2014/main" id="{BFF40430-97FA-4D9B-8135-FD7FA2BD535F}"/>
              </a:ext>
            </a:extLst>
          </p:cNvPr>
          <p:cNvSpPr>
            <a:spLocks noChangeAspect="1" noEditPoints="1"/>
          </p:cNvSpPr>
          <p:nvPr>
            <p:custDataLst>
              <p:tags r:id="rId1"/>
            </p:custDataLst>
          </p:nvPr>
        </p:nvSpPr>
        <p:spPr bwMode="auto">
          <a:xfrm>
            <a:off x="207264" y="328994"/>
            <a:ext cx="679593" cy="542925"/>
          </a:xfrm>
          <a:custGeom>
            <a:avLst/>
            <a:gdLst>
              <a:gd name="T0" fmla="*/ 225 w 250"/>
              <a:gd name="T1" fmla="*/ 25 h 200"/>
              <a:gd name="T2" fmla="*/ 113 w 250"/>
              <a:gd name="T3" fmla="*/ 25 h 200"/>
              <a:gd name="T4" fmla="*/ 88 w 250"/>
              <a:gd name="T5" fmla="*/ 0 h 200"/>
              <a:gd name="T6" fmla="*/ 25 w 250"/>
              <a:gd name="T7" fmla="*/ 0 h 200"/>
              <a:gd name="T8" fmla="*/ 0 w 250"/>
              <a:gd name="T9" fmla="*/ 25 h 200"/>
              <a:gd name="T10" fmla="*/ 0 w 250"/>
              <a:gd name="T11" fmla="*/ 175 h 200"/>
              <a:gd name="T12" fmla="*/ 25 w 250"/>
              <a:gd name="T13" fmla="*/ 200 h 200"/>
              <a:gd name="T14" fmla="*/ 225 w 250"/>
              <a:gd name="T15" fmla="*/ 200 h 200"/>
              <a:gd name="T16" fmla="*/ 250 w 250"/>
              <a:gd name="T17" fmla="*/ 175 h 200"/>
              <a:gd name="T18" fmla="*/ 250 w 250"/>
              <a:gd name="T19" fmla="*/ 50 h 200"/>
              <a:gd name="T20" fmla="*/ 225 w 250"/>
              <a:gd name="T21" fmla="*/ 25 h 200"/>
              <a:gd name="T22" fmla="*/ 125 w 250"/>
              <a:gd name="T23" fmla="*/ 163 h 200"/>
              <a:gd name="T24" fmla="*/ 81 w 250"/>
              <a:gd name="T25" fmla="*/ 113 h 200"/>
              <a:gd name="T26" fmla="*/ 106 w 250"/>
              <a:gd name="T27" fmla="*/ 113 h 200"/>
              <a:gd name="T28" fmla="*/ 106 w 250"/>
              <a:gd name="T29" fmla="*/ 63 h 200"/>
              <a:gd name="T30" fmla="*/ 144 w 250"/>
              <a:gd name="T31" fmla="*/ 63 h 200"/>
              <a:gd name="T32" fmla="*/ 144 w 250"/>
              <a:gd name="T33" fmla="*/ 113 h 200"/>
              <a:gd name="T34" fmla="*/ 169 w 250"/>
              <a:gd name="T35" fmla="*/ 113 h 200"/>
              <a:gd name="T36" fmla="*/ 125 w 250"/>
              <a:gd name="T37" fmla="*/ 163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0" h="200">
                <a:moveTo>
                  <a:pt x="225" y="25"/>
                </a:moveTo>
                <a:lnTo>
                  <a:pt x="113" y="25"/>
                </a:lnTo>
                <a:lnTo>
                  <a:pt x="88" y="0"/>
                </a:lnTo>
                <a:lnTo>
                  <a:pt x="25" y="0"/>
                </a:lnTo>
                <a:cubicBezTo>
                  <a:pt x="11" y="0"/>
                  <a:pt x="0" y="11"/>
                  <a:pt x="0" y="25"/>
                </a:cubicBezTo>
                <a:lnTo>
                  <a:pt x="0" y="175"/>
                </a:lnTo>
                <a:cubicBezTo>
                  <a:pt x="0" y="189"/>
                  <a:pt x="11" y="200"/>
                  <a:pt x="25" y="200"/>
                </a:cubicBezTo>
                <a:lnTo>
                  <a:pt x="225" y="200"/>
                </a:lnTo>
                <a:cubicBezTo>
                  <a:pt x="239" y="200"/>
                  <a:pt x="250" y="189"/>
                  <a:pt x="250" y="175"/>
                </a:cubicBezTo>
                <a:lnTo>
                  <a:pt x="250" y="50"/>
                </a:lnTo>
                <a:cubicBezTo>
                  <a:pt x="250" y="36"/>
                  <a:pt x="239" y="25"/>
                  <a:pt x="225" y="25"/>
                </a:cubicBezTo>
                <a:close/>
                <a:moveTo>
                  <a:pt x="125" y="163"/>
                </a:moveTo>
                <a:lnTo>
                  <a:pt x="81" y="113"/>
                </a:lnTo>
                <a:lnTo>
                  <a:pt x="106" y="113"/>
                </a:lnTo>
                <a:lnTo>
                  <a:pt x="106" y="63"/>
                </a:lnTo>
                <a:lnTo>
                  <a:pt x="144" y="63"/>
                </a:lnTo>
                <a:lnTo>
                  <a:pt x="144" y="113"/>
                </a:lnTo>
                <a:lnTo>
                  <a:pt x="169" y="113"/>
                </a:lnTo>
                <a:lnTo>
                  <a:pt x="125" y="163"/>
                </a:lnTo>
                <a:close/>
              </a:path>
            </a:pathLst>
          </a:custGeom>
          <a:solidFill>
            <a:schemeClr val="accent1"/>
          </a:solidFill>
          <a:ln w="0">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7" name="Corona_Virus2" descr="{&quot;Key&quot;:&quot;POWER_USER_SHAPE_ICON&quot;,&quot;Value&quot;:&quot;POWER_USER_SHAPE_ICON_STYLE_1&quot;}">
            <a:extLst>
              <a:ext uri="{FF2B5EF4-FFF2-40B4-BE49-F238E27FC236}">
                <a16:creationId xmlns:a16="http://schemas.microsoft.com/office/drawing/2014/main" id="{124E1E81-303F-401C-87E6-A1D0B0C40D94}"/>
              </a:ext>
            </a:extLst>
          </p:cNvPr>
          <p:cNvGrpSpPr>
            <a:grpSpLocks noChangeAspect="1"/>
          </p:cNvGrpSpPr>
          <p:nvPr/>
        </p:nvGrpSpPr>
        <p:grpSpPr>
          <a:xfrm>
            <a:off x="1054344" y="370884"/>
            <a:ext cx="541770" cy="542925"/>
            <a:chOff x="2984501" y="3055938"/>
            <a:chExt cx="744538" cy="746125"/>
          </a:xfrm>
          <a:solidFill>
            <a:schemeClr val="accent1"/>
          </a:solidFill>
        </p:grpSpPr>
        <p:sp>
          <p:nvSpPr>
            <p:cNvPr id="8" name="Oval 592">
              <a:extLst>
                <a:ext uri="{FF2B5EF4-FFF2-40B4-BE49-F238E27FC236}">
                  <a16:creationId xmlns:a16="http://schemas.microsoft.com/office/drawing/2014/main" id="{03EE6ACF-8CFB-481C-9FB1-271127233E2B}"/>
                </a:ext>
              </a:extLst>
            </p:cNvPr>
            <p:cNvSpPr>
              <a:spLocks noChangeArrowheads="1"/>
            </p:cNvSpPr>
            <p:nvPr/>
          </p:nvSpPr>
          <p:spPr bwMode="auto">
            <a:xfrm>
              <a:off x="3111501" y="3184525"/>
              <a:ext cx="490538" cy="490538"/>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val 593">
              <a:extLst>
                <a:ext uri="{FF2B5EF4-FFF2-40B4-BE49-F238E27FC236}">
                  <a16:creationId xmlns:a16="http://schemas.microsoft.com/office/drawing/2014/main" id="{683F6DA2-ED38-401A-AE4B-57BBF1367C52}"/>
                </a:ext>
              </a:extLst>
            </p:cNvPr>
            <p:cNvSpPr>
              <a:spLocks noChangeArrowheads="1"/>
            </p:cNvSpPr>
            <p:nvPr/>
          </p:nvSpPr>
          <p:spPr bwMode="auto">
            <a:xfrm>
              <a:off x="3143251" y="3214688"/>
              <a:ext cx="427038" cy="428625"/>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594">
              <a:extLst>
                <a:ext uri="{FF2B5EF4-FFF2-40B4-BE49-F238E27FC236}">
                  <a16:creationId xmlns:a16="http://schemas.microsoft.com/office/drawing/2014/main" id="{737ED230-7989-4154-883A-0D2CE74008FF}"/>
                </a:ext>
              </a:extLst>
            </p:cNvPr>
            <p:cNvSpPr>
              <a:spLocks noEditPoints="1"/>
            </p:cNvSpPr>
            <p:nvPr/>
          </p:nvSpPr>
          <p:spPr bwMode="auto">
            <a:xfrm>
              <a:off x="3171826" y="3244850"/>
              <a:ext cx="369888" cy="368300"/>
            </a:xfrm>
            <a:custGeom>
              <a:avLst/>
              <a:gdLst>
                <a:gd name="T0" fmla="*/ 245 w 646"/>
                <a:gd name="T1" fmla="*/ 616 h 646"/>
                <a:gd name="T2" fmla="*/ 289 w 646"/>
                <a:gd name="T3" fmla="*/ 504 h 646"/>
                <a:gd name="T4" fmla="*/ 326 w 646"/>
                <a:gd name="T5" fmla="*/ 569 h 646"/>
                <a:gd name="T6" fmla="*/ 389 w 646"/>
                <a:gd name="T7" fmla="*/ 560 h 646"/>
                <a:gd name="T8" fmla="*/ 448 w 646"/>
                <a:gd name="T9" fmla="*/ 535 h 646"/>
                <a:gd name="T10" fmla="*/ 499 w 646"/>
                <a:gd name="T11" fmla="*/ 496 h 646"/>
                <a:gd name="T12" fmla="*/ 538 w 646"/>
                <a:gd name="T13" fmla="*/ 444 h 646"/>
                <a:gd name="T14" fmla="*/ 562 w 646"/>
                <a:gd name="T15" fmla="*/ 385 h 646"/>
                <a:gd name="T16" fmla="*/ 569 w 646"/>
                <a:gd name="T17" fmla="*/ 320 h 646"/>
                <a:gd name="T18" fmla="*/ 560 w 646"/>
                <a:gd name="T19" fmla="*/ 257 h 646"/>
                <a:gd name="T20" fmla="*/ 535 w 646"/>
                <a:gd name="T21" fmla="*/ 198 h 646"/>
                <a:gd name="T22" fmla="*/ 496 w 646"/>
                <a:gd name="T23" fmla="*/ 147 h 646"/>
                <a:gd name="T24" fmla="*/ 444 w 646"/>
                <a:gd name="T25" fmla="*/ 108 h 646"/>
                <a:gd name="T26" fmla="*/ 385 w 646"/>
                <a:gd name="T27" fmla="*/ 84 h 646"/>
                <a:gd name="T28" fmla="*/ 320 w 646"/>
                <a:gd name="T29" fmla="*/ 77 h 646"/>
                <a:gd name="T30" fmla="*/ 257 w 646"/>
                <a:gd name="T31" fmla="*/ 86 h 646"/>
                <a:gd name="T32" fmla="*/ 198 w 646"/>
                <a:gd name="T33" fmla="*/ 111 h 646"/>
                <a:gd name="T34" fmla="*/ 147 w 646"/>
                <a:gd name="T35" fmla="*/ 150 h 646"/>
                <a:gd name="T36" fmla="*/ 108 w 646"/>
                <a:gd name="T37" fmla="*/ 202 h 646"/>
                <a:gd name="T38" fmla="*/ 84 w 646"/>
                <a:gd name="T39" fmla="*/ 261 h 646"/>
                <a:gd name="T40" fmla="*/ 77 w 646"/>
                <a:gd name="T41" fmla="*/ 326 h 646"/>
                <a:gd name="T42" fmla="*/ 86 w 646"/>
                <a:gd name="T43" fmla="*/ 389 h 646"/>
                <a:gd name="T44" fmla="*/ 111 w 646"/>
                <a:gd name="T45" fmla="*/ 448 h 646"/>
                <a:gd name="T46" fmla="*/ 150 w 646"/>
                <a:gd name="T47" fmla="*/ 499 h 646"/>
                <a:gd name="T48" fmla="*/ 202 w 646"/>
                <a:gd name="T49" fmla="*/ 538 h 646"/>
                <a:gd name="T50" fmla="*/ 251 w 646"/>
                <a:gd name="T51" fmla="*/ 628 h 646"/>
                <a:gd name="T52" fmla="*/ 217 w 646"/>
                <a:gd name="T53" fmla="*/ 549 h 646"/>
                <a:gd name="T54" fmla="*/ 163 w 646"/>
                <a:gd name="T55" fmla="*/ 514 h 646"/>
                <a:gd name="T56" fmla="*/ 119 w 646"/>
                <a:gd name="T57" fmla="*/ 466 h 646"/>
                <a:gd name="T58" fmla="*/ 89 w 646"/>
                <a:gd name="T59" fmla="*/ 408 h 646"/>
                <a:gd name="T60" fmla="*/ 75 w 646"/>
                <a:gd name="T61" fmla="*/ 345 h 646"/>
                <a:gd name="T62" fmla="*/ 77 w 646"/>
                <a:gd name="T63" fmla="*/ 279 h 646"/>
                <a:gd name="T64" fmla="*/ 97 w 646"/>
                <a:gd name="T65" fmla="*/ 217 h 646"/>
                <a:gd name="T66" fmla="*/ 132 w 646"/>
                <a:gd name="T67" fmla="*/ 163 h 646"/>
                <a:gd name="T68" fmla="*/ 180 w 646"/>
                <a:gd name="T69" fmla="*/ 119 h 646"/>
                <a:gd name="T70" fmla="*/ 238 w 646"/>
                <a:gd name="T71" fmla="*/ 89 h 646"/>
                <a:gd name="T72" fmla="*/ 301 w 646"/>
                <a:gd name="T73" fmla="*/ 75 h 646"/>
                <a:gd name="T74" fmla="*/ 367 w 646"/>
                <a:gd name="T75" fmla="*/ 77 h 646"/>
                <a:gd name="T76" fmla="*/ 429 w 646"/>
                <a:gd name="T77" fmla="*/ 97 h 646"/>
                <a:gd name="T78" fmla="*/ 483 w 646"/>
                <a:gd name="T79" fmla="*/ 132 h 646"/>
                <a:gd name="T80" fmla="*/ 527 w 646"/>
                <a:gd name="T81" fmla="*/ 180 h 646"/>
                <a:gd name="T82" fmla="*/ 557 w 646"/>
                <a:gd name="T83" fmla="*/ 238 h 646"/>
                <a:gd name="T84" fmla="*/ 571 w 646"/>
                <a:gd name="T85" fmla="*/ 301 h 646"/>
                <a:gd name="T86" fmla="*/ 569 w 646"/>
                <a:gd name="T87" fmla="*/ 367 h 646"/>
                <a:gd name="T88" fmla="*/ 549 w 646"/>
                <a:gd name="T89" fmla="*/ 429 h 646"/>
                <a:gd name="T90" fmla="*/ 514 w 646"/>
                <a:gd name="T91" fmla="*/ 483 h 646"/>
                <a:gd name="T92" fmla="*/ 466 w 646"/>
                <a:gd name="T93" fmla="*/ 527 h 646"/>
                <a:gd name="T94" fmla="*/ 408 w 646"/>
                <a:gd name="T95" fmla="*/ 557 h 646"/>
                <a:gd name="T96" fmla="*/ 345 w 646"/>
                <a:gd name="T97" fmla="*/ 571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46" h="646">
                  <a:moveTo>
                    <a:pt x="298" y="515"/>
                  </a:moveTo>
                  <a:lnTo>
                    <a:pt x="298" y="515"/>
                  </a:lnTo>
                  <a:close/>
                  <a:moveTo>
                    <a:pt x="245" y="616"/>
                  </a:moveTo>
                  <a:lnTo>
                    <a:pt x="245" y="616"/>
                  </a:lnTo>
                  <a:close/>
                  <a:moveTo>
                    <a:pt x="323" y="646"/>
                  </a:moveTo>
                  <a:cubicBezTo>
                    <a:pt x="309" y="646"/>
                    <a:pt x="307" y="630"/>
                    <a:pt x="301" y="571"/>
                  </a:cubicBezTo>
                  <a:cubicBezTo>
                    <a:pt x="299" y="551"/>
                    <a:pt x="296" y="521"/>
                    <a:pt x="293" y="513"/>
                  </a:cubicBezTo>
                  <a:cubicBezTo>
                    <a:pt x="290" y="511"/>
                    <a:pt x="289" y="507"/>
                    <a:pt x="289" y="504"/>
                  </a:cubicBezTo>
                  <a:cubicBezTo>
                    <a:pt x="290" y="499"/>
                    <a:pt x="295" y="495"/>
                    <a:pt x="300" y="496"/>
                  </a:cubicBezTo>
                  <a:cubicBezTo>
                    <a:pt x="312" y="497"/>
                    <a:pt x="314" y="509"/>
                    <a:pt x="320" y="569"/>
                  </a:cubicBezTo>
                  <a:cubicBezTo>
                    <a:pt x="321" y="576"/>
                    <a:pt x="322" y="585"/>
                    <a:pt x="323" y="593"/>
                  </a:cubicBezTo>
                  <a:cubicBezTo>
                    <a:pt x="324" y="585"/>
                    <a:pt x="325" y="576"/>
                    <a:pt x="326" y="569"/>
                  </a:cubicBezTo>
                  <a:cubicBezTo>
                    <a:pt x="332" y="509"/>
                    <a:pt x="334" y="497"/>
                    <a:pt x="346" y="496"/>
                  </a:cubicBezTo>
                  <a:cubicBezTo>
                    <a:pt x="358" y="494"/>
                    <a:pt x="363" y="506"/>
                    <a:pt x="385" y="562"/>
                  </a:cubicBezTo>
                  <a:cubicBezTo>
                    <a:pt x="387" y="568"/>
                    <a:pt x="390" y="576"/>
                    <a:pt x="393" y="583"/>
                  </a:cubicBezTo>
                  <a:cubicBezTo>
                    <a:pt x="391" y="575"/>
                    <a:pt x="390" y="567"/>
                    <a:pt x="389" y="560"/>
                  </a:cubicBezTo>
                  <a:cubicBezTo>
                    <a:pt x="379" y="501"/>
                    <a:pt x="378" y="488"/>
                    <a:pt x="390" y="484"/>
                  </a:cubicBezTo>
                  <a:cubicBezTo>
                    <a:pt x="401" y="479"/>
                    <a:pt x="409" y="488"/>
                    <a:pt x="444" y="538"/>
                  </a:cubicBezTo>
                  <a:cubicBezTo>
                    <a:pt x="448" y="543"/>
                    <a:pt x="453" y="550"/>
                    <a:pt x="458" y="556"/>
                  </a:cubicBezTo>
                  <a:cubicBezTo>
                    <a:pt x="454" y="549"/>
                    <a:pt x="451" y="542"/>
                    <a:pt x="448" y="535"/>
                  </a:cubicBezTo>
                  <a:cubicBezTo>
                    <a:pt x="423" y="480"/>
                    <a:pt x="419" y="468"/>
                    <a:pt x="429" y="461"/>
                  </a:cubicBezTo>
                  <a:cubicBezTo>
                    <a:pt x="438" y="454"/>
                    <a:pt x="449" y="461"/>
                    <a:pt x="496" y="499"/>
                  </a:cubicBezTo>
                  <a:cubicBezTo>
                    <a:pt x="501" y="503"/>
                    <a:pt x="507" y="508"/>
                    <a:pt x="513" y="513"/>
                  </a:cubicBezTo>
                  <a:cubicBezTo>
                    <a:pt x="508" y="507"/>
                    <a:pt x="503" y="501"/>
                    <a:pt x="499" y="496"/>
                  </a:cubicBezTo>
                  <a:cubicBezTo>
                    <a:pt x="461" y="449"/>
                    <a:pt x="454" y="438"/>
                    <a:pt x="461" y="429"/>
                  </a:cubicBezTo>
                  <a:cubicBezTo>
                    <a:pt x="468" y="419"/>
                    <a:pt x="480" y="423"/>
                    <a:pt x="535" y="448"/>
                  </a:cubicBezTo>
                  <a:cubicBezTo>
                    <a:pt x="541" y="451"/>
                    <a:pt x="549" y="454"/>
                    <a:pt x="556" y="458"/>
                  </a:cubicBezTo>
                  <a:cubicBezTo>
                    <a:pt x="550" y="453"/>
                    <a:pt x="543" y="448"/>
                    <a:pt x="538" y="444"/>
                  </a:cubicBezTo>
                  <a:cubicBezTo>
                    <a:pt x="488" y="409"/>
                    <a:pt x="479" y="401"/>
                    <a:pt x="484" y="390"/>
                  </a:cubicBezTo>
                  <a:cubicBezTo>
                    <a:pt x="488" y="378"/>
                    <a:pt x="501" y="379"/>
                    <a:pt x="560" y="389"/>
                  </a:cubicBezTo>
                  <a:cubicBezTo>
                    <a:pt x="567" y="390"/>
                    <a:pt x="575" y="391"/>
                    <a:pt x="583" y="393"/>
                  </a:cubicBezTo>
                  <a:cubicBezTo>
                    <a:pt x="576" y="390"/>
                    <a:pt x="568" y="387"/>
                    <a:pt x="562" y="385"/>
                  </a:cubicBezTo>
                  <a:cubicBezTo>
                    <a:pt x="506" y="364"/>
                    <a:pt x="494" y="358"/>
                    <a:pt x="496" y="346"/>
                  </a:cubicBezTo>
                  <a:cubicBezTo>
                    <a:pt x="497" y="334"/>
                    <a:pt x="509" y="332"/>
                    <a:pt x="569" y="326"/>
                  </a:cubicBezTo>
                  <a:cubicBezTo>
                    <a:pt x="576" y="325"/>
                    <a:pt x="585" y="324"/>
                    <a:pt x="593" y="323"/>
                  </a:cubicBezTo>
                  <a:cubicBezTo>
                    <a:pt x="585" y="322"/>
                    <a:pt x="576" y="321"/>
                    <a:pt x="569" y="320"/>
                  </a:cubicBezTo>
                  <a:cubicBezTo>
                    <a:pt x="509" y="314"/>
                    <a:pt x="497" y="312"/>
                    <a:pt x="496" y="300"/>
                  </a:cubicBezTo>
                  <a:cubicBezTo>
                    <a:pt x="494" y="288"/>
                    <a:pt x="506" y="283"/>
                    <a:pt x="562" y="261"/>
                  </a:cubicBezTo>
                  <a:cubicBezTo>
                    <a:pt x="568" y="259"/>
                    <a:pt x="576" y="256"/>
                    <a:pt x="583" y="253"/>
                  </a:cubicBezTo>
                  <a:cubicBezTo>
                    <a:pt x="575" y="255"/>
                    <a:pt x="567" y="256"/>
                    <a:pt x="560" y="257"/>
                  </a:cubicBezTo>
                  <a:cubicBezTo>
                    <a:pt x="501" y="267"/>
                    <a:pt x="488" y="268"/>
                    <a:pt x="484" y="256"/>
                  </a:cubicBezTo>
                  <a:cubicBezTo>
                    <a:pt x="479" y="245"/>
                    <a:pt x="488" y="237"/>
                    <a:pt x="538" y="202"/>
                  </a:cubicBezTo>
                  <a:cubicBezTo>
                    <a:pt x="543" y="198"/>
                    <a:pt x="550" y="193"/>
                    <a:pt x="556" y="188"/>
                  </a:cubicBezTo>
                  <a:cubicBezTo>
                    <a:pt x="549" y="192"/>
                    <a:pt x="542" y="195"/>
                    <a:pt x="535" y="198"/>
                  </a:cubicBezTo>
                  <a:cubicBezTo>
                    <a:pt x="480" y="223"/>
                    <a:pt x="468" y="227"/>
                    <a:pt x="461" y="217"/>
                  </a:cubicBezTo>
                  <a:cubicBezTo>
                    <a:pt x="454" y="208"/>
                    <a:pt x="461" y="197"/>
                    <a:pt x="499" y="150"/>
                  </a:cubicBezTo>
                  <a:cubicBezTo>
                    <a:pt x="503" y="145"/>
                    <a:pt x="508" y="139"/>
                    <a:pt x="513" y="133"/>
                  </a:cubicBezTo>
                  <a:cubicBezTo>
                    <a:pt x="507" y="138"/>
                    <a:pt x="501" y="143"/>
                    <a:pt x="496" y="147"/>
                  </a:cubicBezTo>
                  <a:cubicBezTo>
                    <a:pt x="449" y="185"/>
                    <a:pt x="438" y="192"/>
                    <a:pt x="429" y="185"/>
                  </a:cubicBezTo>
                  <a:cubicBezTo>
                    <a:pt x="419" y="178"/>
                    <a:pt x="423" y="166"/>
                    <a:pt x="448" y="111"/>
                  </a:cubicBezTo>
                  <a:cubicBezTo>
                    <a:pt x="451" y="105"/>
                    <a:pt x="454" y="97"/>
                    <a:pt x="458" y="90"/>
                  </a:cubicBezTo>
                  <a:cubicBezTo>
                    <a:pt x="453" y="96"/>
                    <a:pt x="448" y="103"/>
                    <a:pt x="444" y="108"/>
                  </a:cubicBezTo>
                  <a:cubicBezTo>
                    <a:pt x="409" y="158"/>
                    <a:pt x="401" y="167"/>
                    <a:pt x="390" y="162"/>
                  </a:cubicBezTo>
                  <a:cubicBezTo>
                    <a:pt x="379" y="158"/>
                    <a:pt x="379" y="145"/>
                    <a:pt x="389" y="86"/>
                  </a:cubicBezTo>
                  <a:cubicBezTo>
                    <a:pt x="390" y="79"/>
                    <a:pt x="391" y="71"/>
                    <a:pt x="393" y="63"/>
                  </a:cubicBezTo>
                  <a:cubicBezTo>
                    <a:pt x="390" y="70"/>
                    <a:pt x="387" y="78"/>
                    <a:pt x="385" y="84"/>
                  </a:cubicBezTo>
                  <a:cubicBezTo>
                    <a:pt x="363" y="140"/>
                    <a:pt x="358" y="152"/>
                    <a:pt x="346" y="150"/>
                  </a:cubicBezTo>
                  <a:cubicBezTo>
                    <a:pt x="334" y="149"/>
                    <a:pt x="332" y="137"/>
                    <a:pt x="326" y="77"/>
                  </a:cubicBezTo>
                  <a:cubicBezTo>
                    <a:pt x="325" y="70"/>
                    <a:pt x="324" y="61"/>
                    <a:pt x="323" y="53"/>
                  </a:cubicBezTo>
                  <a:cubicBezTo>
                    <a:pt x="322" y="61"/>
                    <a:pt x="321" y="70"/>
                    <a:pt x="320" y="77"/>
                  </a:cubicBezTo>
                  <a:cubicBezTo>
                    <a:pt x="314" y="137"/>
                    <a:pt x="312" y="149"/>
                    <a:pt x="300" y="150"/>
                  </a:cubicBezTo>
                  <a:cubicBezTo>
                    <a:pt x="288" y="152"/>
                    <a:pt x="283" y="140"/>
                    <a:pt x="261" y="84"/>
                  </a:cubicBezTo>
                  <a:cubicBezTo>
                    <a:pt x="259" y="78"/>
                    <a:pt x="256" y="70"/>
                    <a:pt x="253" y="63"/>
                  </a:cubicBezTo>
                  <a:cubicBezTo>
                    <a:pt x="255" y="71"/>
                    <a:pt x="256" y="79"/>
                    <a:pt x="257" y="86"/>
                  </a:cubicBezTo>
                  <a:cubicBezTo>
                    <a:pt x="267" y="145"/>
                    <a:pt x="268" y="158"/>
                    <a:pt x="256" y="162"/>
                  </a:cubicBezTo>
                  <a:cubicBezTo>
                    <a:pt x="245" y="167"/>
                    <a:pt x="237" y="158"/>
                    <a:pt x="202" y="108"/>
                  </a:cubicBezTo>
                  <a:cubicBezTo>
                    <a:pt x="198" y="103"/>
                    <a:pt x="193" y="96"/>
                    <a:pt x="188" y="90"/>
                  </a:cubicBezTo>
                  <a:cubicBezTo>
                    <a:pt x="192" y="97"/>
                    <a:pt x="195" y="105"/>
                    <a:pt x="198" y="111"/>
                  </a:cubicBezTo>
                  <a:cubicBezTo>
                    <a:pt x="223" y="166"/>
                    <a:pt x="227" y="178"/>
                    <a:pt x="217" y="185"/>
                  </a:cubicBezTo>
                  <a:cubicBezTo>
                    <a:pt x="208" y="192"/>
                    <a:pt x="197" y="185"/>
                    <a:pt x="150" y="147"/>
                  </a:cubicBezTo>
                  <a:cubicBezTo>
                    <a:pt x="145" y="143"/>
                    <a:pt x="139" y="138"/>
                    <a:pt x="133" y="133"/>
                  </a:cubicBezTo>
                  <a:cubicBezTo>
                    <a:pt x="138" y="139"/>
                    <a:pt x="143" y="145"/>
                    <a:pt x="147" y="150"/>
                  </a:cubicBezTo>
                  <a:cubicBezTo>
                    <a:pt x="185" y="197"/>
                    <a:pt x="192" y="208"/>
                    <a:pt x="185" y="217"/>
                  </a:cubicBezTo>
                  <a:cubicBezTo>
                    <a:pt x="178" y="227"/>
                    <a:pt x="166" y="223"/>
                    <a:pt x="111" y="198"/>
                  </a:cubicBezTo>
                  <a:cubicBezTo>
                    <a:pt x="105" y="195"/>
                    <a:pt x="97" y="192"/>
                    <a:pt x="90" y="188"/>
                  </a:cubicBezTo>
                  <a:cubicBezTo>
                    <a:pt x="96" y="193"/>
                    <a:pt x="103" y="198"/>
                    <a:pt x="108" y="202"/>
                  </a:cubicBezTo>
                  <a:cubicBezTo>
                    <a:pt x="158" y="237"/>
                    <a:pt x="167" y="245"/>
                    <a:pt x="162" y="256"/>
                  </a:cubicBezTo>
                  <a:cubicBezTo>
                    <a:pt x="158" y="268"/>
                    <a:pt x="145" y="267"/>
                    <a:pt x="86" y="257"/>
                  </a:cubicBezTo>
                  <a:cubicBezTo>
                    <a:pt x="79" y="256"/>
                    <a:pt x="71" y="255"/>
                    <a:pt x="63" y="253"/>
                  </a:cubicBezTo>
                  <a:cubicBezTo>
                    <a:pt x="70" y="256"/>
                    <a:pt x="78" y="259"/>
                    <a:pt x="84" y="261"/>
                  </a:cubicBezTo>
                  <a:cubicBezTo>
                    <a:pt x="140" y="283"/>
                    <a:pt x="152" y="288"/>
                    <a:pt x="150" y="300"/>
                  </a:cubicBezTo>
                  <a:cubicBezTo>
                    <a:pt x="149" y="312"/>
                    <a:pt x="137" y="314"/>
                    <a:pt x="77" y="320"/>
                  </a:cubicBezTo>
                  <a:cubicBezTo>
                    <a:pt x="70" y="321"/>
                    <a:pt x="61" y="322"/>
                    <a:pt x="53" y="323"/>
                  </a:cubicBezTo>
                  <a:cubicBezTo>
                    <a:pt x="61" y="324"/>
                    <a:pt x="70" y="325"/>
                    <a:pt x="77" y="326"/>
                  </a:cubicBezTo>
                  <a:cubicBezTo>
                    <a:pt x="137" y="332"/>
                    <a:pt x="149" y="334"/>
                    <a:pt x="150" y="346"/>
                  </a:cubicBezTo>
                  <a:cubicBezTo>
                    <a:pt x="152" y="358"/>
                    <a:pt x="140" y="363"/>
                    <a:pt x="84" y="385"/>
                  </a:cubicBezTo>
                  <a:cubicBezTo>
                    <a:pt x="78" y="387"/>
                    <a:pt x="70" y="390"/>
                    <a:pt x="63" y="393"/>
                  </a:cubicBezTo>
                  <a:cubicBezTo>
                    <a:pt x="71" y="391"/>
                    <a:pt x="79" y="390"/>
                    <a:pt x="86" y="389"/>
                  </a:cubicBezTo>
                  <a:cubicBezTo>
                    <a:pt x="145" y="379"/>
                    <a:pt x="158" y="379"/>
                    <a:pt x="162" y="390"/>
                  </a:cubicBezTo>
                  <a:cubicBezTo>
                    <a:pt x="167" y="401"/>
                    <a:pt x="158" y="409"/>
                    <a:pt x="108" y="444"/>
                  </a:cubicBezTo>
                  <a:cubicBezTo>
                    <a:pt x="103" y="448"/>
                    <a:pt x="96" y="453"/>
                    <a:pt x="90" y="458"/>
                  </a:cubicBezTo>
                  <a:cubicBezTo>
                    <a:pt x="97" y="454"/>
                    <a:pt x="104" y="451"/>
                    <a:pt x="111" y="448"/>
                  </a:cubicBezTo>
                  <a:cubicBezTo>
                    <a:pt x="166" y="423"/>
                    <a:pt x="178" y="419"/>
                    <a:pt x="185" y="429"/>
                  </a:cubicBezTo>
                  <a:cubicBezTo>
                    <a:pt x="192" y="438"/>
                    <a:pt x="185" y="449"/>
                    <a:pt x="147" y="496"/>
                  </a:cubicBezTo>
                  <a:cubicBezTo>
                    <a:pt x="143" y="501"/>
                    <a:pt x="138" y="507"/>
                    <a:pt x="133" y="513"/>
                  </a:cubicBezTo>
                  <a:cubicBezTo>
                    <a:pt x="139" y="508"/>
                    <a:pt x="145" y="503"/>
                    <a:pt x="150" y="499"/>
                  </a:cubicBezTo>
                  <a:cubicBezTo>
                    <a:pt x="197" y="461"/>
                    <a:pt x="208" y="454"/>
                    <a:pt x="217" y="461"/>
                  </a:cubicBezTo>
                  <a:cubicBezTo>
                    <a:pt x="227" y="468"/>
                    <a:pt x="223" y="480"/>
                    <a:pt x="198" y="535"/>
                  </a:cubicBezTo>
                  <a:cubicBezTo>
                    <a:pt x="195" y="541"/>
                    <a:pt x="192" y="549"/>
                    <a:pt x="188" y="556"/>
                  </a:cubicBezTo>
                  <a:cubicBezTo>
                    <a:pt x="193" y="550"/>
                    <a:pt x="198" y="543"/>
                    <a:pt x="202" y="538"/>
                  </a:cubicBezTo>
                  <a:cubicBezTo>
                    <a:pt x="237" y="488"/>
                    <a:pt x="245" y="479"/>
                    <a:pt x="256" y="484"/>
                  </a:cubicBezTo>
                  <a:cubicBezTo>
                    <a:pt x="267" y="488"/>
                    <a:pt x="267" y="501"/>
                    <a:pt x="257" y="560"/>
                  </a:cubicBezTo>
                  <a:cubicBezTo>
                    <a:pt x="254" y="581"/>
                    <a:pt x="249" y="611"/>
                    <a:pt x="250" y="619"/>
                  </a:cubicBezTo>
                  <a:cubicBezTo>
                    <a:pt x="252" y="622"/>
                    <a:pt x="252" y="625"/>
                    <a:pt x="251" y="628"/>
                  </a:cubicBezTo>
                  <a:cubicBezTo>
                    <a:pt x="250" y="633"/>
                    <a:pt x="245" y="636"/>
                    <a:pt x="239" y="635"/>
                  </a:cubicBezTo>
                  <a:cubicBezTo>
                    <a:pt x="226" y="631"/>
                    <a:pt x="228" y="616"/>
                    <a:pt x="238" y="557"/>
                  </a:cubicBezTo>
                  <a:cubicBezTo>
                    <a:pt x="240" y="544"/>
                    <a:pt x="243" y="526"/>
                    <a:pt x="244" y="514"/>
                  </a:cubicBezTo>
                  <a:cubicBezTo>
                    <a:pt x="236" y="524"/>
                    <a:pt x="225" y="538"/>
                    <a:pt x="217" y="549"/>
                  </a:cubicBezTo>
                  <a:cubicBezTo>
                    <a:pt x="183" y="597"/>
                    <a:pt x="173" y="609"/>
                    <a:pt x="162" y="602"/>
                  </a:cubicBezTo>
                  <a:cubicBezTo>
                    <a:pt x="150" y="596"/>
                    <a:pt x="156" y="581"/>
                    <a:pt x="180" y="527"/>
                  </a:cubicBezTo>
                  <a:cubicBezTo>
                    <a:pt x="185" y="515"/>
                    <a:pt x="193" y="499"/>
                    <a:pt x="197" y="487"/>
                  </a:cubicBezTo>
                  <a:cubicBezTo>
                    <a:pt x="187" y="494"/>
                    <a:pt x="173" y="506"/>
                    <a:pt x="163" y="514"/>
                  </a:cubicBezTo>
                  <a:cubicBezTo>
                    <a:pt x="117" y="551"/>
                    <a:pt x="105" y="561"/>
                    <a:pt x="95" y="551"/>
                  </a:cubicBezTo>
                  <a:cubicBezTo>
                    <a:pt x="85" y="541"/>
                    <a:pt x="94" y="529"/>
                    <a:pt x="132" y="483"/>
                  </a:cubicBezTo>
                  <a:cubicBezTo>
                    <a:pt x="140" y="473"/>
                    <a:pt x="152" y="459"/>
                    <a:pt x="159" y="449"/>
                  </a:cubicBezTo>
                  <a:cubicBezTo>
                    <a:pt x="147" y="453"/>
                    <a:pt x="131" y="461"/>
                    <a:pt x="119" y="466"/>
                  </a:cubicBezTo>
                  <a:cubicBezTo>
                    <a:pt x="65" y="490"/>
                    <a:pt x="50" y="496"/>
                    <a:pt x="44" y="484"/>
                  </a:cubicBezTo>
                  <a:cubicBezTo>
                    <a:pt x="37" y="473"/>
                    <a:pt x="49" y="463"/>
                    <a:pt x="97" y="429"/>
                  </a:cubicBezTo>
                  <a:cubicBezTo>
                    <a:pt x="108" y="421"/>
                    <a:pt x="122" y="410"/>
                    <a:pt x="132" y="402"/>
                  </a:cubicBezTo>
                  <a:cubicBezTo>
                    <a:pt x="120" y="403"/>
                    <a:pt x="102" y="406"/>
                    <a:pt x="89" y="408"/>
                  </a:cubicBezTo>
                  <a:cubicBezTo>
                    <a:pt x="30" y="418"/>
                    <a:pt x="15" y="420"/>
                    <a:pt x="11" y="406"/>
                  </a:cubicBezTo>
                  <a:cubicBezTo>
                    <a:pt x="8" y="393"/>
                    <a:pt x="22" y="387"/>
                    <a:pt x="77" y="367"/>
                  </a:cubicBezTo>
                  <a:cubicBezTo>
                    <a:pt x="90" y="362"/>
                    <a:pt x="107" y="355"/>
                    <a:pt x="119" y="350"/>
                  </a:cubicBezTo>
                  <a:cubicBezTo>
                    <a:pt x="106" y="348"/>
                    <a:pt x="88" y="346"/>
                    <a:pt x="75" y="345"/>
                  </a:cubicBezTo>
                  <a:cubicBezTo>
                    <a:pt x="16" y="339"/>
                    <a:pt x="0" y="337"/>
                    <a:pt x="0" y="323"/>
                  </a:cubicBezTo>
                  <a:cubicBezTo>
                    <a:pt x="0" y="309"/>
                    <a:pt x="16" y="307"/>
                    <a:pt x="75" y="301"/>
                  </a:cubicBezTo>
                  <a:cubicBezTo>
                    <a:pt x="88" y="300"/>
                    <a:pt x="106" y="298"/>
                    <a:pt x="119" y="296"/>
                  </a:cubicBezTo>
                  <a:cubicBezTo>
                    <a:pt x="107" y="291"/>
                    <a:pt x="90" y="284"/>
                    <a:pt x="77" y="279"/>
                  </a:cubicBezTo>
                  <a:cubicBezTo>
                    <a:pt x="22" y="259"/>
                    <a:pt x="8" y="253"/>
                    <a:pt x="11" y="240"/>
                  </a:cubicBezTo>
                  <a:cubicBezTo>
                    <a:pt x="15" y="226"/>
                    <a:pt x="30" y="228"/>
                    <a:pt x="89" y="238"/>
                  </a:cubicBezTo>
                  <a:cubicBezTo>
                    <a:pt x="102" y="240"/>
                    <a:pt x="120" y="243"/>
                    <a:pt x="132" y="244"/>
                  </a:cubicBezTo>
                  <a:cubicBezTo>
                    <a:pt x="122" y="236"/>
                    <a:pt x="108" y="225"/>
                    <a:pt x="97" y="217"/>
                  </a:cubicBezTo>
                  <a:cubicBezTo>
                    <a:pt x="49" y="183"/>
                    <a:pt x="37" y="173"/>
                    <a:pt x="44" y="162"/>
                  </a:cubicBezTo>
                  <a:cubicBezTo>
                    <a:pt x="50" y="150"/>
                    <a:pt x="65" y="156"/>
                    <a:pt x="119" y="180"/>
                  </a:cubicBezTo>
                  <a:cubicBezTo>
                    <a:pt x="131" y="185"/>
                    <a:pt x="147" y="193"/>
                    <a:pt x="159" y="197"/>
                  </a:cubicBezTo>
                  <a:cubicBezTo>
                    <a:pt x="152" y="187"/>
                    <a:pt x="140" y="173"/>
                    <a:pt x="132" y="163"/>
                  </a:cubicBezTo>
                  <a:cubicBezTo>
                    <a:pt x="95" y="117"/>
                    <a:pt x="85" y="105"/>
                    <a:pt x="95" y="95"/>
                  </a:cubicBezTo>
                  <a:cubicBezTo>
                    <a:pt x="105" y="85"/>
                    <a:pt x="117" y="95"/>
                    <a:pt x="163" y="132"/>
                  </a:cubicBezTo>
                  <a:cubicBezTo>
                    <a:pt x="173" y="140"/>
                    <a:pt x="187" y="152"/>
                    <a:pt x="197" y="159"/>
                  </a:cubicBezTo>
                  <a:cubicBezTo>
                    <a:pt x="193" y="147"/>
                    <a:pt x="185" y="131"/>
                    <a:pt x="180" y="119"/>
                  </a:cubicBezTo>
                  <a:cubicBezTo>
                    <a:pt x="156" y="65"/>
                    <a:pt x="150" y="50"/>
                    <a:pt x="162" y="44"/>
                  </a:cubicBezTo>
                  <a:cubicBezTo>
                    <a:pt x="173" y="37"/>
                    <a:pt x="183" y="49"/>
                    <a:pt x="217" y="97"/>
                  </a:cubicBezTo>
                  <a:cubicBezTo>
                    <a:pt x="225" y="108"/>
                    <a:pt x="236" y="122"/>
                    <a:pt x="244" y="132"/>
                  </a:cubicBezTo>
                  <a:cubicBezTo>
                    <a:pt x="243" y="120"/>
                    <a:pt x="240" y="102"/>
                    <a:pt x="238" y="89"/>
                  </a:cubicBezTo>
                  <a:cubicBezTo>
                    <a:pt x="228" y="30"/>
                    <a:pt x="226" y="15"/>
                    <a:pt x="240" y="11"/>
                  </a:cubicBezTo>
                  <a:cubicBezTo>
                    <a:pt x="253" y="8"/>
                    <a:pt x="259" y="22"/>
                    <a:pt x="279" y="77"/>
                  </a:cubicBezTo>
                  <a:cubicBezTo>
                    <a:pt x="284" y="90"/>
                    <a:pt x="291" y="107"/>
                    <a:pt x="296" y="119"/>
                  </a:cubicBezTo>
                  <a:cubicBezTo>
                    <a:pt x="298" y="106"/>
                    <a:pt x="300" y="88"/>
                    <a:pt x="301" y="75"/>
                  </a:cubicBezTo>
                  <a:cubicBezTo>
                    <a:pt x="307" y="16"/>
                    <a:pt x="309" y="0"/>
                    <a:pt x="323" y="0"/>
                  </a:cubicBezTo>
                  <a:cubicBezTo>
                    <a:pt x="337" y="0"/>
                    <a:pt x="339" y="16"/>
                    <a:pt x="345" y="75"/>
                  </a:cubicBezTo>
                  <a:cubicBezTo>
                    <a:pt x="346" y="88"/>
                    <a:pt x="348" y="106"/>
                    <a:pt x="350" y="119"/>
                  </a:cubicBezTo>
                  <a:cubicBezTo>
                    <a:pt x="355" y="107"/>
                    <a:pt x="362" y="90"/>
                    <a:pt x="367" y="77"/>
                  </a:cubicBezTo>
                  <a:cubicBezTo>
                    <a:pt x="387" y="22"/>
                    <a:pt x="393" y="8"/>
                    <a:pt x="407" y="11"/>
                  </a:cubicBezTo>
                  <a:cubicBezTo>
                    <a:pt x="420" y="15"/>
                    <a:pt x="418" y="30"/>
                    <a:pt x="408" y="89"/>
                  </a:cubicBezTo>
                  <a:cubicBezTo>
                    <a:pt x="406" y="102"/>
                    <a:pt x="403" y="120"/>
                    <a:pt x="402" y="132"/>
                  </a:cubicBezTo>
                  <a:cubicBezTo>
                    <a:pt x="410" y="122"/>
                    <a:pt x="421" y="108"/>
                    <a:pt x="429" y="97"/>
                  </a:cubicBezTo>
                  <a:cubicBezTo>
                    <a:pt x="463" y="49"/>
                    <a:pt x="473" y="37"/>
                    <a:pt x="484" y="44"/>
                  </a:cubicBezTo>
                  <a:cubicBezTo>
                    <a:pt x="496" y="50"/>
                    <a:pt x="490" y="65"/>
                    <a:pt x="466" y="119"/>
                  </a:cubicBezTo>
                  <a:cubicBezTo>
                    <a:pt x="461" y="131"/>
                    <a:pt x="453" y="147"/>
                    <a:pt x="449" y="159"/>
                  </a:cubicBezTo>
                  <a:cubicBezTo>
                    <a:pt x="459" y="152"/>
                    <a:pt x="473" y="140"/>
                    <a:pt x="483" y="132"/>
                  </a:cubicBezTo>
                  <a:cubicBezTo>
                    <a:pt x="529" y="95"/>
                    <a:pt x="541" y="85"/>
                    <a:pt x="551" y="95"/>
                  </a:cubicBezTo>
                  <a:cubicBezTo>
                    <a:pt x="561" y="105"/>
                    <a:pt x="552" y="117"/>
                    <a:pt x="514" y="163"/>
                  </a:cubicBezTo>
                  <a:cubicBezTo>
                    <a:pt x="506" y="173"/>
                    <a:pt x="494" y="187"/>
                    <a:pt x="487" y="197"/>
                  </a:cubicBezTo>
                  <a:cubicBezTo>
                    <a:pt x="499" y="193"/>
                    <a:pt x="515" y="185"/>
                    <a:pt x="527" y="180"/>
                  </a:cubicBezTo>
                  <a:cubicBezTo>
                    <a:pt x="581" y="156"/>
                    <a:pt x="596" y="150"/>
                    <a:pt x="602" y="162"/>
                  </a:cubicBezTo>
                  <a:cubicBezTo>
                    <a:pt x="609" y="173"/>
                    <a:pt x="597" y="183"/>
                    <a:pt x="549" y="217"/>
                  </a:cubicBezTo>
                  <a:cubicBezTo>
                    <a:pt x="538" y="225"/>
                    <a:pt x="524" y="236"/>
                    <a:pt x="514" y="244"/>
                  </a:cubicBezTo>
                  <a:cubicBezTo>
                    <a:pt x="526" y="243"/>
                    <a:pt x="544" y="240"/>
                    <a:pt x="557" y="238"/>
                  </a:cubicBezTo>
                  <a:cubicBezTo>
                    <a:pt x="616" y="228"/>
                    <a:pt x="631" y="226"/>
                    <a:pt x="635" y="240"/>
                  </a:cubicBezTo>
                  <a:cubicBezTo>
                    <a:pt x="638" y="253"/>
                    <a:pt x="624" y="259"/>
                    <a:pt x="569" y="279"/>
                  </a:cubicBezTo>
                  <a:cubicBezTo>
                    <a:pt x="556" y="284"/>
                    <a:pt x="539" y="291"/>
                    <a:pt x="527" y="296"/>
                  </a:cubicBezTo>
                  <a:cubicBezTo>
                    <a:pt x="540" y="298"/>
                    <a:pt x="558" y="300"/>
                    <a:pt x="571" y="301"/>
                  </a:cubicBezTo>
                  <a:cubicBezTo>
                    <a:pt x="630" y="307"/>
                    <a:pt x="646" y="309"/>
                    <a:pt x="646" y="323"/>
                  </a:cubicBezTo>
                  <a:cubicBezTo>
                    <a:pt x="646" y="337"/>
                    <a:pt x="630" y="339"/>
                    <a:pt x="571" y="345"/>
                  </a:cubicBezTo>
                  <a:cubicBezTo>
                    <a:pt x="558" y="346"/>
                    <a:pt x="540" y="348"/>
                    <a:pt x="527" y="350"/>
                  </a:cubicBezTo>
                  <a:cubicBezTo>
                    <a:pt x="539" y="355"/>
                    <a:pt x="556" y="362"/>
                    <a:pt x="569" y="367"/>
                  </a:cubicBezTo>
                  <a:cubicBezTo>
                    <a:pt x="624" y="387"/>
                    <a:pt x="638" y="393"/>
                    <a:pt x="635" y="407"/>
                  </a:cubicBezTo>
                  <a:cubicBezTo>
                    <a:pt x="631" y="420"/>
                    <a:pt x="616" y="418"/>
                    <a:pt x="557" y="408"/>
                  </a:cubicBezTo>
                  <a:cubicBezTo>
                    <a:pt x="544" y="406"/>
                    <a:pt x="526" y="403"/>
                    <a:pt x="514" y="402"/>
                  </a:cubicBezTo>
                  <a:cubicBezTo>
                    <a:pt x="524" y="410"/>
                    <a:pt x="538" y="421"/>
                    <a:pt x="549" y="429"/>
                  </a:cubicBezTo>
                  <a:cubicBezTo>
                    <a:pt x="597" y="463"/>
                    <a:pt x="609" y="473"/>
                    <a:pt x="602" y="484"/>
                  </a:cubicBezTo>
                  <a:cubicBezTo>
                    <a:pt x="596" y="496"/>
                    <a:pt x="581" y="490"/>
                    <a:pt x="527" y="466"/>
                  </a:cubicBezTo>
                  <a:cubicBezTo>
                    <a:pt x="515" y="461"/>
                    <a:pt x="499" y="453"/>
                    <a:pt x="487" y="449"/>
                  </a:cubicBezTo>
                  <a:cubicBezTo>
                    <a:pt x="494" y="459"/>
                    <a:pt x="506" y="473"/>
                    <a:pt x="514" y="483"/>
                  </a:cubicBezTo>
                  <a:cubicBezTo>
                    <a:pt x="551" y="529"/>
                    <a:pt x="561" y="542"/>
                    <a:pt x="551" y="551"/>
                  </a:cubicBezTo>
                  <a:cubicBezTo>
                    <a:pt x="541" y="561"/>
                    <a:pt x="529" y="552"/>
                    <a:pt x="483" y="514"/>
                  </a:cubicBezTo>
                  <a:cubicBezTo>
                    <a:pt x="473" y="506"/>
                    <a:pt x="459" y="494"/>
                    <a:pt x="449" y="487"/>
                  </a:cubicBezTo>
                  <a:cubicBezTo>
                    <a:pt x="453" y="499"/>
                    <a:pt x="461" y="515"/>
                    <a:pt x="466" y="527"/>
                  </a:cubicBezTo>
                  <a:cubicBezTo>
                    <a:pt x="490" y="581"/>
                    <a:pt x="496" y="596"/>
                    <a:pt x="484" y="602"/>
                  </a:cubicBezTo>
                  <a:cubicBezTo>
                    <a:pt x="473" y="609"/>
                    <a:pt x="463" y="597"/>
                    <a:pt x="429" y="549"/>
                  </a:cubicBezTo>
                  <a:cubicBezTo>
                    <a:pt x="421" y="538"/>
                    <a:pt x="410" y="524"/>
                    <a:pt x="402" y="514"/>
                  </a:cubicBezTo>
                  <a:cubicBezTo>
                    <a:pt x="403" y="526"/>
                    <a:pt x="406" y="544"/>
                    <a:pt x="408" y="557"/>
                  </a:cubicBezTo>
                  <a:cubicBezTo>
                    <a:pt x="418" y="616"/>
                    <a:pt x="420" y="631"/>
                    <a:pt x="406" y="635"/>
                  </a:cubicBezTo>
                  <a:cubicBezTo>
                    <a:pt x="393" y="638"/>
                    <a:pt x="387" y="624"/>
                    <a:pt x="367" y="569"/>
                  </a:cubicBezTo>
                  <a:cubicBezTo>
                    <a:pt x="362" y="556"/>
                    <a:pt x="355" y="539"/>
                    <a:pt x="350" y="528"/>
                  </a:cubicBezTo>
                  <a:cubicBezTo>
                    <a:pt x="348" y="540"/>
                    <a:pt x="346" y="558"/>
                    <a:pt x="345" y="571"/>
                  </a:cubicBezTo>
                  <a:cubicBezTo>
                    <a:pt x="339" y="630"/>
                    <a:pt x="337" y="646"/>
                    <a:pt x="323" y="646"/>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595">
              <a:extLst>
                <a:ext uri="{FF2B5EF4-FFF2-40B4-BE49-F238E27FC236}">
                  <a16:creationId xmlns:a16="http://schemas.microsoft.com/office/drawing/2014/main" id="{BD91161F-04C3-4F3E-BE9F-E4B85C4397AE}"/>
                </a:ext>
              </a:extLst>
            </p:cNvPr>
            <p:cNvSpPr>
              <a:spLocks/>
            </p:cNvSpPr>
            <p:nvPr/>
          </p:nvSpPr>
          <p:spPr bwMode="auto">
            <a:xfrm>
              <a:off x="3313113" y="3170238"/>
              <a:ext cx="25400" cy="55563"/>
            </a:xfrm>
            <a:custGeom>
              <a:avLst/>
              <a:gdLst>
                <a:gd name="T0" fmla="*/ 34 w 44"/>
                <a:gd name="T1" fmla="*/ 9 h 95"/>
                <a:gd name="T2" fmla="*/ 23 w 44"/>
                <a:gd name="T3" fmla="*/ 1 h 95"/>
                <a:gd name="T4" fmla="*/ 8 w 44"/>
                <a:gd name="T5" fmla="*/ 3 h 95"/>
                <a:gd name="T6" fmla="*/ 0 w 44"/>
                <a:gd name="T7" fmla="*/ 13 h 95"/>
                <a:gd name="T8" fmla="*/ 6 w 44"/>
                <a:gd name="T9" fmla="*/ 20 h 95"/>
                <a:gd name="T10" fmla="*/ 13 w 44"/>
                <a:gd name="T11" fmla="*/ 79 h 95"/>
                <a:gd name="T12" fmla="*/ 10 w 44"/>
                <a:gd name="T13" fmla="*/ 87 h 95"/>
                <a:gd name="T14" fmla="*/ 20 w 44"/>
                <a:gd name="T15" fmla="*/ 95 h 95"/>
                <a:gd name="T16" fmla="*/ 35 w 44"/>
                <a:gd name="T17" fmla="*/ 93 h 95"/>
                <a:gd name="T18" fmla="*/ 43 w 44"/>
                <a:gd name="T19" fmla="*/ 82 h 95"/>
                <a:gd name="T20" fmla="*/ 38 w 44"/>
                <a:gd name="T21" fmla="*/ 75 h 95"/>
                <a:gd name="T22" fmla="*/ 30 w 44"/>
                <a:gd name="T23" fmla="*/ 17 h 95"/>
                <a:gd name="T24" fmla="*/ 34 w 44"/>
                <a:gd name="T25" fmla="*/ 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95">
                  <a:moveTo>
                    <a:pt x="34" y="9"/>
                  </a:moveTo>
                  <a:cubicBezTo>
                    <a:pt x="33" y="4"/>
                    <a:pt x="28" y="0"/>
                    <a:pt x="23" y="1"/>
                  </a:cubicBezTo>
                  <a:lnTo>
                    <a:pt x="8" y="3"/>
                  </a:lnTo>
                  <a:cubicBezTo>
                    <a:pt x="3" y="3"/>
                    <a:pt x="0" y="8"/>
                    <a:pt x="0" y="13"/>
                  </a:cubicBezTo>
                  <a:cubicBezTo>
                    <a:pt x="1" y="16"/>
                    <a:pt x="3" y="19"/>
                    <a:pt x="6" y="20"/>
                  </a:cubicBezTo>
                  <a:lnTo>
                    <a:pt x="13" y="79"/>
                  </a:lnTo>
                  <a:cubicBezTo>
                    <a:pt x="11" y="81"/>
                    <a:pt x="9" y="83"/>
                    <a:pt x="10" y="87"/>
                  </a:cubicBezTo>
                  <a:cubicBezTo>
                    <a:pt x="11" y="92"/>
                    <a:pt x="15" y="95"/>
                    <a:pt x="20" y="95"/>
                  </a:cubicBezTo>
                  <a:lnTo>
                    <a:pt x="35" y="93"/>
                  </a:lnTo>
                  <a:cubicBezTo>
                    <a:pt x="40" y="92"/>
                    <a:pt x="44" y="87"/>
                    <a:pt x="43" y="82"/>
                  </a:cubicBezTo>
                  <a:cubicBezTo>
                    <a:pt x="43" y="79"/>
                    <a:pt x="41" y="76"/>
                    <a:pt x="38" y="75"/>
                  </a:cubicBezTo>
                  <a:lnTo>
                    <a:pt x="30" y="17"/>
                  </a:lnTo>
                  <a:cubicBezTo>
                    <a:pt x="33" y="15"/>
                    <a:pt x="34" y="12"/>
                    <a:pt x="34" y="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Freeform 596">
              <a:extLst>
                <a:ext uri="{FF2B5EF4-FFF2-40B4-BE49-F238E27FC236}">
                  <a16:creationId xmlns:a16="http://schemas.microsoft.com/office/drawing/2014/main" id="{809E8F53-ACFF-4E90-B436-3E848C26DDB8}"/>
                </a:ext>
              </a:extLst>
            </p:cNvPr>
            <p:cNvSpPr>
              <a:spLocks/>
            </p:cNvSpPr>
            <p:nvPr/>
          </p:nvSpPr>
          <p:spPr bwMode="auto">
            <a:xfrm>
              <a:off x="3375026" y="3633788"/>
              <a:ext cx="23813" cy="53975"/>
            </a:xfrm>
            <a:custGeom>
              <a:avLst/>
              <a:gdLst>
                <a:gd name="T0" fmla="*/ 34 w 44"/>
                <a:gd name="T1" fmla="*/ 8 h 95"/>
                <a:gd name="T2" fmla="*/ 24 w 44"/>
                <a:gd name="T3" fmla="*/ 0 h 95"/>
                <a:gd name="T4" fmla="*/ 9 w 44"/>
                <a:gd name="T5" fmla="*/ 2 h 95"/>
                <a:gd name="T6" fmla="*/ 1 w 44"/>
                <a:gd name="T7" fmla="*/ 13 h 95"/>
                <a:gd name="T8" fmla="*/ 6 w 44"/>
                <a:gd name="T9" fmla="*/ 20 h 95"/>
                <a:gd name="T10" fmla="*/ 14 w 44"/>
                <a:gd name="T11" fmla="*/ 78 h 95"/>
                <a:gd name="T12" fmla="*/ 10 w 44"/>
                <a:gd name="T13" fmla="*/ 86 h 95"/>
                <a:gd name="T14" fmla="*/ 21 w 44"/>
                <a:gd name="T15" fmla="*/ 94 h 95"/>
                <a:gd name="T16" fmla="*/ 36 w 44"/>
                <a:gd name="T17" fmla="*/ 92 h 95"/>
                <a:gd name="T18" fmla="*/ 44 w 44"/>
                <a:gd name="T19" fmla="*/ 82 h 95"/>
                <a:gd name="T20" fmla="*/ 38 w 44"/>
                <a:gd name="T21" fmla="*/ 75 h 95"/>
                <a:gd name="T22" fmla="*/ 31 w 44"/>
                <a:gd name="T23" fmla="*/ 17 h 95"/>
                <a:gd name="T24" fmla="*/ 34 w 44"/>
                <a:gd name="T25" fmla="*/ 8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95">
                  <a:moveTo>
                    <a:pt x="34" y="8"/>
                  </a:moveTo>
                  <a:cubicBezTo>
                    <a:pt x="33" y="3"/>
                    <a:pt x="29" y="0"/>
                    <a:pt x="24" y="0"/>
                  </a:cubicBezTo>
                  <a:lnTo>
                    <a:pt x="9" y="2"/>
                  </a:lnTo>
                  <a:cubicBezTo>
                    <a:pt x="4" y="3"/>
                    <a:pt x="0" y="8"/>
                    <a:pt x="1" y="13"/>
                  </a:cubicBezTo>
                  <a:cubicBezTo>
                    <a:pt x="1" y="16"/>
                    <a:pt x="3" y="18"/>
                    <a:pt x="6" y="20"/>
                  </a:cubicBezTo>
                  <a:lnTo>
                    <a:pt x="14" y="78"/>
                  </a:lnTo>
                  <a:cubicBezTo>
                    <a:pt x="11" y="80"/>
                    <a:pt x="10" y="83"/>
                    <a:pt x="10" y="86"/>
                  </a:cubicBezTo>
                  <a:cubicBezTo>
                    <a:pt x="11" y="91"/>
                    <a:pt x="16" y="95"/>
                    <a:pt x="21" y="94"/>
                  </a:cubicBezTo>
                  <a:lnTo>
                    <a:pt x="36" y="92"/>
                  </a:lnTo>
                  <a:cubicBezTo>
                    <a:pt x="41" y="92"/>
                    <a:pt x="44" y="87"/>
                    <a:pt x="44" y="82"/>
                  </a:cubicBezTo>
                  <a:cubicBezTo>
                    <a:pt x="43" y="78"/>
                    <a:pt x="41" y="76"/>
                    <a:pt x="38" y="75"/>
                  </a:cubicBezTo>
                  <a:lnTo>
                    <a:pt x="31" y="17"/>
                  </a:lnTo>
                  <a:cubicBezTo>
                    <a:pt x="33" y="15"/>
                    <a:pt x="35" y="12"/>
                    <a:pt x="34" y="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597">
              <a:extLst>
                <a:ext uri="{FF2B5EF4-FFF2-40B4-BE49-F238E27FC236}">
                  <a16:creationId xmlns:a16="http://schemas.microsoft.com/office/drawing/2014/main" id="{7A9BE385-8CF9-44B8-AE27-6EAEE6044028}"/>
                </a:ext>
              </a:extLst>
            </p:cNvPr>
            <p:cNvSpPr>
              <a:spLocks/>
            </p:cNvSpPr>
            <p:nvPr/>
          </p:nvSpPr>
          <p:spPr bwMode="auto">
            <a:xfrm>
              <a:off x="3098801" y="3446463"/>
              <a:ext cx="53975" cy="25400"/>
            </a:xfrm>
            <a:custGeom>
              <a:avLst/>
              <a:gdLst>
                <a:gd name="T0" fmla="*/ 20 w 95"/>
                <a:gd name="T1" fmla="*/ 38 h 44"/>
                <a:gd name="T2" fmla="*/ 79 w 95"/>
                <a:gd name="T3" fmla="*/ 31 h 44"/>
                <a:gd name="T4" fmla="*/ 87 w 95"/>
                <a:gd name="T5" fmla="*/ 34 h 44"/>
                <a:gd name="T6" fmla="*/ 95 w 95"/>
                <a:gd name="T7" fmla="*/ 24 h 44"/>
                <a:gd name="T8" fmla="*/ 93 w 95"/>
                <a:gd name="T9" fmla="*/ 9 h 44"/>
                <a:gd name="T10" fmla="*/ 82 w 95"/>
                <a:gd name="T11" fmla="*/ 1 h 44"/>
                <a:gd name="T12" fmla="*/ 75 w 95"/>
                <a:gd name="T13" fmla="*/ 6 h 44"/>
                <a:gd name="T14" fmla="*/ 17 w 95"/>
                <a:gd name="T15" fmla="*/ 14 h 44"/>
                <a:gd name="T16" fmla="*/ 9 w 95"/>
                <a:gd name="T17" fmla="*/ 10 h 44"/>
                <a:gd name="T18" fmla="*/ 1 w 95"/>
                <a:gd name="T19" fmla="*/ 21 h 44"/>
                <a:gd name="T20" fmla="*/ 3 w 95"/>
                <a:gd name="T21" fmla="*/ 36 h 44"/>
                <a:gd name="T22" fmla="*/ 13 w 95"/>
                <a:gd name="T23" fmla="*/ 44 h 44"/>
                <a:gd name="T24" fmla="*/ 20 w 95"/>
                <a:gd name="T2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44">
                  <a:moveTo>
                    <a:pt x="20" y="38"/>
                  </a:moveTo>
                  <a:lnTo>
                    <a:pt x="79" y="31"/>
                  </a:lnTo>
                  <a:cubicBezTo>
                    <a:pt x="81" y="33"/>
                    <a:pt x="83" y="35"/>
                    <a:pt x="87" y="34"/>
                  </a:cubicBezTo>
                  <a:cubicBezTo>
                    <a:pt x="92" y="33"/>
                    <a:pt x="95" y="29"/>
                    <a:pt x="95" y="24"/>
                  </a:cubicBezTo>
                  <a:lnTo>
                    <a:pt x="93" y="9"/>
                  </a:lnTo>
                  <a:cubicBezTo>
                    <a:pt x="92" y="4"/>
                    <a:pt x="87" y="0"/>
                    <a:pt x="82" y="1"/>
                  </a:cubicBezTo>
                  <a:cubicBezTo>
                    <a:pt x="79" y="1"/>
                    <a:pt x="76" y="3"/>
                    <a:pt x="75" y="6"/>
                  </a:cubicBezTo>
                  <a:lnTo>
                    <a:pt x="17" y="14"/>
                  </a:lnTo>
                  <a:cubicBezTo>
                    <a:pt x="15" y="11"/>
                    <a:pt x="12" y="10"/>
                    <a:pt x="9" y="10"/>
                  </a:cubicBezTo>
                  <a:cubicBezTo>
                    <a:pt x="4" y="11"/>
                    <a:pt x="0" y="16"/>
                    <a:pt x="1" y="21"/>
                  </a:cubicBezTo>
                  <a:lnTo>
                    <a:pt x="3" y="36"/>
                  </a:lnTo>
                  <a:cubicBezTo>
                    <a:pt x="3" y="41"/>
                    <a:pt x="8" y="44"/>
                    <a:pt x="13" y="44"/>
                  </a:cubicBezTo>
                  <a:cubicBezTo>
                    <a:pt x="16" y="43"/>
                    <a:pt x="19" y="41"/>
                    <a:pt x="20" y="3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Freeform 598">
              <a:extLst>
                <a:ext uri="{FF2B5EF4-FFF2-40B4-BE49-F238E27FC236}">
                  <a16:creationId xmlns:a16="http://schemas.microsoft.com/office/drawing/2014/main" id="{DBD78937-5577-4AF4-B35F-96FDC03AD8E8}"/>
                </a:ext>
              </a:extLst>
            </p:cNvPr>
            <p:cNvSpPr>
              <a:spLocks/>
            </p:cNvSpPr>
            <p:nvPr/>
          </p:nvSpPr>
          <p:spPr bwMode="auto">
            <a:xfrm>
              <a:off x="3560763" y="3386138"/>
              <a:ext cx="53975" cy="25400"/>
            </a:xfrm>
            <a:custGeom>
              <a:avLst/>
              <a:gdLst>
                <a:gd name="T0" fmla="*/ 82 w 95"/>
                <a:gd name="T1" fmla="*/ 0 h 44"/>
                <a:gd name="T2" fmla="*/ 75 w 95"/>
                <a:gd name="T3" fmla="*/ 6 h 44"/>
                <a:gd name="T4" fmla="*/ 17 w 95"/>
                <a:gd name="T5" fmla="*/ 13 h 44"/>
                <a:gd name="T6" fmla="*/ 8 w 95"/>
                <a:gd name="T7" fmla="*/ 10 h 44"/>
                <a:gd name="T8" fmla="*/ 0 w 95"/>
                <a:gd name="T9" fmla="*/ 20 h 44"/>
                <a:gd name="T10" fmla="*/ 2 w 95"/>
                <a:gd name="T11" fmla="*/ 35 h 44"/>
                <a:gd name="T12" fmla="*/ 13 w 95"/>
                <a:gd name="T13" fmla="*/ 43 h 44"/>
                <a:gd name="T14" fmla="*/ 20 w 95"/>
                <a:gd name="T15" fmla="*/ 38 h 44"/>
                <a:gd name="T16" fmla="*/ 78 w 95"/>
                <a:gd name="T17" fmla="*/ 30 h 44"/>
                <a:gd name="T18" fmla="*/ 86 w 95"/>
                <a:gd name="T19" fmla="*/ 34 h 44"/>
                <a:gd name="T20" fmla="*/ 94 w 95"/>
                <a:gd name="T21" fmla="*/ 23 h 44"/>
                <a:gd name="T22" fmla="*/ 92 w 95"/>
                <a:gd name="T23" fmla="*/ 8 h 44"/>
                <a:gd name="T24" fmla="*/ 82 w 95"/>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44">
                  <a:moveTo>
                    <a:pt x="82" y="0"/>
                  </a:moveTo>
                  <a:cubicBezTo>
                    <a:pt x="79" y="1"/>
                    <a:pt x="76" y="3"/>
                    <a:pt x="75" y="6"/>
                  </a:cubicBezTo>
                  <a:lnTo>
                    <a:pt x="17" y="13"/>
                  </a:lnTo>
                  <a:cubicBezTo>
                    <a:pt x="15" y="11"/>
                    <a:pt x="12" y="9"/>
                    <a:pt x="8" y="10"/>
                  </a:cubicBezTo>
                  <a:cubicBezTo>
                    <a:pt x="3" y="11"/>
                    <a:pt x="0" y="15"/>
                    <a:pt x="0" y="20"/>
                  </a:cubicBezTo>
                  <a:lnTo>
                    <a:pt x="2" y="35"/>
                  </a:lnTo>
                  <a:cubicBezTo>
                    <a:pt x="3" y="40"/>
                    <a:pt x="8" y="44"/>
                    <a:pt x="13" y="43"/>
                  </a:cubicBezTo>
                  <a:cubicBezTo>
                    <a:pt x="16" y="43"/>
                    <a:pt x="18" y="41"/>
                    <a:pt x="20" y="38"/>
                  </a:cubicBezTo>
                  <a:lnTo>
                    <a:pt x="78" y="30"/>
                  </a:lnTo>
                  <a:cubicBezTo>
                    <a:pt x="80" y="33"/>
                    <a:pt x="83" y="34"/>
                    <a:pt x="86" y="34"/>
                  </a:cubicBezTo>
                  <a:cubicBezTo>
                    <a:pt x="91" y="33"/>
                    <a:pt x="95" y="28"/>
                    <a:pt x="94" y="23"/>
                  </a:cubicBezTo>
                  <a:lnTo>
                    <a:pt x="92" y="8"/>
                  </a:lnTo>
                  <a:cubicBezTo>
                    <a:pt x="92" y="3"/>
                    <a:pt x="87" y="0"/>
                    <a:pt x="8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Freeform 599">
              <a:extLst>
                <a:ext uri="{FF2B5EF4-FFF2-40B4-BE49-F238E27FC236}">
                  <a16:creationId xmlns:a16="http://schemas.microsoft.com/office/drawing/2014/main" id="{FFCC5BAD-BA33-4A8E-95E1-67833E6EF7A8}"/>
                </a:ext>
              </a:extLst>
            </p:cNvPr>
            <p:cNvSpPr>
              <a:spLocks/>
            </p:cNvSpPr>
            <p:nvPr/>
          </p:nvSpPr>
          <p:spPr bwMode="auto">
            <a:xfrm>
              <a:off x="3249613" y="3186113"/>
              <a:ext cx="34925" cy="53975"/>
            </a:xfrm>
            <a:custGeom>
              <a:avLst/>
              <a:gdLst>
                <a:gd name="T0" fmla="*/ 55 w 63"/>
                <a:gd name="T1" fmla="*/ 70 h 94"/>
                <a:gd name="T2" fmla="*/ 32 w 63"/>
                <a:gd name="T3" fmla="*/ 16 h 94"/>
                <a:gd name="T4" fmla="*/ 33 w 63"/>
                <a:gd name="T5" fmla="*/ 14 h 94"/>
                <a:gd name="T6" fmla="*/ 33 w 63"/>
                <a:gd name="T7" fmla="*/ 7 h 94"/>
                <a:gd name="T8" fmla="*/ 21 w 63"/>
                <a:gd name="T9" fmla="*/ 2 h 94"/>
                <a:gd name="T10" fmla="*/ 7 w 63"/>
                <a:gd name="T11" fmla="*/ 7 h 94"/>
                <a:gd name="T12" fmla="*/ 2 w 63"/>
                <a:gd name="T13" fmla="*/ 20 h 94"/>
                <a:gd name="T14" fmla="*/ 9 w 63"/>
                <a:gd name="T15" fmla="*/ 25 h 94"/>
                <a:gd name="T16" fmla="*/ 32 w 63"/>
                <a:gd name="T17" fmla="*/ 79 h 94"/>
                <a:gd name="T18" fmla="*/ 31 w 63"/>
                <a:gd name="T19" fmla="*/ 88 h 94"/>
                <a:gd name="T20" fmla="*/ 36 w 63"/>
                <a:gd name="T21" fmla="*/ 93 h 94"/>
                <a:gd name="T22" fmla="*/ 40 w 63"/>
                <a:gd name="T23" fmla="*/ 94 h 94"/>
                <a:gd name="T24" fmla="*/ 43 w 63"/>
                <a:gd name="T25" fmla="*/ 93 h 94"/>
                <a:gd name="T26" fmla="*/ 57 w 63"/>
                <a:gd name="T27" fmla="*/ 87 h 94"/>
                <a:gd name="T28" fmla="*/ 62 w 63"/>
                <a:gd name="T29" fmla="*/ 82 h 94"/>
                <a:gd name="T30" fmla="*/ 62 w 63"/>
                <a:gd name="T31" fmla="*/ 75 h 94"/>
                <a:gd name="T32" fmla="*/ 55 w 63"/>
                <a:gd name="T33" fmla="*/ 7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3" h="94">
                  <a:moveTo>
                    <a:pt x="55" y="70"/>
                  </a:moveTo>
                  <a:lnTo>
                    <a:pt x="32" y="16"/>
                  </a:lnTo>
                  <a:cubicBezTo>
                    <a:pt x="33" y="15"/>
                    <a:pt x="33" y="14"/>
                    <a:pt x="33" y="14"/>
                  </a:cubicBezTo>
                  <a:cubicBezTo>
                    <a:pt x="34" y="11"/>
                    <a:pt x="34" y="9"/>
                    <a:pt x="33" y="7"/>
                  </a:cubicBezTo>
                  <a:cubicBezTo>
                    <a:pt x="31" y="2"/>
                    <a:pt x="26" y="0"/>
                    <a:pt x="21" y="2"/>
                  </a:cubicBezTo>
                  <a:lnTo>
                    <a:pt x="7" y="7"/>
                  </a:lnTo>
                  <a:cubicBezTo>
                    <a:pt x="2" y="9"/>
                    <a:pt x="0" y="15"/>
                    <a:pt x="2" y="20"/>
                  </a:cubicBezTo>
                  <a:cubicBezTo>
                    <a:pt x="3" y="23"/>
                    <a:pt x="6" y="25"/>
                    <a:pt x="9" y="25"/>
                  </a:cubicBezTo>
                  <a:lnTo>
                    <a:pt x="32" y="79"/>
                  </a:lnTo>
                  <a:cubicBezTo>
                    <a:pt x="30" y="82"/>
                    <a:pt x="29" y="85"/>
                    <a:pt x="31" y="88"/>
                  </a:cubicBezTo>
                  <a:cubicBezTo>
                    <a:pt x="31" y="90"/>
                    <a:pt x="33" y="92"/>
                    <a:pt x="36" y="93"/>
                  </a:cubicBezTo>
                  <a:cubicBezTo>
                    <a:pt x="37" y="94"/>
                    <a:pt x="39" y="94"/>
                    <a:pt x="40" y="94"/>
                  </a:cubicBezTo>
                  <a:cubicBezTo>
                    <a:pt x="41" y="94"/>
                    <a:pt x="42" y="93"/>
                    <a:pt x="43" y="93"/>
                  </a:cubicBezTo>
                  <a:lnTo>
                    <a:pt x="57" y="87"/>
                  </a:lnTo>
                  <a:cubicBezTo>
                    <a:pt x="59" y="86"/>
                    <a:pt x="61" y="84"/>
                    <a:pt x="62" y="82"/>
                  </a:cubicBezTo>
                  <a:cubicBezTo>
                    <a:pt x="63" y="80"/>
                    <a:pt x="63" y="77"/>
                    <a:pt x="62" y="75"/>
                  </a:cubicBezTo>
                  <a:cubicBezTo>
                    <a:pt x="60" y="72"/>
                    <a:pt x="58" y="70"/>
                    <a:pt x="55" y="7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600">
              <a:extLst>
                <a:ext uri="{FF2B5EF4-FFF2-40B4-BE49-F238E27FC236}">
                  <a16:creationId xmlns:a16="http://schemas.microsoft.com/office/drawing/2014/main" id="{186886D6-3881-4C82-955D-AF1574324964}"/>
                </a:ext>
              </a:extLst>
            </p:cNvPr>
            <p:cNvSpPr>
              <a:spLocks/>
            </p:cNvSpPr>
            <p:nvPr/>
          </p:nvSpPr>
          <p:spPr bwMode="auto">
            <a:xfrm>
              <a:off x="3427413" y="3617913"/>
              <a:ext cx="36513" cy="53975"/>
            </a:xfrm>
            <a:custGeom>
              <a:avLst/>
              <a:gdLst>
                <a:gd name="T0" fmla="*/ 54 w 63"/>
                <a:gd name="T1" fmla="*/ 70 h 95"/>
                <a:gd name="T2" fmla="*/ 31 w 63"/>
                <a:gd name="T3" fmla="*/ 16 h 95"/>
                <a:gd name="T4" fmla="*/ 32 w 63"/>
                <a:gd name="T5" fmla="*/ 7 h 95"/>
                <a:gd name="T6" fmla="*/ 20 w 63"/>
                <a:gd name="T7" fmla="*/ 2 h 95"/>
                <a:gd name="T8" fmla="*/ 6 w 63"/>
                <a:gd name="T9" fmla="*/ 8 h 95"/>
                <a:gd name="T10" fmla="*/ 1 w 63"/>
                <a:gd name="T11" fmla="*/ 13 h 95"/>
                <a:gd name="T12" fmla="*/ 1 w 63"/>
                <a:gd name="T13" fmla="*/ 20 h 95"/>
                <a:gd name="T14" fmla="*/ 8 w 63"/>
                <a:gd name="T15" fmla="*/ 26 h 95"/>
                <a:gd name="T16" fmla="*/ 31 w 63"/>
                <a:gd name="T17" fmla="*/ 80 h 95"/>
                <a:gd name="T18" fmla="*/ 30 w 63"/>
                <a:gd name="T19" fmla="*/ 81 h 95"/>
                <a:gd name="T20" fmla="*/ 30 w 63"/>
                <a:gd name="T21" fmla="*/ 88 h 95"/>
                <a:gd name="T22" fmla="*/ 39 w 63"/>
                <a:gd name="T23" fmla="*/ 94 h 95"/>
                <a:gd name="T24" fmla="*/ 42 w 63"/>
                <a:gd name="T25" fmla="*/ 93 h 95"/>
                <a:gd name="T26" fmla="*/ 56 w 63"/>
                <a:gd name="T27" fmla="*/ 88 h 95"/>
                <a:gd name="T28" fmla="*/ 61 w 63"/>
                <a:gd name="T29" fmla="*/ 76 h 95"/>
                <a:gd name="T30" fmla="*/ 54 w 63"/>
                <a:gd name="T31" fmla="*/ 7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 h="95">
                  <a:moveTo>
                    <a:pt x="54" y="70"/>
                  </a:moveTo>
                  <a:lnTo>
                    <a:pt x="31" y="16"/>
                  </a:lnTo>
                  <a:cubicBezTo>
                    <a:pt x="33" y="13"/>
                    <a:pt x="34" y="10"/>
                    <a:pt x="32" y="7"/>
                  </a:cubicBezTo>
                  <a:cubicBezTo>
                    <a:pt x="31" y="2"/>
                    <a:pt x="25" y="0"/>
                    <a:pt x="20" y="2"/>
                  </a:cubicBezTo>
                  <a:lnTo>
                    <a:pt x="6" y="8"/>
                  </a:lnTo>
                  <a:cubicBezTo>
                    <a:pt x="4" y="9"/>
                    <a:pt x="2" y="11"/>
                    <a:pt x="1" y="13"/>
                  </a:cubicBezTo>
                  <a:cubicBezTo>
                    <a:pt x="0" y="15"/>
                    <a:pt x="0" y="18"/>
                    <a:pt x="1" y="20"/>
                  </a:cubicBezTo>
                  <a:cubicBezTo>
                    <a:pt x="3" y="23"/>
                    <a:pt x="5" y="25"/>
                    <a:pt x="8" y="26"/>
                  </a:cubicBezTo>
                  <a:lnTo>
                    <a:pt x="31" y="80"/>
                  </a:lnTo>
                  <a:cubicBezTo>
                    <a:pt x="30" y="80"/>
                    <a:pt x="30" y="81"/>
                    <a:pt x="30" y="81"/>
                  </a:cubicBezTo>
                  <a:cubicBezTo>
                    <a:pt x="29" y="84"/>
                    <a:pt x="29" y="86"/>
                    <a:pt x="30" y="88"/>
                  </a:cubicBezTo>
                  <a:cubicBezTo>
                    <a:pt x="31" y="92"/>
                    <a:pt x="35" y="95"/>
                    <a:pt x="39" y="94"/>
                  </a:cubicBezTo>
                  <a:cubicBezTo>
                    <a:pt x="40" y="94"/>
                    <a:pt x="41" y="94"/>
                    <a:pt x="42" y="93"/>
                  </a:cubicBezTo>
                  <a:lnTo>
                    <a:pt x="56" y="88"/>
                  </a:lnTo>
                  <a:cubicBezTo>
                    <a:pt x="61" y="86"/>
                    <a:pt x="63" y="80"/>
                    <a:pt x="61" y="76"/>
                  </a:cubicBezTo>
                  <a:cubicBezTo>
                    <a:pt x="60" y="72"/>
                    <a:pt x="57" y="71"/>
                    <a:pt x="54" y="7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Freeform 601">
              <a:extLst>
                <a:ext uri="{FF2B5EF4-FFF2-40B4-BE49-F238E27FC236}">
                  <a16:creationId xmlns:a16="http://schemas.microsoft.com/office/drawing/2014/main" id="{9491DD35-EC0E-4819-886D-A8706C19464D}"/>
                </a:ext>
              </a:extLst>
            </p:cNvPr>
            <p:cNvSpPr>
              <a:spLocks/>
            </p:cNvSpPr>
            <p:nvPr/>
          </p:nvSpPr>
          <p:spPr bwMode="auto">
            <a:xfrm>
              <a:off x="3192463" y="3219450"/>
              <a:ext cx="44450" cy="49213"/>
            </a:xfrm>
            <a:custGeom>
              <a:avLst/>
              <a:gdLst>
                <a:gd name="T0" fmla="*/ 66 w 77"/>
                <a:gd name="T1" fmla="*/ 59 h 87"/>
                <a:gd name="T2" fmla="*/ 31 w 77"/>
                <a:gd name="T3" fmla="*/ 13 h 87"/>
                <a:gd name="T4" fmla="*/ 30 w 77"/>
                <a:gd name="T5" fmla="*/ 4 h 87"/>
                <a:gd name="T6" fmla="*/ 23 w 77"/>
                <a:gd name="T7" fmla="*/ 0 h 87"/>
                <a:gd name="T8" fmla="*/ 17 w 77"/>
                <a:gd name="T9" fmla="*/ 2 h 87"/>
                <a:gd name="T10" fmla="*/ 5 w 77"/>
                <a:gd name="T11" fmla="*/ 11 h 87"/>
                <a:gd name="T12" fmla="*/ 3 w 77"/>
                <a:gd name="T13" fmla="*/ 24 h 87"/>
                <a:gd name="T14" fmla="*/ 11 w 77"/>
                <a:gd name="T15" fmla="*/ 28 h 87"/>
                <a:gd name="T16" fmla="*/ 47 w 77"/>
                <a:gd name="T17" fmla="*/ 74 h 87"/>
                <a:gd name="T18" fmla="*/ 46 w 77"/>
                <a:gd name="T19" fmla="*/ 76 h 87"/>
                <a:gd name="T20" fmla="*/ 48 w 77"/>
                <a:gd name="T21" fmla="*/ 83 h 87"/>
                <a:gd name="T22" fmla="*/ 57 w 77"/>
                <a:gd name="T23" fmla="*/ 87 h 87"/>
                <a:gd name="T24" fmla="*/ 61 w 77"/>
                <a:gd name="T25" fmla="*/ 85 h 87"/>
                <a:gd name="T26" fmla="*/ 73 w 77"/>
                <a:gd name="T27" fmla="*/ 76 h 87"/>
                <a:gd name="T28" fmla="*/ 77 w 77"/>
                <a:gd name="T29" fmla="*/ 70 h 87"/>
                <a:gd name="T30" fmla="*/ 75 w 77"/>
                <a:gd name="T31" fmla="*/ 63 h 87"/>
                <a:gd name="T32" fmla="*/ 66 w 77"/>
                <a:gd name="T33" fmla="*/ 59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7" h="87">
                  <a:moveTo>
                    <a:pt x="66" y="59"/>
                  </a:moveTo>
                  <a:lnTo>
                    <a:pt x="31" y="13"/>
                  </a:lnTo>
                  <a:cubicBezTo>
                    <a:pt x="32" y="10"/>
                    <a:pt x="32" y="6"/>
                    <a:pt x="30" y="4"/>
                  </a:cubicBezTo>
                  <a:cubicBezTo>
                    <a:pt x="28" y="2"/>
                    <a:pt x="26" y="1"/>
                    <a:pt x="23" y="0"/>
                  </a:cubicBezTo>
                  <a:cubicBezTo>
                    <a:pt x="21" y="0"/>
                    <a:pt x="19" y="1"/>
                    <a:pt x="17" y="2"/>
                  </a:cubicBezTo>
                  <a:lnTo>
                    <a:pt x="5" y="11"/>
                  </a:lnTo>
                  <a:cubicBezTo>
                    <a:pt x="0" y="14"/>
                    <a:pt x="0" y="20"/>
                    <a:pt x="3" y="24"/>
                  </a:cubicBezTo>
                  <a:cubicBezTo>
                    <a:pt x="5" y="27"/>
                    <a:pt x="8" y="28"/>
                    <a:pt x="11" y="28"/>
                  </a:cubicBezTo>
                  <a:lnTo>
                    <a:pt x="47" y="74"/>
                  </a:lnTo>
                  <a:cubicBezTo>
                    <a:pt x="47" y="75"/>
                    <a:pt x="46" y="76"/>
                    <a:pt x="46" y="76"/>
                  </a:cubicBezTo>
                  <a:cubicBezTo>
                    <a:pt x="46" y="79"/>
                    <a:pt x="46" y="81"/>
                    <a:pt x="48" y="83"/>
                  </a:cubicBezTo>
                  <a:cubicBezTo>
                    <a:pt x="50" y="86"/>
                    <a:pt x="53" y="87"/>
                    <a:pt x="57" y="87"/>
                  </a:cubicBezTo>
                  <a:cubicBezTo>
                    <a:pt x="58" y="87"/>
                    <a:pt x="60" y="86"/>
                    <a:pt x="61" y="85"/>
                  </a:cubicBezTo>
                  <a:lnTo>
                    <a:pt x="73" y="76"/>
                  </a:lnTo>
                  <a:cubicBezTo>
                    <a:pt x="75" y="74"/>
                    <a:pt x="76" y="72"/>
                    <a:pt x="77" y="70"/>
                  </a:cubicBezTo>
                  <a:cubicBezTo>
                    <a:pt x="77" y="67"/>
                    <a:pt x="76" y="65"/>
                    <a:pt x="75" y="63"/>
                  </a:cubicBezTo>
                  <a:cubicBezTo>
                    <a:pt x="73" y="60"/>
                    <a:pt x="70" y="59"/>
                    <a:pt x="66" y="59"/>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Freeform 602">
              <a:extLst>
                <a:ext uri="{FF2B5EF4-FFF2-40B4-BE49-F238E27FC236}">
                  <a16:creationId xmlns:a16="http://schemas.microsoft.com/office/drawing/2014/main" id="{F1D1DEDD-E6B8-44E1-8961-0150D36E6941}"/>
                </a:ext>
              </a:extLst>
            </p:cNvPr>
            <p:cNvSpPr>
              <a:spLocks/>
            </p:cNvSpPr>
            <p:nvPr/>
          </p:nvSpPr>
          <p:spPr bwMode="auto">
            <a:xfrm>
              <a:off x="3476626" y="3589338"/>
              <a:ext cx="44450" cy="49213"/>
            </a:xfrm>
            <a:custGeom>
              <a:avLst/>
              <a:gdLst>
                <a:gd name="T0" fmla="*/ 66 w 77"/>
                <a:gd name="T1" fmla="*/ 60 h 88"/>
                <a:gd name="T2" fmla="*/ 30 w 77"/>
                <a:gd name="T3" fmla="*/ 14 h 88"/>
                <a:gd name="T4" fmla="*/ 31 w 77"/>
                <a:gd name="T5" fmla="*/ 12 h 88"/>
                <a:gd name="T6" fmla="*/ 29 w 77"/>
                <a:gd name="T7" fmla="*/ 5 h 88"/>
                <a:gd name="T8" fmla="*/ 16 w 77"/>
                <a:gd name="T9" fmla="*/ 3 h 88"/>
                <a:gd name="T10" fmla="*/ 4 w 77"/>
                <a:gd name="T11" fmla="*/ 12 h 88"/>
                <a:gd name="T12" fmla="*/ 0 w 77"/>
                <a:gd name="T13" fmla="*/ 19 h 88"/>
                <a:gd name="T14" fmla="*/ 2 w 77"/>
                <a:gd name="T15" fmla="*/ 25 h 88"/>
                <a:gd name="T16" fmla="*/ 10 w 77"/>
                <a:gd name="T17" fmla="*/ 29 h 88"/>
                <a:gd name="T18" fmla="*/ 46 w 77"/>
                <a:gd name="T19" fmla="*/ 75 h 88"/>
                <a:gd name="T20" fmla="*/ 47 w 77"/>
                <a:gd name="T21" fmla="*/ 84 h 88"/>
                <a:gd name="T22" fmla="*/ 54 w 77"/>
                <a:gd name="T23" fmla="*/ 88 h 88"/>
                <a:gd name="T24" fmla="*/ 56 w 77"/>
                <a:gd name="T25" fmla="*/ 88 h 88"/>
                <a:gd name="T26" fmla="*/ 60 w 77"/>
                <a:gd name="T27" fmla="*/ 86 h 88"/>
                <a:gd name="T28" fmla="*/ 72 w 77"/>
                <a:gd name="T29" fmla="*/ 77 h 88"/>
                <a:gd name="T30" fmla="*/ 74 w 77"/>
                <a:gd name="T31" fmla="*/ 64 h 88"/>
                <a:gd name="T32" fmla="*/ 66 w 77"/>
                <a:gd name="T33" fmla="*/ 6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7" h="88">
                  <a:moveTo>
                    <a:pt x="66" y="60"/>
                  </a:moveTo>
                  <a:lnTo>
                    <a:pt x="30" y="14"/>
                  </a:lnTo>
                  <a:cubicBezTo>
                    <a:pt x="30" y="13"/>
                    <a:pt x="31" y="12"/>
                    <a:pt x="31" y="12"/>
                  </a:cubicBezTo>
                  <a:cubicBezTo>
                    <a:pt x="31" y="9"/>
                    <a:pt x="31" y="7"/>
                    <a:pt x="29" y="5"/>
                  </a:cubicBezTo>
                  <a:cubicBezTo>
                    <a:pt x="26" y="1"/>
                    <a:pt x="20" y="0"/>
                    <a:pt x="16" y="3"/>
                  </a:cubicBezTo>
                  <a:lnTo>
                    <a:pt x="4" y="12"/>
                  </a:lnTo>
                  <a:cubicBezTo>
                    <a:pt x="2" y="14"/>
                    <a:pt x="1" y="16"/>
                    <a:pt x="0" y="19"/>
                  </a:cubicBezTo>
                  <a:cubicBezTo>
                    <a:pt x="0" y="21"/>
                    <a:pt x="1" y="23"/>
                    <a:pt x="2" y="25"/>
                  </a:cubicBezTo>
                  <a:cubicBezTo>
                    <a:pt x="4" y="28"/>
                    <a:pt x="7" y="29"/>
                    <a:pt x="10" y="29"/>
                  </a:cubicBezTo>
                  <a:lnTo>
                    <a:pt x="46" y="75"/>
                  </a:lnTo>
                  <a:cubicBezTo>
                    <a:pt x="45" y="78"/>
                    <a:pt x="45" y="82"/>
                    <a:pt x="47" y="84"/>
                  </a:cubicBezTo>
                  <a:cubicBezTo>
                    <a:pt x="49" y="86"/>
                    <a:pt x="51" y="87"/>
                    <a:pt x="54" y="88"/>
                  </a:cubicBezTo>
                  <a:cubicBezTo>
                    <a:pt x="54" y="88"/>
                    <a:pt x="55" y="88"/>
                    <a:pt x="56" y="88"/>
                  </a:cubicBezTo>
                  <a:cubicBezTo>
                    <a:pt x="58" y="88"/>
                    <a:pt x="59" y="87"/>
                    <a:pt x="60" y="86"/>
                  </a:cubicBezTo>
                  <a:lnTo>
                    <a:pt x="72" y="77"/>
                  </a:lnTo>
                  <a:cubicBezTo>
                    <a:pt x="77" y="74"/>
                    <a:pt x="77" y="68"/>
                    <a:pt x="74" y="64"/>
                  </a:cubicBezTo>
                  <a:cubicBezTo>
                    <a:pt x="72" y="61"/>
                    <a:pt x="69" y="60"/>
                    <a:pt x="66" y="6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Freeform 603">
              <a:extLst>
                <a:ext uri="{FF2B5EF4-FFF2-40B4-BE49-F238E27FC236}">
                  <a16:creationId xmlns:a16="http://schemas.microsoft.com/office/drawing/2014/main" id="{BC759486-BDA1-446E-81EA-4B48A30ABACD}"/>
                </a:ext>
              </a:extLst>
            </p:cNvPr>
            <p:cNvSpPr>
              <a:spLocks/>
            </p:cNvSpPr>
            <p:nvPr/>
          </p:nvSpPr>
          <p:spPr bwMode="auto">
            <a:xfrm>
              <a:off x="3146426" y="3265488"/>
              <a:ext cx="50800" cy="44450"/>
            </a:xfrm>
            <a:custGeom>
              <a:avLst/>
              <a:gdLst>
                <a:gd name="T0" fmla="*/ 75 w 89"/>
                <a:gd name="T1" fmla="*/ 47 h 77"/>
                <a:gd name="T2" fmla="*/ 29 w 89"/>
                <a:gd name="T3" fmla="*/ 11 h 77"/>
                <a:gd name="T4" fmla="*/ 25 w 89"/>
                <a:gd name="T5" fmla="*/ 3 h 77"/>
                <a:gd name="T6" fmla="*/ 12 w 89"/>
                <a:gd name="T7" fmla="*/ 5 h 77"/>
                <a:gd name="T8" fmla="*/ 3 w 89"/>
                <a:gd name="T9" fmla="*/ 17 h 77"/>
                <a:gd name="T10" fmla="*/ 5 w 89"/>
                <a:gd name="T11" fmla="*/ 30 h 77"/>
                <a:gd name="T12" fmla="*/ 12 w 89"/>
                <a:gd name="T13" fmla="*/ 31 h 77"/>
                <a:gd name="T14" fmla="*/ 14 w 89"/>
                <a:gd name="T15" fmla="*/ 31 h 77"/>
                <a:gd name="T16" fmla="*/ 60 w 89"/>
                <a:gd name="T17" fmla="*/ 67 h 77"/>
                <a:gd name="T18" fmla="*/ 64 w 89"/>
                <a:gd name="T19" fmla="*/ 75 h 77"/>
                <a:gd name="T20" fmla="*/ 71 w 89"/>
                <a:gd name="T21" fmla="*/ 77 h 77"/>
                <a:gd name="T22" fmla="*/ 77 w 89"/>
                <a:gd name="T23" fmla="*/ 73 h 77"/>
                <a:gd name="T24" fmla="*/ 86 w 89"/>
                <a:gd name="T25" fmla="*/ 61 h 77"/>
                <a:gd name="T26" fmla="*/ 84 w 89"/>
                <a:gd name="T27" fmla="*/ 48 h 77"/>
                <a:gd name="T28" fmla="*/ 75 w 89"/>
                <a:gd name="T29" fmla="*/ 4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9" h="77">
                  <a:moveTo>
                    <a:pt x="75" y="47"/>
                  </a:moveTo>
                  <a:lnTo>
                    <a:pt x="29" y="11"/>
                  </a:lnTo>
                  <a:cubicBezTo>
                    <a:pt x="29" y="8"/>
                    <a:pt x="28" y="5"/>
                    <a:pt x="25" y="3"/>
                  </a:cubicBezTo>
                  <a:cubicBezTo>
                    <a:pt x="21" y="0"/>
                    <a:pt x="15" y="0"/>
                    <a:pt x="12" y="5"/>
                  </a:cubicBezTo>
                  <a:lnTo>
                    <a:pt x="3" y="17"/>
                  </a:lnTo>
                  <a:cubicBezTo>
                    <a:pt x="0" y="21"/>
                    <a:pt x="1" y="27"/>
                    <a:pt x="5" y="30"/>
                  </a:cubicBezTo>
                  <a:cubicBezTo>
                    <a:pt x="7" y="31"/>
                    <a:pt x="9" y="32"/>
                    <a:pt x="12" y="31"/>
                  </a:cubicBezTo>
                  <a:cubicBezTo>
                    <a:pt x="12" y="31"/>
                    <a:pt x="13" y="31"/>
                    <a:pt x="14" y="31"/>
                  </a:cubicBezTo>
                  <a:lnTo>
                    <a:pt x="60" y="67"/>
                  </a:lnTo>
                  <a:cubicBezTo>
                    <a:pt x="60" y="70"/>
                    <a:pt x="61" y="73"/>
                    <a:pt x="64" y="75"/>
                  </a:cubicBezTo>
                  <a:cubicBezTo>
                    <a:pt x="66" y="76"/>
                    <a:pt x="68" y="77"/>
                    <a:pt x="71" y="77"/>
                  </a:cubicBezTo>
                  <a:cubicBezTo>
                    <a:pt x="73" y="76"/>
                    <a:pt x="75" y="75"/>
                    <a:pt x="77" y="73"/>
                  </a:cubicBezTo>
                  <a:lnTo>
                    <a:pt x="86" y="61"/>
                  </a:lnTo>
                  <a:cubicBezTo>
                    <a:pt x="89" y="57"/>
                    <a:pt x="88" y="51"/>
                    <a:pt x="84" y="48"/>
                  </a:cubicBezTo>
                  <a:cubicBezTo>
                    <a:pt x="82" y="46"/>
                    <a:pt x="78" y="46"/>
                    <a:pt x="75" y="4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Freeform 604">
              <a:extLst>
                <a:ext uri="{FF2B5EF4-FFF2-40B4-BE49-F238E27FC236}">
                  <a16:creationId xmlns:a16="http://schemas.microsoft.com/office/drawing/2014/main" id="{F3666229-F7DB-4E2B-99AB-C00C84017ED0}"/>
                </a:ext>
              </a:extLst>
            </p:cNvPr>
            <p:cNvSpPr>
              <a:spLocks/>
            </p:cNvSpPr>
            <p:nvPr/>
          </p:nvSpPr>
          <p:spPr bwMode="auto">
            <a:xfrm>
              <a:off x="3516313" y="3548063"/>
              <a:ext cx="49213" cy="44450"/>
            </a:xfrm>
            <a:custGeom>
              <a:avLst/>
              <a:gdLst>
                <a:gd name="T0" fmla="*/ 75 w 88"/>
                <a:gd name="T1" fmla="*/ 47 h 77"/>
                <a:gd name="T2" fmla="*/ 29 w 88"/>
                <a:gd name="T3" fmla="*/ 12 h 77"/>
                <a:gd name="T4" fmla="*/ 25 w 88"/>
                <a:gd name="T5" fmla="*/ 3 h 77"/>
                <a:gd name="T6" fmla="*/ 12 w 88"/>
                <a:gd name="T7" fmla="*/ 5 h 77"/>
                <a:gd name="T8" fmla="*/ 3 w 88"/>
                <a:gd name="T9" fmla="*/ 17 h 77"/>
                <a:gd name="T10" fmla="*/ 5 w 88"/>
                <a:gd name="T11" fmla="*/ 30 h 77"/>
                <a:gd name="T12" fmla="*/ 12 w 88"/>
                <a:gd name="T13" fmla="*/ 32 h 77"/>
                <a:gd name="T14" fmla="*/ 14 w 88"/>
                <a:gd name="T15" fmla="*/ 31 h 77"/>
                <a:gd name="T16" fmla="*/ 60 w 88"/>
                <a:gd name="T17" fmla="*/ 67 h 77"/>
                <a:gd name="T18" fmla="*/ 64 w 88"/>
                <a:gd name="T19" fmla="*/ 75 h 77"/>
                <a:gd name="T20" fmla="*/ 70 w 88"/>
                <a:gd name="T21" fmla="*/ 77 h 77"/>
                <a:gd name="T22" fmla="*/ 77 w 88"/>
                <a:gd name="T23" fmla="*/ 73 h 77"/>
                <a:gd name="T24" fmla="*/ 86 w 88"/>
                <a:gd name="T25" fmla="*/ 61 h 77"/>
                <a:gd name="T26" fmla="*/ 88 w 88"/>
                <a:gd name="T27" fmla="*/ 55 h 77"/>
                <a:gd name="T28" fmla="*/ 84 w 88"/>
                <a:gd name="T29" fmla="*/ 48 h 77"/>
                <a:gd name="T30" fmla="*/ 75 w 88"/>
                <a:gd name="T31" fmla="*/ 4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8" h="77">
                  <a:moveTo>
                    <a:pt x="75" y="47"/>
                  </a:moveTo>
                  <a:lnTo>
                    <a:pt x="29" y="12"/>
                  </a:lnTo>
                  <a:cubicBezTo>
                    <a:pt x="29" y="8"/>
                    <a:pt x="28" y="5"/>
                    <a:pt x="25" y="3"/>
                  </a:cubicBezTo>
                  <a:cubicBezTo>
                    <a:pt x="21" y="0"/>
                    <a:pt x="15" y="1"/>
                    <a:pt x="12" y="5"/>
                  </a:cubicBezTo>
                  <a:lnTo>
                    <a:pt x="3" y="17"/>
                  </a:lnTo>
                  <a:cubicBezTo>
                    <a:pt x="0" y="21"/>
                    <a:pt x="1" y="27"/>
                    <a:pt x="5" y="30"/>
                  </a:cubicBezTo>
                  <a:cubicBezTo>
                    <a:pt x="7" y="32"/>
                    <a:pt x="9" y="32"/>
                    <a:pt x="12" y="32"/>
                  </a:cubicBezTo>
                  <a:cubicBezTo>
                    <a:pt x="12" y="32"/>
                    <a:pt x="13" y="32"/>
                    <a:pt x="14" y="31"/>
                  </a:cubicBezTo>
                  <a:lnTo>
                    <a:pt x="60" y="67"/>
                  </a:lnTo>
                  <a:cubicBezTo>
                    <a:pt x="60" y="70"/>
                    <a:pt x="61" y="73"/>
                    <a:pt x="64" y="75"/>
                  </a:cubicBezTo>
                  <a:cubicBezTo>
                    <a:pt x="66" y="77"/>
                    <a:pt x="68" y="77"/>
                    <a:pt x="70" y="77"/>
                  </a:cubicBezTo>
                  <a:cubicBezTo>
                    <a:pt x="73" y="77"/>
                    <a:pt x="75" y="76"/>
                    <a:pt x="77" y="73"/>
                  </a:cubicBezTo>
                  <a:lnTo>
                    <a:pt x="86" y="61"/>
                  </a:lnTo>
                  <a:cubicBezTo>
                    <a:pt x="87" y="59"/>
                    <a:pt x="88" y="57"/>
                    <a:pt x="88" y="55"/>
                  </a:cubicBezTo>
                  <a:cubicBezTo>
                    <a:pt x="87" y="52"/>
                    <a:pt x="86" y="50"/>
                    <a:pt x="84" y="48"/>
                  </a:cubicBezTo>
                  <a:cubicBezTo>
                    <a:pt x="82" y="46"/>
                    <a:pt x="78" y="46"/>
                    <a:pt x="75" y="4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Freeform 605">
              <a:extLst>
                <a:ext uri="{FF2B5EF4-FFF2-40B4-BE49-F238E27FC236}">
                  <a16:creationId xmlns:a16="http://schemas.microsoft.com/office/drawing/2014/main" id="{8B7A81AF-35FE-4043-A435-9320CAC9F99C}"/>
                </a:ext>
              </a:extLst>
            </p:cNvPr>
            <p:cNvSpPr>
              <a:spLocks/>
            </p:cNvSpPr>
            <p:nvPr/>
          </p:nvSpPr>
          <p:spPr bwMode="auto">
            <a:xfrm>
              <a:off x="3114676" y="3321050"/>
              <a:ext cx="53975" cy="36513"/>
            </a:xfrm>
            <a:custGeom>
              <a:avLst/>
              <a:gdLst>
                <a:gd name="T0" fmla="*/ 6 w 94"/>
                <a:gd name="T1" fmla="*/ 33 h 63"/>
                <a:gd name="T2" fmla="*/ 10 w 94"/>
                <a:gd name="T3" fmla="*/ 34 h 63"/>
                <a:gd name="T4" fmla="*/ 14 w 94"/>
                <a:gd name="T5" fmla="*/ 32 h 63"/>
                <a:gd name="T6" fmla="*/ 69 w 94"/>
                <a:gd name="T7" fmla="*/ 55 h 63"/>
                <a:gd name="T8" fmla="*/ 74 w 94"/>
                <a:gd name="T9" fmla="*/ 62 h 63"/>
                <a:gd name="T10" fmla="*/ 79 w 94"/>
                <a:gd name="T11" fmla="*/ 62 h 63"/>
                <a:gd name="T12" fmla="*/ 81 w 94"/>
                <a:gd name="T13" fmla="*/ 62 h 63"/>
                <a:gd name="T14" fmla="*/ 86 w 94"/>
                <a:gd name="T15" fmla="*/ 57 h 63"/>
                <a:gd name="T16" fmla="*/ 92 w 94"/>
                <a:gd name="T17" fmla="*/ 43 h 63"/>
                <a:gd name="T18" fmla="*/ 87 w 94"/>
                <a:gd name="T19" fmla="*/ 31 h 63"/>
                <a:gd name="T20" fmla="*/ 80 w 94"/>
                <a:gd name="T21" fmla="*/ 31 h 63"/>
                <a:gd name="T22" fmla="*/ 78 w 94"/>
                <a:gd name="T23" fmla="*/ 32 h 63"/>
                <a:gd name="T24" fmla="*/ 24 w 94"/>
                <a:gd name="T25" fmla="*/ 9 h 63"/>
                <a:gd name="T26" fmla="*/ 18 w 94"/>
                <a:gd name="T27" fmla="*/ 2 h 63"/>
                <a:gd name="T28" fmla="*/ 6 w 94"/>
                <a:gd name="T29" fmla="*/ 7 h 63"/>
                <a:gd name="T30" fmla="*/ 1 w 94"/>
                <a:gd name="T31" fmla="*/ 21 h 63"/>
                <a:gd name="T32" fmla="*/ 1 w 94"/>
                <a:gd name="T33" fmla="*/ 28 h 63"/>
                <a:gd name="T34" fmla="*/ 6 w 94"/>
                <a:gd name="T35" fmla="*/ 3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4" h="63">
                  <a:moveTo>
                    <a:pt x="6" y="33"/>
                  </a:moveTo>
                  <a:cubicBezTo>
                    <a:pt x="7" y="34"/>
                    <a:pt x="9" y="34"/>
                    <a:pt x="10" y="34"/>
                  </a:cubicBezTo>
                  <a:cubicBezTo>
                    <a:pt x="12" y="34"/>
                    <a:pt x="13" y="33"/>
                    <a:pt x="14" y="32"/>
                  </a:cubicBezTo>
                  <a:lnTo>
                    <a:pt x="69" y="55"/>
                  </a:lnTo>
                  <a:cubicBezTo>
                    <a:pt x="69" y="58"/>
                    <a:pt x="71" y="61"/>
                    <a:pt x="74" y="62"/>
                  </a:cubicBezTo>
                  <a:cubicBezTo>
                    <a:pt x="76" y="62"/>
                    <a:pt x="77" y="63"/>
                    <a:pt x="79" y="62"/>
                  </a:cubicBezTo>
                  <a:cubicBezTo>
                    <a:pt x="80" y="62"/>
                    <a:pt x="80" y="62"/>
                    <a:pt x="81" y="62"/>
                  </a:cubicBezTo>
                  <a:cubicBezTo>
                    <a:pt x="83" y="61"/>
                    <a:pt x="85" y="59"/>
                    <a:pt x="86" y="57"/>
                  </a:cubicBezTo>
                  <a:lnTo>
                    <a:pt x="92" y="43"/>
                  </a:lnTo>
                  <a:cubicBezTo>
                    <a:pt x="94" y="38"/>
                    <a:pt x="92" y="32"/>
                    <a:pt x="87" y="31"/>
                  </a:cubicBezTo>
                  <a:cubicBezTo>
                    <a:pt x="85" y="30"/>
                    <a:pt x="82" y="30"/>
                    <a:pt x="80" y="31"/>
                  </a:cubicBezTo>
                  <a:cubicBezTo>
                    <a:pt x="79" y="31"/>
                    <a:pt x="79" y="31"/>
                    <a:pt x="78" y="32"/>
                  </a:cubicBezTo>
                  <a:lnTo>
                    <a:pt x="24" y="9"/>
                  </a:lnTo>
                  <a:cubicBezTo>
                    <a:pt x="23" y="6"/>
                    <a:pt x="22" y="3"/>
                    <a:pt x="18" y="2"/>
                  </a:cubicBezTo>
                  <a:cubicBezTo>
                    <a:pt x="14" y="0"/>
                    <a:pt x="8" y="2"/>
                    <a:pt x="6" y="7"/>
                  </a:cubicBezTo>
                  <a:lnTo>
                    <a:pt x="1" y="21"/>
                  </a:lnTo>
                  <a:cubicBezTo>
                    <a:pt x="0" y="24"/>
                    <a:pt x="0" y="26"/>
                    <a:pt x="1" y="28"/>
                  </a:cubicBezTo>
                  <a:cubicBezTo>
                    <a:pt x="1" y="31"/>
                    <a:pt x="3" y="32"/>
                    <a:pt x="6" y="3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Freeform 606">
              <a:extLst>
                <a:ext uri="{FF2B5EF4-FFF2-40B4-BE49-F238E27FC236}">
                  <a16:creationId xmlns:a16="http://schemas.microsoft.com/office/drawing/2014/main" id="{AB641A56-F843-4605-A359-05001EFE2D79}"/>
                </a:ext>
              </a:extLst>
            </p:cNvPr>
            <p:cNvSpPr>
              <a:spLocks/>
            </p:cNvSpPr>
            <p:nvPr/>
          </p:nvSpPr>
          <p:spPr bwMode="auto">
            <a:xfrm>
              <a:off x="3544888" y="3500438"/>
              <a:ext cx="53975" cy="34925"/>
            </a:xfrm>
            <a:custGeom>
              <a:avLst/>
              <a:gdLst>
                <a:gd name="T0" fmla="*/ 88 w 94"/>
                <a:gd name="T1" fmla="*/ 30 h 62"/>
                <a:gd name="T2" fmla="*/ 79 w 94"/>
                <a:gd name="T3" fmla="*/ 31 h 62"/>
                <a:gd name="T4" fmla="*/ 25 w 94"/>
                <a:gd name="T5" fmla="*/ 8 h 62"/>
                <a:gd name="T6" fmla="*/ 20 w 94"/>
                <a:gd name="T7" fmla="*/ 1 h 62"/>
                <a:gd name="T8" fmla="*/ 13 w 94"/>
                <a:gd name="T9" fmla="*/ 1 h 62"/>
                <a:gd name="T10" fmla="*/ 8 w 94"/>
                <a:gd name="T11" fmla="*/ 6 h 62"/>
                <a:gd name="T12" fmla="*/ 2 w 94"/>
                <a:gd name="T13" fmla="*/ 20 h 62"/>
                <a:gd name="T14" fmla="*/ 7 w 94"/>
                <a:gd name="T15" fmla="*/ 32 h 62"/>
                <a:gd name="T16" fmla="*/ 12 w 94"/>
                <a:gd name="T17" fmla="*/ 33 h 62"/>
                <a:gd name="T18" fmla="*/ 14 w 94"/>
                <a:gd name="T19" fmla="*/ 32 h 62"/>
                <a:gd name="T20" fmla="*/ 16 w 94"/>
                <a:gd name="T21" fmla="*/ 31 h 62"/>
                <a:gd name="T22" fmla="*/ 70 w 94"/>
                <a:gd name="T23" fmla="*/ 54 h 62"/>
                <a:gd name="T24" fmla="*/ 76 w 94"/>
                <a:gd name="T25" fmla="*/ 61 h 62"/>
                <a:gd name="T26" fmla="*/ 80 w 94"/>
                <a:gd name="T27" fmla="*/ 61 h 62"/>
                <a:gd name="T28" fmla="*/ 88 w 94"/>
                <a:gd name="T29" fmla="*/ 56 h 62"/>
                <a:gd name="T30" fmla="*/ 93 w 94"/>
                <a:gd name="T31" fmla="*/ 42 h 62"/>
                <a:gd name="T32" fmla="*/ 93 w 94"/>
                <a:gd name="T33" fmla="*/ 35 h 62"/>
                <a:gd name="T34" fmla="*/ 88 w 94"/>
                <a:gd name="T35" fmla="*/ 3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4" h="62">
                  <a:moveTo>
                    <a:pt x="88" y="30"/>
                  </a:moveTo>
                  <a:cubicBezTo>
                    <a:pt x="85" y="28"/>
                    <a:pt x="82" y="29"/>
                    <a:pt x="79" y="31"/>
                  </a:cubicBezTo>
                  <a:lnTo>
                    <a:pt x="25" y="8"/>
                  </a:lnTo>
                  <a:cubicBezTo>
                    <a:pt x="25" y="5"/>
                    <a:pt x="23" y="3"/>
                    <a:pt x="20" y="1"/>
                  </a:cubicBezTo>
                  <a:cubicBezTo>
                    <a:pt x="18" y="0"/>
                    <a:pt x="15" y="0"/>
                    <a:pt x="13" y="1"/>
                  </a:cubicBezTo>
                  <a:cubicBezTo>
                    <a:pt x="11" y="2"/>
                    <a:pt x="9" y="4"/>
                    <a:pt x="8" y="6"/>
                  </a:cubicBezTo>
                  <a:lnTo>
                    <a:pt x="2" y="20"/>
                  </a:lnTo>
                  <a:cubicBezTo>
                    <a:pt x="0" y="25"/>
                    <a:pt x="2" y="31"/>
                    <a:pt x="7" y="32"/>
                  </a:cubicBezTo>
                  <a:cubicBezTo>
                    <a:pt x="9" y="33"/>
                    <a:pt x="10" y="33"/>
                    <a:pt x="12" y="33"/>
                  </a:cubicBezTo>
                  <a:cubicBezTo>
                    <a:pt x="13" y="33"/>
                    <a:pt x="13" y="33"/>
                    <a:pt x="14" y="32"/>
                  </a:cubicBezTo>
                  <a:cubicBezTo>
                    <a:pt x="15" y="32"/>
                    <a:pt x="15" y="32"/>
                    <a:pt x="16" y="31"/>
                  </a:cubicBezTo>
                  <a:lnTo>
                    <a:pt x="70" y="54"/>
                  </a:lnTo>
                  <a:cubicBezTo>
                    <a:pt x="71" y="57"/>
                    <a:pt x="72" y="60"/>
                    <a:pt x="76" y="61"/>
                  </a:cubicBezTo>
                  <a:cubicBezTo>
                    <a:pt x="77" y="61"/>
                    <a:pt x="79" y="62"/>
                    <a:pt x="80" y="61"/>
                  </a:cubicBezTo>
                  <a:cubicBezTo>
                    <a:pt x="83" y="61"/>
                    <a:pt x="86" y="59"/>
                    <a:pt x="88" y="56"/>
                  </a:cubicBezTo>
                  <a:lnTo>
                    <a:pt x="93" y="42"/>
                  </a:lnTo>
                  <a:cubicBezTo>
                    <a:pt x="94" y="39"/>
                    <a:pt x="94" y="37"/>
                    <a:pt x="93" y="35"/>
                  </a:cubicBezTo>
                  <a:cubicBezTo>
                    <a:pt x="93" y="32"/>
                    <a:pt x="91" y="31"/>
                    <a:pt x="88" y="3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Freeform 608">
              <a:extLst>
                <a:ext uri="{FF2B5EF4-FFF2-40B4-BE49-F238E27FC236}">
                  <a16:creationId xmlns:a16="http://schemas.microsoft.com/office/drawing/2014/main" id="{321D6DC8-7EBD-46D1-8DDA-6A0C173B42D7}"/>
                </a:ext>
              </a:extLst>
            </p:cNvPr>
            <p:cNvSpPr>
              <a:spLocks/>
            </p:cNvSpPr>
            <p:nvPr/>
          </p:nvSpPr>
          <p:spPr bwMode="auto">
            <a:xfrm>
              <a:off x="3098801" y="3386138"/>
              <a:ext cx="53975" cy="25400"/>
            </a:xfrm>
            <a:custGeom>
              <a:avLst/>
              <a:gdLst>
                <a:gd name="T0" fmla="*/ 9 w 95"/>
                <a:gd name="T1" fmla="*/ 34 h 43"/>
                <a:gd name="T2" fmla="*/ 11 w 95"/>
                <a:gd name="T3" fmla="*/ 34 h 43"/>
                <a:gd name="T4" fmla="*/ 16 w 95"/>
                <a:gd name="T5" fmla="*/ 32 h 43"/>
                <a:gd name="T6" fmla="*/ 17 w 95"/>
                <a:gd name="T7" fmla="*/ 30 h 43"/>
                <a:gd name="T8" fmla="*/ 75 w 95"/>
                <a:gd name="T9" fmla="*/ 38 h 43"/>
                <a:gd name="T10" fmla="*/ 82 w 95"/>
                <a:gd name="T11" fmla="*/ 43 h 43"/>
                <a:gd name="T12" fmla="*/ 85 w 95"/>
                <a:gd name="T13" fmla="*/ 43 h 43"/>
                <a:gd name="T14" fmla="*/ 89 w 95"/>
                <a:gd name="T15" fmla="*/ 42 h 43"/>
                <a:gd name="T16" fmla="*/ 93 w 95"/>
                <a:gd name="T17" fmla="*/ 35 h 43"/>
                <a:gd name="T18" fmla="*/ 95 w 95"/>
                <a:gd name="T19" fmla="*/ 20 h 43"/>
                <a:gd name="T20" fmla="*/ 93 w 95"/>
                <a:gd name="T21" fmla="*/ 13 h 43"/>
                <a:gd name="T22" fmla="*/ 87 w 95"/>
                <a:gd name="T23" fmla="*/ 10 h 43"/>
                <a:gd name="T24" fmla="*/ 78 w 95"/>
                <a:gd name="T25" fmla="*/ 13 h 43"/>
                <a:gd name="T26" fmla="*/ 20 w 95"/>
                <a:gd name="T27" fmla="*/ 6 h 43"/>
                <a:gd name="T28" fmla="*/ 13 w 95"/>
                <a:gd name="T29" fmla="*/ 0 h 43"/>
                <a:gd name="T30" fmla="*/ 3 w 95"/>
                <a:gd name="T31" fmla="*/ 8 h 43"/>
                <a:gd name="T32" fmla="*/ 1 w 95"/>
                <a:gd name="T33" fmla="*/ 23 h 43"/>
                <a:gd name="T34" fmla="*/ 9 w 95"/>
                <a:gd name="T35" fmla="*/ 34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5" h="43">
                  <a:moveTo>
                    <a:pt x="9" y="34"/>
                  </a:moveTo>
                  <a:cubicBezTo>
                    <a:pt x="10" y="34"/>
                    <a:pt x="10" y="34"/>
                    <a:pt x="11" y="34"/>
                  </a:cubicBezTo>
                  <a:cubicBezTo>
                    <a:pt x="13" y="33"/>
                    <a:pt x="14" y="33"/>
                    <a:pt x="16" y="32"/>
                  </a:cubicBezTo>
                  <a:cubicBezTo>
                    <a:pt x="16" y="31"/>
                    <a:pt x="17" y="31"/>
                    <a:pt x="17" y="30"/>
                  </a:cubicBezTo>
                  <a:lnTo>
                    <a:pt x="75" y="38"/>
                  </a:lnTo>
                  <a:cubicBezTo>
                    <a:pt x="77" y="41"/>
                    <a:pt x="79" y="43"/>
                    <a:pt x="82" y="43"/>
                  </a:cubicBezTo>
                  <a:cubicBezTo>
                    <a:pt x="83" y="43"/>
                    <a:pt x="84" y="43"/>
                    <a:pt x="85" y="43"/>
                  </a:cubicBezTo>
                  <a:cubicBezTo>
                    <a:pt x="86" y="43"/>
                    <a:pt x="88" y="43"/>
                    <a:pt x="89" y="42"/>
                  </a:cubicBezTo>
                  <a:cubicBezTo>
                    <a:pt x="91" y="40"/>
                    <a:pt x="92" y="38"/>
                    <a:pt x="93" y="35"/>
                  </a:cubicBezTo>
                  <a:lnTo>
                    <a:pt x="95" y="20"/>
                  </a:lnTo>
                  <a:cubicBezTo>
                    <a:pt x="95" y="18"/>
                    <a:pt x="94" y="15"/>
                    <a:pt x="93" y="13"/>
                  </a:cubicBezTo>
                  <a:cubicBezTo>
                    <a:pt x="91" y="11"/>
                    <a:pt x="89" y="10"/>
                    <a:pt x="87" y="10"/>
                  </a:cubicBezTo>
                  <a:cubicBezTo>
                    <a:pt x="83" y="9"/>
                    <a:pt x="80" y="11"/>
                    <a:pt x="78" y="13"/>
                  </a:cubicBezTo>
                  <a:lnTo>
                    <a:pt x="20" y="6"/>
                  </a:lnTo>
                  <a:cubicBezTo>
                    <a:pt x="19" y="3"/>
                    <a:pt x="17" y="1"/>
                    <a:pt x="13" y="0"/>
                  </a:cubicBezTo>
                  <a:cubicBezTo>
                    <a:pt x="8" y="0"/>
                    <a:pt x="3" y="3"/>
                    <a:pt x="3" y="8"/>
                  </a:cubicBezTo>
                  <a:lnTo>
                    <a:pt x="1" y="23"/>
                  </a:lnTo>
                  <a:cubicBezTo>
                    <a:pt x="0" y="28"/>
                    <a:pt x="4" y="33"/>
                    <a:pt x="9" y="34"/>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Freeform 609">
              <a:extLst>
                <a:ext uri="{FF2B5EF4-FFF2-40B4-BE49-F238E27FC236}">
                  <a16:creationId xmlns:a16="http://schemas.microsoft.com/office/drawing/2014/main" id="{B7EF5D65-0085-46E9-AC97-B572AA4EB48C}"/>
                </a:ext>
              </a:extLst>
            </p:cNvPr>
            <p:cNvSpPr>
              <a:spLocks/>
            </p:cNvSpPr>
            <p:nvPr/>
          </p:nvSpPr>
          <p:spPr bwMode="auto">
            <a:xfrm>
              <a:off x="3560763" y="3446463"/>
              <a:ext cx="53975" cy="25400"/>
            </a:xfrm>
            <a:custGeom>
              <a:avLst/>
              <a:gdLst>
                <a:gd name="T0" fmla="*/ 86 w 95"/>
                <a:gd name="T1" fmla="*/ 10 h 44"/>
                <a:gd name="T2" fmla="*/ 79 w 95"/>
                <a:gd name="T3" fmla="*/ 12 h 44"/>
                <a:gd name="T4" fmla="*/ 78 w 95"/>
                <a:gd name="T5" fmla="*/ 14 h 44"/>
                <a:gd name="T6" fmla="*/ 20 w 95"/>
                <a:gd name="T7" fmla="*/ 6 h 44"/>
                <a:gd name="T8" fmla="*/ 13 w 95"/>
                <a:gd name="T9" fmla="*/ 1 h 44"/>
                <a:gd name="T10" fmla="*/ 6 w 95"/>
                <a:gd name="T11" fmla="*/ 2 h 44"/>
                <a:gd name="T12" fmla="*/ 2 w 95"/>
                <a:gd name="T13" fmla="*/ 9 h 44"/>
                <a:gd name="T14" fmla="*/ 0 w 95"/>
                <a:gd name="T15" fmla="*/ 24 h 44"/>
                <a:gd name="T16" fmla="*/ 2 w 95"/>
                <a:gd name="T17" fmla="*/ 31 h 44"/>
                <a:gd name="T18" fmla="*/ 8 w 95"/>
                <a:gd name="T19" fmla="*/ 34 h 44"/>
                <a:gd name="T20" fmla="*/ 11 w 95"/>
                <a:gd name="T21" fmla="*/ 34 h 44"/>
                <a:gd name="T22" fmla="*/ 17 w 95"/>
                <a:gd name="T23" fmla="*/ 31 h 44"/>
                <a:gd name="T24" fmla="*/ 75 w 95"/>
                <a:gd name="T25" fmla="*/ 38 h 44"/>
                <a:gd name="T26" fmla="*/ 82 w 95"/>
                <a:gd name="T27" fmla="*/ 44 h 44"/>
                <a:gd name="T28" fmla="*/ 84 w 95"/>
                <a:gd name="T29" fmla="*/ 44 h 44"/>
                <a:gd name="T30" fmla="*/ 92 w 95"/>
                <a:gd name="T31" fmla="*/ 36 h 44"/>
                <a:gd name="T32" fmla="*/ 94 w 95"/>
                <a:gd name="T33" fmla="*/ 21 h 44"/>
                <a:gd name="T34" fmla="*/ 86 w 95"/>
                <a:gd name="T35" fmla="*/ 1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5" h="44">
                  <a:moveTo>
                    <a:pt x="86" y="10"/>
                  </a:moveTo>
                  <a:cubicBezTo>
                    <a:pt x="84" y="10"/>
                    <a:pt x="81" y="11"/>
                    <a:pt x="79" y="12"/>
                  </a:cubicBezTo>
                  <a:cubicBezTo>
                    <a:pt x="79" y="13"/>
                    <a:pt x="78" y="13"/>
                    <a:pt x="78" y="14"/>
                  </a:cubicBezTo>
                  <a:lnTo>
                    <a:pt x="20" y="6"/>
                  </a:lnTo>
                  <a:cubicBezTo>
                    <a:pt x="19" y="3"/>
                    <a:pt x="16" y="1"/>
                    <a:pt x="13" y="1"/>
                  </a:cubicBezTo>
                  <a:cubicBezTo>
                    <a:pt x="10" y="0"/>
                    <a:pt x="8" y="1"/>
                    <a:pt x="6" y="2"/>
                  </a:cubicBezTo>
                  <a:cubicBezTo>
                    <a:pt x="4" y="4"/>
                    <a:pt x="3" y="6"/>
                    <a:pt x="2" y="9"/>
                  </a:cubicBezTo>
                  <a:lnTo>
                    <a:pt x="0" y="24"/>
                  </a:lnTo>
                  <a:cubicBezTo>
                    <a:pt x="0" y="26"/>
                    <a:pt x="1" y="29"/>
                    <a:pt x="2" y="31"/>
                  </a:cubicBezTo>
                  <a:cubicBezTo>
                    <a:pt x="4" y="33"/>
                    <a:pt x="6" y="34"/>
                    <a:pt x="8" y="34"/>
                  </a:cubicBezTo>
                  <a:cubicBezTo>
                    <a:pt x="9" y="34"/>
                    <a:pt x="10" y="34"/>
                    <a:pt x="11" y="34"/>
                  </a:cubicBezTo>
                  <a:cubicBezTo>
                    <a:pt x="13" y="34"/>
                    <a:pt x="15" y="33"/>
                    <a:pt x="17" y="31"/>
                  </a:cubicBezTo>
                  <a:lnTo>
                    <a:pt x="75" y="38"/>
                  </a:lnTo>
                  <a:cubicBezTo>
                    <a:pt x="76" y="41"/>
                    <a:pt x="79" y="43"/>
                    <a:pt x="82" y="44"/>
                  </a:cubicBezTo>
                  <a:cubicBezTo>
                    <a:pt x="83" y="44"/>
                    <a:pt x="83" y="44"/>
                    <a:pt x="84" y="44"/>
                  </a:cubicBezTo>
                  <a:cubicBezTo>
                    <a:pt x="88" y="43"/>
                    <a:pt x="92" y="40"/>
                    <a:pt x="92" y="36"/>
                  </a:cubicBezTo>
                  <a:lnTo>
                    <a:pt x="94" y="21"/>
                  </a:lnTo>
                  <a:cubicBezTo>
                    <a:pt x="95" y="16"/>
                    <a:pt x="91" y="11"/>
                    <a:pt x="86" y="1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Freeform 610">
              <a:extLst>
                <a:ext uri="{FF2B5EF4-FFF2-40B4-BE49-F238E27FC236}">
                  <a16:creationId xmlns:a16="http://schemas.microsoft.com/office/drawing/2014/main" id="{F194F45A-AC9F-44AF-964D-85173F9AC504}"/>
                </a:ext>
              </a:extLst>
            </p:cNvPr>
            <p:cNvSpPr>
              <a:spLocks/>
            </p:cNvSpPr>
            <p:nvPr/>
          </p:nvSpPr>
          <p:spPr bwMode="auto">
            <a:xfrm>
              <a:off x="3375026" y="3170238"/>
              <a:ext cx="23813" cy="55563"/>
            </a:xfrm>
            <a:custGeom>
              <a:avLst/>
              <a:gdLst>
                <a:gd name="T0" fmla="*/ 36 w 44"/>
                <a:gd name="T1" fmla="*/ 3 h 95"/>
                <a:gd name="T2" fmla="*/ 21 w 44"/>
                <a:gd name="T3" fmla="*/ 1 h 95"/>
                <a:gd name="T4" fmla="*/ 21 w 44"/>
                <a:gd name="T5" fmla="*/ 1 h 95"/>
                <a:gd name="T6" fmla="*/ 10 w 44"/>
                <a:gd name="T7" fmla="*/ 9 h 95"/>
                <a:gd name="T8" fmla="*/ 12 w 44"/>
                <a:gd name="T9" fmla="*/ 16 h 95"/>
                <a:gd name="T10" fmla="*/ 14 w 44"/>
                <a:gd name="T11" fmla="*/ 17 h 95"/>
                <a:gd name="T12" fmla="*/ 6 w 44"/>
                <a:gd name="T13" fmla="*/ 75 h 95"/>
                <a:gd name="T14" fmla="*/ 1 w 44"/>
                <a:gd name="T15" fmla="*/ 82 h 95"/>
                <a:gd name="T16" fmla="*/ 2 w 44"/>
                <a:gd name="T17" fmla="*/ 89 h 95"/>
                <a:gd name="T18" fmla="*/ 9 w 44"/>
                <a:gd name="T19" fmla="*/ 93 h 95"/>
                <a:gd name="T20" fmla="*/ 24 w 44"/>
                <a:gd name="T21" fmla="*/ 95 h 95"/>
                <a:gd name="T22" fmla="*/ 26 w 44"/>
                <a:gd name="T23" fmla="*/ 95 h 95"/>
                <a:gd name="T24" fmla="*/ 31 w 44"/>
                <a:gd name="T25" fmla="*/ 93 h 95"/>
                <a:gd name="T26" fmla="*/ 34 w 44"/>
                <a:gd name="T27" fmla="*/ 87 h 95"/>
                <a:gd name="T28" fmla="*/ 31 w 44"/>
                <a:gd name="T29" fmla="*/ 79 h 95"/>
                <a:gd name="T30" fmla="*/ 38 w 44"/>
                <a:gd name="T31" fmla="*/ 20 h 95"/>
                <a:gd name="T32" fmla="*/ 44 w 44"/>
                <a:gd name="T33" fmla="*/ 13 h 95"/>
                <a:gd name="T34" fmla="*/ 36 w 44"/>
                <a:gd name="T35" fmla="*/ 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4" h="95">
                  <a:moveTo>
                    <a:pt x="36" y="3"/>
                  </a:moveTo>
                  <a:lnTo>
                    <a:pt x="21" y="1"/>
                  </a:lnTo>
                  <a:lnTo>
                    <a:pt x="21" y="1"/>
                  </a:lnTo>
                  <a:cubicBezTo>
                    <a:pt x="16" y="0"/>
                    <a:pt x="11" y="4"/>
                    <a:pt x="10" y="9"/>
                  </a:cubicBezTo>
                  <a:cubicBezTo>
                    <a:pt x="10" y="11"/>
                    <a:pt x="11" y="14"/>
                    <a:pt x="12" y="16"/>
                  </a:cubicBezTo>
                  <a:cubicBezTo>
                    <a:pt x="13" y="16"/>
                    <a:pt x="13" y="17"/>
                    <a:pt x="14" y="17"/>
                  </a:cubicBezTo>
                  <a:lnTo>
                    <a:pt x="6" y="75"/>
                  </a:lnTo>
                  <a:cubicBezTo>
                    <a:pt x="3" y="76"/>
                    <a:pt x="1" y="79"/>
                    <a:pt x="1" y="82"/>
                  </a:cubicBezTo>
                  <a:cubicBezTo>
                    <a:pt x="0" y="85"/>
                    <a:pt x="1" y="87"/>
                    <a:pt x="2" y="89"/>
                  </a:cubicBezTo>
                  <a:cubicBezTo>
                    <a:pt x="4" y="91"/>
                    <a:pt x="6" y="92"/>
                    <a:pt x="9" y="93"/>
                  </a:cubicBezTo>
                  <a:lnTo>
                    <a:pt x="24" y="95"/>
                  </a:lnTo>
                  <a:cubicBezTo>
                    <a:pt x="25" y="95"/>
                    <a:pt x="25" y="95"/>
                    <a:pt x="26" y="95"/>
                  </a:cubicBezTo>
                  <a:cubicBezTo>
                    <a:pt x="28" y="94"/>
                    <a:pt x="29" y="94"/>
                    <a:pt x="31" y="93"/>
                  </a:cubicBezTo>
                  <a:cubicBezTo>
                    <a:pt x="33" y="91"/>
                    <a:pt x="34" y="89"/>
                    <a:pt x="34" y="87"/>
                  </a:cubicBezTo>
                  <a:cubicBezTo>
                    <a:pt x="35" y="83"/>
                    <a:pt x="33" y="80"/>
                    <a:pt x="31" y="79"/>
                  </a:cubicBezTo>
                  <a:lnTo>
                    <a:pt x="38" y="20"/>
                  </a:lnTo>
                  <a:cubicBezTo>
                    <a:pt x="41" y="19"/>
                    <a:pt x="43" y="16"/>
                    <a:pt x="44" y="13"/>
                  </a:cubicBezTo>
                  <a:cubicBezTo>
                    <a:pt x="44" y="8"/>
                    <a:pt x="41" y="3"/>
                    <a:pt x="36" y="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Freeform 611">
              <a:extLst>
                <a:ext uri="{FF2B5EF4-FFF2-40B4-BE49-F238E27FC236}">
                  <a16:creationId xmlns:a16="http://schemas.microsoft.com/office/drawing/2014/main" id="{DBB4A9F3-BCBE-4673-8538-834EBE0D7331}"/>
                </a:ext>
              </a:extLst>
            </p:cNvPr>
            <p:cNvSpPr>
              <a:spLocks/>
            </p:cNvSpPr>
            <p:nvPr/>
          </p:nvSpPr>
          <p:spPr bwMode="auto">
            <a:xfrm>
              <a:off x="3313113" y="3633788"/>
              <a:ext cx="25400" cy="53975"/>
            </a:xfrm>
            <a:custGeom>
              <a:avLst/>
              <a:gdLst>
                <a:gd name="T0" fmla="*/ 35 w 44"/>
                <a:gd name="T1" fmla="*/ 2 h 94"/>
                <a:gd name="T2" fmla="*/ 20 w 44"/>
                <a:gd name="T3" fmla="*/ 0 h 94"/>
                <a:gd name="T4" fmla="*/ 13 w 44"/>
                <a:gd name="T5" fmla="*/ 2 h 94"/>
                <a:gd name="T6" fmla="*/ 10 w 44"/>
                <a:gd name="T7" fmla="*/ 8 h 94"/>
                <a:gd name="T8" fmla="*/ 13 w 44"/>
                <a:gd name="T9" fmla="*/ 17 h 94"/>
                <a:gd name="T10" fmla="*/ 6 w 44"/>
                <a:gd name="T11" fmla="*/ 75 h 94"/>
                <a:gd name="T12" fmla="*/ 0 w 44"/>
                <a:gd name="T13" fmla="*/ 82 h 94"/>
                <a:gd name="T14" fmla="*/ 8 w 44"/>
                <a:gd name="T15" fmla="*/ 92 h 94"/>
                <a:gd name="T16" fmla="*/ 23 w 44"/>
                <a:gd name="T17" fmla="*/ 94 h 94"/>
                <a:gd name="T18" fmla="*/ 26 w 44"/>
                <a:gd name="T19" fmla="*/ 94 h 94"/>
                <a:gd name="T20" fmla="*/ 34 w 44"/>
                <a:gd name="T21" fmla="*/ 86 h 94"/>
                <a:gd name="T22" fmla="*/ 32 w 44"/>
                <a:gd name="T23" fmla="*/ 79 h 94"/>
                <a:gd name="T24" fmla="*/ 30 w 44"/>
                <a:gd name="T25" fmla="*/ 78 h 94"/>
                <a:gd name="T26" fmla="*/ 38 w 44"/>
                <a:gd name="T27" fmla="*/ 20 h 94"/>
                <a:gd name="T28" fmla="*/ 43 w 44"/>
                <a:gd name="T29" fmla="*/ 13 h 94"/>
                <a:gd name="T30" fmla="*/ 42 w 44"/>
                <a:gd name="T31" fmla="*/ 6 h 94"/>
                <a:gd name="T32" fmla="*/ 35 w 44"/>
                <a:gd name="T33" fmla="*/ 2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4" h="94">
                  <a:moveTo>
                    <a:pt x="35" y="2"/>
                  </a:moveTo>
                  <a:lnTo>
                    <a:pt x="20" y="0"/>
                  </a:lnTo>
                  <a:cubicBezTo>
                    <a:pt x="18" y="0"/>
                    <a:pt x="15" y="1"/>
                    <a:pt x="13" y="2"/>
                  </a:cubicBezTo>
                  <a:cubicBezTo>
                    <a:pt x="11" y="4"/>
                    <a:pt x="10" y="6"/>
                    <a:pt x="10" y="8"/>
                  </a:cubicBezTo>
                  <a:cubicBezTo>
                    <a:pt x="9" y="12"/>
                    <a:pt x="11" y="15"/>
                    <a:pt x="13" y="17"/>
                  </a:cubicBezTo>
                  <a:lnTo>
                    <a:pt x="6" y="75"/>
                  </a:lnTo>
                  <a:cubicBezTo>
                    <a:pt x="3" y="76"/>
                    <a:pt x="1" y="79"/>
                    <a:pt x="0" y="82"/>
                  </a:cubicBezTo>
                  <a:cubicBezTo>
                    <a:pt x="0" y="87"/>
                    <a:pt x="3" y="92"/>
                    <a:pt x="8" y="92"/>
                  </a:cubicBezTo>
                  <a:lnTo>
                    <a:pt x="23" y="94"/>
                  </a:lnTo>
                  <a:cubicBezTo>
                    <a:pt x="24" y="94"/>
                    <a:pt x="25" y="94"/>
                    <a:pt x="26" y="94"/>
                  </a:cubicBezTo>
                  <a:cubicBezTo>
                    <a:pt x="30" y="94"/>
                    <a:pt x="33" y="90"/>
                    <a:pt x="34" y="86"/>
                  </a:cubicBezTo>
                  <a:cubicBezTo>
                    <a:pt x="34" y="84"/>
                    <a:pt x="33" y="81"/>
                    <a:pt x="32" y="79"/>
                  </a:cubicBezTo>
                  <a:cubicBezTo>
                    <a:pt x="31" y="79"/>
                    <a:pt x="31" y="78"/>
                    <a:pt x="30" y="78"/>
                  </a:cubicBezTo>
                  <a:lnTo>
                    <a:pt x="38" y="20"/>
                  </a:lnTo>
                  <a:cubicBezTo>
                    <a:pt x="41" y="19"/>
                    <a:pt x="43" y="16"/>
                    <a:pt x="43" y="13"/>
                  </a:cubicBezTo>
                  <a:cubicBezTo>
                    <a:pt x="44" y="10"/>
                    <a:pt x="43" y="8"/>
                    <a:pt x="42" y="6"/>
                  </a:cubicBezTo>
                  <a:cubicBezTo>
                    <a:pt x="40" y="4"/>
                    <a:pt x="38" y="3"/>
                    <a:pt x="35" y="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Freeform 612">
              <a:extLst>
                <a:ext uri="{FF2B5EF4-FFF2-40B4-BE49-F238E27FC236}">
                  <a16:creationId xmlns:a16="http://schemas.microsoft.com/office/drawing/2014/main" id="{D9512BE6-E2E5-4F6F-BBCB-8F46B682B55D}"/>
                </a:ext>
              </a:extLst>
            </p:cNvPr>
            <p:cNvSpPr>
              <a:spLocks/>
            </p:cNvSpPr>
            <p:nvPr/>
          </p:nvSpPr>
          <p:spPr bwMode="auto">
            <a:xfrm>
              <a:off x="3427413" y="3187700"/>
              <a:ext cx="36513" cy="52388"/>
            </a:xfrm>
            <a:custGeom>
              <a:avLst/>
              <a:gdLst>
                <a:gd name="T0" fmla="*/ 56 w 63"/>
                <a:gd name="T1" fmla="*/ 6 h 93"/>
                <a:gd name="T2" fmla="*/ 42 w 63"/>
                <a:gd name="T3" fmla="*/ 1 h 93"/>
                <a:gd name="T4" fmla="*/ 35 w 63"/>
                <a:gd name="T5" fmla="*/ 1 h 93"/>
                <a:gd name="T6" fmla="*/ 30 w 63"/>
                <a:gd name="T7" fmla="*/ 6 h 93"/>
                <a:gd name="T8" fmla="*/ 31 w 63"/>
                <a:gd name="T9" fmla="*/ 15 h 93"/>
                <a:gd name="T10" fmla="*/ 8 w 63"/>
                <a:gd name="T11" fmla="*/ 69 h 93"/>
                <a:gd name="T12" fmla="*/ 1 w 63"/>
                <a:gd name="T13" fmla="*/ 74 h 93"/>
                <a:gd name="T14" fmla="*/ 1 w 63"/>
                <a:gd name="T15" fmla="*/ 81 h 93"/>
                <a:gd name="T16" fmla="*/ 6 w 63"/>
                <a:gd name="T17" fmla="*/ 86 h 93"/>
                <a:gd name="T18" fmla="*/ 20 w 63"/>
                <a:gd name="T19" fmla="*/ 92 h 93"/>
                <a:gd name="T20" fmla="*/ 25 w 63"/>
                <a:gd name="T21" fmla="*/ 93 h 93"/>
                <a:gd name="T22" fmla="*/ 32 w 63"/>
                <a:gd name="T23" fmla="*/ 87 h 93"/>
                <a:gd name="T24" fmla="*/ 32 w 63"/>
                <a:gd name="T25" fmla="*/ 80 h 93"/>
                <a:gd name="T26" fmla="*/ 31 w 63"/>
                <a:gd name="T27" fmla="*/ 78 h 93"/>
                <a:gd name="T28" fmla="*/ 54 w 63"/>
                <a:gd name="T29" fmla="*/ 24 h 93"/>
                <a:gd name="T30" fmla="*/ 56 w 63"/>
                <a:gd name="T31" fmla="*/ 24 h 93"/>
                <a:gd name="T32" fmla="*/ 61 w 63"/>
                <a:gd name="T33" fmla="*/ 19 h 93"/>
                <a:gd name="T34" fmla="*/ 56 w 63"/>
                <a:gd name="T35" fmla="*/ 6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3" h="93">
                  <a:moveTo>
                    <a:pt x="56" y="6"/>
                  </a:moveTo>
                  <a:lnTo>
                    <a:pt x="42" y="1"/>
                  </a:lnTo>
                  <a:cubicBezTo>
                    <a:pt x="39" y="0"/>
                    <a:pt x="37" y="0"/>
                    <a:pt x="35" y="1"/>
                  </a:cubicBezTo>
                  <a:cubicBezTo>
                    <a:pt x="32" y="1"/>
                    <a:pt x="31" y="3"/>
                    <a:pt x="30" y="6"/>
                  </a:cubicBezTo>
                  <a:cubicBezTo>
                    <a:pt x="28" y="9"/>
                    <a:pt x="29" y="12"/>
                    <a:pt x="31" y="15"/>
                  </a:cubicBezTo>
                  <a:lnTo>
                    <a:pt x="8" y="69"/>
                  </a:lnTo>
                  <a:cubicBezTo>
                    <a:pt x="5" y="69"/>
                    <a:pt x="3" y="71"/>
                    <a:pt x="1" y="74"/>
                  </a:cubicBezTo>
                  <a:cubicBezTo>
                    <a:pt x="0" y="76"/>
                    <a:pt x="0" y="79"/>
                    <a:pt x="1" y="81"/>
                  </a:cubicBezTo>
                  <a:cubicBezTo>
                    <a:pt x="2" y="83"/>
                    <a:pt x="4" y="85"/>
                    <a:pt x="6" y="86"/>
                  </a:cubicBezTo>
                  <a:lnTo>
                    <a:pt x="20" y="92"/>
                  </a:lnTo>
                  <a:cubicBezTo>
                    <a:pt x="22" y="93"/>
                    <a:pt x="24" y="93"/>
                    <a:pt x="25" y="93"/>
                  </a:cubicBezTo>
                  <a:cubicBezTo>
                    <a:pt x="28" y="92"/>
                    <a:pt x="31" y="90"/>
                    <a:pt x="32" y="87"/>
                  </a:cubicBezTo>
                  <a:cubicBezTo>
                    <a:pt x="33" y="85"/>
                    <a:pt x="33" y="82"/>
                    <a:pt x="32" y="80"/>
                  </a:cubicBezTo>
                  <a:cubicBezTo>
                    <a:pt x="32" y="79"/>
                    <a:pt x="32" y="79"/>
                    <a:pt x="31" y="78"/>
                  </a:cubicBezTo>
                  <a:lnTo>
                    <a:pt x="54" y="24"/>
                  </a:lnTo>
                  <a:cubicBezTo>
                    <a:pt x="54" y="24"/>
                    <a:pt x="55" y="24"/>
                    <a:pt x="56" y="24"/>
                  </a:cubicBezTo>
                  <a:cubicBezTo>
                    <a:pt x="58" y="23"/>
                    <a:pt x="60" y="21"/>
                    <a:pt x="61" y="19"/>
                  </a:cubicBezTo>
                  <a:cubicBezTo>
                    <a:pt x="63" y="14"/>
                    <a:pt x="61" y="8"/>
                    <a:pt x="56" y="6"/>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Freeform 613">
              <a:extLst>
                <a:ext uri="{FF2B5EF4-FFF2-40B4-BE49-F238E27FC236}">
                  <a16:creationId xmlns:a16="http://schemas.microsoft.com/office/drawing/2014/main" id="{3BD1B61D-32BF-4A64-8283-C6F50C821E32}"/>
                </a:ext>
              </a:extLst>
            </p:cNvPr>
            <p:cNvSpPr>
              <a:spLocks/>
            </p:cNvSpPr>
            <p:nvPr/>
          </p:nvSpPr>
          <p:spPr bwMode="auto">
            <a:xfrm>
              <a:off x="3249613" y="3617913"/>
              <a:ext cx="34925" cy="52388"/>
            </a:xfrm>
            <a:custGeom>
              <a:avLst/>
              <a:gdLst>
                <a:gd name="T0" fmla="*/ 57 w 63"/>
                <a:gd name="T1" fmla="*/ 8 h 94"/>
                <a:gd name="T2" fmla="*/ 43 w 63"/>
                <a:gd name="T3" fmla="*/ 2 h 94"/>
                <a:gd name="T4" fmla="*/ 43 w 63"/>
                <a:gd name="T5" fmla="*/ 2 h 94"/>
                <a:gd name="T6" fmla="*/ 31 w 63"/>
                <a:gd name="T7" fmla="*/ 7 h 94"/>
                <a:gd name="T8" fmla="*/ 31 w 63"/>
                <a:gd name="T9" fmla="*/ 14 h 94"/>
                <a:gd name="T10" fmla="*/ 32 w 63"/>
                <a:gd name="T11" fmla="*/ 16 h 94"/>
                <a:gd name="T12" fmla="*/ 9 w 63"/>
                <a:gd name="T13" fmla="*/ 70 h 94"/>
                <a:gd name="T14" fmla="*/ 2 w 63"/>
                <a:gd name="T15" fmla="*/ 76 h 94"/>
                <a:gd name="T16" fmla="*/ 7 w 63"/>
                <a:gd name="T17" fmla="*/ 88 h 94"/>
                <a:gd name="T18" fmla="*/ 21 w 63"/>
                <a:gd name="T19" fmla="*/ 93 h 94"/>
                <a:gd name="T20" fmla="*/ 26 w 63"/>
                <a:gd name="T21" fmla="*/ 94 h 94"/>
                <a:gd name="T22" fmla="*/ 28 w 63"/>
                <a:gd name="T23" fmla="*/ 93 h 94"/>
                <a:gd name="T24" fmla="*/ 33 w 63"/>
                <a:gd name="T25" fmla="*/ 88 h 94"/>
                <a:gd name="T26" fmla="*/ 32 w 63"/>
                <a:gd name="T27" fmla="*/ 80 h 94"/>
                <a:gd name="T28" fmla="*/ 55 w 63"/>
                <a:gd name="T29" fmla="*/ 25 h 94"/>
                <a:gd name="T30" fmla="*/ 62 w 63"/>
                <a:gd name="T31" fmla="*/ 20 h 94"/>
                <a:gd name="T32" fmla="*/ 62 w 63"/>
                <a:gd name="T33" fmla="*/ 13 h 94"/>
                <a:gd name="T34" fmla="*/ 57 w 63"/>
                <a:gd name="T35" fmla="*/ 8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3" h="94">
                  <a:moveTo>
                    <a:pt x="57" y="8"/>
                  </a:moveTo>
                  <a:lnTo>
                    <a:pt x="43" y="2"/>
                  </a:lnTo>
                  <a:lnTo>
                    <a:pt x="43" y="2"/>
                  </a:lnTo>
                  <a:cubicBezTo>
                    <a:pt x="38" y="0"/>
                    <a:pt x="32" y="2"/>
                    <a:pt x="31" y="7"/>
                  </a:cubicBezTo>
                  <a:cubicBezTo>
                    <a:pt x="30" y="9"/>
                    <a:pt x="30" y="12"/>
                    <a:pt x="31" y="14"/>
                  </a:cubicBezTo>
                  <a:cubicBezTo>
                    <a:pt x="31" y="15"/>
                    <a:pt x="31" y="15"/>
                    <a:pt x="32" y="16"/>
                  </a:cubicBezTo>
                  <a:lnTo>
                    <a:pt x="9" y="70"/>
                  </a:lnTo>
                  <a:cubicBezTo>
                    <a:pt x="6" y="71"/>
                    <a:pt x="3" y="72"/>
                    <a:pt x="2" y="76"/>
                  </a:cubicBezTo>
                  <a:cubicBezTo>
                    <a:pt x="0" y="80"/>
                    <a:pt x="2" y="86"/>
                    <a:pt x="7" y="88"/>
                  </a:cubicBezTo>
                  <a:lnTo>
                    <a:pt x="21" y="93"/>
                  </a:lnTo>
                  <a:cubicBezTo>
                    <a:pt x="23" y="94"/>
                    <a:pt x="24" y="94"/>
                    <a:pt x="26" y="94"/>
                  </a:cubicBezTo>
                  <a:cubicBezTo>
                    <a:pt x="27" y="94"/>
                    <a:pt x="28" y="94"/>
                    <a:pt x="28" y="93"/>
                  </a:cubicBezTo>
                  <a:cubicBezTo>
                    <a:pt x="31" y="93"/>
                    <a:pt x="32" y="91"/>
                    <a:pt x="33" y="88"/>
                  </a:cubicBezTo>
                  <a:cubicBezTo>
                    <a:pt x="35" y="85"/>
                    <a:pt x="34" y="82"/>
                    <a:pt x="32" y="80"/>
                  </a:cubicBezTo>
                  <a:lnTo>
                    <a:pt x="55" y="25"/>
                  </a:lnTo>
                  <a:cubicBezTo>
                    <a:pt x="58" y="25"/>
                    <a:pt x="61" y="23"/>
                    <a:pt x="62" y="20"/>
                  </a:cubicBezTo>
                  <a:cubicBezTo>
                    <a:pt x="63" y="18"/>
                    <a:pt x="63" y="15"/>
                    <a:pt x="62" y="13"/>
                  </a:cubicBezTo>
                  <a:cubicBezTo>
                    <a:pt x="61" y="11"/>
                    <a:pt x="59" y="9"/>
                    <a:pt x="57" y="8"/>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Freeform 614">
              <a:extLst>
                <a:ext uri="{FF2B5EF4-FFF2-40B4-BE49-F238E27FC236}">
                  <a16:creationId xmlns:a16="http://schemas.microsoft.com/office/drawing/2014/main" id="{3E8AE4AB-58E1-4A23-8096-FE126BF01137}"/>
                </a:ext>
              </a:extLst>
            </p:cNvPr>
            <p:cNvSpPr>
              <a:spLocks/>
            </p:cNvSpPr>
            <p:nvPr/>
          </p:nvSpPr>
          <p:spPr bwMode="auto">
            <a:xfrm>
              <a:off x="3476626" y="3219450"/>
              <a:ext cx="44450" cy="49213"/>
            </a:xfrm>
            <a:custGeom>
              <a:avLst/>
              <a:gdLst>
                <a:gd name="T0" fmla="*/ 17 w 78"/>
                <a:gd name="T1" fmla="*/ 86 h 88"/>
                <a:gd name="T2" fmla="*/ 24 w 78"/>
                <a:gd name="T3" fmla="*/ 88 h 88"/>
                <a:gd name="T4" fmla="*/ 30 w 78"/>
                <a:gd name="T5" fmla="*/ 84 h 88"/>
                <a:gd name="T6" fmla="*/ 31 w 78"/>
                <a:gd name="T7" fmla="*/ 75 h 88"/>
                <a:gd name="T8" fmla="*/ 67 w 78"/>
                <a:gd name="T9" fmla="*/ 29 h 88"/>
                <a:gd name="T10" fmla="*/ 69 w 78"/>
                <a:gd name="T11" fmla="*/ 29 h 88"/>
                <a:gd name="T12" fmla="*/ 75 w 78"/>
                <a:gd name="T13" fmla="*/ 25 h 88"/>
                <a:gd name="T14" fmla="*/ 73 w 78"/>
                <a:gd name="T15" fmla="*/ 12 h 88"/>
                <a:gd name="T16" fmla="*/ 61 w 78"/>
                <a:gd name="T17" fmla="*/ 3 h 88"/>
                <a:gd name="T18" fmla="*/ 48 w 78"/>
                <a:gd name="T19" fmla="*/ 5 h 88"/>
                <a:gd name="T20" fmla="*/ 47 w 78"/>
                <a:gd name="T21" fmla="*/ 14 h 88"/>
                <a:gd name="T22" fmla="*/ 12 w 78"/>
                <a:gd name="T23" fmla="*/ 60 h 88"/>
                <a:gd name="T24" fmla="*/ 3 w 78"/>
                <a:gd name="T25" fmla="*/ 64 h 88"/>
                <a:gd name="T26" fmla="*/ 5 w 78"/>
                <a:gd name="T27" fmla="*/ 77 h 88"/>
                <a:gd name="T28" fmla="*/ 17 w 78"/>
                <a:gd name="T29" fmla="*/ 8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8" h="88">
                  <a:moveTo>
                    <a:pt x="17" y="86"/>
                  </a:moveTo>
                  <a:cubicBezTo>
                    <a:pt x="19" y="87"/>
                    <a:pt x="22" y="88"/>
                    <a:pt x="24" y="88"/>
                  </a:cubicBezTo>
                  <a:cubicBezTo>
                    <a:pt x="26" y="87"/>
                    <a:pt x="28" y="86"/>
                    <a:pt x="30" y="84"/>
                  </a:cubicBezTo>
                  <a:cubicBezTo>
                    <a:pt x="32" y="82"/>
                    <a:pt x="32" y="78"/>
                    <a:pt x="31" y="75"/>
                  </a:cubicBezTo>
                  <a:lnTo>
                    <a:pt x="67" y="29"/>
                  </a:lnTo>
                  <a:cubicBezTo>
                    <a:pt x="68" y="29"/>
                    <a:pt x="68" y="29"/>
                    <a:pt x="69" y="29"/>
                  </a:cubicBezTo>
                  <a:cubicBezTo>
                    <a:pt x="71" y="29"/>
                    <a:pt x="74" y="27"/>
                    <a:pt x="75" y="25"/>
                  </a:cubicBezTo>
                  <a:cubicBezTo>
                    <a:pt x="78" y="21"/>
                    <a:pt x="78" y="15"/>
                    <a:pt x="73" y="12"/>
                  </a:cubicBezTo>
                  <a:lnTo>
                    <a:pt x="61" y="3"/>
                  </a:lnTo>
                  <a:cubicBezTo>
                    <a:pt x="57" y="0"/>
                    <a:pt x="52" y="1"/>
                    <a:pt x="48" y="5"/>
                  </a:cubicBezTo>
                  <a:cubicBezTo>
                    <a:pt x="46" y="7"/>
                    <a:pt x="46" y="11"/>
                    <a:pt x="47" y="14"/>
                  </a:cubicBezTo>
                  <a:lnTo>
                    <a:pt x="12" y="60"/>
                  </a:lnTo>
                  <a:cubicBezTo>
                    <a:pt x="8" y="60"/>
                    <a:pt x="5" y="61"/>
                    <a:pt x="3" y="64"/>
                  </a:cubicBezTo>
                  <a:cubicBezTo>
                    <a:pt x="0" y="68"/>
                    <a:pt x="1" y="74"/>
                    <a:pt x="5" y="77"/>
                  </a:cubicBezTo>
                  <a:lnTo>
                    <a:pt x="17" y="86"/>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Freeform 615">
              <a:extLst>
                <a:ext uri="{FF2B5EF4-FFF2-40B4-BE49-F238E27FC236}">
                  <a16:creationId xmlns:a16="http://schemas.microsoft.com/office/drawing/2014/main" id="{D23C57D1-A6A5-4D82-962C-B25F516A8171}"/>
                </a:ext>
              </a:extLst>
            </p:cNvPr>
            <p:cNvSpPr>
              <a:spLocks/>
            </p:cNvSpPr>
            <p:nvPr/>
          </p:nvSpPr>
          <p:spPr bwMode="auto">
            <a:xfrm>
              <a:off x="3192463" y="3589338"/>
              <a:ext cx="44450" cy="49213"/>
            </a:xfrm>
            <a:custGeom>
              <a:avLst/>
              <a:gdLst>
                <a:gd name="T0" fmla="*/ 61 w 78"/>
                <a:gd name="T1" fmla="*/ 3 h 88"/>
                <a:gd name="T2" fmla="*/ 48 w 78"/>
                <a:gd name="T3" fmla="*/ 5 h 88"/>
                <a:gd name="T4" fmla="*/ 47 w 78"/>
                <a:gd name="T5" fmla="*/ 14 h 88"/>
                <a:gd name="T6" fmla="*/ 11 w 78"/>
                <a:gd name="T7" fmla="*/ 60 h 88"/>
                <a:gd name="T8" fmla="*/ 3 w 78"/>
                <a:gd name="T9" fmla="*/ 64 h 88"/>
                <a:gd name="T10" fmla="*/ 5 w 78"/>
                <a:gd name="T11" fmla="*/ 77 h 88"/>
                <a:gd name="T12" fmla="*/ 17 w 78"/>
                <a:gd name="T13" fmla="*/ 86 h 88"/>
                <a:gd name="T14" fmla="*/ 23 w 78"/>
                <a:gd name="T15" fmla="*/ 88 h 88"/>
                <a:gd name="T16" fmla="*/ 30 w 78"/>
                <a:gd name="T17" fmla="*/ 84 h 88"/>
                <a:gd name="T18" fmla="*/ 31 w 78"/>
                <a:gd name="T19" fmla="*/ 75 h 88"/>
                <a:gd name="T20" fmla="*/ 67 w 78"/>
                <a:gd name="T21" fmla="*/ 29 h 88"/>
                <a:gd name="T22" fmla="*/ 69 w 78"/>
                <a:gd name="T23" fmla="*/ 29 h 88"/>
                <a:gd name="T24" fmla="*/ 75 w 78"/>
                <a:gd name="T25" fmla="*/ 25 h 88"/>
                <a:gd name="T26" fmla="*/ 73 w 78"/>
                <a:gd name="T27" fmla="*/ 12 h 88"/>
                <a:gd name="T28" fmla="*/ 61 w 78"/>
                <a:gd name="T29" fmla="*/ 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8" h="88">
                  <a:moveTo>
                    <a:pt x="61" y="3"/>
                  </a:moveTo>
                  <a:cubicBezTo>
                    <a:pt x="57" y="0"/>
                    <a:pt x="51" y="1"/>
                    <a:pt x="48" y="5"/>
                  </a:cubicBezTo>
                  <a:cubicBezTo>
                    <a:pt x="46" y="7"/>
                    <a:pt x="46" y="11"/>
                    <a:pt x="47" y="14"/>
                  </a:cubicBezTo>
                  <a:lnTo>
                    <a:pt x="11" y="60"/>
                  </a:lnTo>
                  <a:cubicBezTo>
                    <a:pt x="8" y="60"/>
                    <a:pt x="5" y="61"/>
                    <a:pt x="3" y="64"/>
                  </a:cubicBezTo>
                  <a:cubicBezTo>
                    <a:pt x="0" y="68"/>
                    <a:pt x="0" y="74"/>
                    <a:pt x="5" y="77"/>
                  </a:cubicBezTo>
                  <a:lnTo>
                    <a:pt x="17" y="86"/>
                  </a:lnTo>
                  <a:cubicBezTo>
                    <a:pt x="19" y="87"/>
                    <a:pt x="21" y="88"/>
                    <a:pt x="23" y="88"/>
                  </a:cubicBezTo>
                  <a:cubicBezTo>
                    <a:pt x="26" y="87"/>
                    <a:pt x="28" y="86"/>
                    <a:pt x="30" y="84"/>
                  </a:cubicBezTo>
                  <a:cubicBezTo>
                    <a:pt x="32" y="82"/>
                    <a:pt x="32" y="78"/>
                    <a:pt x="31" y="75"/>
                  </a:cubicBezTo>
                  <a:lnTo>
                    <a:pt x="67" y="29"/>
                  </a:lnTo>
                  <a:cubicBezTo>
                    <a:pt x="67" y="29"/>
                    <a:pt x="68" y="29"/>
                    <a:pt x="69" y="29"/>
                  </a:cubicBezTo>
                  <a:cubicBezTo>
                    <a:pt x="71" y="29"/>
                    <a:pt x="73" y="27"/>
                    <a:pt x="75" y="25"/>
                  </a:cubicBezTo>
                  <a:cubicBezTo>
                    <a:pt x="78" y="21"/>
                    <a:pt x="77" y="15"/>
                    <a:pt x="73" y="12"/>
                  </a:cubicBezTo>
                  <a:lnTo>
                    <a:pt x="61" y="3"/>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Freeform 616">
              <a:extLst>
                <a:ext uri="{FF2B5EF4-FFF2-40B4-BE49-F238E27FC236}">
                  <a16:creationId xmlns:a16="http://schemas.microsoft.com/office/drawing/2014/main" id="{D863DDD9-5B64-4BD3-BA8D-FD80879ACF39}"/>
                </a:ext>
              </a:extLst>
            </p:cNvPr>
            <p:cNvSpPr>
              <a:spLocks/>
            </p:cNvSpPr>
            <p:nvPr/>
          </p:nvSpPr>
          <p:spPr bwMode="auto">
            <a:xfrm>
              <a:off x="3516313" y="3265488"/>
              <a:ext cx="49213" cy="44450"/>
            </a:xfrm>
            <a:custGeom>
              <a:avLst/>
              <a:gdLst>
                <a:gd name="T0" fmla="*/ 14 w 88"/>
                <a:gd name="T1" fmla="*/ 47 h 77"/>
                <a:gd name="T2" fmla="*/ 12 w 88"/>
                <a:gd name="T3" fmla="*/ 46 h 77"/>
                <a:gd name="T4" fmla="*/ 5 w 88"/>
                <a:gd name="T5" fmla="*/ 48 h 77"/>
                <a:gd name="T6" fmla="*/ 3 w 88"/>
                <a:gd name="T7" fmla="*/ 61 h 77"/>
                <a:gd name="T8" fmla="*/ 12 w 88"/>
                <a:gd name="T9" fmla="*/ 73 h 77"/>
                <a:gd name="T10" fmla="*/ 18 w 88"/>
                <a:gd name="T11" fmla="*/ 77 h 77"/>
                <a:gd name="T12" fmla="*/ 21 w 88"/>
                <a:gd name="T13" fmla="*/ 77 h 77"/>
                <a:gd name="T14" fmla="*/ 25 w 88"/>
                <a:gd name="T15" fmla="*/ 75 h 77"/>
                <a:gd name="T16" fmla="*/ 29 w 88"/>
                <a:gd name="T17" fmla="*/ 67 h 77"/>
                <a:gd name="T18" fmla="*/ 75 w 88"/>
                <a:gd name="T19" fmla="*/ 31 h 77"/>
                <a:gd name="T20" fmla="*/ 80 w 88"/>
                <a:gd name="T21" fmla="*/ 31 h 77"/>
                <a:gd name="T22" fmla="*/ 84 w 88"/>
                <a:gd name="T23" fmla="*/ 30 h 77"/>
                <a:gd name="T24" fmla="*/ 88 w 88"/>
                <a:gd name="T25" fmla="*/ 23 h 77"/>
                <a:gd name="T26" fmla="*/ 86 w 88"/>
                <a:gd name="T27" fmla="*/ 17 h 77"/>
                <a:gd name="T28" fmla="*/ 77 w 88"/>
                <a:gd name="T29" fmla="*/ 5 h 77"/>
                <a:gd name="T30" fmla="*/ 64 w 88"/>
                <a:gd name="T31" fmla="*/ 3 h 77"/>
                <a:gd name="T32" fmla="*/ 60 w 88"/>
                <a:gd name="T33" fmla="*/ 11 h 77"/>
                <a:gd name="T34" fmla="*/ 14 w 88"/>
                <a:gd name="T35" fmla="*/ 4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8" h="77">
                  <a:moveTo>
                    <a:pt x="14" y="47"/>
                  </a:moveTo>
                  <a:cubicBezTo>
                    <a:pt x="13" y="47"/>
                    <a:pt x="12" y="46"/>
                    <a:pt x="12" y="46"/>
                  </a:cubicBezTo>
                  <a:cubicBezTo>
                    <a:pt x="9" y="46"/>
                    <a:pt x="7" y="46"/>
                    <a:pt x="5" y="48"/>
                  </a:cubicBezTo>
                  <a:cubicBezTo>
                    <a:pt x="1" y="51"/>
                    <a:pt x="0" y="57"/>
                    <a:pt x="3" y="61"/>
                  </a:cubicBezTo>
                  <a:lnTo>
                    <a:pt x="12" y="73"/>
                  </a:lnTo>
                  <a:cubicBezTo>
                    <a:pt x="14" y="75"/>
                    <a:pt x="16" y="76"/>
                    <a:pt x="18" y="77"/>
                  </a:cubicBezTo>
                  <a:cubicBezTo>
                    <a:pt x="19" y="77"/>
                    <a:pt x="20" y="77"/>
                    <a:pt x="21" y="77"/>
                  </a:cubicBezTo>
                  <a:cubicBezTo>
                    <a:pt x="23" y="76"/>
                    <a:pt x="24" y="76"/>
                    <a:pt x="25" y="75"/>
                  </a:cubicBezTo>
                  <a:cubicBezTo>
                    <a:pt x="28" y="73"/>
                    <a:pt x="29" y="70"/>
                    <a:pt x="29" y="67"/>
                  </a:cubicBezTo>
                  <a:lnTo>
                    <a:pt x="75" y="31"/>
                  </a:lnTo>
                  <a:cubicBezTo>
                    <a:pt x="77" y="31"/>
                    <a:pt x="78" y="32"/>
                    <a:pt x="80" y="31"/>
                  </a:cubicBezTo>
                  <a:cubicBezTo>
                    <a:pt x="81" y="31"/>
                    <a:pt x="83" y="31"/>
                    <a:pt x="84" y="30"/>
                  </a:cubicBezTo>
                  <a:cubicBezTo>
                    <a:pt x="86" y="28"/>
                    <a:pt x="87" y="26"/>
                    <a:pt x="88" y="23"/>
                  </a:cubicBezTo>
                  <a:cubicBezTo>
                    <a:pt x="88" y="21"/>
                    <a:pt x="87" y="19"/>
                    <a:pt x="86" y="17"/>
                  </a:cubicBezTo>
                  <a:lnTo>
                    <a:pt x="77" y="5"/>
                  </a:lnTo>
                  <a:cubicBezTo>
                    <a:pt x="74" y="0"/>
                    <a:pt x="68" y="0"/>
                    <a:pt x="64" y="3"/>
                  </a:cubicBezTo>
                  <a:cubicBezTo>
                    <a:pt x="61" y="5"/>
                    <a:pt x="60" y="8"/>
                    <a:pt x="60" y="11"/>
                  </a:cubicBezTo>
                  <a:lnTo>
                    <a:pt x="14" y="47"/>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Freeform 617">
              <a:extLst>
                <a:ext uri="{FF2B5EF4-FFF2-40B4-BE49-F238E27FC236}">
                  <a16:creationId xmlns:a16="http://schemas.microsoft.com/office/drawing/2014/main" id="{9727BB80-448F-4A8B-A859-4D50BE0A3254}"/>
                </a:ext>
              </a:extLst>
            </p:cNvPr>
            <p:cNvSpPr>
              <a:spLocks/>
            </p:cNvSpPr>
            <p:nvPr/>
          </p:nvSpPr>
          <p:spPr bwMode="auto">
            <a:xfrm>
              <a:off x="3146426" y="3549650"/>
              <a:ext cx="50800" cy="42863"/>
            </a:xfrm>
            <a:custGeom>
              <a:avLst/>
              <a:gdLst>
                <a:gd name="T0" fmla="*/ 74 w 88"/>
                <a:gd name="T1" fmla="*/ 30 h 76"/>
                <a:gd name="T2" fmla="*/ 76 w 88"/>
                <a:gd name="T3" fmla="*/ 31 h 76"/>
                <a:gd name="T4" fmla="*/ 79 w 88"/>
                <a:gd name="T5" fmla="*/ 31 h 76"/>
                <a:gd name="T6" fmla="*/ 83 w 88"/>
                <a:gd name="T7" fmla="*/ 29 h 76"/>
                <a:gd name="T8" fmla="*/ 85 w 88"/>
                <a:gd name="T9" fmla="*/ 16 h 76"/>
                <a:gd name="T10" fmla="*/ 76 w 88"/>
                <a:gd name="T11" fmla="*/ 4 h 76"/>
                <a:gd name="T12" fmla="*/ 70 w 88"/>
                <a:gd name="T13" fmla="*/ 0 h 76"/>
                <a:gd name="T14" fmla="*/ 63 w 88"/>
                <a:gd name="T15" fmla="*/ 2 h 76"/>
                <a:gd name="T16" fmla="*/ 59 w 88"/>
                <a:gd name="T17" fmla="*/ 11 h 76"/>
                <a:gd name="T18" fmla="*/ 13 w 88"/>
                <a:gd name="T19" fmla="*/ 46 h 76"/>
                <a:gd name="T20" fmla="*/ 4 w 88"/>
                <a:gd name="T21" fmla="*/ 47 h 76"/>
                <a:gd name="T22" fmla="*/ 0 w 88"/>
                <a:gd name="T23" fmla="*/ 54 h 76"/>
                <a:gd name="T24" fmla="*/ 2 w 88"/>
                <a:gd name="T25" fmla="*/ 60 h 76"/>
                <a:gd name="T26" fmla="*/ 11 w 88"/>
                <a:gd name="T27" fmla="*/ 72 h 76"/>
                <a:gd name="T28" fmla="*/ 20 w 88"/>
                <a:gd name="T29" fmla="*/ 76 h 76"/>
                <a:gd name="T30" fmla="*/ 24 w 88"/>
                <a:gd name="T31" fmla="*/ 74 h 76"/>
                <a:gd name="T32" fmla="*/ 28 w 88"/>
                <a:gd name="T33" fmla="*/ 66 h 76"/>
                <a:gd name="T34" fmla="*/ 74 w 88"/>
                <a:gd name="T35" fmla="*/ 3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8" h="76">
                  <a:moveTo>
                    <a:pt x="74" y="30"/>
                  </a:moveTo>
                  <a:cubicBezTo>
                    <a:pt x="75" y="31"/>
                    <a:pt x="76" y="31"/>
                    <a:pt x="76" y="31"/>
                  </a:cubicBezTo>
                  <a:cubicBezTo>
                    <a:pt x="77" y="31"/>
                    <a:pt x="78" y="31"/>
                    <a:pt x="79" y="31"/>
                  </a:cubicBezTo>
                  <a:cubicBezTo>
                    <a:pt x="80" y="31"/>
                    <a:pt x="82" y="30"/>
                    <a:pt x="83" y="29"/>
                  </a:cubicBezTo>
                  <a:cubicBezTo>
                    <a:pt x="87" y="26"/>
                    <a:pt x="88" y="20"/>
                    <a:pt x="85" y="16"/>
                  </a:cubicBezTo>
                  <a:lnTo>
                    <a:pt x="76" y="4"/>
                  </a:lnTo>
                  <a:cubicBezTo>
                    <a:pt x="74" y="2"/>
                    <a:pt x="72" y="1"/>
                    <a:pt x="70" y="0"/>
                  </a:cubicBezTo>
                  <a:cubicBezTo>
                    <a:pt x="67" y="0"/>
                    <a:pt x="65" y="1"/>
                    <a:pt x="63" y="2"/>
                  </a:cubicBezTo>
                  <a:cubicBezTo>
                    <a:pt x="60" y="4"/>
                    <a:pt x="59" y="7"/>
                    <a:pt x="59" y="11"/>
                  </a:cubicBezTo>
                  <a:lnTo>
                    <a:pt x="13" y="46"/>
                  </a:lnTo>
                  <a:cubicBezTo>
                    <a:pt x="10" y="45"/>
                    <a:pt x="6" y="45"/>
                    <a:pt x="4" y="47"/>
                  </a:cubicBezTo>
                  <a:cubicBezTo>
                    <a:pt x="2" y="49"/>
                    <a:pt x="1" y="51"/>
                    <a:pt x="0" y="54"/>
                  </a:cubicBezTo>
                  <a:cubicBezTo>
                    <a:pt x="0" y="56"/>
                    <a:pt x="1" y="58"/>
                    <a:pt x="2" y="60"/>
                  </a:cubicBezTo>
                  <a:lnTo>
                    <a:pt x="11" y="72"/>
                  </a:lnTo>
                  <a:cubicBezTo>
                    <a:pt x="13" y="75"/>
                    <a:pt x="17" y="76"/>
                    <a:pt x="20" y="76"/>
                  </a:cubicBezTo>
                  <a:cubicBezTo>
                    <a:pt x="22" y="76"/>
                    <a:pt x="23" y="75"/>
                    <a:pt x="24" y="74"/>
                  </a:cubicBezTo>
                  <a:cubicBezTo>
                    <a:pt x="27" y="72"/>
                    <a:pt x="28" y="69"/>
                    <a:pt x="28" y="66"/>
                  </a:cubicBezTo>
                  <a:lnTo>
                    <a:pt x="74" y="3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Freeform 618">
              <a:extLst>
                <a:ext uri="{FF2B5EF4-FFF2-40B4-BE49-F238E27FC236}">
                  <a16:creationId xmlns:a16="http://schemas.microsoft.com/office/drawing/2014/main" id="{4D2502E1-E533-40AE-93D2-AC7853B34CE8}"/>
                </a:ext>
              </a:extLst>
            </p:cNvPr>
            <p:cNvSpPr>
              <a:spLocks/>
            </p:cNvSpPr>
            <p:nvPr/>
          </p:nvSpPr>
          <p:spPr bwMode="auto">
            <a:xfrm>
              <a:off x="3544888" y="3321050"/>
              <a:ext cx="53975" cy="36513"/>
            </a:xfrm>
            <a:custGeom>
              <a:avLst/>
              <a:gdLst>
                <a:gd name="T0" fmla="*/ 15 w 94"/>
                <a:gd name="T1" fmla="*/ 32 h 63"/>
                <a:gd name="T2" fmla="*/ 6 w 94"/>
                <a:gd name="T3" fmla="*/ 31 h 63"/>
                <a:gd name="T4" fmla="*/ 1 w 94"/>
                <a:gd name="T5" fmla="*/ 36 h 63"/>
                <a:gd name="T6" fmla="*/ 1 w 94"/>
                <a:gd name="T7" fmla="*/ 43 h 63"/>
                <a:gd name="T8" fmla="*/ 7 w 94"/>
                <a:gd name="T9" fmla="*/ 57 h 63"/>
                <a:gd name="T10" fmla="*/ 12 w 94"/>
                <a:gd name="T11" fmla="*/ 62 h 63"/>
                <a:gd name="T12" fmla="*/ 17 w 94"/>
                <a:gd name="T13" fmla="*/ 62 h 63"/>
                <a:gd name="T14" fmla="*/ 19 w 94"/>
                <a:gd name="T15" fmla="*/ 62 h 63"/>
                <a:gd name="T16" fmla="*/ 24 w 94"/>
                <a:gd name="T17" fmla="*/ 55 h 63"/>
                <a:gd name="T18" fmla="*/ 79 w 94"/>
                <a:gd name="T19" fmla="*/ 32 h 63"/>
                <a:gd name="T20" fmla="*/ 80 w 94"/>
                <a:gd name="T21" fmla="*/ 33 h 63"/>
                <a:gd name="T22" fmla="*/ 85 w 94"/>
                <a:gd name="T23" fmla="*/ 34 h 63"/>
                <a:gd name="T24" fmla="*/ 87 w 94"/>
                <a:gd name="T25" fmla="*/ 33 h 63"/>
                <a:gd name="T26" fmla="*/ 92 w 94"/>
                <a:gd name="T27" fmla="*/ 21 h 63"/>
                <a:gd name="T28" fmla="*/ 87 w 94"/>
                <a:gd name="T29" fmla="*/ 7 h 63"/>
                <a:gd name="T30" fmla="*/ 74 w 94"/>
                <a:gd name="T31" fmla="*/ 2 h 63"/>
                <a:gd name="T32" fmla="*/ 69 w 94"/>
                <a:gd name="T33" fmla="*/ 9 h 63"/>
                <a:gd name="T34" fmla="*/ 15 w 94"/>
                <a:gd name="T35" fmla="*/ 3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4" h="63">
                  <a:moveTo>
                    <a:pt x="15" y="32"/>
                  </a:moveTo>
                  <a:cubicBezTo>
                    <a:pt x="12" y="30"/>
                    <a:pt x="9" y="29"/>
                    <a:pt x="6" y="31"/>
                  </a:cubicBezTo>
                  <a:cubicBezTo>
                    <a:pt x="4" y="31"/>
                    <a:pt x="2" y="33"/>
                    <a:pt x="1" y="36"/>
                  </a:cubicBezTo>
                  <a:cubicBezTo>
                    <a:pt x="0" y="38"/>
                    <a:pt x="0" y="40"/>
                    <a:pt x="1" y="43"/>
                  </a:cubicBezTo>
                  <a:lnTo>
                    <a:pt x="7" y="57"/>
                  </a:lnTo>
                  <a:cubicBezTo>
                    <a:pt x="8" y="59"/>
                    <a:pt x="10" y="61"/>
                    <a:pt x="12" y="62"/>
                  </a:cubicBezTo>
                  <a:cubicBezTo>
                    <a:pt x="13" y="62"/>
                    <a:pt x="15" y="63"/>
                    <a:pt x="17" y="62"/>
                  </a:cubicBezTo>
                  <a:cubicBezTo>
                    <a:pt x="17" y="62"/>
                    <a:pt x="18" y="62"/>
                    <a:pt x="19" y="62"/>
                  </a:cubicBezTo>
                  <a:cubicBezTo>
                    <a:pt x="22" y="61"/>
                    <a:pt x="24" y="58"/>
                    <a:pt x="24" y="55"/>
                  </a:cubicBezTo>
                  <a:lnTo>
                    <a:pt x="79" y="32"/>
                  </a:lnTo>
                  <a:cubicBezTo>
                    <a:pt x="79" y="33"/>
                    <a:pt x="80" y="33"/>
                    <a:pt x="80" y="33"/>
                  </a:cubicBezTo>
                  <a:cubicBezTo>
                    <a:pt x="82" y="34"/>
                    <a:pt x="83" y="34"/>
                    <a:pt x="85" y="34"/>
                  </a:cubicBezTo>
                  <a:cubicBezTo>
                    <a:pt x="86" y="34"/>
                    <a:pt x="87" y="34"/>
                    <a:pt x="87" y="33"/>
                  </a:cubicBezTo>
                  <a:cubicBezTo>
                    <a:pt x="92" y="31"/>
                    <a:pt x="94" y="26"/>
                    <a:pt x="92" y="21"/>
                  </a:cubicBezTo>
                  <a:lnTo>
                    <a:pt x="87" y="7"/>
                  </a:lnTo>
                  <a:cubicBezTo>
                    <a:pt x="85" y="2"/>
                    <a:pt x="79" y="0"/>
                    <a:pt x="74" y="2"/>
                  </a:cubicBezTo>
                  <a:cubicBezTo>
                    <a:pt x="71" y="3"/>
                    <a:pt x="70" y="6"/>
                    <a:pt x="69" y="9"/>
                  </a:cubicBezTo>
                  <a:lnTo>
                    <a:pt x="15" y="32"/>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Freeform 619">
              <a:extLst>
                <a:ext uri="{FF2B5EF4-FFF2-40B4-BE49-F238E27FC236}">
                  <a16:creationId xmlns:a16="http://schemas.microsoft.com/office/drawing/2014/main" id="{7AC8A1E7-5D7F-4AE5-B9BC-E45B4FC0E700}"/>
                </a:ext>
              </a:extLst>
            </p:cNvPr>
            <p:cNvSpPr>
              <a:spLocks/>
            </p:cNvSpPr>
            <p:nvPr/>
          </p:nvSpPr>
          <p:spPr bwMode="auto">
            <a:xfrm>
              <a:off x="3114676" y="3500438"/>
              <a:ext cx="53975" cy="34925"/>
            </a:xfrm>
            <a:custGeom>
              <a:avLst/>
              <a:gdLst>
                <a:gd name="T0" fmla="*/ 79 w 94"/>
                <a:gd name="T1" fmla="*/ 31 h 62"/>
                <a:gd name="T2" fmla="*/ 86 w 94"/>
                <a:gd name="T3" fmla="*/ 33 h 62"/>
                <a:gd name="T4" fmla="*/ 88 w 94"/>
                <a:gd name="T5" fmla="*/ 32 h 62"/>
                <a:gd name="T6" fmla="*/ 93 w 94"/>
                <a:gd name="T7" fmla="*/ 27 h 62"/>
                <a:gd name="T8" fmla="*/ 93 w 94"/>
                <a:gd name="T9" fmla="*/ 20 h 62"/>
                <a:gd name="T10" fmla="*/ 87 w 94"/>
                <a:gd name="T11" fmla="*/ 6 h 62"/>
                <a:gd name="T12" fmla="*/ 82 w 94"/>
                <a:gd name="T13" fmla="*/ 1 h 62"/>
                <a:gd name="T14" fmla="*/ 75 w 94"/>
                <a:gd name="T15" fmla="*/ 1 h 62"/>
                <a:gd name="T16" fmla="*/ 70 w 94"/>
                <a:gd name="T17" fmla="*/ 8 h 62"/>
                <a:gd name="T18" fmla="*/ 16 w 94"/>
                <a:gd name="T19" fmla="*/ 31 h 62"/>
                <a:gd name="T20" fmla="*/ 14 w 94"/>
                <a:gd name="T21" fmla="*/ 30 h 62"/>
                <a:gd name="T22" fmla="*/ 7 w 94"/>
                <a:gd name="T23" fmla="*/ 30 h 62"/>
                <a:gd name="T24" fmla="*/ 2 w 94"/>
                <a:gd name="T25" fmla="*/ 42 h 62"/>
                <a:gd name="T26" fmla="*/ 7 w 94"/>
                <a:gd name="T27" fmla="*/ 56 h 62"/>
                <a:gd name="T28" fmla="*/ 17 w 94"/>
                <a:gd name="T29" fmla="*/ 61 h 62"/>
                <a:gd name="T30" fmla="*/ 20 w 94"/>
                <a:gd name="T31" fmla="*/ 61 h 62"/>
                <a:gd name="T32" fmla="*/ 25 w 94"/>
                <a:gd name="T33" fmla="*/ 54 h 62"/>
                <a:gd name="T34" fmla="*/ 79 w 94"/>
                <a:gd name="T35"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4" h="62">
                  <a:moveTo>
                    <a:pt x="79" y="31"/>
                  </a:moveTo>
                  <a:cubicBezTo>
                    <a:pt x="81" y="33"/>
                    <a:pt x="83" y="33"/>
                    <a:pt x="86" y="33"/>
                  </a:cubicBezTo>
                  <a:cubicBezTo>
                    <a:pt x="86" y="33"/>
                    <a:pt x="87" y="33"/>
                    <a:pt x="88" y="32"/>
                  </a:cubicBezTo>
                  <a:cubicBezTo>
                    <a:pt x="90" y="32"/>
                    <a:pt x="92" y="30"/>
                    <a:pt x="93" y="27"/>
                  </a:cubicBezTo>
                  <a:cubicBezTo>
                    <a:pt x="94" y="25"/>
                    <a:pt x="94" y="23"/>
                    <a:pt x="93" y="20"/>
                  </a:cubicBezTo>
                  <a:lnTo>
                    <a:pt x="87" y="6"/>
                  </a:lnTo>
                  <a:cubicBezTo>
                    <a:pt x="86" y="4"/>
                    <a:pt x="84" y="2"/>
                    <a:pt x="82" y="1"/>
                  </a:cubicBezTo>
                  <a:cubicBezTo>
                    <a:pt x="80" y="0"/>
                    <a:pt x="77" y="0"/>
                    <a:pt x="75" y="1"/>
                  </a:cubicBezTo>
                  <a:cubicBezTo>
                    <a:pt x="72" y="3"/>
                    <a:pt x="70" y="5"/>
                    <a:pt x="70" y="8"/>
                  </a:cubicBezTo>
                  <a:lnTo>
                    <a:pt x="16" y="31"/>
                  </a:lnTo>
                  <a:cubicBezTo>
                    <a:pt x="15" y="30"/>
                    <a:pt x="14" y="30"/>
                    <a:pt x="14" y="30"/>
                  </a:cubicBezTo>
                  <a:cubicBezTo>
                    <a:pt x="11" y="29"/>
                    <a:pt x="9" y="29"/>
                    <a:pt x="7" y="30"/>
                  </a:cubicBezTo>
                  <a:cubicBezTo>
                    <a:pt x="2" y="32"/>
                    <a:pt x="0" y="37"/>
                    <a:pt x="2" y="42"/>
                  </a:cubicBezTo>
                  <a:lnTo>
                    <a:pt x="7" y="56"/>
                  </a:lnTo>
                  <a:cubicBezTo>
                    <a:pt x="9" y="60"/>
                    <a:pt x="13" y="62"/>
                    <a:pt x="17" y="61"/>
                  </a:cubicBezTo>
                  <a:cubicBezTo>
                    <a:pt x="18" y="61"/>
                    <a:pt x="19" y="61"/>
                    <a:pt x="20" y="61"/>
                  </a:cubicBezTo>
                  <a:cubicBezTo>
                    <a:pt x="23" y="60"/>
                    <a:pt x="24" y="57"/>
                    <a:pt x="25" y="54"/>
                  </a:cubicBezTo>
                  <a:lnTo>
                    <a:pt x="79" y="31"/>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Freeform 644">
              <a:extLst>
                <a:ext uri="{FF2B5EF4-FFF2-40B4-BE49-F238E27FC236}">
                  <a16:creationId xmlns:a16="http://schemas.microsoft.com/office/drawing/2014/main" id="{AD1B2C41-7078-4C57-AF65-EF438A1059BB}"/>
                </a:ext>
              </a:extLst>
            </p:cNvPr>
            <p:cNvSpPr>
              <a:spLocks/>
            </p:cNvSpPr>
            <p:nvPr/>
          </p:nvSpPr>
          <p:spPr bwMode="auto">
            <a:xfrm>
              <a:off x="3333751" y="3055938"/>
              <a:ext cx="44450" cy="165100"/>
            </a:xfrm>
            <a:custGeom>
              <a:avLst/>
              <a:gdLst>
                <a:gd name="T0" fmla="*/ 39 w 78"/>
                <a:gd name="T1" fmla="*/ 0 h 287"/>
                <a:gd name="T2" fmla="*/ 0 w 78"/>
                <a:gd name="T3" fmla="*/ 46 h 287"/>
                <a:gd name="T4" fmla="*/ 6 w 78"/>
                <a:gd name="T5" fmla="*/ 71 h 287"/>
                <a:gd name="T6" fmla="*/ 6 w 78"/>
                <a:gd name="T7" fmla="*/ 71 h 287"/>
                <a:gd name="T8" fmla="*/ 30 w 78"/>
                <a:gd name="T9" fmla="*/ 276 h 287"/>
                <a:gd name="T10" fmla="*/ 25 w 78"/>
                <a:gd name="T11" fmla="*/ 281 h 287"/>
                <a:gd name="T12" fmla="*/ 31 w 78"/>
                <a:gd name="T13" fmla="*/ 287 h 287"/>
                <a:gd name="T14" fmla="*/ 47 w 78"/>
                <a:gd name="T15" fmla="*/ 287 h 287"/>
                <a:gd name="T16" fmla="*/ 53 w 78"/>
                <a:gd name="T17" fmla="*/ 281 h 287"/>
                <a:gd name="T18" fmla="*/ 48 w 78"/>
                <a:gd name="T19" fmla="*/ 276 h 287"/>
                <a:gd name="T20" fmla="*/ 72 w 78"/>
                <a:gd name="T21" fmla="*/ 71 h 287"/>
                <a:gd name="T22" fmla="*/ 72 w 78"/>
                <a:gd name="T23" fmla="*/ 71 h 287"/>
                <a:gd name="T24" fmla="*/ 78 w 78"/>
                <a:gd name="T25" fmla="*/ 46 h 287"/>
                <a:gd name="T26" fmla="*/ 39 w 78"/>
                <a:gd name="T2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8" h="287">
                  <a:moveTo>
                    <a:pt x="39" y="0"/>
                  </a:moveTo>
                  <a:cubicBezTo>
                    <a:pt x="17" y="0"/>
                    <a:pt x="0" y="21"/>
                    <a:pt x="0" y="46"/>
                  </a:cubicBezTo>
                  <a:cubicBezTo>
                    <a:pt x="0" y="55"/>
                    <a:pt x="2" y="64"/>
                    <a:pt x="6" y="71"/>
                  </a:cubicBezTo>
                  <a:lnTo>
                    <a:pt x="6" y="71"/>
                  </a:lnTo>
                  <a:cubicBezTo>
                    <a:pt x="32" y="118"/>
                    <a:pt x="31" y="248"/>
                    <a:pt x="30" y="276"/>
                  </a:cubicBezTo>
                  <a:cubicBezTo>
                    <a:pt x="27" y="276"/>
                    <a:pt x="25" y="279"/>
                    <a:pt x="25" y="281"/>
                  </a:cubicBezTo>
                  <a:cubicBezTo>
                    <a:pt x="25" y="285"/>
                    <a:pt x="28" y="287"/>
                    <a:pt x="31" y="287"/>
                  </a:cubicBezTo>
                  <a:lnTo>
                    <a:pt x="47" y="287"/>
                  </a:lnTo>
                  <a:cubicBezTo>
                    <a:pt x="50" y="287"/>
                    <a:pt x="53" y="285"/>
                    <a:pt x="53" y="281"/>
                  </a:cubicBezTo>
                  <a:cubicBezTo>
                    <a:pt x="53" y="279"/>
                    <a:pt x="51" y="276"/>
                    <a:pt x="48" y="276"/>
                  </a:cubicBezTo>
                  <a:cubicBezTo>
                    <a:pt x="47" y="248"/>
                    <a:pt x="46" y="118"/>
                    <a:pt x="72" y="71"/>
                  </a:cubicBezTo>
                  <a:lnTo>
                    <a:pt x="72" y="71"/>
                  </a:lnTo>
                  <a:cubicBezTo>
                    <a:pt x="76" y="64"/>
                    <a:pt x="78" y="55"/>
                    <a:pt x="78" y="46"/>
                  </a:cubicBezTo>
                  <a:cubicBezTo>
                    <a:pt x="78" y="21"/>
                    <a:pt x="61" y="0"/>
                    <a:pt x="39"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Freeform 645">
              <a:extLst>
                <a:ext uri="{FF2B5EF4-FFF2-40B4-BE49-F238E27FC236}">
                  <a16:creationId xmlns:a16="http://schemas.microsoft.com/office/drawing/2014/main" id="{312D922E-D864-4BC9-AF80-E5B17ACC8FB5}"/>
                </a:ext>
              </a:extLst>
            </p:cNvPr>
            <p:cNvSpPr>
              <a:spLocks/>
            </p:cNvSpPr>
            <p:nvPr/>
          </p:nvSpPr>
          <p:spPr bwMode="auto">
            <a:xfrm>
              <a:off x="3333751" y="3638550"/>
              <a:ext cx="44450" cy="163513"/>
            </a:xfrm>
            <a:custGeom>
              <a:avLst/>
              <a:gdLst>
                <a:gd name="T0" fmla="*/ 72 w 78"/>
                <a:gd name="T1" fmla="*/ 216 h 287"/>
                <a:gd name="T2" fmla="*/ 48 w 78"/>
                <a:gd name="T3" fmla="*/ 11 h 287"/>
                <a:gd name="T4" fmla="*/ 53 w 78"/>
                <a:gd name="T5" fmla="*/ 6 h 287"/>
                <a:gd name="T6" fmla="*/ 47 w 78"/>
                <a:gd name="T7" fmla="*/ 0 h 287"/>
                <a:gd name="T8" fmla="*/ 31 w 78"/>
                <a:gd name="T9" fmla="*/ 0 h 287"/>
                <a:gd name="T10" fmla="*/ 25 w 78"/>
                <a:gd name="T11" fmla="*/ 6 h 287"/>
                <a:gd name="T12" fmla="*/ 30 w 78"/>
                <a:gd name="T13" fmla="*/ 11 h 287"/>
                <a:gd name="T14" fmla="*/ 6 w 78"/>
                <a:gd name="T15" fmla="*/ 216 h 287"/>
                <a:gd name="T16" fmla="*/ 6 w 78"/>
                <a:gd name="T17" fmla="*/ 216 h 287"/>
                <a:gd name="T18" fmla="*/ 0 w 78"/>
                <a:gd name="T19" fmla="*/ 241 h 287"/>
                <a:gd name="T20" fmla="*/ 39 w 78"/>
                <a:gd name="T21" fmla="*/ 287 h 287"/>
                <a:gd name="T22" fmla="*/ 78 w 78"/>
                <a:gd name="T23" fmla="*/ 241 h 287"/>
                <a:gd name="T24" fmla="*/ 72 w 78"/>
                <a:gd name="T25" fmla="*/ 216 h 287"/>
                <a:gd name="T26" fmla="*/ 72 w 78"/>
                <a:gd name="T27" fmla="*/ 216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8" h="287">
                  <a:moveTo>
                    <a:pt x="72" y="216"/>
                  </a:moveTo>
                  <a:cubicBezTo>
                    <a:pt x="46" y="169"/>
                    <a:pt x="47" y="39"/>
                    <a:pt x="48" y="11"/>
                  </a:cubicBezTo>
                  <a:cubicBezTo>
                    <a:pt x="51" y="11"/>
                    <a:pt x="53" y="8"/>
                    <a:pt x="53" y="6"/>
                  </a:cubicBezTo>
                  <a:cubicBezTo>
                    <a:pt x="53" y="2"/>
                    <a:pt x="50" y="0"/>
                    <a:pt x="47" y="0"/>
                  </a:cubicBezTo>
                  <a:lnTo>
                    <a:pt x="31" y="0"/>
                  </a:lnTo>
                  <a:cubicBezTo>
                    <a:pt x="28" y="0"/>
                    <a:pt x="25" y="2"/>
                    <a:pt x="25" y="6"/>
                  </a:cubicBezTo>
                  <a:cubicBezTo>
                    <a:pt x="25" y="8"/>
                    <a:pt x="27" y="11"/>
                    <a:pt x="30" y="11"/>
                  </a:cubicBezTo>
                  <a:cubicBezTo>
                    <a:pt x="31" y="39"/>
                    <a:pt x="32" y="169"/>
                    <a:pt x="6" y="216"/>
                  </a:cubicBezTo>
                  <a:lnTo>
                    <a:pt x="6" y="216"/>
                  </a:lnTo>
                  <a:cubicBezTo>
                    <a:pt x="2" y="223"/>
                    <a:pt x="0" y="232"/>
                    <a:pt x="0" y="241"/>
                  </a:cubicBezTo>
                  <a:cubicBezTo>
                    <a:pt x="0" y="266"/>
                    <a:pt x="17" y="287"/>
                    <a:pt x="39" y="287"/>
                  </a:cubicBezTo>
                  <a:cubicBezTo>
                    <a:pt x="61" y="287"/>
                    <a:pt x="78" y="266"/>
                    <a:pt x="78" y="241"/>
                  </a:cubicBezTo>
                  <a:cubicBezTo>
                    <a:pt x="78" y="232"/>
                    <a:pt x="76" y="223"/>
                    <a:pt x="72" y="216"/>
                  </a:cubicBezTo>
                  <a:lnTo>
                    <a:pt x="72" y="21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Freeform 646">
              <a:extLst>
                <a:ext uri="{FF2B5EF4-FFF2-40B4-BE49-F238E27FC236}">
                  <a16:creationId xmlns:a16="http://schemas.microsoft.com/office/drawing/2014/main" id="{DC87785B-62DD-4394-B2EE-DE5742750FEA}"/>
                </a:ext>
              </a:extLst>
            </p:cNvPr>
            <p:cNvSpPr>
              <a:spLocks/>
            </p:cNvSpPr>
            <p:nvPr/>
          </p:nvSpPr>
          <p:spPr bwMode="auto">
            <a:xfrm>
              <a:off x="3241676" y="3067050"/>
              <a:ext cx="68263" cy="161925"/>
            </a:xfrm>
            <a:custGeom>
              <a:avLst/>
              <a:gdLst>
                <a:gd name="T0" fmla="*/ 112 w 119"/>
                <a:gd name="T1" fmla="*/ 269 h 286"/>
                <a:gd name="T2" fmla="*/ 82 w 119"/>
                <a:gd name="T3" fmla="*/ 65 h 286"/>
                <a:gd name="T4" fmla="*/ 82 w 119"/>
                <a:gd name="T5" fmla="*/ 65 h 286"/>
                <a:gd name="T6" fmla="*/ 82 w 119"/>
                <a:gd name="T7" fmla="*/ 40 h 286"/>
                <a:gd name="T8" fmla="*/ 32 w 119"/>
                <a:gd name="T9" fmla="*/ 6 h 286"/>
                <a:gd name="T10" fmla="*/ 7 w 119"/>
                <a:gd name="T11" fmla="*/ 60 h 286"/>
                <a:gd name="T12" fmla="*/ 19 w 119"/>
                <a:gd name="T13" fmla="*/ 82 h 286"/>
                <a:gd name="T14" fmla="*/ 19 w 119"/>
                <a:gd name="T15" fmla="*/ 82 h 286"/>
                <a:gd name="T16" fmla="*/ 95 w 119"/>
                <a:gd name="T17" fmla="*/ 274 h 286"/>
                <a:gd name="T18" fmla="*/ 92 w 119"/>
                <a:gd name="T19" fmla="*/ 280 h 286"/>
                <a:gd name="T20" fmla="*/ 99 w 119"/>
                <a:gd name="T21" fmla="*/ 285 h 286"/>
                <a:gd name="T22" fmla="*/ 114 w 119"/>
                <a:gd name="T23" fmla="*/ 281 h 286"/>
                <a:gd name="T24" fmla="*/ 118 w 119"/>
                <a:gd name="T25" fmla="*/ 273 h 286"/>
                <a:gd name="T26" fmla="*/ 112 w 119"/>
                <a:gd name="T27" fmla="*/ 269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9" h="286">
                  <a:moveTo>
                    <a:pt x="112" y="269"/>
                  </a:moveTo>
                  <a:cubicBezTo>
                    <a:pt x="105" y="243"/>
                    <a:pt x="70" y="117"/>
                    <a:pt x="82" y="65"/>
                  </a:cubicBezTo>
                  <a:lnTo>
                    <a:pt x="82" y="65"/>
                  </a:lnTo>
                  <a:cubicBezTo>
                    <a:pt x="84" y="57"/>
                    <a:pt x="84" y="49"/>
                    <a:pt x="82" y="40"/>
                  </a:cubicBezTo>
                  <a:cubicBezTo>
                    <a:pt x="75" y="15"/>
                    <a:pt x="53" y="0"/>
                    <a:pt x="32" y="6"/>
                  </a:cubicBezTo>
                  <a:cubicBezTo>
                    <a:pt x="12" y="11"/>
                    <a:pt x="0" y="36"/>
                    <a:pt x="7" y="60"/>
                  </a:cubicBezTo>
                  <a:cubicBezTo>
                    <a:pt x="9" y="69"/>
                    <a:pt x="13" y="76"/>
                    <a:pt x="19" y="82"/>
                  </a:cubicBezTo>
                  <a:lnTo>
                    <a:pt x="19" y="82"/>
                  </a:lnTo>
                  <a:cubicBezTo>
                    <a:pt x="56" y="121"/>
                    <a:pt x="88" y="247"/>
                    <a:pt x="95" y="274"/>
                  </a:cubicBezTo>
                  <a:cubicBezTo>
                    <a:pt x="92" y="275"/>
                    <a:pt x="91" y="278"/>
                    <a:pt x="92" y="280"/>
                  </a:cubicBezTo>
                  <a:cubicBezTo>
                    <a:pt x="93" y="284"/>
                    <a:pt x="96" y="286"/>
                    <a:pt x="99" y="285"/>
                  </a:cubicBezTo>
                  <a:lnTo>
                    <a:pt x="114" y="281"/>
                  </a:lnTo>
                  <a:cubicBezTo>
                    <a:pt x="117" y="280"/>
                    <a:pt x="119" y="277"/>
                    <a:pt x="118" y="273"/>
                  </a:cubicBezTo>
                  <a:cubicBezTo>
                    <a:pt x="118" y="271"/>
                    <a:pt x="115" y="269"/>
                    <a:pt x="112" y="269"/>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Freeform 647">
              <a:extLst>
                <a:ext uri="{FF2B5EF4-FFF2-40B4-BE49-F238E27FC236}">
                  <a16:creationId xmlns:a16="http://schemas.microsoft.com/office/drawing/2014/main" id="{85D6F8B9-D2AA-4243-921E-01B048891C0F}"/>
                </a:ext>
              </a:extLst>
            </p:cNvPr>
            <p:cNvSpPr>
              <a:spLocks/>
            </p:cNvSpPr>
            <p:nvPr/>
          </p:nvSpPr>
          <p:spPr bwMode="auto">
            <a:xfrm>
              <a:off x="3403601" y="3629025"/>
              <a:ext cx="68263" cy="163513"/>
            </a:xfrm>
            <a:custGeom>
              <a:avLst/>
              <a:gdLst>
                <a:gd name="T0" fmla="*/ 100 w 119"/>
                <a:gd name="T1" fmla="*/ 204 h 286"/>
                <a:gd name="T2" fmla="*/ 100 w 119"/>
                <a:gd name="T3" fmla="*/ 204 h 286"/>
                <a:gd name="T4" fmla="*/ 24 w 119"/>
                <a:gd name="T5" fmla="*/ 12 h 286"/>
                <a:gd name="T6" fmla="*/ 27 w 119"/>
                <a:gd name="T7" fmla="*/ 6 h 286"/>
                <a:gd name="T8" fmla="*/ 20 w 119"/>
                <a:gd name="T9" fmla="*/ 1 h 286"/>
                <a:gd name="T10" fmla="*/ 5 w 119"/>
                <a:gd name="T11" fmla="*/ 5 h 286"/>
                <a:gd name="T12" fmla="*/ 1 w 119"/>
                <a:gd name="T13" fmla="*/ 13 h 286"/>
                <a:gd name="T14" fmla="*/ 7 w 119"/>
                <a:gd name="T15" fmla="*/ 17 h 286"/>
                <a:gd name="T16" fmla="*/ 37 w 119"/>
                <a:gd name="T17" fmla="*/ 221 h 286"/>
                <a:gd name="T18" fmla="*/ 37 w 119"/>
                <a:gd name="T19" fmla="*/ 221 h 286"/>
                <a:gd name="T20" fmla="*/ 37 w 119"/>
                <a:gd name="T21" fmla="*/ 246 h 286"/>
                <a:gd name="T22" fmla="*/ 87 w 119"/>
                <a:gd name="T23" fmla="*/ 281 h 286"/>
                <a:gd name="T24" fmla="*/ 112 w 119"/>
                <a:gd name="T25" fmla="*/ 226 h 286"/>
                <a:gd name="T26" fmla="*/ 100 w 119"/>
                <a:gd name="T27" fmla="*/ 204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9" h="286">
                  <a:moveTo>
                    <a:pt x="100" y="204"/>
                  </a:moveTo>
                  <a:lnTo>
                    <a:pt x="100" y="204"/>
                  </a:lnTo>
                  <a:cubicBezTo>
                    <a:pt x="63" y="165"/>
                    <a:pt x="31" y="39"/>
                    <a:pt x="24" y="12"/>
                  </a:cubicBezTo>
                  <a:cubicBezTo>
                    <a:pt x="27" y="11"/>
                    <a:pt x="28" y="8"/>
                    <a:pt x="27" y="6"/>
                  </a:cubicBezTo>
                  <a:cubicBezTo>
                    <a:pt x="26" y="2"/>
                    <a:pt x="23" y="0"/>
                    <a:pt x="20" y="1"/>
                  </a:cubicBezTo>
                  <a:lnTo>
                    <a:pt x="5" y="5"/>
                  </a:lnTo>
                  <a:cubicBezTo>
                    <a:pt x="2" y="6"/>
                    <a:pt x="0" y="9"/>
                    <a:pt x="1" y="13"/>
                  </a:cubicBezTo>
                  <a:cubicBezTo>
                    <a:pt x="1" y="15"/>
                    <a:pt x="4" y="17"/>
                    <a:pt x="7" y="17"/>
                  </a:cubicBezTo>
                  <a:cubicBezTo>
                    <a:pt x="14" y="43"/>
                    <a:pt x="49" y="169"/>
                    <a:pt x="37" y="221"/>
                  </a:cubicBezTo>
                  <a:lnTo>
                    <a:pt x="37" y="221"/>
                  </a:lnTo>
                  <a:cubicBezTo>
                    <a:pt x="35" y="229"/>
                    <a:pt x="35" y="237"/>
                    <a:pt x="37" y="246"/>
                  </a:cubicBezTo>
                  <a:cubicBezTo>
                    <a:pt x="44" y="271"/>
                    <a:pt x="66" y="286"/>
                    <a:pt x="87" y="281"/>
                  </a:cubicBezTo>
                  <a:cubicBezTo>
                    <a:pt x="107" y="275"/>
                    <a:pt x="119" y="251"/>
                    <a:pt x="112" y="226"/>
                  </a:cubicBezTo>
                  <a:cubicBezTo>
                    <a:pt x="110" y="217"/>
                    <a:pt x="106" y="210"/>
                    <a:pt x="100" y="20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Freeform 648">
              <a:extLst>
                <a:ext uri="{FF2B5EF4-FFF2-40B4-BE49-F238E27FC236}">
                  <a16:creationId xmlns:a16="http://schemas.microsoft.com/office/drawing/2014/main" id="{712E7A5A-FD8D-4C33-969E-D915CCA1A3A0}"/>
                </a:ext>
              </a:extLst>
            </p:cNvPr>
            <p:cNvSpPr>
              <a:spLocks/>
            </p:cNvSpPr>
            <p:nvPr/>
          </p:nvSpPr>
          <p:spPr bwMode="auto">
            <a:xfrm>
              <a:off x="3157538" y="3100388"/>
              <a:ext cx="101600" cy="152400"/>
            </a:xfrm>
            <a:custGeom>
              <a:avLst/>
              <a:gdLst>
                <a:gd name="T0" fmla="*/ 30 w 177"/>
                <a:gd name="T1" fmla="*/ 88 h 265"/>
                <a:gd name="T2" fmla="*/ 30 w 177"/>
                <a:gd name="T3" fmla="*/ 88 h 265"/>
                <a:gd name="T4" fmla="*/ 153 w 177"/>
                <a:gd name="T5" fmla="*/ 254 h 265"/>
                <a:gd name="T6" fmla="*/ 152 w 177"/>
                <a:gd name="T7" fmla="*/ 261 h 265"/>
                <a:gd name="T8" fmla="*/ 160 w 177"/>
                <a:gd name="T9" fmla="*/ 263 h 265"/>
                <a:gd name="T10" fmla="*/ 173 w 177"/>
                <a:gd name="T11" fmla="*/ 255 h 265"/>
                <a:gd name="T12" fmla="*/ 175 w 177"/>
                <a:gd name="T13" fmla="*/ 247 h 265"/>
                <a:gd name="T14" fmla="*/ 169 w 177"/>
                <a:gd name="T15" fmla="*/ 244 h 265"/>
                <a:gd name="T16" fmla="*/ 87 w 177"/>
                <a:gd name="T17" fmla="*/ 55 h 265"/>
                <a:gd name="T18" fmla="*/ 87 w 177"/>
                <a:gd name="T19" fmla="*/ 55 h 265"/>
                <a:gd name="T20" fmla="*/ 80 w 177"/>
                <a:gd name="T21" fmla="*/ 31 h 265"/>
                <a:gd name="T22" fmla="*/ 23 w 177"/>
                <a:gd name="T23" fmla="*/ 11 h 265"/>
                <a:gd name="T24" fmla="*/ 12 w 177"/>
                <a:gd name="T25" fmla="*/ 70 h 265"/>
                <a:gd name="T26" fmla="*/ 30 w 177"/>
                <a:gd name="T27" fmla="*/ 88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7" h="265">
                  <a:moveTo>
                    <a:pt x="30" y="88"/>
                  </a:moveTo>
                  <a:lnTo>
                    <a:pt x="30" y="88"/>
                  </a:lnTo>
                  <a:cubicBezTo>
                    <a:pt x="76" y="116"/>
                    <a:pt x="140" y="229"/>
                    <a:pt x="153" y="254"/>
                  </a:cubicBezTo>
                  <a:cubicBezTo>
                    <a:pt x="151" y="255"/>
                    <a:pt x="150" y="258"/>
                    <a:pt x="152" y="261"/>
                  </a:cubicBezTo>
                  <a:cubicBezTo>
                    <a:pt x="154" y="264"/>
                    <a:pt x="157" y="265"/>
                    <a:pt x="160" y="263"/>
                  </a:cubicBezTo>
                  <a:lnTo>
                    <a:pt x="173" y="255"/>
                  </a:lnTo>
                  <a:cubicBezTo>
                    <a:pt x="176" y="254"/>
                    <a:pt x="177" y="250"/>
                    <a:pt x="175" y="247"/>
                  </a:cubicBezTo>
                  <a:cubicBezTo>
                    <a:pt x="174" y="245"/>
                    <a:pt x="171" y="244"/>
                    <a:pt x="169" y="244"/>
                  </a:cubicBezTo>
                  <a:cubicBezTo>
                    <a:pt x="154" y="221"/>
                    <a:pt x="88" y="109"/>
                    <a:pt x="87" y="55"/>
                  </a:cubicBezTo>
                  <a:lnTo>
                    <a:pt x="87" y="55"/>
                  </a:lnTo>
                  <a:cubicBezTo>
                    <a:pt x="87" y="47"/>
                    <a:pt x="84" y="39"/>
                    <a:pt x="80" y="31"/>
                  </a:cubicBezTo>
                  <a:cubicBezTo>
                    <a:pt x="67" y="9"/>
                    <a:pt x="42" y="0"/>
                    <a:pt x="23" y="11"/>
                  </a:cubicBezTo>
                  <a:cubicBezTo>
                    <a:pt x="5" y="21"/>
                    <a:pt x="0" y="48"/>
                    <a:pt x="12" y="70"/>
                  </a:cubicBezTo>
                  <a:cubicBezTo>
                    <a:pt x="17" y="78"/>
                    <a:pt x="23" y="84"/>
                    <a:pt x="30" y="8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Freeform 649">
              <a:extLst>
                <a:ext uri="{FF2B5EF4-FFF2-40B4-BE49-F238E27FC236}">
                  <a16:creationId xmlns:a16="http://schemas.microsoft.com/office/drawing/2014/main" id="{393939E0-B4E0-4A7B-B765-435B02889CB0}"/>
                </a:ext>
              </a:extLst>
            </p:cNvPr>
            <p:cNvSpPr>
              <a:spLocks/>
            </p:cNvSpPr>
            <p:nvPr/>
          </p:nvSpPr>
          <p:spPr bwMode="auto">
            <a:xfrm>
              <a:off x="3454401" y="3606800"/>
              <a:ext cx="101600" cy="150813"/>
            </a:xfrm>
            <a:custGeom>
              <a:avLst/>
              <a:gdLst>
                <a:gd name="T0" fmla="*/ 147 w 177"/>
                <a:gd name="T1" fmla="*/ 177 h 265"/>
                <a:gd name="T2" fmla="*/ 147 w 177"/>
                <a:gd name="T3" fmla="*/ 177 h 265"/>
                <a:gd name="T4" fmla="*/ 24 w 177"/>
                <a:gd name="T5" fmla="*/ 11 h 265"/>
                <a:gd name="T6" fmla="*/ 25 w 177"/>
                <a:gd name="T7" fmla="*/ 4 h 265"/>
                <a:gd name="T8" fmla="*/ 17 w 177"/>
                <a:gd name="T9" fmla="*/ 2 h 265"/>
                <a:gd name="T10" fmla="*/ 4 w 177"/>
                <a:gd name="T11" fmla="*/ 10 h 265"/>
                <a:gd name="T12" fmla="*/ 2 w 177"/>
                <a:gd name="T13" fmla="*/ 18 h 265"/>
                <a:gd name="T14" fmla="*/ 8 w 177"/>
                <a:gd name="T15" fmla="*/ 21 h 265"/>
                <a:gd name="T16" fmla="*/ 90 w 177"/>
                <a:gd name="T17" fmla="*/ 210 h 265"/>
                <a:gd name="T18" fmla="*/ 90 w 177"/>
                <a:gd name="T19" fmla="*/ 210 h 265"/>
                <a:gd name="T20" fmla="*/ 97 w 177"/>
                <a:gd name="T21" fmla="*/ 234 h 265"/>
                <a:gd name="T22" fmla="*/ 154 w 177"/>
                <a:gd name="T23" fmla="*/ 254 h 265"/>
                <a:gd name="T24" fmla="*/ 165 w 177"/>
                <a:gd name="T25" fmla="*/ 195 h 265"/>
                <a:gd name="T26" fmla="*/ 147 w 177"/>
                <a:gd name="T27" fmla="*/ 177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7" h="265">
                  <a:moveTo>
                    <a:pt x="147" y="177"/>
                  </a:moveTo>
                  <a:lnTo>
                    <a:pt x="147" y="177"/>
                  </a:lnTo>
                  <a:cubicBezTo>
                    <a:pt x="101" y="149"/>
                    <a:pt x="37" y="36"/>
                    <a:pt x="24" y="11"/>
                  </a:cubicBezTo>
                  <a:cubicBezTo>
                    <a:pt x="26" y="10"/>
                    <a:pt x="27" y="7"/>
                    <a:pt x="25" y="4"/>
                  </a:cubicBezTo>
                  <a:cubicBezTo>
                    <a:pt x="23" y="1"/>
                    <a:pt x="20" y="0"/>
                    <a:pt x="17" y="2"/>
                  </a:cubicBezTo>
                  <a:lnTo>
                    <a:pt x="4" y="10"/>
                  </a:lnTo>
                  <a:cubicBezTo>
                    <a:pt x="1" y="11"/>
                    <a:pt x="0" y="15"/>
                    <a:pt x="2" y="18"/>
                  </a:cubicBezTo>
                  <a:cubicBezTo>
                    <a:pt x="3" y="20"/>
                    <a:pt x="6" y="21"/>
                    <a:pt x="8" y="21"/>
                  </a:cubicBezTo>
                  <a:cubicBezTo>
                    <a:pt x="23" y="44"/>
                    <a:pt x="89" y="156"/>
                    <a:pt x="90" y="210"/>
                  </a:cubicBezTo>
                  <a:lnTo>
                    <a:pt x="90" y="210"/>
                  </a:lnTo>
                  <a:cubicBezTo>
                    <a:pt x="90" y="218"/>
                    <a:pt x="93" y="226"/>
                    <a:pt x="97" y="234"/>
                  </a:cubicBezTo>
                  <a:cubicBezTo>
                    <a:pt x="110" y="256"/>
                    <a:pt x="135" y="265"/>
                    <a:pt x="154" y="254"/>
                  </a:cubicBezTo>
                  <a:cubicBezTo>
                    <a:pt x="172" y="244"/>
                    <a:pt x="177" y="217"/>
                    <a:pt x="165" y="195"/>
                  </a:cubicBezTo>
                  <a:cubicBezTo>
                    <a:pt x="160" y="187"/>
                    <a:pt x="154" y="181"/>
                    <a:pt x="147" y="177"/>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Freeform 650">
              <a:extLst>
                <a:ext uri="{FF2B5EF4-FFF2-40B4-BE49-F238E27FC236}">
                  <a16:creationId xmlns:a16="http://schemas.microsoft.com/office/drawing/2014/main" id="{C9253D3A-8EF9-4B98-93F8-6F381F0AB914}"/>
                </a:ext>
              </a:extLst>
            </p:cNvPr>
            <p:cNvSpPr>
              <a:spLocks/>
            </p:cNvSpPr>
            <p:nvPr/>
          </p:nvSpPr>
          <p:spPr bwMode="auto">
            <a:xfrm>
              <a:off x="3084513" y="3157538"/>
              <a:ext cx="130175" cy="128588"/>
            </a:xfrm>
            <a:custGeom>
              <a:avLst/>
              <a:gdLst>
                <a:gd name="T0" fmla="*/ 42 w 226"/>
                <a:gd name="T1" fmla="*/ 88 h 226"/>
                <a:gd name="T2" fmla="*/ 42 w 226"/>
                <a:gd name="T3" fmla="*/ 88 h 226"/>
                <a:gd name="T4" fmla="*/ 203 w 226"/>
                <a:gd name="T5" fmla="*/ 216 h 226"/>
                <a:gd name="T6" fmla="*/ 204 w 226"/>
                <a:gd name="T7" fmla="*/ 224 h 226"/>
                <a:gd name="T8" fmla="*/ 213 w 226"/>
                <a:gd name="T9" fmla="*/ 224 h 226"/>
                <a:gd name="T10" fmla="*/ 224 w 226"/>
                <a:gd name="T11" fmla="*/ 213 h 226"/>
                <a:gd name="T12" fmla="*/ 224 w 226"/>
                <a:gd name="T13" fmla="*/ 204 h 226"/>
                <a:gd name="T14" fmla="*/ 216 w 226"/>
                <a:gd name="T15" fmla="*/ 203 h 226"/>
                <a:gd name="T16" fmla="*/ 88 w 226"/>
                <a:gd name="T17" fmla="*/ 42 h 226"/>
                <a:gd name="T18" fmla="*/ 88 w 226"/>
                <a:gd name="T19" fmla="*/ 42 h 226"/>
                <a:gd name="T20" fmla="*/ 75 w 226"/>
                <a:gd name="T21" fmla="*/ 20 h 226"/>
                <a:gd name="T22" fmla="*/ 15 w 226"/>
                <a:gd name="T23" fmla="*/ 15 h 226"/>
                <a:gd name="T24" fmla="*/ 20 w 226"/>
                <a:gd name="T25" fmla="*/ 75 h 226"/>
                <a:gd name="T26" fmla="*/ 42 w 226"/>
                <a:gd name="T27" fmla="*/ 88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6" h="226">
                  <a:moveTo>
                    <a:pt x="42" y="88"/>
                  </a:moveTo>
                  <a:lnTo>
                    <a:pt x="42" y="88"/>
                  </a:lnTo>
                  <a:cubicBezTo>
                    <a:pt x="94" y="103"/>
                    <a:pt x="185" y="197"/>
                    <a:pt x="203" y="216"/>
                  </a:cubicBezTo>
                  <a:cubicBezTo>
                    <a:pt x="202" y="219"/>
                    <a:pt x="202" y="222"/>
                    <a:pt x="204" y="224"/>
                  </a:cubicBezTo>
                  <a:cubicBezTo>
                    <a:pt x="207" y="226"/>
                    <a:pt x="210" y="226"/>
                    <a:pt x="213" y="224"/>
                  </a:cubicBezTo>
                  <a:lnTo>
                    <a:pt x="224" y="213"/>
                  </a:lnTo>
                  <a:cubicBezTo>
                    <a:pt x="226" y="210"/>
                    <a:pt x="226" y="207"/>
                    <a:pt x="224" y="204"/>
                  </a:cubicBezTo>
                  <a:cubicBezTo>
                    <a:pt x="222" y="202"/>
                    <a:pt x="219" y="202"/>
                    <a:pt x="216" y="203"/>
                  </a:cubicBezTo>
                  <a:cubicBezTo>
                    <a:pt x="197" y="185"/>
                    <a:pt x="103" y="94"/>
                    <a:pt x="88" y="42"/>
                  </a:cubicBezTo>
                  <a:lnTo>
                    <a:pt x="88" y="42"/>
                  </a:lnTo>
                  <a:cubicBezTo>
                    <a:pt x="86" y="34"/>
                    <a:pt x="82" y="27"/>
                    <a:pt x="75" y="20"/>
                  </a:cubicBezTo>
                  <a:cubicBezTo>
                    <a:pt x="57" y="2"/>
                    <a:pt x="30" y="0"/>
                    <a:pt x="15" y="15"/>
                  </a:cubicBezTo>
                  <a:cubicBezTo>
                    <a:pt x="0" y="30"/>
                    <a:pt x="2" y="57"/>
                    <a:pt x="20" y="75"/>
                  </a:cubicBezTo>
                  <a:cubicBezTo>
                    <a:pt x="27" y="82"/>
                    <a:pt x="34" y="86"/>
                    <a:pt x="42" y="88"/>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Freeform 651">
              <a:extLst>
                <a:ext uri="{FF2B5EF4-FFF2-40B4-BE49-F238E27FC236}">
                  <a16:creationId xmlns:a16="http://schemas.microsoft.com/office/drawing/2014/main" id="{50F92E10-A9A2-4B51-8665-60BD167AE498}"/>
                </a:ext>
              </a:extLst>
            </p:cNvPr>
            <p:cNvSpPr>
              <a:spLocks/>
            </p:cNvSpPr>
            <p:nvPr/>
          </p:nvSpPr>
          <p:spPr bwMode="auto">
            <a:xfrm>
              <a:off x="3498851" y="3571875"/>
              <a:ext cx="130175" cy="130175"/>
            </a:xfrm>
            <a:custGeom>
              <a:avLst/>
              <a:gdLst>
                <a:gd name="T0" fmla="*/ 184 w 226"/>
                <a:gd name="T1" fmla="*/ 138 h 226"/>
                <a:gd name="T2" fmla="*/ 184 w 226"/>
                <a:gd name="T3" fmla="*/ 138 h 226"/>
                <a:gd name="T4" fmla="*/ 23 w 226"/>
                <a:gd name="T5" fmla="*/ 10 h 226"/>
                <a:gd name="T6" fmla="*/ 22 w 226"/>
                <a:gd name="T7" fmla="*/ 2 h 226"/>
                <a:gd name="T8" fmla="*/ 13 w 226"/>
                <a:gd name="T9" fmla="*/ 2 h 226"/>
                <a:gd name="T10" fmla="*/ 2 w 226"/>
                <a:gd name="T11" fmla="*/ 13 h 226"/>
                <a:gd name="T12" fmla="*/ 2 w 226"/>
                <a:gd name="T13" fmla="*/ 22 h 226"/>
                <a:gd name="T14" fmla="*/ 10 w 226"/>
                <a:gd name="T15" fmla="*/ 23 h 226"/>
                <a:gd name="T16" fmla="*/ 138 w 226"/>
                <a:gd name="T17" fmla="*/ 184 h 226"/>
                <a:gd name="T18" fmla="*/ 138 w 226"/>
                <a:gd name="T19" fmla="*/ 184 h 226"/>
                <a:gd name="T20" fmla="*/ 151 w 226"/>
                <a:gd name="T21" fmla="*/ 206 h 226"/>
                <a:gd name="T22" fmla="*/ 211 w 226"/>
                <a:gd name="T23" fmla="*/ 211 h 226"/>
                <a:gd name="T24" fmla="*/ 206 w 226"/>
                <a:gd name="T25" fmla="*/ 151 h 226"/>
                <a:gd name="T26" fmla="*/ 184 w 226"/>
                <a:gd name="T27" fmla="*/ 138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6" h="226">
                  <a:moveTo>
                    <a:pt x="184" y="138"/>
                  </a:moveTo>
                  <a:lnTo>
                    <a:pt x="184" y="138"/>
                  </a:lnTo>
                  <a:cubicBezTo>
                    <a:pt x="132" y="123"/>
                    <a:pt x="41" y="29"/>
                    <a:pt x="23" y="10"/>
                  </a:cubicBezTo>
                  <a:cubicBezTo>
                    <a:pt x="24" y="7"/>
                    <a:pt x="24" y="4"/>
                    <a:pt x="22" y="2"/>
                  </a:cubicBezTo>
                  <a:cubicBezTo>
                    <a:pt x="19" y="0"/>
                    <a:pt x="16" y="0"/>
                    <a:pt x="13" y="2"/>
                  </a:cubicBezTo>
                  <a:lnTo>
                    <a:pt x="2" y="13"/>
                  </a:lnTo>
                  <a:cubicBezTo>
                    <a:pt x="0" y="16"/>
                    <a:pt x="0" y="19"/>
                    <a:pt x="2" y="22"/>
                  </a:cubicBezTo>
                  <a:cubicBezTo>
                    <a:pt x="4" y="24"/>
                    <a:pt x="7" y="24"/>
                    <a:pt x="10" y="23"/>
                  </a:cubicBezTo>
                  <a:cubicBezTo>
                    <a:pt x="29" y="41"/>
                    <a:pt x="123" y="132"/>
                    <a:pt x="138" y="184"/>
                  </a:cubicBezTo>
                  <a:lnTo>
                    <a:pt x="138" y="184"/>
                  </a:lnTo>
                  <a:cubicBezTo>
                    <a:pt x="140" y="192"/>
                    <a:pt x="144" y="199"/>
                    <a:pt x="151" y="206"/>
                  </a:cubicBezTo>
                  <a:cubicBezTo>
                    <a:pt x="169" y="224"/>
                    <a:pt x="196" y="226"/>
                    <a:pt x="211" y="211"/>
                  </a:cubicBezTo>
                  <a:cubicBezTo>
                    <a:pt x="226" y="196"/>
                    <a:pt x="224" y="169"/>
                    <a:pt x="206" y="151"/>
                  </a:cubicBezTo>
                  <a:cubicBezTo>
                    <a:pt x="199" y="144"/>
                    <a:pt x="192" y="140"/>
                    <a:pt x="184" y="138"/>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Freeform 652">
              <a:extLst>
                <a:ext uri="{FF2B5EF4-FFF2-40B4-BE49-F238E27FC236}">
                  <a16:creationId xmlns:a16="http://schemas.microsoft.com/office/drawing/2014/main" id="{C7BA0578-CE6B-4A9A-8C18-7FD3BD87C761}"/>
                </a:ext>
              </a:extLst>
            </p:cNvPr>
            <p:cNvSpPr>
              <a:spLocks/>
            </p:cNvSpPr>
            <p:nvPr/>
          </p:nvSpPr>
          <p:spPr bwMode="auto">
            <a:xfrm>
              <a:off x="3028951" y="3228975"/>
              <a:ext cx="150813" cy="101600"/>
            </a:xfrm>
            <a:custGeom>
              <a:avLst/>
              <a:gdLst>
                <a:gd name="T0" fmla="*/ 31 w 265"/>
                <a:gd name="T1" fmla="*/ 80 h 177"/>
                <a:gd name="T2" fmla="*/ 55 w 265"/>
                <a:gd name="T3" fmla="*/ 87 h 177"/>
                <a:gd name="T4" fmla="*/ 55 w 265"/>
                <a:gd name="T5" fmla="*/ 87 h 177"/>
                <a:gd name="T6" fmla="*/ 244 w 265"/>
                <a:gd name="T7" fmla="*/ 169 h 177"/>
                <a:gd name="T8" fmla="*/ 247 w 265"/>
                <a:gd name="T9" fmla="*/ 175 h 177"/>
                <a:gd name="T10" fmla="*/ 255 w 265"/>
                <a:gd name="T11" fmla="*/ 173 h 177"/>
                <a:gd name="T12" fmla="*/ 263 w 265"/>
                <a:gd name="T13" fmla="*/ 160 h 177"/>
                <a:gd name="T14" fmla="*/ 261 w 265"/>
                <a:gd name="T15" fmla="*/ 152 h 177"/>
                <a:gd name="T16" fmla="*/ 254 w 265"/>
                <a:gd name="T17" fmla="*/ 153 h 177"/>
                <a:gd name="T18" fmla="*/ 88 w 265"/>
                <a:gd name="T19" fmla="*/ 30 h 177"/>
                <a:gd name="T20" fmla="*/ 88 w 265"/>
                <a:gd name="T21" fmla="*/ 30 h 177"/>
                <a:gd name="T22" fmla="*/ 70 w 265"/>
                <a:gd name="T23" fmla="*/ 12 h 177"/>
                <a:gd name="T24" fmla="*/ 11 w 265"/>
                <a:gd name="T25" fmla="*/ 23 h 177"/>
                <a:gd name="T26" fmla="*/ 31 w 265"/>
                <a:gd name="T27" fmla="*/ 8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5" h="177">
                  <a:moveTo>
                    <a:pt x="31" y="80"/>
                  </a:moveTo>
                  <a:cubicBezTo>
                    <a:pt x="39" y="84"/>
                    <a:pt x="47" y="87"/>
                    <a:pt x="55" y="87"/>
                  </a:cubicBezTo>
                  <a:lnTo>
                    <a:pt x="55" y="87"/>
                  </a:lnTo>
                  <a:cubicBezTo>
                    <a:pt x="109" y="88"/>
                    <a:pt x="221" y="154"/>
                    <a:pt x="244" y="169"/>
                  </a:cubicBezTo>
                  <a:cubicBezTo>
                    <a:pt x="244" y="171"/>
                    <a:pt x="245" y="174"/>
                    <a:pt x="247" y="175"/>
                  </a:cubicBezTo>
                  <a:cubicBezTo>
                    <a:pt x="250" y="177"/>
                    <a:pt x="254" y="176"/>
                    <a:pt x="255" y="173"/>
                  </a:cubicBezTo>
                  <a:lnTo>
                    <a:pt x="263" y="160"/>
                  </a:lnTo>
                  <a:cubicBezTo>
                    <a:pt x="265" y="157"/>
                    <a:pt x="264" y="154"/>
                    <a:pt x="261" y="152"/>
                  </a:cubicBezTo>
                  <a:cubicBezTo>
                    <a:pt x="258" y="150"/>
                    <a:pt x="255" y="151"/>
                    <a:pt x="254" y="153"/>
                  </a:cubicBezTo>
                  <a:cubicBezTo>
                    <a:pt x="229" y="140"/>
                    <a:pt x="116" y="76"/>
                    <a:pt x="88" y="30"/>
                  </a:cubicBezTo>
                  <a:lnTo>
                    <a:pt x="88" y="30"/>
                  </a:lnTo>
                  <a:cubicBezTo>
                    <a:pt x="84" y="23"/>
                    <a:pt x="78" y="17"/>
                    <a:pt x="70" y="12"/>
                  </a:cubicBezTo>
                  <a:cubicBezTo>
                    <a:pt x="48" y="0"/>
                    <a:pt x="21" y="5"/>
                    <a:pt x="11" y="23"/>
                  </a:cubicBezTo>
                  <a:cubicBezTo>
                    <a:pt x="0" y="42"/>
                    <a:pt x="9" y="67"/>
                    <a:pt x="31" y="8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Freeform 653">
              <a:extLst>
                <a:ext uri="{FF2B5EF4-FFF2-40B4-BE49-F238E27FC236}">
                  <a16:creationId xmlns:a16="http://schemas.microsoft.com/office/drawing/2014/main" id="{C36FFC33-22B6-490A-A772-B31BBC4D1944}"/>
                </a:ext>
              </a:extLst>
            </p:cNvPr>
            <p:cNvSpPr>
              <a:spLocks/>
            </p:cNvSpPr>
            <p:nvPr/>
          </p:nvSpPr>
          <p:spPr bwMode="auto">
            <a:xfrm>
              <a:off x="3533776" y="3527425"/>
              <a:ext cx="150813" cy="101600"/>
            </a:xfrm>
            <a:custGeom>
              <a:avLst/>
              <a:gdLst>
                <a:gd name="T0" fmla="*/ 234 w 265"/>
                <a:gd name="T1" fmla="*/ 97 h 177"/>
                <a:gd name="T2" fmla="*/ 210 w 265"/>
                <a:gd name="T3" fmla="*/ 90 h 177"/>
                <a:gd name="T4" fmla="*/ 210 w 265"/>
                <a:gd name="T5" fmla="*/ 90 h 177"/>
                <a:gd name="T6" fmla="*/ 21 w 265"/>
                <a:gd name="T7" fmla="*/ 8 h 177"/>
                <a:gd name="T8" fmla="*/ 18 w 265"/>
                <a:gd name="T9" fmla="*/ 2 h 177"/>
                <a:gd name="T10" fmla="*/ 10 w 265"/>
                <a:gd name="T11" fmla="*/ 4 h 177"/>
                <a:gd name="T12" fmla="*/ 2 w 265"/>
                <a:gd name="T13" fmla="*/ 17 h 177"/>
                <a:gd name="T14" fmla="*/ 4 w 265"/>
                <a:gd name="T15" fmla="*/ 25 h 177"/>
                <a:gd name="T16" fmla="*/ 11 w 265"/>
                <a:gd name="T17" fmla="*/ 24 h 177"/>
                <a:gd name="T18" fmla="*/ 177 w 265"/>
                <a:gd name="T19" fmla="*/ 147 h 177"/>
                <a:gd name="T20" fmla="*/ 177 w 265"/>
                <a:gd name="T21" fmla="*/ 147 h 177"/>
                <a:gd name="T22" fmla="*/ 195 w 265"/>
                <a:gd name="T23" fmla="*/ 165 h 177"/>
                <a:gd name="T24" fmla="*/ 254 w 265"/>
                <a:gd name="T25" fmla="*/ 154 h 177"/>
                <a:gd name="T26" fmla="*/ 234 w 265"/>
                <a:gd name="T27" fmla="*/ 97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5" h="177">
                  <a:moveTo>
                    <a:pt x="234" y="97"/>
                  </a:moveTo>
                  <a:cubicBezTo>
                    <a:pt x="226" y="93"/>
                    <a:pt x="218" y="90"/>
                    <a:pt x="210" y="90"/>
                  </a:cubicBezTo>
                  <a:lnTo>
                    <a:pt x="210" y="90"/>
                  </a:lnTo>
                  <a:cubicBezTo>
                    <a:pt x="156" y="89"/>
                    <a:pt x="44" y="23"/>
                    <a:pt x="21" y="8"/>
                  </a:cubicBezTo>
                  <a:cubicBezTo>
                    <a:pt x="21" y="6"/>
                    <a:pt x="20" y="3"/>
                    <a:pt x="18" y="2"/>
                  </a:cubicBezTo>
                  <a:cubicBezTo>
                    <a:pt x="15" y="0"/>
                    <a:pt x="11" y="1"/>
                    <a:pt x="10" y="4"/>
                  </a:cubicBezTo>
                  <a:lnTo>
                    <a:pt x="2" y="17"/>
                  </a:lnTo>
                  <a:cubicBezTo>
                    <a:pt x="0" y="20"/>
                    <a:pt x="1" y="23"/>
                    <a:pt x="4" y="25"/>
                  </a:cubicBezTo>
                  <a:cubicBezTo>
                    <a:pt x="7" y="27"/>
                    <a:pt x="10" y="26"/>
                    <a:pt x="11" y="24"/>
                  </a:cubicBezTo>
                  <a:cubicBezTo>
                    <a:pt x="36" y="37"/>
                    <a:pt x="149" y="101"/>
                    <a:pt x="177" y="147"/>
                  </a:cubicBezTo>
                  <a:lnTo>
                    <a:pt x="177" y="147"/>
                  </a:lnTo>
                  <a:cubicBezTo>
                    <a:pt x="181" y="154"/>
                    <a:pt x="187" y="160"/>
                    <a:pt x="195" y="165"/>
                  </a:cubicBezTo>
                  <a:cubicBezTo>
                    <a:pt x="217" y="177"/>
                    <a:pt x="244" y="172"/>
                    <a:pt x="254" y="154"/>
                  </a:cubicBezTo>
                  <a:cubicBezTo>
                    <a:pt x="265" y="135"/>
                    <a:pt x="256" y="110"/>
                    <a:pt x="234" y="9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Freeform 654">
              <a:extLst>
                <a:ext uri="{FF2B5EF4-FFF2-40B4-BE49-F238E27FC236}">
                  <a16:creationId xmlns:a16="http://schemas.microsoft.com/office/drawing/2014/main" id="{29D1E00F-4BD5-4920-A1E6-F4ECBC9F59B4}"/>
                </a:ext>
              </a:extLst>
            </p:cNvPr>
            <p:cNvSpPr>
              <a:spLocks/>
            </p:cNvSpPr>
            <p:nvPr/>
          </p:nvSpPr>
          <p:spPr bwMode="auto">
            <a:xfrm>
              <a:off x="2994026" y="3314700"/>
              <a:ext cx="163513" cy="68263"/>
            </a:xfrm>
            <a:custGeom>
              <a:avLst/>
              <a:gdLst>
                <a:gd name="T0" fmla="*/ 40 w 286"/>
                <a:gd name="T1" fmla="*/ 82 h 119"/>
                <a:gd name="T2" fmla="*/ 65 w 286"/>
                <a:gd name="T3" fmla="*/ 82 h 119"/>
                <a:gd name="T4" fmla="*/ 65 w 286"/>
                <a:gd name="T5" fmla="*/ 82 h 119"/>
                <a:gd name="T6" fmla="*/ 269 w 286"/>
                <a:gd name="T7" fmla="*/ 112 h 119"/>
                <a:gd name="T8" fmla="*/ 273 w 286"/>
                <a:gd name="T9" fmla="*/ 118 h 119"/>
                <a:gd name="T10" fmla="*/ 281 w 286"/>
                <a:gd name="T11" fmla="*/ 114 h 119"/>
                <a:gd name="T12" fmla="*/ 285 w 286"/>
                <a:gd name="T13" fmla="*/ 99 h 119"/>
                <a:gd name="T14" fmla="*/ 280 w 286"/>
                <a:gd name="T15" fmla="*/ 92 h 119"/>
                <a:gd name="T16" fmla="*/ 274 w 286"/>
                <a:gd name="T17" fmla="*/ 95 h 119"/>
                <a:gd name="T18" fmla="*/ 82 w 286"/>
                <a:gd name="T19" fmla="*/ 19 h 119"/>
                <a:gd name="T20" fmla="*/ 82 w 286"/>
                <a:gd name="T21" fmla="*/ 19 h 119"/>
                <a:gd name="T22" fmla="*/ 60 w 286"/>
                <a:gd name="T23" fmla="*/ 7 h 119"/>
                <a:gd name="T24" fmla="*/ 5 w 286"/>
                <a:gd name="T25" fmla="*/ 32 h 119"/>
                <a:gd name="T26" fmla="*/ 40 w 286"/>
                <a:gd name="T27" fmla="*/ 8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6" h="119">
                  <a:moveTo>
                    <a:pt x="40" y="82"/>
                  </a:moveTo>
                  <a:cubicBezTo>
                    <a:pt x="49" y="84"/>
                    <a:pt x="57" y="84"/>
                    <a:pt x="65" y="82"/>
                  </a:cubicBezTo>
                  <a:lnTo>
                    <a:pt x="65" y="82"/>
                  </a:lnTo>
                  <a:cubicBezTo>
                    <a:pt x="117" y="70"/>
                    <a:pt x="243" y="105"/>
                    <a:pt x="269" y="112"/>
                  </a:cubicBezTo>
                  <a:cubicBezTo>
                    <a:pt x="269" y="115"/>
                    <a:pt x="271" y="118"/>
                    <a:pt x="273" y="118"/>
                  </a:cubicBezTo>
                  <a:cubicBezTo>
                    <a:pt x="277" y="119"/>
                    <a:pt x="280" y="117"/>
                    <a:pt x="281" y="114"/>
                  </a:cubicBezTo>
                  <a:lnTo>
                    <a:pt x="285" y="99"/>
                  </a:lnTo>
                  <a:cubicBezTo>
                    <a:pt x="286" y="96"/>
                    <a:pt x="284" y="93"/>
                    <a:pt x="280" y="92"/>
                  </a:cubicBezTo>
                  <a:cubicBezTo>
                    <a:pt x="278" y="91"/>
                    <a:pt x="275" y="92"/>
                    <a:pt x="274" y="95"/>
                  </a:cubicBezTo>
                  <a:cubicBezTo>
                    <a:pt x="247" y="88"/>
                    <a:pt x="121" y="56"/>
                    <a:pt x="82" y="19"/>
                  </a:cubicBezTo>
                  <a:lnTo>
                    <a:pt x="82" y="19"/>
                  </a:lnTo>
                  <a:cubicBezTo>
                    <a:pt x="76" y="13"/>
                    <a:pt x="69" y="9"/>
                    <a:pt x="60" y="7"/>
                  </a:cubicBezTo>
                  <a:cubicBezTo>
                    <a:pt x="36" y="0"/>
                    <a:pt x="11" y="12"/>
                    <a:pt x="5" y="32"/>
                  </a:cubicBezTo>
                  <a:cubicBezTo>
                    <a:pt x="0" y="53"/>
                    <a:pt x="15" y="75"/>
                    <a:pt x="40" y="8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Freeform 655">
              <a:extLst>
                <a:ext uri="{FF2B5EF4-FFF2-40B4-BE49-F238E27FC236}">
                  <a16:creationId xmlns:a16="http://schemas.microsoft.com/office/drawing/2014/main" id="{A34D2BFC-3809-4CA9-8D0C-519AAB2A01D2}"/>
                </a:ext>
              </a:extLst>
            </p:cNvPr>
            <p:cNvSpPr>
              <a:spLocks/>
            </p:cNvSpPr>
            <p:nvPr/>
          </p:nvSpPr>
          <p:spPr bwMode="auto">
            <a:xfrm>
              <a:off x="3556001" y="3476625"/>
              <a:ext cx="163513" cy="66675"/>
            </a:xfrm>
            <a:custGeom>
              <a:avLst/>
              <a:gdLst>
                <a:gd name="T0" fmla="*/ 246 w 286"/>
                <a:gd name="T1" fmla="*/ 37 h 119"/>
                <a:gd name="T2" fmla="*/ 221 w 286"/>
                <a:gd name="T3" fmla="*/ 37 h 119"/>
                <a:gd name="T4" fmla="*/ 221 w 286"/>
                <a:gd name="T5" fmla="*/ 37 h 119"/>
                <a:gd name="T6" fmla="*/ 17 w 286"/>
                <a:gd name="T7" fmla="*/ 7 h 119"/>
                <a:gd name="T8" fmla="*/ 13 w 286"/>
                <a:gd name="T9" fmla="*/ 1 h 119"/>
                <a:gd name="T10" fmla="*/ 5 w 286"/>
                <a:gd name="T11" fmla="*/ 5 h 119"/>
                <a:gd name="T12" fmla="*/ 1 w 286"/>
                <a:gd name="T13" fmla="*/ 20 h 119"/>
                <a:gd name="T14" fmla="*/ 6 w 286"/>
                <a:gd name="T15" fmla="*/ 27 h 119"/>
                <a:gd name="T16" fmla="*/ 12 w 286"/>
                <a:gd name="T17" fmla="*/ 24 h 119"/>
                <a:gd name="T18" fmla="*/ 204 w 286"/>
                <a:gd name="T19" fmla="*/ 100 h 119"/>
                <a:gd name="T20" fmla="*/ 204 w 286"/>
                <a:gd name="T21" fmla="*/ 100 h 119"/>
                <a:gd name="T22" fmla="*/ 226 w 286"/>
                <a:gd name="T23" fmla="*/ 112 h 119"/>
                <a:gd name="T24" fmla="*/ 281 w 286"/>
                <a:gd name="T25" fmla="*/ 87 h 119"/>
                <a:gd name="T26" fmla="*/ 246 w 286"/>
                <a:gd name="T27" fmla="*/ 3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6" h="119">
                  <a:moveTo>
                    <a:pt x="246" y="37"/>
                  </a:moveTo>
                  <a:cubicBezTo>
                    <a:pt x="237" y="35"/>
                    <a:pt x="229" y="35"/>
                    <a:pt x="221" y="37"/>
                  </a:cubicBezTo>
                  <a:lnTo>
                    <a:pt x="221" y="37"/>
                  </a:lnTo>
                  <a:cubicBezTo>
                    <a:pt x="169" y="49"/>
                    <a:pt x="43" y="14"/>
                    <a:pt x="17" y="7"/>
                  </a:cubicBezTo>
                  <a:cubicBezTo>
                    <a:pt x="17" y="4"/>
                    <a:pt x="15" y="1"/>
                    <a:pt x="13" y="1"/>
                  </a:cubicBezTo>
                  <a:cubicBezTo>
                    <a:pt x="9" y="0"/>
                    <a:pt x="6" y="2"/>
                    <a:pt x="5" y="5"/>
                  </a:cubicBezTo>
                  <a:lnTo>
                    <a:pt x="1" y="20"/>
                  </a:lnTo>
                  <a:cubicBezTo>
                    <a:pt x="0" y="23"/>
                    <a:pt x="2" y="26"/>
                    <a:pt x="6" y="27"/>
                  </a:cubicBezTo>
                  <a:cubicBezTo>
                    <a:pt x="8" y="28"/>
                    <a:pt x="11" y="27"/>
                    <a:pt x="12" y="24"/>
                  </a:cubicBezTo>
                  <a:cubicBezTo>
                    <a:pt x="39" y="31"/>
                    <a:pt x="165" y="63"/>
                    <a:pt x="204" y="100"/>
                  </a:cubicBezTo>
                  <a:lnTo>
                    <a:pt x="204" y="100"/>
                  </a:lnTo>
                  <a:cubicBezTo>
                    <a:pt x="210" y="106"/>
                    <a:pt x="217" y="110"/>
                    <a:pt x="226" y="112"/>
                  </a:cubicBezTo>
                  <a:cubicBezTo>
                    <a:pt x="250" y="119"/>
                    <a:pt x="275" y="107"/>
                    <a:pt x="281" y="87"/>
                  </a:cubicBezTo>
                  <a:cubicBezTo>
                    <a:pt x="286" y="66"/>
                    <a:pt x="271" y="44"/>
                    <a:pt x="246" y="3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Freeform 656">
              <a:extLst>
                <a:ext uri="{FF2B5EF4-FFF2-40B4-BE49-F238E27FC236}">
                  <a16:creationId xmlns:a16="http://schemas.microsoft.com/office/drawing/2014/main" id="{C250827F-0568-46A2-B599-A3FE4CA7E1EF}"/>
                </a:ext>
              </a:extLst>
            </p:cNvPr>
            <p:cNvSpPr>
              <a:spLocks/>
            </p:cNvSpPr>
            <p:nvPr/>
          </p:nvSpPr>
          <p:spPr bwMode="auto">
            <a:xfrm>
              <a:off x="3403601" y="3067050"/>
              <a:ext cx="68263" cy="161925"/>
            </a:xfrm>
            <a:custGeom>
              <a:avLst/>
              <a:gdLst>
                <a:gd name="T0" fmla="*/ 5 w 119"/>
                <a:gd name="T1" fmla="*/ 281 h 286"/>
                <a:gd name="T2" fmla="*/ 20 w 119"/>
                <a:gd name="T3" fmla="*/ 285 h 286"/>
                <a:gd name="T4" fmla="*/ 27 w 119"/>
                <a:gd name="T5" fmla="*/ 280 h 286"/>
                <a:gd name="T6" fmla="*/ 24 w 119"/>
                <a:gd name="T7" fmla="*/ 274 h 286"/>
                <a:gd name="T8" fmla="*/ 100 w 119"/>
                <a:gd name="T9" fmla="*/ 82 h 286"/>
                <a:gd name="T10" fmla="*/ 100 w 119"/>
                <a:gd name="T11" fmla="*/ 82 h 286"/>
                <a:gd name="T12" fmla="*/ 112 w 119"/>
                <a:gd name="T13" fmla="*/ 60 h 286"/>
                <a:gd name="T14" fmla="*/ 87 w 119"/>
                <a:gd name="T15" fmla="*/ 6 h 286"/>
                <a:gd name="T16" fmla="*/ 37 w 119"/>
                <a:gd name="T17" fmla="*/ 40 h 286"/>
                <a:gd name="T18" fmla="*/ 37 w 119"/>
                <a:gd name="T19" fmla="*/ 65 h 286"/>
                <a:gd name="T20" fmla="*/ 37 w 119"/>
                <a:gd name="T21" fmla="*/ 65 h 286"/>
                <a:gd name="T22" fmla="*/ 7 w 119"/>
                <a:gd name="T23" fmla="*/ 269 h 286"/>
                <a:gd name="T24" fmla="*/ 1 w 119"/>
                <a:gd name="T25" fmla="*/ 273 h 286"/>
                <a:gd name="T26" fmla="*/ 5 w 119"/>
                <a:gd name="T27" fmla="*/ 281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9" h="286">
                  <a:moveTo>
                    <a:pt x="5" y="281"/>
                  </a:moveTo>
                  <a:lnTo>
                    <a:pt x="20" y="285"/>
                  </a:lnTo>
                  <a:cubicBezTo>
                    <a:pt x="23" y="286"/>
                    <a:pt x="26" y="284"/>
                    <a:pt x="27" y="280"/>
                  </a:cubicBezTo>
                  <a:cubicBezTo>
                    <a:pt x="28" y="278"/>
                    <a:pt x="27" y="275"/>
                    <a:pt x="24" y="274"/>
                  </a:cubicBezTo>
                  <a:cubicBezTo>
                    <a:pt x="31" y="247"/>
                    <a:pt x="63" y="121"/>
                    <a:pt x="100" y="82"/>
                  </a:cubicBezTo>
                  <a:lnTo>
                    <a:pt x="100" y="82"/>
                  </a:lnTo>
                  <a:cubicBezTo>
                    <a:pt x="106" y="76"/>
                    <a:pt x="110" y="69"/>
                    <a:pt x="112" y="60"/>
                  </a:cubicBezTo>
                  <a:cubicBezTo>
                    <a:pt x="119" y="36"/>
                    <a:pt x="107" y="11"/>
                    <a:pt x="87" y="6"/>
                  </a:cubicBezTo>
                  <a:cubicBezTo>
                    <a:pt x="66" y="0"/>
                    <a:pt x="44" y="15"/>
                    <a:pt x="37" y="40"/>
                  </a:cubicBezTo>
                  <a:cubicBezTo>
                    <a:pt x="35" y="49"/>
                    <a:pt x="35" y="57"/>
                    <a:pt x="37" y="65"/>
                  </a:cubicBezTo>
                  <a:lnTo>
                    <a:pt x="37" y="65"/>
                  </a:lnTo>
                  <a:cubicBezTo>
                    <a:pt x="49" y="117"/>
                    <a:pt x="14" y="243"/>
                    <a:pt x="7" y="269"/>
                  </a:cubicBezTo>
                  <a:cubicBezTo>
                    <a:pt x="4" y="269"/>
                    <a:pt x="1" y="271"/>
                    <a:pt x="1" y="273"/>
                  </a:cubicBezTo>
                  <a:cubicBezTo>
                    <a:pt x="0" y="277"/>
                    <a:pt x="2" y="280"/>
                    <a:pt x="5" y="281"/>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Freeform 657">
              <a:extLst>
                <a:ext uri="{FF2B5EF4-FFF2-40B4-BE49-F238E27FC236}">
                  <a16:creationId xmlns:a16="http://schemas.microsoft.com/office/drawing/2014/main" id="{CF8472FD-8121-477C-BF96-9A4A716EB6D8}"/>
                </a:ext>
              </a:extLst>
            </p:cNvPr>
            <p:cNvSpPr>
              <a:spLocks/>
            </p:cNvSpPr>
            <p:nvPr/>
          </p:nvSpPr>
          <p:spPr bwMode="auto">
            <a:xfrm>
              <a:off x="3241676" y="3629025"/>
              <a:ext cx="68263" cy="163513"/>
            </a:xfrm>
            <a:custGeom>
              <a:avLst/>
              <a:gdLst>
                <a:gd name="T0" fmla="*/ 114 w 119"/>
                <a:gd name="T1" fmla="*/ 5 h 286"/>
                <a:gd name="T2" fmla="*/ 99 w 119"/>
                <a:gd name="T3" fmla="*/ 1 h 286"/>
                <a:gd name="T4" fmla="*/ 92 w 119"/>
                <a:gd name="T5" fmla="*/ 6 h 286"/>
                <a:gd name="T6" fmla="*/ 95 w 119"/>
                <a:gd name="T7" fmla="*/ 12 h 286"/>
                <a:gd name="T8" fmla="*/ 19 w 119"/>
                <a:gd name="T9" fmla="*/ 204 h 286"/>
                <a:gd name="T10" fmla="*/ 19 w 119"/>
                <a:gd name="T11" fmla="*/ 204 h 286"/>
                <a:gd name="T12" fmla="*/ 7 w 119"/>
                <a:gd name="T13" fmla="*/ 226 h 286"/>
                <a:gd name="T14" fmla="*/ 32 w 119"/>
                <a:gd name="T15" fmla="*/ 281 h 286"/>
                <a:gd name="T16" fmla="*/ 82 w 119"/>
                <a:gd name="T17" fmla="*/ 246 h 286"/>
                <a:gd name="T18" fmla="*/ 82 w 119"/>
                <a:gd name="T19" fmla="*/ 221 h 286"/>
                <a:gd name="T20" fmla="*/ 82 w 119"/>
                <a:gd name="T21" fmla="*/ 221 h 286"/>
                <a:gd name="T22" fmla="*/ 112 w 119"/>
                <a:gd name="T23" fmla="*/ 17 h 286"/>
                <a:gd name="T24" fmla="*/ 118 w 119"/>
                <a:gd name="T25" fmla="*/ 13 h 286"/>
                <a:gd name="T26" fmla="*/ 114 w 119"/>
                <a:gd name="T27" fmla="*/ 5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9" h="286">
                  <a:moveTo>
                    <a:pt x="114" y="5"/>
                  </a:moveTo>
                  <a:lnTo>
                    <a:pt x="99" y="1"/>
                  </a:lnTo>
                  <a:cubicBezTo>
                    <a:pt x="96" y="0"/>
                    <a:pt x="93" y="2"/>
                    <a:pt x="92" y="6"/>
                  </a:cubicBezTo>
                  <a:cubicBezTo>
                    <a:pt x="91" y="8"/>
                    <a:pt x="92" y="11"/>
                    <a:pt x="95" y="12"/>
                  </a:cubicBezTo>
                  <a:cubicBezTo>
                    <a:pt x="88" y="39"/>
                    <a:pt x="56" y="165"/>
                    <a:pt x="19" y="204"/>
                  </a:cubicBezTo>
                  <a:lnTo>
                    <a:pt x="19" y="204"/>
                  </a:lnTo>
                  <a:cubicBezTo>
                    <a:pt x="13" y="210"/>
                    <a:pt x="9" y="217"/>
                    <a:pt x="7" y="226"/>
                  </a:cubicBezTo>
                  <a:cubicBezTo>
                    <a:pt x="0" y="251"/>
                    <a:pt x="12" y="275"/>
                    <a:pt x="32" y="281"/>
                  </a:cubicBezTo>
                  <a:cubicBezTo>
                    <a:pt x="53" y="286"/>
                    <a:pt x="75" y="271"/>
                    <a:pt x="82" y="246"/>
                  </a:cubicBezTo>
                  <a:cubicBezTo>
                    <a:pt x="84" y="237"/>
                    <a:pt x="84" y="229"/>
                    <a:pt x="82" y="221"/>
                  </a:cubicBezTo>
                  <a:lnTo>
                    <a:pt x="82" y="221"/>
                  </a:lnTo>
                  <a:cubicBezTo>
                    <a:pt x="70" y="169"/>
                    <a:pt x="105" y="43"/>
                    <a:pt x="112" y="17"/>
                  </a:cubicBezTo>
                  <a:cubicBezTo>
                    <a:pt x="115" y="17"/>
                    <a:pt x="118" y="15"/>
                    <a:pt x="118" y="13"/>
                  </a:cubicBezTo>
                  <a:cubicBezTo>
                    <a:pt x="119" y="9"/>
                    <a:pt x="117" y="6"/>
                    <a:pt x="114" y="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Freeform 658">
              <a:extLst>
                <a:ext uri="{FF2B5EF4-FFF2-40B4-BE49-F238E27FC236}">
                  <a16:creationId xmlns:a16="http://schemas.microsoft.com/office/drawing/2014/main" id="{3B3E642A-86D3-4D8F-AAFE-AD45903E38E9}"/>
                </a:ext>
              </a:extLst>
            </p:cNvPr>
            <p:cNvSpPr>
              <a:spLocks/>
            </p:cNvSpPr>
            <p:nvPr/>
          </p:nvSpPr>
          <p:spPr bwMode="auto">
            <a:xfrm>
              <a:off x="3454401" y="3100388"/>
              <a:ext cx="101600" cy="152400"/>
            </a:xfrm>
            <a:custGeom>
              <a:avLst/>
              <a:gdLst>
                <a:gd name="T0" fmla="*/ 8 w 177"/>
                <a:gd name="T1" fmla="*/ 244 h 265"/>
                <a:gd name="T2" fmla="*/ 2 w 177"/>
                <a:gd name="T3" fmla="*/ 247 h 265"/>
                <a:gd name="T4" fmla="*/ 4 w 177"/>
                <a:gd name="T5" fmla="*/ 255 h 265"/>
                <a:gd name="T6" fmla="*/ 17 w 177"/>
                <a:gd name="T7" fmla="*/ 263 h 265"/>
                <a:gd name="T8" fmla="*/ 25 w 177"/>
                <a:gd name="T9" fmla="*/ 261 h 265"/>
                <a:gd name="T10" fmla="*/ 24 w 177"/>
                <a:gd name="T11" fmla="*/ 254 h 265"/>
                <a:gd name="T12" fmla="*/ 147 w 177"/>
                <a:gd name="T13" fmla="*/ 88 h 265"/>
                <a:gd name="T14" fmla="*/ 147 w 177"/>
                <a:gd name="T15" fmla="*/ 88 h 265"/>
                <a:gd name="T16" fmla="*/ 165 w 177"/>
                <a:gd name="T17" fmla="*/ 70 h 265"/>
                <a:gd name="T18" fmla="*/ 154 w 177"/>
                <a:gd name="T19" fmla="*/ 11 h 265"/>
                <a:gd name="T20" fmla="*/ 97 w 177"/>
                <a:gd name="T21" fmla="*/ 31 h 265"/>
                <a:gd name="T22" fmla="*/ 90 w 177"/>
                <a:gd name="T23" fmla="*/ 55 h 265"/>
                <a:gd name="T24" fmla="*/ 90 w 177"/>
                <a:gd name="T25" fmla="*/ 55 h 265"/>
                <a:gd name="T26" fmla="*/ 8 w 177"/>
                <a:gd name="T27" fmla="*/ 244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7" h="265">
                  <a:moveTo>
                    <a:pt x="8" y="244"/>
                  </a:moveTo>
                  <a:cubicBezTo>
                    <a:pt x="6" y="244"/>
                    <a:pt x="3" y="245"/>
                    <a:pt x="2" y="247"/>
                  </a:cubicBezTo>
                  <a:cubicBezTo>
                    <a:pt x="0" y="250"/>
                    <a:pt x="1" y="254"/>
                    <a:pt x="4" y="255"/>
                  </a:cubicBezTo>
                  <a:lnTo>
                    <a:pt x="17" y="263"/>
                  </a:lnTo>
                  <a:cubicBezTo>
                    <a:pt x="20" y="265"/>
                    <a:pt x="23" y="264"/>
                    <a:pt x="25" y="261"/>
                  </a:cubicBezTo>
                  <a:cubicBezTo>
                    <a:pt x="27" y="258"/>
                    <a:pt x="26" y="255"/>
                    <a:pt x="24" y="254"/>
                  </a:cubicBezTo>
                  <a:cubicBezTo>
                    <a:pt x="37" y="229"/>
                    <a:pt x="101" y="116"/>
                    <a:pt x="147" y="88"/>
                  </a:cubicBezTo>
                  <a:lnTo>
                    <a:pt x="147" y="88"/>
                  </a:lnTo>
                  <a:cubicBezTo>
                    <a:pt x="154" y="84"/>
                    <a:pt x="160" y="78"/>
                    <a:pt x="165" y="70"/>
                  </a:cubicBezTo>
                  <a:cubicBezTo>
                    <a:pt x="177" y="48"/>
                    <a:pt x="172" y="21"/>
                    <a:pt x="154" y="11"/>
                  </a:cubicBezTo>
                  <a:cubicBezTo>
                    <a:pt x="135" y="0"/>
                    <a:pt x="110" y="9"/>
                    <a:pt x="97" y="31"/>
                  </a:cubicBezTo>
                  <a:cubicBezTo>
                    <a:pt x="93" y="39"/>
                    <a:pt x="90" y="47"/>
                    <a:pt x="90" y="55"/>
                  </a:cubicBezTo>
                  <a:lnTo>
                    <a:pt x="90" y="55"/>
                  </a:lnTo>
                  <a:cubicBezTo>
                    <a:pt x="89" y="109"/>
                    <a:pt x="23" y="221"/>
                    <a:pt x="8" y="24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Freeform 659">
              <a:extLst>
                <a:ext uri="{FF2B5EF4-FFF2-40B4-BE49-F238E27FC236}">
                  <a16:creationId xmlns:a16="http://schemas.microsoft.com/office/drawing/2014/main" id="{D5961800-29C8-437D-AAA0-DA906A3D7A4A}"/>
                </a:ext>
              </a:extLst>
            </p:cNvPr>
            <p:cNvSpPr>
              <a:spLocks/>
            </p:cNvSpPr>
            <p:nvPr/>
          </p:nvSpPr>
          <p:spPr bwMode="auto">
            <a:xfrm>
              <a:off x="3157538" y="3606800"/>
              <a:ext cx="101600" cy="150813"/>
            </a:xfrm>
            <a:custGeom>
              <a:avLst/>
              <a:gdLst>
                <a:gd name="T0" fmla="*/ 169 w 177"/>
                <a:gd name="T1" fmla="*/ 21 h 265"/>
                <a:gd name="T2" fmla="*/ 175 w 177"/>
                <a:gd name="T3" fmla="*/ 18 h 265"/>
                <a:gd name="T4" fmla="*/ 173 w 177"/>
                <a:gd name="T5" fmla="*/ 10 h 265"/>
                <a:gd name="T6" fmla="*/ 160 w 177"/>
                <a:gd name="T7" fmla="*/ 2 h 265"/>
                <a:gd name="T8" fmla="*/ 152 w 177"/>
                <a:gd name="T9" fmla="*/ 4 h 265"/>
                <a:gd name="T10" fmla="*/ 153 w 177"/>
                <a:gd name="T11" fmla="*/ 11 h 265"/>
                <a:gd name="T12" fmla="*/ 30 w 177"/>
                <a:gd name="T13" fmla="*/ 177 h 265"/>
                <a:gd name="T14" fmla="*/ 30 w 177"/>
                <a:gd name="T15" fmla="*/ 177 h 265"/>
                <a:gd name="T16" fmla="*/ 12 w 177"/>
                <a:gd name="T17" fmla="*/ 195 h 265"/>
                <a:gd name="T18" fmla="*/ 23 w 177"/>
                <a:gd name="T19" fmla="*/ 254 h 265"/>
                <a:gd name="T20" fmla="*/ 80 w 177"/>
                <a:gd name="T21" fmla="*/ 234 h 265"/>
                <a:gd name="T22" fmla="*/ 87 w 177"/>
                <a:gd name="T23" fmla="*/ 210 h 265"/>
                <a:gd name="T24" fmla="*/ 87 w 177"/>
                <a:gd name="T25" fmla="*/ 210 h 265"/>
                <a:gd name="T26" fmla="*/ 169 w 177"/>
                <a:gd name="T27" fmla="*/ 21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7" h="265">
                  <a:moveTo>
                    <a:pt x="169" y="21"/>
                  </a:moveTo>
                  <a:cubicBezTo>
                    <a:pt x="171" y="21"/>
                    <a:pt x="174" y="20"/>
                    <a:pt x="175" y="18"/>
                  </a:cubicBezTo>
                  <a:cubicBezTo>
                    <a:pt x="177" y="15"/>
                    <a:pt x="176" y="11"/>
                    <a:pt x="173" y="10"/>
                  </a:cubicBezTo>
                  <a:lnTo>
                    <a:pt x="160" y="2"/>
                  </a:lnTo>
                  <a:cubicBezTo>
                    <a:pt x="157" y="0"/>
                    <a:pt x="154" y="1"/>
                    <a:pt x="152" y="4"/>
                  </a:cubicBezTo>
                  <a:cubicBezTo>
                    <a:pt x="150" y="7"/>
                    <a:pt x="151" y="10"/>
                    <a:pt x="153" y="11"/>
                  </a:cubicBezTo>
                  <a:cubicBezTo>
                    <a:pt x="140" y="36"/>
                    <a:pt x="76" y="149"/>
                    <a:pt x="30" y="177"/>
                  </a:cubicBezTo>
                  <a:lnTo>
                    <a:pt x="30" y="177"/>
                  </a:lnTo>
                  <a:cubicBezTo>
                    <a:pt x="23" y="181"/>
                    <a:pt x="17" y="187"/>
                    <a:pt x="12" y="195"/>
                  </a:cubicBezTo>
                  <a:cubicBezTo>
                    <a:pt x="0" y="217"/>
                    <a:pt x="5" y="244"/>
                    <a:pt x="23" y="254"/>
                  </a:cubicBezTo>
                  <a:cubicBezTo>
                    <a:pt x="42" y="265"/>
                    <a:pt x="67" y="256"/>
                    <a:pt x="80" y="234"/>
                  </a:cubicBezTo>
                  <a:cubicBezTo>
                    <a:pt x="84" y="226"/>
                    <a:pt x="87" y="218"/>
                    <a:pt x="87" y="210"/>
                  </a:cubicBezTo>
                  <a:lnTo>
                    <a:pt x="87" y="210"/>
                  </a:lnTo>
                  <a:cubicBezTo>
                    <a:pt x="88" y="156"/>
                    <a:pt x="154" y="44"/>
                    <a:pt x="169" y="2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Freeform 660">
              <a:extLst>
                <a:ext uri="{FF2B5EF4-FFF2-40B4-BE49-F238E27FC236}">
                  <a16:creationId xmlns:a16="http://schemas.microsoft.com/office/drawing/2014/main" id="{AED5677B-84EA-4619-85A1-F364749E69DD}"/>
                </a:ext>
              </a:extLst>
            </p:cNvPr>
            <p:cNvSpPr>
              <a:spLocks/>
            </p:cNvSpPr>
            <p:nvPr/>
          </p:nvSpPr>
          <p:spPr bwMode="auto">
            <a:xfrm>
              <a:off x="3498851" y="3157538"/>
              <a:ext cx="130175" cy="128588"/>
            </a:xfrm>
            <a:custGeom>
              <a:avLst/>
              <a:gdLst>
                <a:gd name="T0" fmla="*/ 10 w 226"/>
                <a:gd name="T1" fmla="*/ 203 h 226"/>
                <a:gd name="T2" fmla="*/ 2 w 226"/>
                <a:gd name="T3" fmla="*/ 204 h 226"/>
                <a:gd name="T4" fmla="*/ 2 w 226"/>
                <a:gd name="T5" fmla="*/ 213 h 226"/>
                <a:gd name="T6" fmla="*/ 13 w 226"/>
                <a:gd name="T7" fmla="*/ 224 h 226"/>
                <a:gd name="T8" fmla="*/ 22 w 226"/>
                <a:gd name="T9" fmla="*/ 224 h 226"/>
                <a:gd name="T10" fmla="*/ 23 w 226"/>
                <a:gd name="T11" fmla="*/ 216 h 226"/>
                <a:gd name="T12" fmla="*/ 184 w 226"/>
                <a:gd name="T13" fmla="*/ 88 h 226"/>
                <a:gd name="T14" fmla="*/ 184 w 226"/>
                <a:gd name="T15" fmla="*/ 88 h 226"/>
                <a:gd name="T16" fmla="*/ 206 w 226"/>
                <a:gd name="T17" fmla="*/ 75 h 226"/>
                <a:gd name="T18" fmla="*/ 211 w 226"/>
                <a:gd name="T19" fmla="*/ 15 h 226"/>
                <a:gd name="T20" fmla="*/ 151 w 226"/>
                <a:gd name="T21" fmla="*/ 20 h 226"/>
                <a:gd name="T22" fmla="*/ 138 w 226"/>
                <a:gd name="T23" fmla="*/ 42 h 226"/>
                <a:gd name="T24" fmla="*/ 138 w 226"/>
                <a:gd name="T25" fmla="*/ 42 h 226"/>
                <a:gd name="T26" fmla="*/ 10 w 226"/>
                <a:gd name="T27" fmla="*/ 203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6" h="226">
                  <a:moveTo>
                    <a:pt x="10" y="203"/>
                  </a:moveTo>
                  <a:cubicBezTo>
                    <a:pt x="7" y="202"/>
                    <a:pt x="4" y="202"/>
                    <a:pt x="2" y="204"/>
                  </a:cubicBezTo>
                  <a:cubicBezTo>
                    <a:pt x="0" y="207"/>
                    <a:pt x="0" y="210"/>
                    <a:pt x="2" y="213"/>
                  </a:cubicBezTo>
                  <a:lnTo>
                    <a:pt x="13" y="224"/>
                  </a:lnTo>
                  <a:cubicBezTo>
                    <a:pt x="16" y="226"/>
                    <a:pt x="19" y="226"/>
                    <a:pt x="22" y="224"/>
                  </a:cubicBezTo>
                  <a:cubicBezTo>
                    <a:pt x="24" y="222"/>
                    <a:pt x="24" y="219"/>
                    <a:pt x="23" y="216"/>
                  </a:cubicBezTo>
                  <a:cubicBezTo>
                    <a:pt x="41" y="197"/>
                    <a:pt x="132" y="103"/>
                    <a:pt x="184" y="88"/>
                  </a:cubicBezTo>
                  <a:lnTo>
                    <a:pt x="184" y="88"/>
                  </a:lnTo>
                  <a:cubicBezTo>
                    <a:pt x="192" y="86"/>
                    <a:pt x="199" y="82"/>
                    <a:pt x="206" y="75"/>
                  </a:cubicBezTo>
                  <a:cubicBezTo>
                    <a:pt x="224" y="57"/>
                    <a:pt x="226" y="30"/>
                    <a:pt x="211" y="15"/>
                  </a:cubicBezTo>
                  <a:cubicBezTo>
                    <a:pt x="196" y="0"/>
                    <a:pt x="169" y="2"/>
                    <a:pt x="151" y="20"/>
                  </a:cubicBezTo>
                  <a:cubicBezTo>
                    <a:pt x="144" y="27"/>
                    <a:pt x="140" y="34"/>
                    <a:pt x="138" y="42"/>
                  </a:cubicBezTo>
                  <a:lnTo>
                    <a:pt x="138" y="42"/>
                  </a:lnTo>
                  <a:cubicBezTo>
                    <a:pt x="123" y="94"/>
                    <a:pt x="29" y="185"/>
                    <a:pt x="10" y="20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Freeform 661">
              <a:extLst>
                <a:ext uri="{FF2B5EF4-FFF2-40B4-BE49-F238E27FC236}">
                  <a16:creationId xmlns:a16="http://schemas.microsoft.com/office/drawing/2014/main" id="{F0695DC4-ECE9-48AD-9A5D-7BF468761949}"/>
                </a:ext>
              </a:extLst>
            </p:cNvPr>
            <p:cNvSpPr>
              <a:spLocks/>
            </p:cNvSpPr>
            <p:nvPr/>
          </p:nvSpPr>
          <p:spPr bwMode="auto">
            <a:xfrm>
              <a:off x="3084513" y="3571875"/>
              <a:ext cx="130175" cy="130175"/>
            </a:xfrm>
            <a:custGeom>
              <a:avLst/>
              <a:gdLst>
                <a:gd name="T0" fmla="*/ 216 w 226"/>
                <a:gd name="T1" fmla="*/ 23 h 226"/>
                <a:gd name="T2" fmla="*/ 224 w 226"/>
                <a:gd name="T3" fmla="*/ 22 h 226"/>
                <a:gd name="T4" fmla="*/ 224 w 226"/>
                <a:gd name="T5" fmla="*/ 13 h 226"/>
                <a:gd name="T6" fmla="*/ 213 w 226"/>
                <a:gd name="T7" fmla="*/ 2 h 226"/>
                <a:gd name="T8" fmla="*/ 204 w 226"/>
                <a:gd name="T9" fmla="*/ 2 h 226"/>
                <a:gd name="T10" fmla="*/ 203 w 226"/>
                <a:gd name="T11" fmla="*/ 10 h 226"/>
                <a:gd name="T12" fmla="*/ 42 w 226"/>
                <a:gd name="T13" fmla="*/ 138 h 226"/>
                <a:gd name="T14" fmla="*/ 42 w 226"/>
                <a:gd name="T15" fmla="*/ 138 h 226"/>
                <a:gd name="T16" fmla="*/ 20 w 226"/>
                <a:gd name="T17" fmla="*/ 151 h 226"/>
                <a:gd name="T18" fmla="*/ 15 w 226"/>
                <a:gd name="T19" fmla="*/ 211 h 226"/>
                <a:gd name="T20" fmla="*/ 75 w 226"/>
                <a:gd name="T21" fmla="*/ 206 h 226"/>
                <a:gd name="T22" fmla="*/ 88 w 226"/>
                <a:gd name="T23" fmla="*/ 184 h 226"/>
                <a:gd name="T24" fmla="*/ 88 w 226"/>
                <a:gd name="T25" fmla="*/ 184 h 226"/>
                <a:gd name="T26" fmla="*/ 216 w 226"/>
                <a:gd name="T27" fmla="*/ 23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6" h="226">
                  <a:moveTo>
                    <a:pt x="216" y="23"/>
                  </a:moveTo>
                  <a:cubicBezTo>
                    <a:pt x="219" y="24"/>
                    <a:pt x="222" y="24"/>
                    <a:pt x="224" y="22"/>
                  </a:cubicBezTo>
                  <a:cubicBezTo>
                    <a:pt x="226" y="19"/>
                    <a:pt x="226" y="16"/>
                    <a:pt x="224" y="13"/>
                  </a:cubicBezTo>
                  <a:lnTo>
                    <a:pt x="213" y="2"/>
                  </a:lnTo>
                  <a:cubicBezTo>
                    <a:pt x="210" y="0"/>
                    <a:pt x="207" y="0"/>
                    <a:pt x="204" y="2"/>
                  </a:cubicBezTo>
                  <a:cubicBezTo>
                    <a:pt x="202" y="4"/>
                    <a:pt x="202" y="7"/>
                    <a:pt x="203" y="10"/>
                  </a:cubicBezTo>
                  <a:cubicBezTo>
                    <a:pt x="185" y="29"/>
                    <a:pt x="94" y="123"/>
                    <a:pt x="42" y="138"/>
                  </a:cubicBezTo>
                  <a:lnTo>
                    <a:pt x="42" y="138"/>
                  </a:lnTo>
                  <a:cubicBezTo>
                    <a:pt x="34" y="140"/>
                    <a:pt x="27" y="144"/>
                    <a:pt x="20" y="151"/>
                  </a:cubicBezTo>
                  <a:cubicBezTo>
                    <a:pt x="2" y="169"/>
                    <a:pt x="0" y="196"/>
                    <a:pt x="15" y="211"/>
                  </a:cubicBezTo>
                  <a:cubicBezTo>
                    <a:pt x="30" y="226"/>
                    <a:pt x="57" y="224"/>
                    <a:pt x="75" y="206"/>
                  </a:cubicBezTo>
                  <a:cubicBezTo>
                    <a:pt x="82" y="199"/>
                    <a:pt x="86" y="192"/>
                    <a:pt x="88" y="184"/>
                  </a:cubicBezTo>
                  <a:lnTo>
                    <a:pt x="88" y="184"/>
                  </a:lnTo>
                  <a:cubicBezTo>
                    <a:pt x="103" y="132"/>
                    <a:pt x="197" y="41"/>
                    <a:pt x="216" y="2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Freeform 662">
              <a:extLst>
                <a:ext uri="{FF2B5EF4-FFF2-40B4-BE49-F238E27FC236}">
                  <a16:creationId xmlns:a16="http://schemas.microsoft.com/office/drawing/2014/main" id="{AC66EF9B-D0B3-4107-8DF0-A093B76C5F6C}"/>
                </a:ext>
              </a:extLst>
            </p:cNvPr>
            <p:cNvSpPr>
              <a:spLocks/>
            </p:cNvSpPr>
            <p:nvPr/>
          </p:nvSpPr>
          <p:spPr bwMode="auto">
            <a:xfrm>
              <a:off x="3533776" y="3228975"/>
              <a:ext cx="150813" cy="101600"/>
            </a:xfrm>
            <a:custGeom>
              <a:avLst/>
              <a:gdLst>
                <a:gd name="T0" fmla="*/ 11 w 265"/>
                <a:gd name="T1" fmla="*/ 153 h 177"/>
                <a:gd name="T2" fmla="*/ 4 w 265"/>
                <a:gd name="T3" fmla="*/ 152 h 177"/>
                <a:gd name="T4" fmla="*/ 2 w 265"/>
                <a:gd name="T5" fmla="*/ 160 h 177"/>
                <a:gd name="T6" fmla="*/ 10 w 265"/>
                <a:gd name="T7" fmla="*/ 173 h 177"/>
                <a:gd name="T8" fmla="*/ 18 w 265"/>
                <a:gd name="T9" fmla="*/ 175 h 177"/>
                <a:gd name="T10" fmla="*/ 21 w 265"/>
                <a:gd name="T11" fmla="*/ 169 h 177"/>
                <a:gd name="T12" fmla="*/ 210 w 265"/>
                <a:gd name="T13" fmla="*/ 87 h 177"/>
                <a:gd name="T14" fmla="*/ 210 w 265"/>
                <a:gd name="T15" fmla="*/ 87 h 177"/>
                <a:gd name="T16" fmla="*/ 234 w 265"/>
                <a:gd name="T17" fmla="*/ 80 h 177"/>
                <a:gd name="T18" fmla="*/ 254 w 265"/>
                <a:gd name="T19" fmla="*/ 23 h 177"/>
                <a:gd name="T20" fmla="*/ 195 w 265"/>
                <a:gd name="T21" fmla="*/ 12 h 177"/>
                <a:gd name="T22" fmla="*/ 177 w 265"/>
                <a:gd name="T23" fmla="*/ 30 h 177"/>
                <a:gd name="T24" fmla="*/ 177 w 265"/>
                <a:gd name="T25" fmla="*/ 30 h 177"/>
                <a:gd name="T26" fmla="*/ 11 w 265"/>
                <a:gd name="T27" fmla="*/ 15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5" h="177">
                  <a:moveTo>
                    <a:pt x="11" y="153"/>
                  </a:moveTo>
                  <a:cubicBezTo>
                    <a:pt x="10" y="151"/>
                    <a:pt x="7" y="150"/>
                    <a:pt x="4" y="152"/>
                  </a:cubicBezTo>
                  <a:cubicBezTo>
                    <a:pt x="1" y="154"/>
                    <a:pt x="0" y="157"/>
                    <a:pt x="2" y="160"/>
                  </a:cubicBezTo>
                  <a:lnTo>
                    <a:pt x="10" y="173"/>
                  </a:lnTo>
                  <a:cubicBezTo>
                    <a:pt x="11" y="176"/>
                    <a:pt x="15" y="177"/>
                    <a:pt x="18" y="175"/>
                  </a:cubicBezTo>
                  <a:cubicBezTo>
                    <a:pt x="20" y="174"/>
                    <a:pt x="21" y="171"/>
                    <a:pt x="21" y="169"/>
                  </a:cubicBezTo>
                  <a:cubicBezTo>
                    <a:pt x="44" y="154"/>
                    <a:pt x="156" y="88"/>
                    <a:pt x="210" y="87"/>
                  </a:cubicBezTo>
                  <a:lnTo>
                    <a:pt x="210" y="87"/>
                  </a:lnTo>
                  <a:cubicBezTo>
                    <a:pt x="218" y="87"/>
                    <a:pt x="226" y="84"/>
                    <a:pt x="234" y="80"/>
                  </a:cubicBezTo>
                  <a:cubicBezTo>
                    <a:pt x="256" y="67"/>
                    <a:pt x="265" y="42"/>
                    <a:pt x="254" y="23"/>
                  </a:cubicBezTo>
                  <a:cubicBezTo>
                    <a:pt x="244" y="5"/>
                    <a:pt x="217" y="0"/>
                    <a:pt x="195" y="12"/>
                  </a:cubicBezTo>
                  <a:cubicBezTo>
                    <a:pt x="187" y="17"/>
                    <a:pt x="181" y="23"/>
                    <a:pt x="177" y="30"/>
                  </a:cubicBezTo>
                  <a:lnTo>
                    <a:pt x="177" y="30"/>
                  </a:lnTo>
                  <a:cubicBezTo>
                    <a:pt x="149" y="76"/>
                    <a:pt x="36" y="140"/>
                    <a:pt x="11" y="15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Freeform 663">
              <a:extLst>
                <a:ext uri="{FF2B5EF4-FFF2-40B4-BE49-F238E27FC236}">
                  <a16:creationId xmlns:a16="http://schemas.microsoft.com/office/drawing/2014/main" id="{5499047A-D2B0-422C-B4FC-B7826FDAA25C}"/>
                </a:ext>
              </a:extLst>
            </p:cNvPr>
            <p:cNvSpPr>
              <a:spLocks/>
            </p:cNvSpPr>
            <p:nvPr/>
          </p:nvSpPr>
          <p:spPr bwMode="auto">
            <a:xfrm>
              <a:off x="3028951" y="3527425"/>
              <a:ext cx="150813" cy="101600"/>
            </a:xfrm>
            <a:custGeom>
              <a:avLst/>
              <a:gdLst>
                <a:gd name="T0" fmla="*/ 254 w 265"/>
                <a:gd name="T1" fmla="*/ 24 h 177"/>
                <a:gd name="T2" fmla="*/ 261 w 265"/>
                <a:gd name="T3" fmla="*/ 25 h 177"/>
                <a:gd name="T4" fmla="*/ 263 w 265"/>
                <a:gd name="T5" fmla="*/ 17 h 177"/>
                <a:gd name="T6" fmla="*/ 255 w 265"/>
                <a:gd name="T7" fmla="*/ 4 h 177"/>
                <a:gd name="T8" fmla="*/ 247 w 265"/>
                <a:gd name="T9" fmla="*/ 2 h 177"/>
                <a:gd name="T10" fmla="*/ 244 w 265"/>
                <a:gd name="T11" fmla="*/ 8 h 177"/>
                <a:gd name="T12" fmla="*/ 55 w 265"/>
                <a:gd name="T13" fmla="*/ 90 h 177"/>
                <a:gd name="T14" fmla="*/ 55 w 265"/>
                <a:gd name="T15" fmla="*/ 90 h 177"/>
                <a:gd name="T16" fmla="*/ 31 w 265"/>
                <a:gd name="T17" fmla="*/ 97 h 177"/>
                <a:gd name="T18" fmla="*/ 11 w 265"/>
                <a:gd name="T19" fmla="*/ 154 h 177"/>
                <a:gd name="T20" fmla="*/ 70 w 265"/>
                <a:gd name="T21" fmla="*/ 165 h 177"/>
                <a:gd name="T22" fmla="*/ 88 w 265"/>
                <a:gd name="T23" fmla="*/ 147 h 177"/>
                <a:gd name="T24" fmla="*/ 88 w 265"/>
                <a:gd name="T25" fmla="*/ 147 h 177"/>
                <a:gd name="T26" fmla="*/ 254 w 265"/>
                <a:gd name="T27" fmla="*/ 24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5" h="177">
                  <a:moveTo>
                    <a:pt x="254" y="24"/>
                  </a:moveTo>
                  <a:cubicBezTo>
                    <a:pt x="255" y="26"/>
                    <a:pt x="258" y="27"/>
                    <a:pt x="261" y="25"/>
                  </a:cubicBezTo>
                  <a:cubicBezTo>
                    <a:pt x="264" y="23"/>
                    <a:pt x="265" y="20"/>
                    <a:pt x="263" y="17"/>
                  </a:cubicBezTo>
                  <a:lnTo>
                    <a:pt x="255" y="4"/>
                  </a:lnTo>
                  <a:cubicBezTo>
                    <a:pt x="254" y="1"/>
                    <a:pt x="250" y="0"/>
                    <a:pt x="247" y="2"/>
                  </a:cubicBezTo>
                  <a:cubicBezTo>
                    <a:pt x="245" y="3"/>
                    <a:pt x="244" y="6"/>
                    <a:pt x="244" y="8"/>
                  </a:cubicBezTo>
                  <a:cubicBezTo>
                    <a:pt x="221" y="23"/>
                    <a:pt x="109" y="89"/>
                    <a:pt x="55" y="90"/>
                  </a:cubicBezTo>
                  <a:lnTo>
                    <a:pt x="55" y="90"/>
                  </a:lnTo>
                  <a:cubicBezTo>
                    <a:pt x="47" y="90"/>
                    <a:pt x="39" y="93"/>
                    <a:pt x="31" y="97"/>
                  </a:cubicBezTo>
                  <a:cubicBezTo>
                    <a:pt x="9" y="110"/>
                    <a:pt x="0" y="135"/>
                    <a:pt x="11" y="154"/>
                  </a:cubicBezTo>
                  <a:cubicBezTo>
                    <a:pt x="21" y="172"/>
                    <a:pt x="48" y="177"/>
                    <a:pt x="70" y="165"/>
                  </a:cubicBezTo>
                  <a:cubicBezTo>
                    <a:pt x="78" y="160"/>
                    <a:pt x="84" y="154"/>
                    <a:pt x="88" y="147"/>
                  </a:cubicBezTo>
                  <a:lnTo>
                    <a:pt x="88" y="147"/>
                  </a:lnTo>
                  <a:cubicBezTo>
                    <a:pt x="116" y="101"/>
                    <a:pt x="229" y="37"/>
                    <a:pt x="254" y="24"/>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Freeform 664">
              <a:extLst>
                <a:ext uri="{FF2B5EF4-FFF2-40B4-BE49-F238E27FC236}">
                  <a16:creationId xmlns:a16="http://schemas.microsoft.com/office/drawing/2014/main" id="{83EF8839-6274-4260-9368-D02A415DF13D}"/>
                </a:ext>
              </a:extLst>
            </p:cNvPr>
            <p:cNvSpPr>
              <a:spLocks/>
            </p:cNvSpPr>
            <p:nvPr/>
          </p:nvSpPr>
          <p:spPr bwMode="auto">
            <a:xfrm>
              <a:off x="3556001" y="3314700"/>
              <a:ext cx="163513" cy="68263"/>
            </a:xfrm>
            <a:custGeom>
              <a:avLst/>
              <a:gdLst>
                <a:gd name="T0" fmla="*/ 204 w 286"/>
                <a:gd name="T1" fmla="*/ 19 h 119"/>
                <a:gd name="T2" fmla="*/ 12 w 286"/>
                <a:gd name="T3" fmla="*/ 95 h 119"/>
                <a:gd name="T4" fmla="*/ 6 w 286"/>
                <a:gd name="T5" fmla="*/ 92 h 119"/>
                <a:gd name="T6" fmla="*/ 1 w 286"/>
                <a:gd name="T7" fmla="*/ 99 h 119"/>
                <a:gd name="T8" fmla="*/ 5 w 286"/>
                <a:gd name="T9" fmla="*/ 114 h 119"/>
                <a:gd name="T10" fmla="*/ 13 w 286"/>
                <a:gd name="T11" fmla="*/ 118 h 119"/>
                <a:gd name="T12" fmla="*/ 17 w 286"/>
                <a:gd name="T13" fmla="*/ 112 h 119"/>
                <a:gd name="T14" fmla="*/ 221 w 286"/>
                <a:gd name="T15" fmla="*/ 82 h 119"/>
                <a:gd name="T16" fmla="*/ 221 w 286"/>
                <a:gd name="T17" fmla="*/ 82 h 119"/>
                <a:gd name="T18" fmla="*/ 246 w 286"/>
                <a:gd name="T19" fmla="*/ 82 h 119"/>
                <a:gd name="T20" fmla="*/ 281 w 286"/>
                <a:gd name="T21" fmla="*/ 32 h 119"/>
                <a:gd name="T22" fmla="*/ 226 w 286"/>
                <a:gd name="T23" fmla="*/ 7 h 119"/>
                <a:gd name="T24" fmla="*/ 204 w 286"/>
                <a:gd name="T25" fmla="*/ 19 h 119"/>
                <a:gd name="T26" fmla="*/ 204 w 286"/>
                <a:gd name="T27" fmla="*/ 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6" h="119">
                  <a:moveTo>
                    <a:pt x="204" y="19"/>
                  </a:moveTo>
                  <a:cubicBezTo>
                    <a:pt x="165" y="56"/>
                    <a:pt x="39" y="88"/>
                    <a:pt x="12" y="95"/>
                  </a:cubicBezTo>
                  <a:cubicBezTo>
                    <a:pt x="11" y="92"/>
                    <a:pt x="8" y="91"/>
                    <a:pt x="6" y="92"/>
                  </a:cubicBezTo>
                  <a:cubicBezTo>
                    <a:pt x="2" y="93"/>
                    <a:pt x="0" y="96"/>
                    <a:pt x="1" y="99"/>
                  </a:cubicBezTo>
                  <a:lnTo>
                    <a:pt x="5" y="114"/>
                  </a:lnTo>
                  <a:cubicBezTo>
                    <a:pt x="6" y="117"/>
                    <a:pt x="9" y="119"/>
                    <a:pt x="13" y="118"/>
                  </a:cubicBezTo>
                  <a:cubicBezTo>
                    <a:pt x="15" y="118"/>
                    <a:pt x="17" y="115"/>
                    <a:pt x="17" y="112"/>
                  </a:cubicBezTo>
                  <a:cubicBezTo>
                    <a:pt x="43" y="105"/>
                    <a:pt x="169" y="70"/>
                    <a:pt x="221" y="82"/>
                  </a:cubicBezTo>
                  <a:lnTo>
                    <a:pt x="221" y="82"/>
                  </a:lnTo>
                  <a:cubicBezTo>
                    <a:pt x="229" y="84"/>
                    <a:pt x="237" y="84"/>
                    <a:pt x="246" y="82"/>
                  </a:cubicBezTo>
                  <a:cubicBezTo>
                    <a:pt x="271" y="75"/>
                    <a:pt x="286" y="53"/>
                    <a:pt x="281" y="32"/>
                  </a:cubicBezTo>
                  <a:cubicBezTo>
                    <a:pt x="275" y="12"/>
                    <a:pt x="250" y="0"/>
                    <a:pt x="226" y="7"/>
                  </a:cubicBezTo>
                  <a:cubicBezTo>
                    <a:pt x="217" y="9"/>
                    <a:pt x="210" y="13"/>
                    <a:pt x="204" y="19"/>
                  </a:cubicBezTo>
                  <a:lnTo>
                    <a:pt x="204" y="19"/>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Freeform 665">
              <a:extLst>
                <a:ext uri="{FF2B5EF4-FFF2-40B4-BE49-F238E27FC236}">
                  <a16:creationId xmlns:a16="http://schemas.microsoft.com/office/drawing/2014/main" id="{694E886B-CD34-4D8E-B654-FCAAC58EDD83}"/>
                </a:ext>
              </a:extLst>
            </p:cNvPr>
            <p:cNvSpPr>
              <a:spLocks/>
            </p:cNvSpPr>
            <p:nvPr/>
          </p:nvSpPr>
          <p:spPr bwMode="auto">
            <a:xfrm>
              <a:off x="2994026" y="3476625"/>
              <a:ext cx="163513" cy="66675"/>
            </a:xfrm>
            <a:custGeom>
              <a:avLst/>
              <a:gdLst>
                <a:gd name="T0" fmla="*/ 82 w 286"/>
                <a:gd name="T1" fmla="*/ 100 h 119"/>
                <a:gd name="T2" fmla="*/ 274 w 286"/>
                <a:gd name="T3" fmla="*/ 24 h 119"/>
                <a:gd name="T4" fmla="*/ 280 w 286"/>
                <a:gd name="T5" fmla="*/ 27 h 119"/>
                <a:gd name="T6" fmla="*/ 285 w 286"/>
                <a:gd name="T7" fmla="*/ 20 h 119"/>
                <a:gd name="T8" fmla="*/ 281 w 286"/>
                <a:gd name="T9" fmla="*/ 5 h 119"/>
                <a:gd name="T10" fmla="*/ 273 w 286"/>
                <a:gd name="T11" fmla="*/ 1 h 119"/>
                <a:gd name="T12" fmla="*/ 269 w 286"/>
                <a:gd name="T13" fmla="*/ 7 h 119"/>
                <a:gd name="T14" fmla="*/ 65 w 286"/>
                <a:gd name="T15" fmla="*/ 37 h 119"/>
                <a:gd name="T16" fmla="*/ 65 w 286"/>
                <a:gd name="T17" fmla="*/ 37 h 119"/>
                <a:gd name="T18" fmla="*/ 40 w 286"/>
                <a:gd name="T19" fmla="*/ 37 h 119"/>
                <a:gd name="T20" fmla="*/ 5 w 286"/>
                <a:gd name="T21" fmla="*/ 87 h 119"/>
                <a:gd name="T22" fmla="*/ 60 w 286"/>
                <a:gd name="T23" fmla="*/ 112 h 119"/>
                <a:gd name="T24" fmla="*/ 82 w 286"/>
                <a:gd name="T25" fmla="*/ 100 h 119"/>
                <a:gd name="T26" fmla="*/ 82 w 286"/>
                <a:gd name="T27" fmla="*/ 10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6" h="119">
                  <a:moveTo>
                    <a:pt x="82" y="100"/>
                  </a:moveTo>
                  <a:cubicBezTo>
                    <a:pt x="121" y="63"/>
                    <a:pt x="247" y="31"/>
                    <a:pt x="274" y="24"/>
                  </a:cubicBezTo>
                  <a:cubicBezTo>
                    <a:pt x="275" y="27"/>
                    <a:pt x="278" y="28"/>
                    <a:pt x="280" y="27"/>
                  </a:cubicBezTo>
                  <a:cubicBezTo>
                    <a:pt x="284" y="26"/>
                    <a:pt x="286" y="23"/>
                    <a:pt x="285" y="20"/>
                  </a:cubicBezTo>
                  <a:lnTo>
                    <a:pt x="281" y="5"/>
                  </a:lnTo>
                  <a:cubicBezTo>
                    <a:pt x="280" y="2"/>
                    <a:pt x="277" y="0"/>
                    <a:pt x="273" y="1"/>
                  </a:cubicBezTo>
                  <a:cubicBezTo>
                    <a:pt x="271" y="1"/>
                    <a:pt x="269" y="4"/>
                    <a:pt x="269" y="7"/>
                  </a:cubicBezTo>
                  <a:cubicBezTo>
                    <a:pt x="243" y="14"/>
                    <a:pt x="117" y="49"/>
                    <a:pt x="65" y="37"/>
                  </a:cubicBezTo>
                  <a:lnTo>
                    <a:pt x="65" y="37"/>
                  </a:lnTo>
                  <a:cubicBezTo>
                    <a:pt x="57" y="35"/>
                    <a:pt x="49" y="35"/>
                    <a:pt x="40" y="37"/>
                  </a:cubicBezTo>
                  <a:cubicBezTo>
                    <a:pt x="15" y="44"/>
                    <a:pt x="0" y="66"/>
                    <a:pt x="5" y="87"/>
                  </a:cubicBezTo>
                  <a:cubicBezTo>
                    <a:pt x="11" y="107"/>
                    <a:pt x="36" y="119"/>
                    <a:pt x="60" y="112"/>
                  </a:cubicBezTo>
                  <a:cubicBezTo>
                    <a:pt x="69" y="110"/>
                    <a:pt x="76" y="106"/>
                    <a:pt x="82" y="100"/>
                  </a:cubicBezTo>
                  <a:lnTo>
                    <a:pt x="82" y="10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Freeform 666">
              <a:extLst>
                <a:ext uri="{FF2B5EF4-FFF2-40B4-BE49-F238E27FC236}">
                  <a16:creationId xmlns:a16="http://schemas.microsoft.com/office/drawing/2014/main" id="{FA801202-B129-472E-B931-9440CA72E5FB}"/>
                </a:ext>
              </a:extLst>
            </p:cNvPr>
            <p:cNvSpPr>
              <a:spLocks/>
            </p:cNvSpPr>
            <p:nvPr/>
          </p:nvSpPr>
          <p:spPr bwMode="auto">
            <a:xfrm>
              <a:off x="2984501" y="3406775"/>
              <a:ext cx="163513" cy="44450"/>
            </a:xfrm>
            <a:custGeom>
              <a:avLst/>
              <a:gdLst>
                <a:gd name="T0" fmla="*/ 71 w 287"/>
                <a:gd name="T1" fmla="*/ 72 h 78"/>
                <a:gd name="T2" fmla="*/ 71 w 287"/>
                <a:gd name="T3" fmla="*/ 72 h 78"/>
                <a:gd name="T4" fmla="*/ 276 w 287"/>
                <a:gd name="T5" fmla="*/ 48 h 78"/>
                <a:gd name="T6" fmla="*/ 281 w 287"/>
                <a:gd name="T7" fmla="*/ 53 h 78"/>
                <a:gd name="T8" fmla="*/ 287 w 287"/>
                <a:gd name="T9" fmla="*/ 47 h 78"/>
                <a:gd name="T10" fmla="*/ 287 w 287"/>
                <a:gd name="T11" fmla="*/ 31 h 78"/>
                <a:gd name="T12" fmla="*/ 281 w 287"/>
                <a:gd name="T13" fmla="*/ 25 h 78"/>
                <a:gd name="T14" fmla="*/ 276 w 287"/>
                <a:gd name="T15" fmla="*/ 30 h 78"/>
                <a:gd name="T16" fmla="*/ 71 w 287"/>
                <a:gd name="T17" fmla="*/ 6 h 78"/>
                <a:gd name="T18" fmla="*/ 71 w 287"/>
                <a:gd name="T19" fmla="*/ 6 h 78"/>
                <a:gd name="T20" fmla="*/ 46 w 287"/>
                <a:gd name="T21" fmla="*/ 0 h 78"/>
                <a:gd name="T22" fmla="*/ 0 w 287"/>
                <a:gd name="T23" fmla="*/ 39 h 78"/>
                <a:gd name="T24" fmla="*/ 46 w 287"/>
                <a:gd name="T25" fmla="*/ 78 h 78"/>
                <a:gd name="T26" fmla="*/ 71 w 287"/>
                <a:gd name="T27" fmla="*/ 7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7" h="78">
                  <a:moveTo>
                    <a:pt x="71" y="72"/>
                  </a:moveTo>
                  <a:lnTo>
                    <a:pt x="71" y="72"/>
                  </a:lnTo>
                  <a:cubicBezTo>
                    <a:pt x="118" y="46"/>
                    <a:pt x="248" y="48"/>
                    <a:pt x="276" y="48"/>
                  </a:cubicBezTo>
                  <a:cubicBezTo>
                    <a:pt x="276" y="51"/>
                    <a:pt x="279" y="53"/>
                    <a:pt x="281" y="53"/>
                  </a:cubicBezTo>
                  <a:cubicBezTo>
                    <a:pt x="285" y="53"/>
                    <a:pt x="287" y="50"/>
                    <a:pt x="287" y="47"/>
                  </a:cubicBezTo>
                  <a:lnTo>
                    <a:pt x="287" y="31"/>
                  </a:lnTo>
                  <a:cubicBezTo>
                    <a:pt x="287" y="28"/>
                    <a:pt x="285" y="25"/>
                    <a:pt x="281" y="25"/>
                  </a:cubicBezTo>
                  <a:cubicBezTo>
                    <a:pt x="279" y="25"/>
                    <a:pt x="276" y="27"/>
                    <a:pt x="276" y="30"/>
                  </a:cubicBezTo>
                  <a:cubicBezTo>
                    <a:pt x="248" y="31"/>
                    <a:pt x="118" y="32"/>
                    <a:pt x="71" y="6"/>
                  </a:cubicBezTo>
                  <a:lnTo>
                    <a:pt x="71" y="6"/>
                  </a:lnTo>
                  <a:cubicBezTo>
                    <a:pt x="64" y="2"/>
                    <a:pt x="55" y="0"/>
                    <a:pt x="46" y="0"/>
                  </a:cubicBezTo>
                  <a:cubicBezTo>
                    <a:pt x="21" y="0"/>
                    <a:pt x="0" y="17"/>
                    <a:pt x="0" y="39"/>
                  </a:cubicBezTo>
                  <a:cubicBezTo>
                    <a:pt x="0" y="61"/>
                    <a:pt x="21" y="78"/>
                    <a:pt x="46" y="78"/>
                  </a:cubicBezTo>
                  <a:cubicBezTo>
                    <a:pt x="55" y="78"/>
                    <a:pt x="64" y="76"/>
                    <a:pt x="71" y="7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Freeform 667">
              <a:extLst>
                <a:ext uri="{FF2B5EF4-FFF2-40B4-BE49-F238E27FC236}">
                  <a16:creationId xmlns:a16="http://schemas.microsoft.com/office/drawing/2014/main" id="{34698EA0-3309-45BC-8193-8AEB06BECC9A}"/>
                </a:ext>
              </a:extLst>
            </p:cNvPr>
            <p:cNvSpPr>
              <a:spLocks/>
            </p:cNvSpPr>
            <p:nvPr/>
          </p:nvSpPr>
          <p:spPr bwMode="auto">
            <a:xfrm>
              <a:off x="3565526" y="3406775"/>
              <a:ext cx="163513" cy="44450"/>
            </a:xfrm>
            <a:custGeom>
              <a:avLst/>
              <a:gdLst>
                <a:gd name="T0" fmla="*/ 241 w 287"/>
                <a:gd name="T1" fmla="*/ 0 h 78"/>
                <a:gd name="T2" fmla="*/ 216 w 287"/>
                <a:gd name="T3" fmla="*/ 6 h 78"/>
                <a:gd name="T4" fmla="*/ 216 w 287"/>
                <a:gd name="T5" fmla="*/ 6 h 78"/>
                <a:gd name="T6" fmla="*/ 11 w 287"/>
                <a:gd name="T7" fmla="*/ 30 h 78"/>
                <a:gd name="T8" fmla="*/ 6 w 287"/>
                <a:gd name="T9" fmla="*/ 25 h 78"/>
                <a:gd name="T10" fmla="*/ 0 w 287"/>
                <a:gd name="T11" fmla="*/ 31 h 78"/>
                <a:gd name="T12" fmla="*/ 0 w 287"/>
                <a:gd name="T13" fmla="*/ 47 h 78"/>
                <a:gd name="T14" fmla="*/ 6 w 287"/>
                <a:gd name="T15" fmla="*/ 53 h 78"/>
                <a:gd name="T16" fmla="*/ 11 w 287"/>
                <a:gd name="T17" fmla="*/ 48 h 78"/>
                <a:gd name="T18" fmla="*/ 216 w 287"/>
                <a:gd name="T19" fmla="*/ 72 h 78"/>
                <a:gd name="T20" fmla="*/ 216 w 287"/>
                <a:gd name="T21" fmla="*/ 72 h 78"/>
                <a:gd name="T22" fmla="*/ 241 w 287"/>
                <a:gd name="T23" fmla="*/ 78 h 78"/>
                <a:gd name="T24" fmla="*/ 287 w 287"/>
                <a:gd name="T25" fmla="*/ 39 h 78"/>
                <a:gd name="T26" fmla="*/ 241 w 287"/>
                <a:gd name="T27"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7" h="78">
                  <a:moveTo>
                    <a:pt x="241" y="0"/>
                  </a:moveTo>
                  <a:cubicBezTo>
                    <a:pt x="232" y="0"/>
                    <a:pt x="223" y="2"/>
                    <a:pt x="216" y="6"/>
                  </a:cubicBezTo>
                  <a:lnTo>
                    <a:pt x="216" y="6"/>
                  </a:lnTo>
                  <a:cubicBezTo>
                    <a:pt x="169" y="32"/>
                    <a:pt x="39" y="31"/>
                    <a:pt x="11" y="30"/>
                  </a:cubicBezTo>
                  <a:cubicBezTo>
                    <a:pt x="11" y="27"/>
                    <a:pt x="8" y="25"/>
                    <a:pt x="6" y="25"/>
                  </a:cubicBezTo>
                  <a:cubicBezTo>
                    <a:pt x="2" y="25"/>
                    <a:pt x="0" y="28"/>
                    <a:pt x="0" y="31"/>
                  </a:cubicBezTo>
                  <a:lnTo>
                    <a:pt x="0" y="47"/>
                  </a:lnTo>
                  <a:cubicBezTo>
                    <a:pt x="0" y="50"/>
                    <a:pt x="2" y="53"/>
                    <a:pt x="6" y="53"/>
                  </a:cubicBezTo>
                  <a:cubicBezTo>
                    <a:pt x="8" y="53"/>
                    <a:pt x="11" y="51"/>
                    <a:pt x="11" y="48"/>
                  </a:cubicBezTo>
                  <a:cubicBezTo>
                    <a:pt x="39" y="48"/>
                    <a:pt x="169" y="46"/>
                    <a:pt x="216" y="72"/>
                  </a:cubicBezTo>
                  <a:lnTo>
                    <a:pt x="216" y="72"/>
                  </a:lnTo>
                  <a:cubicBezTo>
                    <a:pt x="223" y="76"/>
                    <a:pt x="232" y="78"/>
                    <a:pt x="241" y="78"/>
                  </a:cubicBezTo>
                  <a:cubicBezTo>
                    <a:pt x="266" y="78"/>
                    <a:pt x="287" y="61"/>
                    <a:pt x="287" y="39"/>
                  </a:cubicBezTo>
                  <a:cubicBezTo>
                    <a:pt x="287" y="17"/>
                    <a:pt x="266" y="0"/>
                    <a:pt x="241"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59" name="Ad_blocker" descr="{&quot;Key&quot;:&quot;POWER_USER_SHAPE_ICON&quot;,&quot;Value&quot;:&quot;POWER_USER_SHAPE_ICON_STYLE_1&quot;}">
            <a:extLst>
              <a:ext uri="{FF2B5EF4-FFF2-40B4-BE49-F238E27FC236}">
                <a16:creationId xmlns:a16="http://schemas.microsoft.com/office/drawing/2014/main" id="{3A123DCA-A1D2-4180-8730-E7C8B8D8E88B}"/>
              </a:ext>
            </a:extLst>
          </p:cNvPr>
          <p:cNvSpPr>
            <a:spLocks noChangeAspect="1" noEditPoints="1"/>
          </p:cNvSpPr>
          <p:nvPr>
            <p:custDataLst>
              <p:tags r:id="rId2"/>
            </p:custDataLst>
          </p:nvPr>
        </p:nvSpPr>
        <p:spPr bwMode="auto">
          <a:xfrm>
            <a:off x="1813793" y="362732"/>
            <a:ext cx="542925" cy="542925"/>
          </a:xfrm>
          <a:custGeom>
            <a:avLst/>
            <a:gdLst>
              <a:gd name="T0" fmla="*/ 358 w 514"/>
              <a:gd name="T1" fmla="*/ 332 h 514"/>
              <a:gd name="T2" fmla="*/ 358 w 514"/>
              <a:gd name="T3" fmla="*/ 334 h 514"/>
              <a:gd name="T4" fmla="*/ 258 w 514"/>
              <a:gd name="T5" fmla="*/ 417 h 514"/>
              <a:gd name="T6" fmla="*/ 190 w 514"/>
              <a:gd name="T7" fmla="*/ 378 h 514"/>
              <a:gd name="T8" fmla="*/ 115 w 514"/>
              <a:gd name="T9" fmla="*/ 257 h 514"/>
              <a:gd name="T10" fmla="*/ 117 w 514"/>
              <a:gd name="T11" fmla="*/ 240 h 514"/>
              <a:gd name="T12" fmla="*/ 125 w 514"/>
              <a:gd name="T13" fmla="*/ 236 h 514"/>
              <a:gd name="T14" fmla="*/ 136 w 514"/>
              <a:gd name="T15" fmla="*/ 241 h 514"/>
              <a:gd name="T16" fmla="*/ 184 w 514"/>
              <a:gd name="T17" fmla="*/ 274 h 514"/>
              <a:gd name="T18" fmla="*/ 191 w 514"/>
              <a:gd name="T19" fmla="*/ 275 h 514"/>
              <a:gd name="T20" fmla="*/ 194 w 514"/>
              <a:gd name="T21" fmla="*/ 269 h 514"/>
              <a:gd name="T22" fmla="*/ 194 w 514"/>
              <a:gd name="T23" fmla="*/ 140 h 514"/>
              <a:gd name="T24" fmla="*/ 210 w 514"/>
              <a:gd name="T25" fmla="*/ 125 h 514"/>
              <a:gd name="T26" fmla="*/ 225 w 514"/>
              <a:gd name="T27" fmla="*/ 140 h 514"/>
              <a:gd name="T28" fmla="*/ 225 w 514"/>
              <a:gd name="T29" fmla="*/ 238 h 514"/>
              <a:gd name="T30" fmla="*/ 231 w 514"/>
              <a:gd name="T31" fmla="*/ 245 h 514"/>
              <a:gd name="T32" fmla="*/ 238 w 514"/>
              <a:gd name="T33" fmla="*/ 238 h 514"/>
              <a:gd name="T34" fmla="*/ 238 w 514"/>
              <a:gd name="T35" fmla="*/ 140 h 514"/>
              <a:gd name="T36" fmla="*/ 238 w 514"/>
              <a:gd name="T37" fmla="*/ 112 h 514"/>
              <a:gd name="T38" fmla="*/ 253 w 514"/>
              <a:gd name="T39" fmla="*/ 97 h 514"/>
              <a:gd name="T40" fmla="*/ 269 w 514"/>
              <a:gd name="T41" fmla="*/ 112 h 514"/>
              <a:gd name="T42" fmla="*/ 269 w 514"/>
              <a:gd name="T43" fmla="*/ 128 h 514"/>
              <a:gd name="T44" fmla="*/ 269 w 514"/>
              <a:gd name="T45" fmla="*/ 231 h 514"/>
              <a:gd name="T46" fmla="*/ 275 w 514"/>
              <a:gd name="T47" fmla="*/ 238 h 514"/>
              <a:gd name="T48" fmla="*/ 282 w 514"/>
              <a:gd name="T49" fmla="*/ 231 h 514"/>
              <a:gd name="T50" fmla="*/ 282 w 514"/>
              <a:gd name="T51" fmla="*/ 128 h 514"/>
              <a:gd name="T52" fmla="*/ 297 w 514"/>
              <a:gd name="T53" fmla="*/ 113 h 514"/>
              <a:gd name="T54" fmla="*/ 313 w 514"/>
              <a:gd name="T55" fmla="*/ 128 h 514"/>
              <a:gd name="T56" fmla="*/ 313 w 514"/>
              <a:gd name="T57" fmla="*/ 160 h 514"/>
              <a:gd name="T58" fmla="*/ 313 w 514"/>
              <a:gd name="T59" fmla="*/ 246 h 514"/>
              <a:gd name="T60" fmla="*/ 319 w 514"/>
              <a:gd name="T61" fmla="*/ 252 h 514"/>
              <a:gd name="T62" fmla="*/ 326 w 514"/>
              <a:gd name="T63" fmla="*/ 246 h 514"/>
              <a:gd name="T64" fmla="*/ 326 w 514"/>
              <a:gd name="T65" fmla="*/ 160 h 514"/>
              <a:gd name="T66" fmla="*/ 341 w 514"/>
              <a:gd name="T67" fmla="*/ 145 h 514"/>
              <a:gd name="T68" fmla="*/ 357 w 514"/>
              <a:gd name="T69" fmla="*/ 160 h 514"/>
              <a:gd name="T70" fmla="*/ 357 w 514"/>
              <a:gd name="T71" fmla="*/ 229 h 514"/>
              <a:gd name="T72" fmla="*/ 357 w 514"/>
              <a:gd name="T73" fmla="*/ 229 h 514"/>
              <a:gd name="T74" fmla="*/ 359 w 514"/>
              <a:gd name="T75" fmla="*/ 331 h 514"/>
              <a:gd name="T76" fmla="*/ 358 w 514"/>
              <a:gd name="T77" fmla="*/ 332 h 514"/>
              <a:gd name="T78" fmla="*/ 257 w 514"/>
              <a:gd name="T79" fmla="*/ 0 h 514"/>
              <a:gd name="T80" fmla="*/ 0 w 514"/>
              <a:gd name="T81" fmla="*/ 257 h 514"/>
              <a:gd name="T82" fmla="*/ 257 w 514"/>
              <a:gd name="T83" fmla="*/ 514 h 514"/>
              <a:gd name="T84" fmla="*/ 514 w 514"/>
              <a:gd name="T85" fmla="*/ 257 h 514"/>
              <a:gd name="T86" fmla="*/ 257 w 514"/>
              <a:gd name="T87" fmla="*/ 0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4" h="514">
                <a:moveTo>
                  <a:pt x="358" y="332"/>
                </a:moveTo>
                <a:cubicBezTo>
                  <a:pt x="358" y="333"/>
                  <a:pt x="358" y="333"/>
                  <a:pt x="358" y="334"/>
                </a:cubicBezTo>
                <a:cubicBezTo>
                  <a:pt x="353" y="384"/>
                  <a:pt x="309" y="421"/>
                  <a:pt x="258" y="417"/>
                </a:cubicBezTo>
                <a:cubicBezTo>
                  <a:pt x="231" y="414"/>
                  <a:pt x="207" y="400"/>
                  <a:pt x="190" y="378"/>
                </a:cubicBezTo>
                <a:cubicBezTo>
                  <a:pt x="188" y="375"/>
                  <a:pt x="144" y="300"/>
                  <a:pt x="115" y="257"/>
                </a:cubicBezTo>
                <a:cubicBezTo>
                  <a:pt x="112" y="252"/>
                  <a:pt x="112" y="244"/>
                  <a:pt x="117" y="240"/>
                </a:cubicBezTo>
                <a:cubicBezTo>
                  <a:pt x="119" y="237"/>
                  <a:pt x="122" y="236"/>
                  <a:pt x="125" y="236"/>
                </a:cubicBezTo>
                <a:cubicBezTo>
                  <a:pt x="129" y="236"/>
                  <a:pt x="133" y="238"/>
                  <a:pt x="136" y="241"/>
                </a:cubicBezTo>
                <a:lnTo>
                  <a:pt x="184" y="274"/>
                </a:lnTo>
                <a:cubicBezTo>
                  <a:pt x="186" y="275"/>
                  <a:pt x="188" y="276"/>
                  <a:pt x="191" y="275"/>
                </a:cubicBezTo>
                <a:cubicBezTo>
                  <a:pt x="193" y="273"/>
                  <a:pt x="194" y="271"/>
                  <a:pt x="194" y="269"/>
                </a:cubicBezTo>
                <a:lnTo>
                  <a:pt x="194" y="140"/>
                </a:lnTo>
                <a:cubicBezTo>
                  <a:pt x="194" y="132"/>
                  <a:pt x="201" y="125"/>
                  <a:pt x="210" y="125"/>
                </a:cubicBezTo>
                <a:cubicBezTo>
                  <a:pt x="218" y="125"/>
                  <a:pt x="225" y="132"/>
                  <a:pt x="225" y="140"/>
                </a:cubicBezTo>
                <a:lnTo>
                  <a:pt x="225" y="238"/>
                </a:lnTo>
                <a:cubicBezTo>
                  <a:pt x="225" y="242"/>
                  <a:pt x="228" y="245"/>
                  <a:pt x="231" y="245"/>
                </a:cubicBezTo>
                <a:cubicBezTo>
                  <a:pt x="235" y="245"/>
                  <a:pt x="238" y="242"/>
                  <a:pt x="238" y="238"/>
                </a:cubicBezTo>
                <a:lnTo>
                  <a:pt x="238" y="140"/>
                </a:lnTo>
                <a:lnTo>
                  <a:pt x="238" y="112"/>
                </a:lnTo>
                <a:cubicBezTo>
                  <a:pt x="238" y="104"/>
                  <a:pt x="245" y="97"/>
                  <a:pt x="253" y="97"/>
                </a:cubicBezTo>
                <a:cubicBezTo>
                  <a:pt x="262" y="97"/>
                  <a:pt x="269" y="104"/>
                  <a:pt x="269" y="112"/>
                </a:cubicBezTo>
                <a:lnTo>
                  <a:pt x="269" y="128"/>
                </a:lnTo>
                <a:lnTo>
                  <a:pt x="269" y="231"/>
                </a:lnTo>
                <a:cubicBezTo>
                  <a:pt x="269" y="235"/>
                  <a:pt x="272" y="238"/>
                  <a:pt x="275" y="238"/>
                </a:cubicBezTo>
                <a:cubicBezTo>
                  <a:pt x="279" y="238"/>
                  <a:pt x="282" y="235"/>
                  <a:pt x="282" y="231"/>
                </a:cubicBezTo>
                <a:lnTo>
                  <a:pt x="282" y="128"/>
                </a:lnTo>
                <a:cubicBezTo>
                  <a:pt x="282" y="120"/>
                  <a:pt x="289" y="113"/>
                  <a:pt x="297" y="113"/>
                </a:cubicBezTo>
                <a:cubicBezTo>
                  <a:pt x="306" y="113"/>
                  <a:pt x="313" y="120"/>
                  <a:pt x="313" y="128"/>
                </a:cubicBezTo>
                <a:lnTo>
                  <a:pt x="313" y="160"/>
                </a:lnTo>
                <a:lnTo>
                  <a:pt x="313" y="246"/>
                </a:lnTo>
                <a:cubicBezTo>
                  <a:pt x="313" y="249"/>
                  <a:pt x="316" y="252"/>
                  <a:pt x="319" y="252"/>
                </a:cubicBezTo>
                <a:cubicBezTo>
                  <a:pt x="323" y="252"/>
                  <a:pt x="326" y="249"/>
                  <a:pt x="326" y="246"/>
                </a:cubicBezTo>
                <a:lnTo>
                  <a:pt x="326" y="160"/>
                </a:lnTo>
                <a:cubicBezTo>
                  <a:pt x="326" y="152"/>
                  <a:pt x="333" y="145"/>
                  <a:pt x="341" y="145"/>
                </a:cubicBezTo>
                <a:cubicBezTo>
                  <a:pt x="350" y="145"/>
                  <a:pt x="357" y="152"/>
                  <a:pt x="357" y="160"/>
                </a:cubicBezTo>
                <a:lnTo>
                  <a:pt x="357" y="229"/>
                </a:lnTo>
                <a:lnTo>
                  <a:pt x="357" y="229"/>
                </a:lnTo>
                <a:lnTo>
                  <a:pt x="359" y="331"/>
                </a:lnTo>
                <a:cubicBezTo>
                  <a:pt x="359" y="331"/>
                  <a:pt x="358" y="332"/>
                  <a:pt x="358" y="332"/>
                </a:cubicBezTo>
                <a:close/>
                <a:moveTo>
                  <a:pt x="257" y="0"/>
                </a:moveTo>
                <a:cubicBezTo>
                  <a:pt x="115" y="0"/>
                  <a:pt x="0" y="115"/>
                  <a:pt x="0" y="257"/>
                </a:cubicBezTo>
                <a:cubicBezTo>
                  <a:pt x="0" y="399"/>
                  <a:pt x="115" y="514"/>
                  <a:pt x="257" y="514"/>
                </a:cubicBezTo>
                <a:cubicBezTo>
                  <a:pt x="399" y="514"/>
                  <a:pt x="514" y="399"/>
                  <a:pt x="514" y="257"/>
                </a:cubicBezTo>
                <a:cubicBezTo>
                  <a:pt x="514" y="115"/>
                  <a:pt x="399" y="0"/>
                  <a:pt x="257"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0" name="Browser3" descr="{&quot;Key&quot;:&quot;POWER_USER_SHAPE_ICON&quot;,&quot;Value&quot;:&quot;POWER_USER_SHAPE_ICON_STYLE_1&quot;}">
            <a:extLst>
              <a:ext uri="{FF2B5EF4-FFF2-40B4-BE49-F238E27FC236}">
                <a16:creationId xmlns:a16="http://schemas.microsoft.com/office/drawing/2014/main" id="{02A499AD-EB34-4D5A-9028-F2647ABCAE25}"/>
              </a:ext>
            </a:extLst>
          </p:cNvPr>
          <p:cNvGrpSpPr>
            <a:grpSpLocks noChangeAspect="1"/>
          </p:cNvGrpSpPr>
          <p:nvPr>
            <p:custDataLst>
              <p:tags r:id="rId3"/>
            </p:custDataLst>
          </p:nvPr>
        </p:nvGrpSpPr>
        <p:grpSpPr>
          <a:xfrm>
            <a:off x="2490705" y="337384"/>
            <a:ext cx="575678" cy="542925"/>
            <a:chOff x="7099300" y="4503738"/>
            <a:chExt cx="725488" cy="684212"/>
          </a:xfrm>
          <a:solidFill>
            <a:schemeClr val="accent1"/>
          </a:solidFill>
        </p:grpSpPr>
        <p:sp>
          <p:nvSpPr>
            <p:cNvPr id="61" name="Freeform 167">
              <a:extLst>
                <a:ext uri="{FF2B5EF4-FFF2-40B4-BE49-F238E27FC236}">
                  <a16:creationId xmlns:a16="http://schemas.microsoft.com/office/drawing/2014/main" id="{A7F0191A-67F1-4C17-AA3E-612057C76906}"/>
                </a:ext>
              </a:extLst>
            </p:cNvPr>
            <p:cNvSpPr>
              <a:spLocks noEditPoints="1"/>
            </p:cNvSpPr>
            <p:nvPr/>
          </p:nvSpPr>
          <p:spPr bwMode="auto">
            <a:xfrm>
              <a:off x="7099300" y="4503738"/>
              <a:ext cx="666750" cy="568325"/>
            </a:xfrm>
            <a:custGeom>
              <a:avLst/>
              <a:gdLst>
                <a:gd name="T0" fmla="*/ 69 w 936"/>
                <a:gd name="T1" fmla="*/ 99 h 799"/>
                <a:gd name="T2" fmla="*/ 131 w 936"/>
                <a:gd name="T3" fmla="*/ 52 h 799"/>
                <a:gd name="T4" fmla="*/ 138 w 936"/>
                <a:gd name="T5" fmla="*/ 51 h 799"/>
                <a:gd name="T6" fmla="*/ 142 w 936"/>
                <a:gd name="T7" fmla="*/ 57 h 799"/>
                <a:gd name="T8" fmla="*/ 142 w 936"/>
                <a:gd name="T9" fmla="*/ 152 h 799"/>
                <a:gd name="T10" fmla="*/ 138 w 936"/>
                <a:gd name="T11" fmla="*/ 158 h 799"/>
                <a:gd name="T12" fmla="*/ 131 w 936"/>
                <a:gd name="T13" fmla="*/ 157 h 799"/>
                <a:gd name="T14" fmla="*/ 69 w 936"/>
                <a:gd name="T15" fmla="*/ 110 h 799"/>
                <a:gd name="T16" fmla="*/ 66 w 936"/>
                <a:gd name="T17" fmla="*/ 105 h 799"/>
                <a:gd name="T18" fmla="*/ 69 w 936"/>
                <a:gd name="T19" fmla="*/ 99 h 799"/>
                <a:gd name="T20" fmla="*/ 197 w 936"/>
                <a:gd name="T21" fmla="*/ 57 h 799"/>
                <a:gd name="T22" fmla="*/ 201 w 936"/>
                <a:gd name="T23" fmla="*/ 51 h 799"/>
                <a:gd name="T24" fmla="*/ 207 w 936"/>
                <a:gd name="T25" fmla="*/ 52 h 799"/>
                <a:gd name="T26" fmla="*/ 270 w 936"/>
                <a:gd name="T27" fmla="*/ 99 h 799"/>
                <a:gd name="T28" fmla="*/ 272 w 936"/>
                <a:gd name="T29" fmla="*/ 105 h 799"/>
                <a:gd name="T30" fmla="*/ 270 w 936"/>
                <a:gd name="T31" fmla="*/ 110 h 799"/>
                <a:gd name="T32" fmla="*/ 207 w 936"/>
                <a:gd name="T33" fmla="*/ 157 h 799"/>
                <a:gd name="T34" fmla="*/ 201 w 936"/>
                <a:gd name="T35" fmla="*/ 158 h 799"/>
                <a:gd name="T36" fmla="*/ 197 w 936"/>
                <a:gd name="T37" fmla="*/ 152 h 799"/>
                <a:gd name="T38" fmla="*/ 197 w 936"/>
                <a:gd name="T39" fmla="*/ 57 h 799"/>
                <a:gd name="T40" fmla="*/ 46 w 936"/>
                <a:gd name="T41" fmla="*/ 753 h 799"/>
                <a:gd name="T42" fmla="*/ 46 w 936"/>
                <a:gd name="T43" fmla="*/ 209 h 799"/>
                <a:gd name="T44" fmla="*/ 890 w 936"/>
                <a:gd name="T45" fmla="*/ 209 h 799"/>
                <a:gd name="T46" fmla="*/ 890 w 936"/>
                <a:gd name="T47" fmla="*/ 608 h 799"/>
                <a:gd name="T48" fmla="*/ 936 w 936"/>
                <a:gd name="T49" fmla="*/ 653 h 799"/>
                <a:gd name="T50" fmla="*/ 936 w 936"/>
                <a:gd name="T51" fmla="*/ 26 h 799"/>
                <a:gd name="T52" fmla="*/ 910 w 936"/>
                <a:gd name="T53" fmla="*/ 0 h 799"/>
                <a:gd name="T54" fmla="*/ 25 w 936"/>
                <a:gd name="T55" fmla="*/ 0 h 799"/>
                <a:gd name="T56" fmla="*/ 0 w 936"/>
                <a:gd name="T57" fmla="*/ 26 h 799"/>
                <a:gd name="T58" fmla="*/ 0 w 936"/>
                <a:gd name="T59" fmla="*/ 773 h 799"/>
                <a:gd name="T60" fmla="*/ 25 w 936"/>
                <a:gd name="T61" fmla="*/ 799 h 799"/>
                <a:gd name="T62" fmla="*/ 746 w 936"/>
                <a:gd name="T63" fmla="*/ 799 h 799"/>
                <a:gd name="T64" fmla="*/ 754 w 936"/>
                <a:gd name="T65" fmla="*/ 753 h 799"/>
                <a:gd name="T66" fmla="*/ 46 w 936"/>
                <a:gd name="T67" fmla="*/ 753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36" h="799">
                  <a:moveTo>
                    <a:pt x="69" y="99"/>
                  </a:moveTo>
                  <a:lnTo>
                    <a:pt x="131" y="52"/>
                  </a:lnTo>
                  <a:cubicBezTo>
                    <a:pt x="133" y="50"/>
                    <a:pt x="136" y="50"/>
                    <a:pt x="138" y="51"/>
                  </a:cubicBezTo>
                  <a:cubicBezTo>
                    <a:pt x="140" y="52"/>
                    <a:pt x="142" y="55"/>
                    <a:pt x="142" y="57"/>
                  </a:cubicBezTo>
                  <a:lnTo>
                    <a:pt x="142" y="152"/>
                  </a:lnTo>
                  <a:cubicBezTo>
                    <a:pt x="142" y="155"/>
                    <a:pt x="140" y="157"/>
                    <a:pt x="138" y="158"/>
                  </a:cubicBezTo>
                  <a:cubicBezTo>
                    <a:pt x="136" y="159"/>
                    <a:pt x="133" y="159"/>
                    <a:pt x="131" y="157"/>
                  </a:cubicBezTo>
                  <a:lnTo>
                    <a:pt x="69" y="110"/>
                  </a:lnTo>
                  <a:cubicBezTo>
                    <a:pt x="67" y="109"/>
                    <a:pt x="66" y="107"/>
                    <a:pt x="66" y="105"/>
                  </a:cubicBezTo>
                  <a:cubicBezTo>
                    <a:pt x="66" y="103"/>
                    <a:pt x="67" y="101"/>
                    <a:pt x="69" y="99"/>
                  </a:cubicBezTo>
                  <a:close/>
                  <a:moveTo>
                    <a:pt x="197" y="57"/>
                  </a:moveTo>
                  <a:cubicBezTo>
                    <a:pt x="197" y="55"/>
                    <a:pt x="198" y="52"/>
                    <a:pt x="201" y="51"/>
                  </a:cubicBezTo>
                  <a:cubicBezTo>
                    <a:pt x="203" y="50"/>
                    <a:pt x="206" y="50"/>
                    <a:pt x="207" y="52"/>
                  </a:cubicBezTo>
                  <a:lnTo>
                    <a:pt x="270" y="99"/>
                  </a:lnTo>
                  <a:cubicBezTo>
                    <a:pt x="271" y="101"/>
                    <a:pt x="272" y="103"/>
                    <a:pt x="272" y="105"/>
                  </a:cubicBezTo>
                  <a:cubicBezTo>
                    <a:pt x="272" y="107"/>
                    <a:pt x="271" y="109"/>
                    <a:pt x="270" y="110"/>
                  </a:cubicBezTo>
                  <a:lnTo>
                    <a:pt x="207" y="157"/>
                  </a:lnTo>
                  <a:cubicBezTo>
                    <a:pt x="206" y="159"/>
                    <a:pt x="203" y="159"/>
                    <a:pt x="201" y="158"/>
                  </a:cubicBezTo>
                  <a:cubicBezTo>
                    <a:pt x="198" y="157"/>
                    <a:pt x="197" y="155"/>
                    <a:pt x="197" y="152"/>
                  </a:cubicBezTo>
                  <a:lnTo>
                    <a:pt x="197" y="57"/>
                  </a:lnTo>
                  <a:close/>
                  <a:moveTo>
                    <a:pt x="46" y="753"/>
                  </a:moveTo>
                  <a:lnTo>
                    <a:pt x="46" y="209"/>
                  </a:lnTo>
                  <a:lnTo>
                    <a:pt x="890" y="209"/>
                  </a:lnTo>
                  <a:lnTo>
                    <a:pt x="890" y="608"/>
                  </a:lnTo>
                  <a:lnTo>
                    <a:pt x="936" y="653"/>
                  </a:lnTo>
                  <a:lnTo>
                    <a:pt x="936" y="26"/>
                  </a:lnTo>
                  <a:cubicBezTo>
                    <a:pt x="936" y="12"/>
                    <a:pt x="924" y="0"/>
                    <a:pt x="910" y="0"/>
                  </a:cubicBezTo>
                  <a:lnTo>
                    <a:pt x="25" y="0"/>
                  </a:lnTo>
                  <a:cubicBezTo>
                    <a:pt x="11" y="0"/>
                    <a:pt x="0" y="12"/>
                    <a:pt x="0" y="26"/>
                  </a:cubicBezTo>
                  <a:lnTo>
                    <a:pt x="0" y="773"/>
                  </a:lnTo>
                  <a:cubicBezTo>
                    <a:pt x="0" y="787"/>
                    <a:pt x="11" y="799"/>
                    <a:pt x="25" y="799"/>
                  </a:cubicBezTo>
                  <a:lnTo>
                    <a:pt x="746" y="799"/>
                  </a:lnTo>
                  <a:lnTo>
                    <a:pt x="754" y="753"/>
                  </a:lnTo>
                  <a:lnTo>
                    <a:pt x="46" y="753"/>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Rectangle 168">
              <a:extLst>
                <a:ext uri="{FF2B5EF4-FFF2-40B4-BE49-F238E27FC236}">
                  <a16:creationId xmlns:a16="http://schemas.microsoft.com/office/drawing/2014/main" id="{E37EA7A3-0502-4F34-8DD8-FD82A5B091DB}"/>
                </a:ext>
              </a:extLst>
            </p:cNvPr>
            <p:cNvSpPr>
              <a:spLocks noChangeArrowheads="1"/>
            </p:cNvSpPr>
            <p:nvPr/>
          </p:nvSpPr>
          <p:spPr bwMode="auto">
            <a:xfrm>
              <a:off x="7202488" y="4711700"/>
              <a:ext cx="244475" cy="2698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Rectangle 169">
              <a:extLst>
                <a:ext uri="{FF2B5EF4-FFF2-40B4-BE49-F238E27FC236}">
                  <a16:creationId xmlns:a16="http://schemas.microsoft.com/office/drawing/2014/main" id="{7D21D8D3-1EA2-4075-954B-3FC9275CEFCC}"/>
                </a:ext>
              </a:extLst>
            </p:cNvPr>
            <p:cNvSpPr>
              <a:spLocks noChangeArrowheads="1"/>
            </p:cNvSpPr>
            <p:nvPr/>
          </p:nvSpPr>
          <p:spPr bwMode="auto">
            <a:xfrm>
              <a:off x="7202488" y="4792663"/>
              <a:ext cx="244475" cy="2698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Rectangle 170">
              <a:extLst>
                <a:ext uri="{FF2B5EF4-FFF2-40B4-BE49-F238E27FC236}">
                  <a16:creationId xmlns:a16="http://schemas.microsoft.com/office/drawing/2014/main" id="{19A4725C-91AD-43E6-A509-050BC477E61A}"/>
                </a:ext>
              </a:extLst>
            </p:cNvPr>
            <p:cNvSpPr>
              <a:spLocks noChangeArrowheads="1"/>
            </p:cNvSpPr>
            <p:nvPr/>
          </p:nvSpPr>
          <p:spPr bwMode="auto">
            <a:xfrm>
              <a:off x="7202488" y="4875213"/>
              <a:ext cx="244475" cy="2540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Freeform 171">
              <a:extLst>
                <a:ext uri="{FF2B5EF4-FFF2-40B4-BE49-F238E27FC236}">
                  <a16:creationId xmlns:a16="http://schemas.microsoft.com/office/drawing/2014/main" id="{061B1D8F-1BC9-4150-B8E5-794F7E0828D1}"/>
                </a:ext>
              </a:extLst>
            </p:cNvPr>
            <p:cNvSpPr>
              <a:spLocks/>
            </p:cNvSpPr>
            <p:nvPr/>
          </p:nvSpPr>
          <p:spPr bwMode="auto">
            <a:xfrm>
              <a:off x="7202488" y="4956175"/>
              <a:ext cx="449263" cy="25400"/>
            </a:xfrm>
            <a:custGeom>
              <a:avLst/>
              <a:gdLst>
                <a:gd name="T0" fmla="*/ 0 w 283"/>
                <a:gd name="T1" fmla="*/ 16 h 16"/>
                <a:gd name="T2" fmla="*/ 280 w 283"/>
                <a:gd name="T3" fmla="*/ 16 h 16"/>
                <a:gd name="T4" fmla="*/ 283 w 283"/>
                <a:gd name="T5" fmla="*/ 0 h 16"/>
                <a:gd name="T6" fmla="*/ 0 w 283"/>
                <a:gd name="T7" fmla="*/ 0 h 16"/>
                <a:gd name="T8" fmla="*/ 0 w 283"/>
                <a:gd name="T9" fmla="*/ 16 h 16"/>
              </a:gdLst>
              <a:ahLst/>
              <a:cxnLst>
                <a:cxn ang="0">
                  <a:pos x="T0" y="T1"/>
                </a:cxn>
                <a:cxn ang="0">
                  <a:pos x="T2" y="T3"/>
                </a:cxn>
                <a:cxn ang="0">
                  <a:pos x="T4" y="T5"/>
                </a:cxn>
                <a:cxn ang="0">
                  <a:pos x="T6" y="T7"/>
                </a:cxn>
                <a:cxn ang="0">
                  <a:pos x="T8" y="T9"/>
                </a:cxn>
              </a:cxnLst>
              <a:rect l="0" t="0" r="r" b="b"/>
              <a:pathLst>
                <a:path w="283" h="16">
                  <a:moveTo>
                    <a:pt x="0" y="16"/>
                  </a:moveTo>
                  <a:lnTo>
                    <a:pt x="280" y="16"/>
                  </a:lnTo>
                  <a:lnTo>
                    <a:pt x="283" y="0"/>
                  </a:lnTo>
                  <a:lnTo>
                    <a:pt x="0" y="0"/>
                  </a:lnTo>
                  <a:lnTo>
                    <a:pt x="0" y="1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Freeform 172">
              <a:extLst>
                <a:ext uri="{FF2B5EF4-FFF2-40B4-BE49-F238E27FC236}">
                  <a16:creationId xmlns:a16="http://schemas.microsoft.com/office/drawing/2014/main" id="{3C978869-BB24-4071-B15C-EF2B5994B7D6}"/>
                </a:ext>
              </a:extLst>
            </p:cNvPr>
            <p:cNvSpPr>
              <a:spLocks/>
            </p:cNvSpPr>
            <p:nvPr/>
          </p:nvSpPr>
          <p:spPr bwMode="auto">
            <a:xfrm>
              <a:off x="7651750" y="4930775"/>
              <a:ext cx="173038" cy="257175"/>
            </a:xfrm>
            <a:custGeom>
              <a:avLst/>
              <a:gdLst>
                <a:gd name="T0" fmla="*/ 0 w 109"/>
                <a:gd name="T1" fmla="*/ 122 h 162"/>
                <a:gd name="T2" fmla="*/ 37 w 109"/>
                <a:gd name="T3" fmla="*/ 100 h 162"/>
                <a:gd name="T4" fmla="*/ 56 w 109"/>
                <a:gd name="T5" fmla="*/ 162 h 162"/>
                <a:gd name="T6" fmla="*/ 84 w 109"/>
                <a:gd name="T7" fmla="*/ 153 h 162"/>
                <a:gd name="T8" fmla="*/ 65 w 109"/>
                <a:gd name="T9" fmla="*/ 91 h 162"/>
                <a:gd name="T10" fmla="*/ 109 w 109"/>
                <a:gd name="T11" fmla="*/ 87 h 162"/>
                <a:gd name="T12" fmla="*/ 21 w 109"/>
                <a:gd name="T13" fmla="*/ 0 h 162"/>
                <a:gd name="T14" fmla="*/ 0 w 109"/>
                <a:gd name="T15" fmla="*/ 122 h 1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9" h="162">
                  <a:moveTo>
                    <a:pt x="0" y="122"/>
                  </a:moveTo>
                  <a:lnTo>
                    <a:pt x="37" y="100"/>
                  </a:lnTo>
                  <a:lnTo>
                    <a:pt x="56" y="162"/>
                  </a:lnTo>
                  <a:lnTo>
                    <a:pt x="84" y="153"/>
                  </a:lnTo>
                  <a:lnTo>
                    <a:pt x="65" y="91"/>
                  </a:lnTo>
                  <a:lnTo>
                    <a:pt x="109" y="87"/>
                  </a:lnTo>
                  <a:lnTo>
                    <a:pt x="21" y="0"/>
                  </a:lnTo>
                  <a:lnTo>
                    <a:pt x="0" y="12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Rectangle 173">
              <a:extLst>
                <a:ext uri="{FF2B5EF4-FFF2-40B4-BE49-F238E27FC236}">
                  <a16:creationId xmlns:a16="http://schemas.microsoft.com/office/drawing/2014/main" id="{DCCFEEB0-D685-496B-9BC9-18CBA04E02F2}"/>
                </a:ext>
              </a:extLst>
            </p:cNvPr>
            <p:cNvSpPr>
              <a:spLocks noChangeArrowheads="1"/>
            </p:cNvSpPr>
            <p:nvPr/>
          </p:nvSpPr>
          <p:spPr bwMode="auto">
            <a:xfrm>
              <a:off x="7493000" y="4711700"/>
              <a:ext cx="168275" cy="188913"/>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8" name="Computer" descr="{&quot;Key&quot;:&quot;POWER_USER_SHAPE_ICON&quot;,&quot;Value&quot;:&quot;POWER_USER_SHAPE_ICON_STYLE_1&quot;}">
            <a:extLst>
              <a:ext uri="{FF2B5EF4-FFF2-40B4-BE49-F238E27FC236}">
                <a16:creationId xmlns:a16="http://schemas.microsoft.com/office/drawing/2014/main" id="{1F3FA36F-A763-4D2E-82B4-033E50550054}"/>
              </a:ext>
            </a:extLst>
          </p:cNvPr>
          <p:cNvSpPr>
            <a:spLocks noChangeAspect="1" noEditPoints="1"/>
          </p:cNvSpPr>
          <p:nvPr>
            <p:custDataLst>
              <p:tags r:id="rId4"/>
            </p:custDataLst>
          </p:nvPr>
        </p:nvSpPr>
        <p:spPr bwMode="auto">
          <a:xfrm>
            <a:off x="3445954" y="305891"/>
            <a:ext cx="488747" cy="542925"/>
          </a:xfrm>
          <a:custGeom>
            <a:avLst/>
            <a:gdLst>
              <a:gd name="T0" fmla="*/ 970 w 1129"/>
              <a:gd name="T1" fmla="*/ 1043 h 1250"/>
              <a:gd name="T2" fmla="*/ 970 w 1129"/>
              <a:gd name="T3" fmla="*/ 959 h 1250"/>
              <a:gd name="T4" fmla="*/ 783 w 1129"/>
              <a:gd name="T5" fmla="*/ 959 h 1250"/>
              <a:gd name="T6" fmla="*/ 783 w 1129"/>
              <a:gd name="T7" fmla="*/ 910 h 1250"/>
              <a:gd name="T8" fmla="*/ 1100 w 1129"/>
              <a:gd name="T9" fmla="*/ 910 h 1250"/>
              <a:gd name="T10" fmla="*/ 1121 w 1129"/>
              <a:gd name="T11" fmla="*/ 889 h 1250"/>
              <a:gd name="T12" fmla="*/ 1121 w 1129"/>
              <a:gd name="T13" fmla="*/ 21 h 1250"/>
              <a:gd name="T14" fmla="*/ 1100 w 1129"/>
              <a:gd name="T15" fmla="*/ 0 h 1250"/>
              <a:gd name="T16" fmla="*/ 25 w 1129"/>
              <a:gd name="T17" fmla="*/ 0 h 1250"/>
              <a:gd name="T18" fmla="*/ 4 w 1129"/>
              <a:gd name="T19" fmla="*/ 21 h 1250"/>
              <a:gd name="T20" fmla="*/ 4 w 1129"/>
              <a:gd name="T21" fmla="*/ 889 h 1250"/>
              <a:gd name="T22" fmla="*/ 25 w 1129"/>
              <a:gd name="T23" fmla="*/ 910 h 1250"/>
              <a:gd name="T24" fmla="*/ 346 w 1129"/>
              <a:gd name="T25" fmla="*/ 910 h 1250"/>
              <a:gd name="T26" fmla="*/ 346 w 1129"/>
              <a:gd name="T27" fmla="*/ 959 h 1250"/>
              <a:gd name="T28" fmla="*/ 159 w 1129"/>
              <a:gd name="T29" fmla="*/ 959 h 1250"/>
              <a:gd name="T30" fmla="*/ 159 w 1129"/>
              <a:gd name="T31" fmla="*/ 1043 h 1250"/>
              <a:gd name="T32" fmla="*/ 0 w 1129"/>
              <a:gd name="T33" fmla="*/ 1158 h 1250"/>
              <a:gd name="T34" fmla="*/ 0 w 1129"/>
              <a:gd name="T35" fmla="*/ 1250 h 1250"/>
              <a:gd name="T36" fmla="*/ 1129 w 1129"/>
              <a:gd name="T37" fmla="*/ 1250 h 1250"/>
              <a:gd name="T38" fmla="*/ 1129 w 1129"/>
              <a:gd name="T39" fmla="*/ 1158 h 1250"/>
              <a:gd name="T40" fmla="*/ 970 w 1129"/>
              <a:gd name="T41" fmla="*/ 1043 h 1250"/>
              <a:gd name="T42" fmla="*/ 80 w 1129"/>
              <a:gd name="T43" fmla="*/ 828 h 1250"/>
              <a:gd name="T44" fmla="*/ 80 w 1129"/>
              <a:gd name="T45" fmla="*/ 76 h 1250"/>
              <a:gd name="T46" fmla="*/ 97 w 1129"/>
              <a:gd name="T47" fmla="*/ 58 h 1250"/>
              <a:gd name="T48" fmla="*/ 1024 w 1129"/>
              <a:gd name="T49" fmla="*/ 58 h 1250"/>
              <a:gd name="T50" fmla="*/ 1042 w 1129"/>
              <a:gd name="T51" fmla="*/ 76 h 1250"/>
              <a:gd name="T52" fmla="*/ 1042 w 1129"/>
              <a:gd name="T53" fmla="*/ 828 h 1250"/>
              <a:gd name="T54" fmla="*/ 1024 w 1129"/>
              <a:gd name="T55" fmla="*/ 846 h 1250"/>
              <a:gd name="T56" fmla="*/ 97 w 1129"/>
              <a:gd name="T57" fmla="*/ 846 h 1250"/>
              <a:gd name="T58" fmla="*/ 80 w 1129"/>
              <a:gd name="T59" fmla="*/ 828 h 1250"/>
              <a:gd name="T60" fmla="*/ 56 w 1129"/>
              <a:gd name="T61" fmla="*/ 1153 h 1250"/>
              <a:gd name="T62" fmla="*/ 199 w 1129"/>
              <a:gd name="T63" fmla="*/ 1051 h 1250"/>
              <a:gd name="T64" fmla="*/ 930 w 1129"/>
              <a:gd name="T65" fmla="*/ 1051 h 1250"/>
              <a:gd name="T66" fmla="*/ 1073 w 1129"/>
              <a:gd name="T67" fmla="*/ 1153 h 1250"/>
              <a:gd name="T68" fmla="*/ 56 w 1129"/>
              <a:gd name="T69" fmla="*/ 1153 h 1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29" h="1250">
                <a:moveTo>
                  <a:pt x="970" y="1043"/>
                </a:moveTo>
                <a:lnTo>
                  <a:pt x="970" y="959"/>
                </a:lnTo>
                <a:lnTo>
                  <a:pt x="783" y="959"/>
                </a:lnTo>
                <a:lnTo>
                  <a:pt x="783" y="910"/>
                </a:lnTo>
                <a:lnTo>
                  <a:pt x="1100" y="910"/>
                </a:lnTo>
                <a:cubicBezTo>
                  <a:pt x="1112" y="910"/>
                  <a:pt x="1121" y="901"/>
                  <a:pt x="1121" y="889"/>
                </a:cubicBezTo>
                <a:lnTo>
                  <a:pt x="1121" y="21"/>
                </a:lnTo>
                <a:cubicBezTo>
                  <a:pt x="1121" y="9"/>
                  <a:pt x="1112" y="0"/>
                  <a:pt x="1100" y="0"/>
                </a:cubicBezTo>
                <a:lnTo>
                  <a:pt x="25" y="0"/>
                </a:lnTo>
                <a:cubicBezTo>
                  <a:pt x="13" y="0"/>
                  <a:pt x="4" y="9"/>
                  <a:pt x="4" y="21"/>
                </a:cubicBezTo>
                <a:lnTo>
                  <a:pt x="4" y="889"/>
                </a:lnTo>
                <a:cubicBezTo>
                  <a:pt x="4" y="901"/>
                  <a:pt x="13" y="910"/>
                  <a:pt x="25" y="910"/>
                </a:cubicBezTo>
                <a:lnTo>
                  <a:pt x="346" y="910"/>
                </a:lnTo>
                <a:lnTo>
                  <a:pt x="346" y="959"/>
                </a:lnTo>
                <a:lnTo>
                  <a:pt x="159" y="959"/>
                </a:lnTo>
                <a:lnTo>
                  <a:pt x="159" y="1043"/>
                </a:lnTo>
                <a:lnTo>
                  <a:pt x="0" y="1158"/>
                </a:lnTo>
                <a:lnTo>
                  <a:pt x="0" y="1250"/>
                </a:lnTo>
                <a:lnTo>
                  <a:pt x="1129" y="1250"/>
                </a:lnTo>
                <a:lnTo>
                  <a:pt x="1129" y="1158"/>
                </a:lnTo>
                <a:lnTo>
                  <a:pt x="970" y="1043"/>
                </a:lnTo>
                <a:close/>
                <a:moveTo>
                  <a:pt x="80" y="828"/>
                </a:moveTo>
                <a:lnTo>
                  <a:pt x="80" y="76"/>
                </a:lnTo>
                <a:cubicBezTo>
                  <a:pt x="80" y="66"/>
                  <a:pt x="87" y="58"/>
                  <a:pt x="97" y="58"/>
                </a:cubicBezTo>
                <a:lnTo>
                  <a:pt x="1024" y="58"/>
                </a:lnTo>
                <a:cubicBezTo>
                  <a:pt x="1034" y="58"/>
                  <a:pt x="1042" y="66"/>
                  <a:pt x="1042" y="76"/>
                </a:cubicBezTo>
                <a:lnTo>
                  <a:pt x="1042" y="828"/>
                </a:lnTo>
                <a:cubicBezTo>
                  <a:pt x="1042" y="838"/>
                  <a:pt x="1034" y="846"/>
                  <a:pt x="1024" y="846"/>
                </a:cubicBezTo>
                <a:lnTo>
                  <a:pt x="97" y="846"/>
                </a:lnTo>
                <a:cubicBezTo>
                  <a:pt x="87" y="846"/>
                  <a:pt x="80" y="838"/>
                  <a:pt x="80" y="828"/>
                </a:cubicBezTo>
                <a:close/>
                <a:moveTo>
                  <a:pt x="56" y="1153"/>
                </a:moveTo>
                <a:lnTo>
                  <a:pt x="199" y="1051"/>
                </a:lnTo>
                <a:lnTo>
                  <a:pt x="930" y="1051"/>
                </a:lnTo>
                <a:lnTo>
                  <a:pt x="1073" y="1153"/>
                </a:lnTo>
                <a:lnTo>
                  <a:pt x="56" y="115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File_Word2" descr="{&quot;Key&quot;:&quot;POWER_USER_SHAPE_ICON&quot;,&quot;Value&quot;:&quot;POWER_USER_SHAPE_ICON_STYLE_1&quot;}">
            <a:extLst>
              <a:ext uri="{FF2B5EF4-FFF2-40B4-BE49-F238E27FC236}">
                <a16:creationId xmlns:a16="http://schemas.microsoft.com/office/drawing/2014/main" id="{639E6328-7D61-4D38-A42A-C469E28CDF26}"/>
              </a:ext>
            </a:extLst>
          </p:cNvPr>
          <p:cNvSpPr>
            <a:spLocks noChangeAspect="1" noEditPoints="1"/>
          </p:cNvSpPr>
          <p:nvPr>
            <p:custDataLst>
              <p:tags r:id="rId5"/>
            </p:custDataLst>
          </p:nvPr>
        </p:nvSpPr>
        <p:spPr bwMode="auto">
          <a:xfrm>
            <a:off x="4842015" y="347781"/>
            <a:ext cx="575008" cy="542925"/>
          </a:xfrm>
          <a:custGeom>
            <a:avLst/>
            <a:gdLst>
              <a:gd name="T0" fmla="*/ 300 w 300"/>
              <a:gd name="T1" fmla="*/ 39 h 284"/>
              <a:gd name="T2" fmla="*/ 300 w 300"/>
              <a:gd name="T3" fmla="*/ 246 h 284"/>
              <a:gd name="T4" fmla="*/ 298 w 300"/>
              <a:gd name="T5" fmla="*/ 250 h 284"/>
              <a:gd name="T6" fmla="*/ 294 w 300"/>
              <a:gd name="T7" fmla="*/ 252 h 284"/>
              <a:gd name="T8" fmla="*/ 187 w 300"/>
              <a:gd name="T9" fmla="*/ 252 h 284"/>
              <a:gd name="T10" fmla="*/ 187 w 300"/>
              <a:gd name="T11" fmla="*/ 223 h 284"/>
              <a:gd name="T12" fmla="*/ 274 w 300"/>
              <a:gd name="T13" fmla="*/ 223 h 284"/>
              <a:gd name="T14" fmla="*/ 274 w 300"/>
              <a:gd name="T15" fmla="*/ 210 h 284"/>
              <a:gd name="T16" fmla="*/ 187 w 300"/>
              <a:gd name="T17" fmla="*/ 210 h 284"/>
              <a:gd name="T18" fmla="*/ 187 w 300"/>
              <a:gd name="T19" fmla="*/ 194 h 284"/>
              <a:gd name="T20" fmla="*/ 274 w 300"/>
              <a:gd name="T21" fmla="*/ 194 h 284"/>
              <a:gd name="T22" fmla="*/ 274 w 300"/>
              <a:gd name="T23" fmla="*/ 181 h 284"/>
              <a:gd name="T24" fmla="*/ 187 w 300"/>
              <a:gd name="T25" fmla="*/ 181 h 284"/>
              <a:gd name="T26" fmla="*/ 187 w 300"/>
              <a:gd name="T27" fmla="*/ 165 h 284"/>
              <a:gd name="T28" fmla="*/ 274 w 300"/>
              <a:gd name="T29" fmla="*/ 165 h 284"/>
              <a:gd name="T30" fmla="*/ 274 w 300"/>
              <a:gd name="T31" fmla="*/ 152 h 284"/>
              <a:gd name="T32" fmla="*/ 187 w 300"/>
              <a:gd name="T33" fmla="*/ 152 h 284"/>
              <a:gd name="T34" fmla="*/ 187 w 300"/>
              <a:gd name="T35" fmla="*/ 136 h 284"/>
              <a:gd name="T36" fmla="*/ 274 w 300"/>
              <a:gd name="T37" fmla="*/ 136 h 284"/>
              <a:gd name="T38" fmla="*/ 274 w 300"/>
              <a:gd name="T39" fmla="*/ 123 h 284"/>
              <a:gd name="T40" fmla="*/ 187 w 300"/>
              <a:gd name="T41" fmla="*/ 123 h 284"/>
              <a:gd name="T42" fmla="*/ 187 w 300"/>
              <a:gd name="T43" fmla="*/ 107 h 284"/>
              <a:gd name="T44" fmla="*/ 274 w 300"/>
              <a:gd name="T45" fmla="*/ 107 h 284"/>
              <a:gd name="T46" fmla="*/ 274 w 300"/>
              <a:gd name="T47" fmla="*/ 93 h 284"/>
              <a:gd name="T48" fmla="*/ 187 w 300"/>
              <a:gd name="T49" fmla="*/ 93 h 284"/>
              <a:gd name="T50" fmla="*/ 187 w 300"/>
              <a:gd name="T51" fmla="*/ 77 h 284"/>
              <a:gd name="T52" fmla="*/ 274 w 300"/>
              <a:gd name="T53" fmla="*/ 77 h 284"/>
              <a:gd name="T54" fmla="*/ 274 w 300"/>
              <a:gd name="T55" fmla="*/ 65 h 284"/>
              <a:gd name="T56" fmla="*/ 187 w 300"/>
              <a:gd name="T57" fmla="*/ 65 h 284"/>
              <a:gd name="T58" fmla="*/ 187 w 300"/>
              <a:gd name="T59" fmla="*/ 32 h 284"/>
              <a:gd name="T60" fmla="*/ 294 w 300"/>
              <a:gd name="T61" fmla="*/ 32 h 284"/>
              <a:gd name="T62" fmla="*/ 298 w 300"/>
              <a:gd name="T63" fmla="*/ 34 h 284"/>
              <a:gd name="T64" fmla="*/ 300 w 300"/>
              <a:gd name="T65" fmla="*/ 39 h 284"/>
              <a:gd name="T66" fmla="*/ 171 w 300"/>
              <a:gd name="T67" fmla="*/ 0 h 284"/>
              <a:gd name="T68" fmla="*/ 171 w 300"/>
              <a:gd name="T69" fmla="*/ 284 h 284"/>
              <a:gd name="T70" fmla="*/ 0 w 300"/>
              <a:gd name="T71" fmla="*/ 255 h 284"/>
              <a:gd name="T72" fmla="*/ 0 w 300"/>
              <a:gd name="T73" fmla="*/ 30 h 284"/>
              <a:gd name="T74" fmla="*/ 171 w 300"/>
              <a:gd name="T75" fmla="*/ 0 h 284"/>
              <a:gd name="T76" fmla="*/ 145 w 300"/>
              <a:gd name="T77" fmla="*/ 84 h 284"/>
              <a:gd name="T78" fmla="*/ 124 w 300"/>
              <a:gd name="T79" fmla="*/ 85 h 284"/>
              <a:gd name="T80" fmla="*/ 110 w 300"/>
              <a:gd name="T81" fmla="*/ 170 h 284"/>
              <a:gd name="T82" fmla="*/ 110 w 300"/>
              <a:gd name="T83" fmla="*/ 170 h 284"/>
              <a:gd name="T84" fmla="*/ 102 w 300"/>
              <a:gd name="T85" fmla="*/ 128 h 284"/>
              <a:gd name="T86" fmla="*/ 94 w 300"/>
              <a:gd name="T87" fmla="*/ 87 h 284"/>
              <a:gd name="T88" fmla="*/ 74 w 300"/>
              <a:gd name="T89" fmla="*/ 88 h 284"/>
              <a:gd name="T90" fmla="*/ 66 w 300"/>
              <a:gd name="T91" fmla="*/ 128 h 284"/>
              <a:gd name="T92" fmla="*/ 58 w 300"/>
              <a:gd name="T93" fmla="*/ 168 h 284"/>
              <a:gd name="T94" fmla="*/ 58 w 300"/>
              <a:gd name="T95" fmla="*/ 168 h 284"/>
              <a:gd name="T96" fmla="*/ 45 w 300"/>
              <a:gd name="T97" fmla="*/ 90 h 284"/>
              <a:gd name="T98" fmla="*/ 27 w 300"/>
              <a:gd name="T99" fmla="*/ 91 h 284"/>
              <a:gd name="T100" fmla="*/ 47 w 300"/>
              <a:gd name="T101" fmla="*/ 190 h 284"/>
              <a:gd name="T102" fmla="*/ 67 w 300"/>
              <a:gd name="T103" fmla="*/ 191 h 284"/>
              <a:gd name="T104" fmla="*/ 75 w 300"/>
              <a:gd name="T105" fmla="*/ 153 h 284"/>
              <a:gd name="T106" fmla="*/ 83 w 300"/>
              <a:gd name="T107" fmla="*/ 114 h 284"/>
              <a:gd name="T108" fmla="*/ 83 w 300"/>
              <a:gd name="T109" fmla="*/ 114 h 284"/>
              <a:gd name="T110" fmla="*/ 91 w 300"/>
              <a:gd name="T111" fmla="*/ 154 h 284"/>
              <a:gd name="T112" fmla="*/ 98 w 300"/>
              <a:gd name="T113" fmla="*/ 193 h 284"/>
              <a:gd name="T114" fmla="*/ 121 w 300"/>
              <a:gd name="T115" fmla="*/ 194 h 284"/>
              <a:gd name="T116" fmla="*/ 145 w 300"/>
              <a:gd name="T117" fmla="*/ 84 h 284"/>
              <a:gd name="T118" fmla="*/ 145 w 300"/>
              <a:gd name="T119" fmla="*/ 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00" h="284">
                <a:moveTo>
                  <a:pt x="300" y="39"/>
                </a:moveTo>
                <a:lnTo>
                  <a:pt x="300" y="246"/>
                </a:lnTo>
                <a:cubicBezTo>
                  <a:pt x="300" y="247"/>
                  <a:pt x="299" y="249"/>
                  <a:pt x="298" y="250"/>
                </a:cubicBezTo>
                <a:cubicBezTo>
                  <a:pt x="297" y="251"/>
                  <a:pt x="295" y="252"/>
                  <a:pt x="294" y="252"/>
                </a:cubicBezTo>
                <a:lnTo>
                  <a:pt x="187" y="252"/>
                </a:lnTo>
                <a:lnTo>
                  <a:pt x="187" y="223"/>
                </a:lnTo>
                <a:lnTo>
                  <a:pt x="274" y="223"/>
                </a:lnTo>
                <a:lnTo>
                  <a:pt x="274" y="210"/>
                </a:lnTo>
                <a:lnTo>
                  <a:pt x="187" y="210"/>
                </a:lnTo>
                <a:lnTo>
                  <a:pt x="187" y="194"/>
                </a:lnTo>
                <a:lnTo>
                  <a:pt x="274" y="194"/>
                </a:lnTo>
                <a:lnTo>
                  <a:pt x="274" y="181"/>
                </a:lnTo>
                <a:lnTo>
                  <a:pt x="187" y="181"/>
                </a:lnTo>
                <a:lnTo>
                  <a:pt x="187" y="165"/>
                </a:lnTo>
                <a:lnTo>
                  <a:pt x="274" y="165"/>
                </a:lnTo>
                <a:lnTo>
                  <a:pt x="274" y="152"/>
                </a:lnTo>
                <a:lnTo>
                  <a:pt x="187" y="152"/>
                </a:lnTo>
                <a:lnTo>
                  <a:pt x="187" y="136"/>
                </a:lnTo>
                <a:lnTo>
                  <a:pt x="274" y="136"/>
                </a:lnTo>
                <a:lnTo>
                  <a:pt x="274" y="123"/>
                </a:lnTo>
                <a:lnTo>
                  <a:pt x="187" y="123"/>
                </a:lnTo>
                <a:lnTo>
                  <a:pt x="187" y="107"/>
                </a:lnTo>
                <a:lnTo>
                  <a:pt x="274" y="107"/>
                </a:lnTo>
                <a:lnTo>
                  <a:pt x="274" y="93"/>
                </a:lnTo>
                <a:lnTo>
                  <a:pt x="187" y="93"/>
                </a:lnTo>
                <a:lnTo>
                  <a:pt x="187" y="77"/>
                </a:lnTo>
                <a:lnTo>
                  <a:pt x="274" y="77"/>
                </a:lnTo>
                <a:lnTo>
                  <a:pt x="274" y="65"/>
                </a:lnTo>
                <a:lnTo>
                  <a:pt x="187" y="65"/>
                </a:lnTo>
                <a:lnTo>
                  <a:pt x="187" y="32"/>
                </a:lnTo>
                <a:lnTo>
                  <a:pt x="294" y="32"/>
                </a:lnTo>
                <a:cubicBezTo>
                  <a:pt x="296" y="32"/>
                  <a:pt x="297" y="33"/>
                  <a:pt x="298" y="34"/>
                </a:cubicBezTo>
                <a:cubicBezTo>
                  <a:pt x="299" y="35"/>
                  <a:pt x="300" y="37"/>
                  <a:pt x="300" y="39"/>
                </a:cubicBezTo>
                <a:close/>
                <a:moveTo>
                  <a:pt x="171" y="0"/>
                </a:moveTo>
                <a:lnTo>
                  <a:pt x="171" y="284"/>
                </a:lnTo>
                <a:lnTo>
                  <a:pt x="0" y="255"/>
                </a:lnTo>
                <a:lnTo>
                  <a:pt x="0" y="30"/>
                </a:lnTo>
                <a:lnTo>
                  <a:pt x="171" y="0"/>
                </a:lnTo>
                <a:close/>
                <a:moveTo>
                  <a:pt x="145" y="84"/>
                </a:moveTo>
                <a:lnTo>
                  <a:pt x="124" y="85"/>
                </a:lnTo>
                <a:lnTo>
                  <a:pt x="110" y="170"/>
                </a:lnTo>
                <a:lnTo>
                  <a:pt x="110" y="170"/>
                </a:lnTo>
                <a:cubicBezTo>
                  <a:pt x="109" y="166"/>
                  <a:pt x="106" y="152"/>
                  <a:pt x="102" y="128"/>
                </a:cubicBezTo>
                <a:lnTo>
                  <a:pt x="94" y="87"/>
                </a:lnTo>
                <a:lnTo>
                  <a:pt x="74" y="88"/>
                </a:lnTo>
                <a:lnTo>
                  <a:pt x="66" y="128"/>
                </a:lnTo>
                <a:cubicBezTo>
                  <a:pt x="61" y="151"/>
                  <a:pt x="58" y="165"/>
                  <a:pt x="58" y="168"/>
                </a:cubicBezTo>
                <a:lnTo>
                  <a:pt x="58" y="168"/>
                </a:lnTo>
                <a:lnTo>
                  <a:pt x="45" y="90"/>
                </a:lnTo>
                <a:lnTo>
                  <a:pt x="27" y="91"/>
                </a:lnTo>
                <a:lnTo>
                  <a:pt x="47" y="190"/>
                </a:lnTo>
                <a:lnTo>
                  <a:pt x="67" y="191"/>
                </a:lnTo>
                <a:lnTo>
                  <a:pt x="75" y="153"/>
                </a:lnTo>
                <a:cubicBezTo>
                  <a:pt x="79" y="130"/>
                  <a:pt x="82" y="117"/>
                  <a:pt x="83" y="114"/>
                </a:cubicBezTo>
                <a:lnTo>
                  <a:pt x="83" y="114"/>
                </a:lnTo>
                <a:cubicBezTo>
                  <a:pt x="84" y="117"/>
                  <a:pt x="86" y="131"/>
                  <a:pt x="91" y="154"/>
                </a:cubicBezTo>
                <a:lnTo>
                  <a:pt x="98" y="193"/>
                </a:lnTo>
                <a:lnTo>
                  <a:pt x="121" y="194"/>
                </a:lnTo>
                <a:lnTo>
                  <a:pt x="145" y="84"/>
                </a:lnTo>
                <a:lnTo>
                  <a:pt x="145" y="84"/>
                </a:lnTo>
                <a:close/>
              </a:path>
            </a:pathLst>
          </a:custGeom>
          <a:solidFill>
            <a:srgbClr val="2A579A"/>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0" name="File_PowerPoint2" descr="{&quot;Key&quot;:&quot;POWER_USER_SHAPE_ICON&quot;,&quot;Value&quot;:&quot;POWER_USER_SHAPE_ICON_STYLE_1&quot;}">
            <a:extLst>
              <a:ext uri="{FF2B5EF4-FFF2-40B4-BE49-F238E27FC236}">
                <a16:creationId xmlns:a16="http://schemas.microsoft.com/office/drawing/2014/main" id="{ECB1F0CC-13B2-4957-92B6-6B6D8078BA91}"/>
              </a:ext>
            </a:extLst>
          </p:cNvPr>
          <p:cNvSpPr>
            <a:spLocks noChangeAspect="1" noEditPoints="1"/>
          </p:cNvSpPr>
          <p:nvPr>
            <p:custDataLst>
              <p:tags r:id="rId6"/>
            </p:custDataLst>
          </p:nvPr>
        </p:nvSpPr>
        <p:spPr bwMode="auto">
          <a:xfrm>
            <a:off x="5731231" y="315437"/>
            <a:ext cx="575008" cy="542925"/>
          </a:xfrm>
          <a:custGeom>
            <a:avLst/>
            <a:gdLst>
              <a:gd name="T0" fmla="*/ 294 w 300"/>
              <a:gd name="T1" fmla="*/ 42 h 284"/>
              <a:gd name="T2" fmla="*/ 187 w 300"/>
              <a:gd name="T3" fmla="*/ 42 h 284"/>
              <a:gd name="T4" fmla="*/ 187 w 300"/>
              <a:gd name="T5" fmla="*/ 82 h 284"/>
              <a:gd name="T6" fmla="*/ 210 w 300"/>
              <a:gd name="T7" fmla="*/ 74 h 284"/>
              <a:gd name="T8" fmla="*/ 210 w 300"/>
              <a:gd name="T9" fmla="*/ 113 h 284"/>
              <a:gd name="T10" fmla="*/ 248 w 300"/>
              <a:gd name="T11" fmla="*/ 113 h 284"/>
              <a:gd name="T12" fmla="*/ 237 w 300"/>
              <a:gd name="T13" fmla="*/ 141 h 284"/>
              <a:gd name="T14" fmla="*/ 210 w 300"/>
              <a:gd name="T15" fmla="*/ 152 h 284"/>
              <a:gd name="T16" fmla="*/ 187 w 300"/>
              <a:gd name="T17" fmla="*/ 144 h 284"/>
              <a:gd name="T18" fmla="*/ 187 w 300"/>
              <a:gd name="T19" fmla="*/ 171 h 284"/>
              <a:gd name="T20" fmla="*/ 271 w 300"/>
              <a:gd name="T21" fmla="*/ 171 h 284"/>
              <a:gd name="T22" fmla="*/ 271 w 300"/>
              <a:gd name="T23" fmla="*/ 184 h 284"/>
              <a:gd name="T24" fmla="*/ 187 w 300"/>
              <a:gd name="T25" fmla="*/ 184 h 284"/>
              <a:gd name="T26" fmla="*/ 187 w 300"/>
              <a:gd name="T27" fmla="*/ 200 h 284"/>
              <a:gd name="T28" fmla="*/ 271 w 300"/>
              <a:gd name="T29" fmla="*/ 200 h 284"/>
              <a:gd name="T30" fmla="*/ 271 w 300"/>
              <a:gd name="T31" fmla="*/ 213 h 284"/>
              <a:gd name="T32" fmla="*/ 187 w 300"/>
              <a:gd name="T33" fmla="*/ 213 h 284"/>
              <a:gd name="T34" fmla="*/ 187 w 300"/>
              <a:gd name="T35" fmla="*/ 242 h 284"/>
              <a:gd name="T36" fmla="*/ 294 w 300"/>
              <a:gd name="T37" fmla="*/ 242 h 284"/>
              <a:gd name="T38" fmla="*/ 300 w 300"/>
              <a:gd name="T39" fmla="*/ 236 h 284"/>
              <a:gd name="T40" fmla="*/ 300 w 300"/>
              <a:gd name="T41" fmla="*/ 48 h 284"/>
              <a:gd name="T42" fmla="*/ 294 w 300"/>
              <a:gd name="T43" fmla="*/ 42 h 284"/>
              <a:gd name="T44" fmla="*/ 216 w 300"/>
              <a:gd name="T45" fmla="*/ 107 h 284"/>
              <a:gd name="T46" fmla="*/ 216 w 300"/>
              <a:gd name="T47" fmla="*/ 68 h 284"/>
              <a:gd name="T48" fmla="*/ 243 w 300"/>
              <a:gd name="T49" fmla="*/ 79 h 284"/>
              <a:gd name="T50" fmla="*/ 255 w 300"/>
              <a:gd name="T51" fmla="*/ 107 h 284"/>
              <a:gd name="T52" fmla="*/ 216 w 300"/>
              <a:gd name="T53" fmla="*/ 107 h 284"/>
              <a:gd name="T54" fmla="*/ 103 w 300"/>
              <a:gd name="T55" fmla="*/ 107 h 284"/>
              <a:gd name="T56" fmla="*/ 100 w 300"/>
              <a:gd name="T57" fmla="*/ 102 h 284"/>
              <a:gd name="T58" fmla="*/ 94 w 300"/>
              <a:gd name="T59" fmla="*/ 99 h 284"/>
              <a:gd name="T60" fmla="*/ 85 w 300"/>
              <a:gd name="T61" fmla="*/ 97 h 284"/>
              <a:gd name="T62" fmla="*/ 76 w 300"/>
              <a:gd name="T63" fmla="*/ 98 h 284"/>
              <a:gd name="T64" fmla="*/ 76 w 300"/>
              <a:gd name="T65" fmla="*/ 135 h 284"/>
              <a:gd name="T66" fmla="*/ 77 w 300"/>
              <a:gd name="T67" fmla="*/ 135 h 284"/>
              <a:gd name="T68" fmla="*/ 87 w 300"/>
              <a:gd name="T69" fmla="*/ 135 h 284"/>
              <a:gd name="T70" fmla="*/ 97 w 300"/>
              <a:gd name="T71" fmla="*/ 132 h 284"/>
              <a:gd name="T72" fmla="*/ 104 w 300"/>
              <a:gd name="T73" fmla="*/ 121 h 284"/>
              <a:gd name="T74" fmla="*/ 103 w 300"/>
              <a:gd name="T75" fmla="*/ 107 h 284"/>
              <a:gd name="T76" fmla="*/ 103 w 300"/>
              <a:gd name="T77" fmla="*/ 107 h 284"/>
              <a:gd name="T78" fmla="*/ 0 w 300"/>
              <a:gd name="T79" fmla="*/ 30 h 284"/>
              <a:gd name="T80" fmla="*/ 0 w 300"/>
              <a:gd name="T81" fmla="*/ 255 h 284"/>
              <a:gd name="T82" fmla="*/ 171 w 300"/>
              <a:gd name="T83" fmla="*/ 284 h 284"/>
              <a:gd name="T84" fmla="*/ 171 w 300"/>
              <a:gd name="T85" fmla="*/ 0 h 284"/>
              <a:gd name="T86" fmla="*/ 0 w 300"/>
              <a:gd name="T87" fmla="*/ 30 h 284"/>
              <a:gd name="T88" fmla="*/ 128 w 300"/>
              <a:gd name="T89" fmla="*/ 131 h 284"/>
              <a:gd name="T90" fmla="*/ 107 w 300"/>
              <a:gd name="T91" fmla="*/ 152 h 284"/>
              <a:gd name="T92" fmla="*/ 76 w 300"/>
              <a:gd name="T93" fmla="*/ 156 h 284"/>
              <a:gd name="T94" fmla="*/ 76 w 300"/>
              <a:gd name="T95" fmla="*/ 198 h 284"/>
              <a:gd name="T96" fmla="*/ 54 w 300"/>
              <a:gd name="T97" fmla="*/ 196 h 284"/>
              <a:gd name="T98" fmla="*/ 54 w 300"/>
              <a:gd name="T99" fmla="*/ 78 h 284"/>
              <a:gd name="T100" fmla="*/ 89 w 300"/>
              <a:gd name="T101" fmla="*/ 76 h 284"/>
              <a:gd name="T102" fmla="*/ 109 w 300"/>
              <a:gd name="T103" fmla="*/ 79 h 284"/>
              <a:gd name="T104" fmla="*/ 124 w 300"/>
              <a:gd name="T105" fmla="*/ 90 h 284"/>
              <a:gd name="T106" fmla="*/ 131 w 300"/>
              <a:gd name="T107" fmla="*/ 110 h 284"/>
              <a:gd name="T108" fmla="*/ 128 w 300"/>
              <a:gd name="T109" fmla="*/ 131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00" h="284">
                <a:moveTo>
                  <a:pt x="294" y="42"/>
                </a:moveTo>
                <a:lnTo>
                  <a:pt x="187" y="42"/>
                </a:lnTo>
                <a:lnTo>
                  <a:pt x="187" y="82"/>
                </a:lnTo>
                <a:cubicBezTo>
                  <a:pt x="193" y="77"/>
                  <a:pt x="201" y="74"/>
                  <a:pt x="210" y="74"/>
                </a:cubicBezTo>
                <a:lnTo>
                  <a:pt x="210" y="113"/>
                </a:lnTo>
                <a:lnTo>
                  <a:pt x="248" y="113"/>
                </a:lnTo>
                <a:cubicBezTo>
                  <a:pt x="248" y="124"/>
                  <a:pt x="244" y="133"/>
                  <a:pt x="237" y="141"/>
                </a:cubicBezTo>
                <a:cubicBezTo>
                  <a:pt x="230" y="148"/>
                  <a:pt x="221" y="152"/>
                  <a:pt x="210" y="152"/>
                </a:cubicBezTo>
                <a:cubicBezTo>
                  <a:pt x="201" y="152"/>
                  <a:pt x="194" y="149"/>
                  <a:pt x="187" y="144"/>
                </a:cubicBezTo>
                <a:lnTo>
                  <a:pt x="187" y="171"/>
                </a:lnTo>
                <a:lnTo>
                  <a:pt x="271" y="171"/>
                </a:lnTo>
                <a:lnTo>
                  <a:pt x="271" y="184"/>
                </a:lnTo>
                <a:lnTo>
                  <a:pt x="187" y="184"/>
                </a:lnTo>
                <a:lnTo>
                  <a:pt x="187" y="200"/>
                </a:lnTo>
                <a:lnTo>
                  <a:pt x="271" y="200"/>
                </a:lnTo>
                <a:lnTo>
                  <a:pt x="271" y="213"/>
                </a:lnTo>
                <a:lnTo>
                  <a:pt x="187" y="213"/>
                </a:lnTo>
                <a:lnTo>
                  <a:pt x="187" y="242"/>
                </a:lnTo>
                <a:lnTo>
                  <a:pt x="294" y="242"/>
                </a:lnTo>
                <a:cubicBezTo>
                  <a:pt x="298" y="242"/>
                  <a:pt x="300" y="240"/>
                  <a:pt x="300" y="236"/>
                </a:cubicBezTo>
                <a:lnTo>
                  <a:pt x="300" y="48"/>
                </a:lnTo>
                <a:cubicBezTo>
                  <a:pt x="300" y="44"/>
                  <a:pt x="298" y="42"/>
                  <a:pt x="294" y="42"/>
                </a:cubicBezTo>
                <a:close/>
                <a:moveTo>
                  <a:pt x="216" y="107"/>
                </a:moveTo>
                <a:lnTo>
                  <a:pt x="216" y="68"/>
                </a:lnTo>
                <a:cubicBezTo>
                  <a:pt x="227" y="68"/>
                  <a:pt x="236" y="72"/>
                  <a:pt x="243" y="79"/>
                </a:cubicBezTo>
                <a:cubicBezTo>
                  <a:pt x="251" y="87"/>
                  <a:pt x="254" y="96"/>
                  <a:pt x="255" y="107"/>
                </a:cubicBezTo>
                <a:lnTo>
                  <a:pt x="216" y="107"/>
                </a:lnTo>
                <a:close/>
                <a:moveTo>
                  <a:pt x="103" y="107"/>
                </a:moveTo>
                <a:cubicBezTo>
                  <a:pt x="103" y="105"/>
                  <a:pt x="101" y="103"/>
                  <a:pt x="100" y="102"/>
                </a:cubicBezTo>
                <a:cubicBezTo>
                  <a:pt x="98" y="100"/>
                  <a:pt x="96" y="99"/>
                  <a:pt x="94" y="99"/>
                </a:cubicBezTo>
                <a:cubicBezTo>
                  <a:pt x="91" y="98"/>
                  <a:pt x="88" y="97"/>
                  <a:pt x="85" y="97"/>
                </a:cubicBezTo>
                <a:lnTo>
                  <a:pt x="76" y="98"/>
                </a:lnTo>
                <a:lnTo>
                  <a:pt x="76" y="135"/>
                </a:lnTo>
                <a:lnTo>
                  <a:pt x="77" y="135"/>
                </a:lnTo>
                <a:cubicBezTo>
                  <a:pt x="80" y="135"/>
                  <a:pt x="83" y="135"/>
                  <a:pt x="87" y="135"/>
                </a:cubicBezTo>
                <a:cubicBezTo>
                  <a:pt x="90" y="135"/>
                  <a:pt x="94" y="134"/>
                  <a:pt x="97" y="132"/>
                </a:cubicBezTo>
                <a:cubicBezTo>
                  <a:pt x="101" y="129"/>
                  <a:pt x="103" y="126"/>
                  <a:pt x="104" y="121"/>
                </a:cubicBezTo>
                <a:cubicBezTo>
                  <a:pt x="105" y="116"/>
                  <a:pt x="105" y="111"/>
                  <a:pt x="103" y="107"/>
                </a:cubicBezTo>
                <a:lnTo>
                  <a:pt x="103" y="107"/>
                </a:lnTo>
                <a:close/>
                <a:moveTo>
                  <a:pt x="0" y="30"/>
                </a:moveTo>
                <a:lnTo>
                  <a:pt x="0" y="255"/>
                </a:lnTo>
                <a:lnTo>
                  <a:pt x="171" y="284"/>
                </a:lnTo>
                <a:lnTo>
                  <a:pt x="171" y="0"/>
                </a:lnTo>
                <a:lnTo>
                  <a:pt x="0" y="30"/>
                </a:lnTo>
                <a:close/>
                <a:moveTo>
                  <a:pt x="128" y="131"/>
                </a:moveTo>
                <a:cubicBezTo>
                  <a:pt x="123" y="142"/>
                  <a:pt x="116" y="149"/>
                  <a:pt x="107" y="152"/>
                </a:cubicBezTo>
                <a:cubicBezTo>
                  <a:pt x="97" y="155"/>
                  <a:pt x="87" y="156"/>
                  <a:pt x="76" y="156"/>
                </a:cubicBezTo>
                <a:lnTo>
                  <a:pt x="76" y="198"/>
                </a:lnTo>
                <a:lnTo>
                  <a:pt x="54" y="196"/>
                </a:lnTo>
                <a:lnTo>
                  <a:pt x="54" y="78"/>
                </a:lnTo>
                <a:lnTo>
                  <a:pt x="89" y="76"/>
                </a:lnTo>
                <a:cubicBezTo>
                  <a:pt x="96" y="76"/>
                  <a:pt x="103" y="77"/>
                  <a:pt x="109" y="79"/>
                </a:cubicBezTo>
                <a:cubicBezTo>
                  <a:pt x="115" y="81"/>
                  <a:pt x="121" y="84"/>
                  <a:pt x="124" y="90"/>
                </a:cubicBezTo>
                <a:cubicBezTo>
                  <a:pt x="128" y="96"/>
                  <a:pt x="130" y="103"/>
                  <a:pt x="131" y="110"/>
                </a:cubicBezTo>
                <a:cubicBezTo>
                  <a:pt x="131" y="118"/>
                  <a:pt x="130" y="125"/>
                  <a:pt x="128" y="131"/>
                </a:cubicBezTo>
                <a:close/>
              </a:path>
            </a:pathLst>
          </a:custGeom>
          <a:solidFill>
            <a:srgbClr val="D1452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File_Excel2" descr="{&quot;Key&quot;:&quot;POWER_USER_SHAPE_ICON&quot;,&quot;Value&quot;:&quot;POWER_USER_SHAPE_ICON_STYLE_1&quot;}">
            <a:extLst>
              <a:ext uri="{FF2B5EF4-FFF2-40B4-BE49-F238E27FC236}">
                <a16:creationId xmlns:a16="http://schemas.microsoft.com/office/drawing/2014/main" id="{3A9BF938-6E57-4032-998E-6239A623EA98}"/>
              </a:ext>
            </a:extLst>
          </p:cNvPr>
          <p:cNvSpPr>
            <a:spLocks noChangeAspect="1" noEditPoints="1"/>
          </p:cNvSpPr>
          <p:nvPr>
            <p:custDataLst>
              <p:tags r:id="rId7"/>
            </p:custDataLst>
          </p:nvPr>
        </p:nvSpPr>
        <p:spPr bwMode="auto">
          <a:xfrm>
            <a:off x="6636037" y="315436"/>
            <a:ext cx="554832" cy="542925"/>
          </a:xfrm>
          <a:custGeom>
            <a:avLst/>
            <a:gdLst>
              <a:gd name="T0" fmla="*/ 194 w 300"/>
              <a:gd name="T1" fmla="*/ 36 h 294"/>
              <a:gd name="T2" fmla="*/ 224 w 300"/>
              <a:gd name="T3" fmla="*/ 54 h 294"/>
              <a:gd name="T4" fmla="*/ 194 w 300"/>
              <a:gd name="T5" fmla="*/ 84 h 294"/>
              <a:gd name="T6" fmla="*/ 224 w 300"/>
              <a:gd name="T7" fmla="*/ 93 h 294"/>
              <a:gd name="T8" fmla="*/ 194 w 300"/>
              <a:gd name="T9" fmla="*/ 123 h 294"/>
              <a:gd name="T10" fmla="*/ 224 w 300"/>
              <a:gd name="T11" fmla="*/ 132 h 294"/>
              <a:gd name="T12" fmla="*/ 194 w 300"/>
              <a:gd name="T13" fmla="*/ 160 h 294"/>
              <a:gd name="T14" fmla="*/ 224 w 300"/>
              <a:gd name="T15" fmla="*/ 171 h 294"/>
              <a:gd name="T16" fmla="*/ 194 w 300"/>
              <a:gd name="T17" fmla="*/ 199 h 294"/>
              <a:gd name="T18" fmla="*/ 224 w 300"/>
              <a:gd name="T19" fmla="*/ 210 h 294"/>
              <a:gd name="T20" fmla="*/ 194 w 300"/>
              <a:gd name="T21" fmla="*/ 238 h 294"/>
              <a:gd name="T22" fmla="*/ 294 w 300"/>
              <a:gd name="T23" fmla="*/ 259 h 294"/>
              <a:gd name="T24" fmla="*/ 300 w 300"/>
              <a:gd name="T25" fmla="*/ 245 h 294"/>
              <a:gd name="T26" fmla="*/ 298 w 300"/>
              <a:gd name="T27" fmla="*/ 36 h 294"/>
              <a:gd name="T28" fmla="*/ 281 w 300"/>
              <a:gd name="T29" fmla="*/ 238 h 294"/>
              <a:gd name="T30" fmla="*/ 233 w 300"/>
              <a:gd name="T31" fmla="*/ 210 h 294"/>
              <a:gd name="T32" fmla="*/ 281 w 300"/>
              <a:gd name="T33" fmla="*/ 238 h 294"/>
              <a:gd name="T34" fmla="*/ 233 w 300"/>
              <a:gd name="T35" fmla="*/ 199 h 294"/>
              <a:gd name="T36" fmla="*/ 281 w 300"/>
              <a:gd name="T37" fmla="*/ 171 h 294"/>
              <a:gd name="T38" fmla="*/ 281 w 300"/>
              <a:gd name="T39" fmla="*/ 160 h 294"/>
              <a:gd name="T40" fmla="*/ 233 w 300"/>
              <a:gd name="T41" fmla="*/ 132 h 294"/>
              <a:gd name="T42" fmla="*/ 281 w 300"/>
              <a:gd name="T43" fmla="*/ 160 h 294"/>
              <a:gd name="T44" fmla="*/ 233 w 300"/>
              <a:gd name="T45" fmla="*/ 123 h 294"/>
              <a:gd name="T46" fmla="*/ 281 w 300"/>
              <a:gd name="T47" fmla="*/ 93 h 294"/>
              <a:gd name="T48" fmla="*/ 281 w 300"/>
              <a:gd name="T49" fmla="*/ 84 h 294"/>
              <a:gd name="T50" fmla="*/ 233 w 300"/>
              <a:gd name="T51" fmla="*/ 54 h 294"/>
              <a:gd name="T52" fmla="*/ 281 w 300"/>
              <a:gd name="T53" fmla="*/ 84 h 294"/>
              <a:gd name="T54" fmla="*/ 0 w 300"/>
              <a:gd name="T55" fmla="*/ 264 h 294"/>
              <a:gd name="T56" fmla="*/ 177 w 300"/>
              <a:gd name="T57" fmla="*/ 0 h 294"/>
              <a:gd name="T58" fmla="*/ 105 w 300"/>
              <a:gd name="T59" fmla="*/ 207 h 294"/>
              <a:gd name="T60" fmla="*/ 85 w 300"/>
              <a:gd name="T61" fmla="*/ 160 h 294"/>
              <a:gd name="T62" fmla="*/ 66 w 300"/>
              <a:gd name="T63" fmla="*/ 205 h 294"/>
              <a:gd name="T64" fmla="*/ 71 w 300"/>
              <a:gd name="T65" fmla="*/ 147 h 294"/>
              <a:gd name="T66" fmla="*/ 69 w 300"/>
              <a:gd name="T67" fmla="*/ 89 h 294"/>
              <a:gd name="T68" fmla="*/ 87 w 300"/>
              <a:gd name="T69" fmla="*/ 133 h 294"/>
              <a:gd name="T70" fmla="*/ 133 w 300"/>
              <a:gd name="T71" fmla="*/ 86 h 294"/>
              <a:gd name="T72" fmla="*/ 134 w 300"/>
              <a:gd name="T73" fmla="*/ 209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00" h="294">
                <a:moveTo>
                  <a:pt x="294" y="36"/>
                </a:moveTo>
                <a:lnTo>
                  <a:pt x="194" y="36"/>
                </a:lnTo>
                <a:lnTo>
                  <a:pt x="194" y="54"/>
                </a:lnTo>
                <a:lnTo>
                  <a:pt x="224" y="54"/>
                </a:lnTo>
                <a:lnTo>
                  <a:pt x="224" y="84"/>
                </a:lnTo>
                <a:lnTo>
                  <a:pt x="194" y="84"/>
                </a:lnTo>
                <a:lnTo>
                  <a:pt x="194" y="93"/>
                </a:lnTo>
                <a:lnTo>
                  <a:pt x="224" y="93"/>
                </a:lnTo>
                <a:lnTo>
                  <a:pt x="224" y="123"/>
                </a:lnTo>
                <a:lnTo>
                  <a:pt x="194" y="123"/>
                </a:lnTo>
                <a:lnTo>
                  <a:pt x="194" y="132"/>
                </a:lnTo>
                <a:lnTo>
                  <a:pt x="224" y="132"/>
                </a:lnTo>
                <a:lnTo>
                  <a:pt x="224" y="160"/>
                </a:lnTo>
                <a:lnTo>
                  <a:pt x="194" y="160"/>
                </a:lnTo>
                <a:lnTo>
                  <a:pt x="194" y="171"/>
                </a:lnTo>
                <a:lnTo>
                  <a:pt x="224" y="171"/>
                </a:lnTo>
                <a:lnTo>
                  <a:pt x="224" y="199"/>
                </a:lnTo>
                <a:lnTo>
                  <a:pt x="194" y="199"/>
                </a:lnTo>
                <a:lnTo>
                  <a:pt x="194" y="210"/>
                </a:lnTo>
                <a:lnTo>
                  <a:pt x="224" y="210"/>
                </a:lnTo>
                <a:lnTo>
                  <a:pt x="224" y="238"/>
                </a:lnTo>
                <a:lnTo>
                  <a:pt x="194" y="238"/>
                </a:lnTo>
                <a:lnTo>
                  <a:pt x="194" y="259"/>
                </a:lnTo>
                <a:lnTo>
                  <a:pt x="294" y="259"/>
                </a:lnTo>
                <a:cubicBezTo>
                  <a:pt x="296" y="258"/>
                  <a:pt x="297" y="257"/>
                  <a:pt x="298" y="253"/>
                </a:cubicBezTo>
                <a:cubicBezTo>
                  <a:pt x="299" y="250"/>
                  <a:pt x="300" y="247"/>
                  <a:pt x="300" y="245"/>
                </a:cubicBezTo>
                <a:lnTo>
                  <a:pt x="300" y="39"/>
                </a:lnTo>
                <a:cubicBezTo>
                  <a:pt x="300" y="38"/>
                  <a:pt x="299" y="37"/>
                  <a:pt x="298" y="36"/>
                </a:cubicBezTo>
                <a:cubicBezTo>
                  <a:pt x="297" y="36"/>
                  <a:pt x="296" y="36"/>
                  <a:pt x="294" y="36"/>
                </a:cubicBezTo>
                <a:close/>
                <a:moveTo>
                  <a:pt x="281" y="238"/>
                </a:moveTo>
                <a:lnTo>
                  <a:pt x="233" y="238"/>
                </a:lnTo>
                <a:lnTo>
                  <a:pt x="233" y="210"/>
                </a:lnTo>
                <a:lnTo>
                  <a:pt x="281" y="210"/>
                </a:lnTo>
                <a:lnTo>
                  <a:pt x="281" y="238"/>
                </a:lnTo>
                <a:close/>
                <a:moveTo>
                  <a:pt x="281" y="199"/>
                </a:moveTo>
                <a:lnTo>
                  <a:pt x="233" y="199"/>
                </a:lnTo>
                <a:lnTo>
                  <a:pt x="233" y="171"/>
                </a:lnTo>
                <a:lnTo>
                  <a:pt x="281" y="171"/>
                </a:lnTo>
                <a:lnTo>
                  <a:pt x="281" y="199"/>
                </a:lnTo>
                <a:close/>
                <a:moveTo>
                  <a:pt x="281" y="160"/>
                </a:moveTo>
                <a:lnTo>
                  <a:pt x="233" y="160"/>
                </a:lnTo>
                <a:lnTo>
                  <a:pt x="233" y="132"/>
                </a:lnTo>
                <a:lnTo>
                  <a:pt x="281" y="132"/>
                </a:lnTo>
                <a:lnTo>
                  <a:pt x="281" y="160"/>
                </a:lnTo>
                <a:close/>
                <a:moveTo>
                  <a:pt x="281" y="123"/>
                </a:moveTo>
                <a:lnTo>
                  <a:pt x="233" y="123"/>
                </a:lnTo>
                <a:lnTo>
                  <a:pt x="233" y="93"/>
                </a:lnTo>
                <a:lnTo>
                  <a:pt x="281" y="93"/>
                </a:lnTo>
                <a:lnTo>
                  <a:pt x="281" y="123"/>
                </a:lnTo>
                <a:close/>
                <a:moveTo>
                  <a:pt x="281" y="84"/>
                </a:moveTo>
                <a:lnTo>
                  <a:pt x="233" y="84"/>
                </a:lnTo>
                <a:lnTo>
                  <a:pt x="233" y="54"/>
                </a:lnTo>
                <a:lnTo>
                  <a:pt x="281" y="54"/>
                </a:lnTo>
                <a:lnTo>
                  <a:pt x="281" y="84"/>
                </a:lnTo>
                <a:close/>
                <a:moveTo>
                  <a:pt x="0" y="31"/>
                </a:moveTo>
                <a:lnTo>
                  <a:pt x="0" y="264"/>
                </a:lnTo>
                <a:lnTo>
                  <a:pt x="177" y="294"/>
                </a:lnTo>
                <a:lnTo>
                  <a:pt x="177" y="0"/>
                </a:lnTo>
                <a:lnTo>
                  <a:pt x="0" y="31"/>
                </a:lnTo>
                <a:close/>
                <a:moveTo>
                  <a:pt x="105" y="207"/>
                </a:moveTo>
                <a:cubicBezTo>
                  <a:pt x="104" y="205"/>
                  <a:pt x="101" y="197"/>
                  <a:pt x="95" y="184"/>
                </a:cubicBezTo>
                <a:cubicBezTo>
                  <a:pt x="90" y="170"/>
                  <a:pt x="86" y="162"/>
                  <a:pt x="85" y="160"/>
                </a:cubicBezTo>
                <a:lnTo>
                  <a:pt x="85" y="160"/>
                </a:lnTo>
                <a:lnTo>
                  <a:pt x="66" y="205"/>
                </a:lnTo>
                <a:lnTo>
                  <a:pt x="41" y="203"/>
                </a:lnTo>
                <a:lnTo>
                  <a:pt x="71" y="147"/>
                </a:lnTo>
                <a:lnTo>
                  <a:pt x="43" y="91"/>
                </a:lnTo>
                <a:lnTo>
                  <a:pt x="69" y="89"/>
                </a:lnTo>
                <a:lnTo>
                  <a:pt x="86" y="133"/>
                </a:lnTo>
                <a:lnTo>
                  <a:pt x="87" y="133"/>
                </a:lnTo>
                <a:lnTo>
                  <a:pt x="106" y="87"/>
                </a:lnTo>
                <a:lnTo>
                  <a:pt x="133" y="86"/>
                </a:lnTo>
                <a:lnTo>
                  <a:pt x="101" y="147"/>
                </a:lnTo>
                <a:lnTo>
                  <a:pt x="134" y="209"/>
                </a:lnTo>
                <a:lnTo>
                  <a:pt x="105" y="207"/>
                </a:lnTo>
                <a:close/>
              </a:path>
            </a:pathLst>
          </a:custGeom>
          <a:solidFill>
            <a:srgbClr val="1E6F43"/>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File_Outlook" descr="{&quot;Key&quot;:&quot;POWER_USER_SHAPE_ICON&quot;,&quot;Value&quot;:&quot;POWER_USER_SHAPE_ICON_STYLE_1&quot;}">
            <a:extLst>
              <a:ext uri="{FF2B5EF4-FFF2-40B4-BE49-F238E27FC236}">
                <a16:creationId xmlns:a16="http://schemas.microsoft.com/office/drawing/2014/main" id="{C45DF13F-1D98-4F54-B25F-5F65ECC37D47}"/>
              </a:ext>
            </a:extLst>
          </p:cNvPr>
          <p:cNvSpPr>
            <a:spLocks noChangeAspect="1" noEditPoints="1"/>
          </p:cNvSpPr>
          <p:nvPr>
            <p:custDataLst>
              <p:tags r:id="rId8"/>
            </p:custDataLst>
          </p:nvPr>
        </p:nvSpPr>
        <p:spPr bwMode="auto">
          <a:xfrm>
            <a:off x="7591747" y="315436"/>
            <a:ext cx="588379" cy="542925"/>
          </a:xfrm>
          <a:custGeom>
            <a:avLst/>
            <a:gdLst>
              <a:gd name="T0" fmla="*/ 300 w 300"/>
              <a:gd name="T1" fmla="*/ 81 h 278"/>
              <a:gd name="T2" fmla="*/ 300 w 300"/>
              <a:gd name="T3" fmla="*/ 212 h 278"/>
              <a:gd name="T4" fmla="*/ 297 w 300"/>
              <a:gd name="T5" fmla="*/ 220 h 278"/>
              <a:gd name="T6" fmla="*/ 290 w 300"/>
              <a:gd name="T7" fmla="*/ 222 h 278"/>
              <a:gd name="T8" fmla="*/ 183 w 300"/>
              <a:gd name="T9" fmla="*/ 222 h 278"/>
              <a:gd name="T10" fmla="*/ 183 w 300"/>
              <a:gd name="T11" fmla="*/ 135 h 278"/>
              <a:gd name="T12" fmla="*/ 203 w 300"/>
              <a:gd name="T13" fmla="*/ 151 h 278"/>
              <a:gd name="T14" fmla="*/ 208 w 300"/>
              <a:gd name="T15" fmla="*/ 152 h 278"/>
              <a:gd name="T16" fmla="*/ 213 w 300"/>
              <a:gd name="T17" fmla="*/ 151 h 278"/>
              <a:gd name="T18" fmla="*/ 300 w 300"/>
              <a:gd name="T19" fmla="*/ 81 h 278"/>
              <a:gd name="T20" fmla="*/ 183 w 300"/>
              <a:gd name="T21" fmla="*/ 56 h 278"/>
              <a:gd name="T22" fmla="*/ 290 w 300"/>
              <a:gd name="T23" fmla="*/ 56 h 278"/>
              <a:gd name="T24" fmla="*/ 297 w 300"/>
              <a:gd name="T25" fmla="*/ 58 h 278"/>
              <a:gd name="T26" fmla="*/ 300 w 300"/>
              <a:gd name="T27" fmla="*/ 65 h 278"/>
              <a:gd name="T28" fmla="*/ 208 w 300"/>
              <a:gd name="T29" fmla="*/ 138 h 278"/>
              <a:gd name="T30" fmla="*/ 183 w 300"/>
              <a:gd name="T31" fmla="*/ 119 h 278"/>
              <a:gd name="T32" fmla="*/ 183 w 300"/>
              <a:gd name="T33" fmla="*/ 56 h 278"/>
              <a:gd name="T34" fmla="*/ 168 w 300"/>
              <a:gd name="T35" fmla="*/ 0 h 278"/>
              <a:gd name="T36" fmla="*/ 168 w 300"/>
              <a:gd name="T37" fmla="*/ 278 h 278"/>
              <a:gd name="T38" fmla="*/ 0 w 300"/>
              <a:gd name="T39" fmla="*/ 249 h 278"/>
              <a:gd name="T40" fmla="*/ 0 w 300"/>
              <a:gd name="T41" fmla="*/ 30 h 278"/>
              <a:gd name="T42" fmla="*/ 168 w 300"/>
              <a:gd name="T43" fmla="*/ 0 h 278"/>
              <a:gd name="T44" fmla="*/ 117 w 300"/>
              <a:gd name="T45" fmla="*/ 140 h 278"/>
              <a:gd name="T46" fmla="*/ 106 w 300"/>
              <a:gd name="T47" fmla="*/ 104 h 278"/>
              <a:gd name="T48" fmla="*/ 79 w 300"/>
              <a:gd name="T49" fmla="*/ 90 h 278"/>
              <a:gd name="T50" fmla="*/ 53 w 300"/>
              <a:gd name="T51" fmla="*/ 104 h 278"/>
              <a:gd name="T52" fmla="*/ 42 w 300"/>
              <a:gd name="T53" fmla="*/ 140 h 278"/>
              <a:gd name="T54" fmla="*/ 53 w 300"/>
              <a:gd name="T55" fmla="*/ 174 h 278"/>
              <a:gd name="T56" fmla="*/ 80 w 300"/>
              <a:gd name="T57" fmla="*/ 189 h 278"/>
              <a:gd name="T58" fmla="*/ 106 w 300"/>
              <a:gd name="T59" fmla="*/ 175 h 278"/>
              <a:gd name="T60" fmla="*/ 117 w 300"/>
              <a:gd name="T61" fmla="*/ 140 h 278"/>
              <a:gd name="T62" fmla="*/ 78 w 300"/>
              <a:gd name="T63" fmla="*/ 109 h 278"/>
              <a:gd name="T64" fmla="*/ 91 w 300"/>
              <a:gd name="T65" fmla="*/ 117 h 278"/>
              <a:gd name="T66" fmla="*/ 97 w 300"/>
              <a:gd name="T67" fmla="*/ 139 h 278"/>
              <a:gd name="T68" fmla="*/ 91 w 300"/>
              <a:gd name="T69" fmla="*/ 162 h 278"/>
              <a:gd name="T70" fmla="*/ 78 w 300"/>
              <a:gd name="T71" fmla="*/ 170 h 278"/>
              <a:gd name="T72" fmla="*/ 64 w 300"/>
              <a:gd name="T73" fmla="*/ 162 h 278"/>
              <a:gd name="T74" fmla="*/ 59 w 300"/>
              <a:gd name="T75" fmla="*/ 140 h 278"/>
              <a:gd name="T76" fmla="*/ 64 w 300"/>
              <a:gd name="T77" fmla="*/ 118 h 278"/>
              <a:gd name="T78" fmla="*/ 78 w 300"/>
              <a:gd name="T79" fmla="*/ 109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00" h="278">
                <a:moveTo>
                  <a:pt x="300" y="81"/>
                </a:moveTo>
                <a:lnTo>
                  <a:pt x="300" y="212"/>
                </a:lnTo>
                <a:cubicBezTo>
                  <a:pt x="300" y="215"/>
                  <a:pt x="299" y="218"/>
                  <a:pt x="297" y="220"/>
                </a:cubicBezTo>
                <a:cubicBezTo>
                  <a:pt x="295" y="221"/>
                  <a:pt x="293" y="222"/>
                  <a:pt x="290" y="222"/>
                </a:cubicBezTo>
                <a:lnTo>
                  <a:pt x="183" y="222"/>
                </a:lnTo>
                <a:lnTo>
                  <a:pt x="183" y="135"/>
                </a:lnTo>
                <a:lnTo>
                  <a:pt x="203" y="151"/>
                </a:lnTo>
                <a:cubicBezTo>
                  <a:pt x="204" y="152"/>
                  <a:pt x="206" y="152"/>
                  <a:pt x="208" y="152"/>
                </a:cubicBezTo>
                <a:cubicBezTo>
                  <a:pt x="210" y="152"/>
                  <a:pt x="211" y="152"/>
                  <a:pt x="213" y="151"/>
                </a:cubicBezTo>
                <a:lnTo>
                  <a:pt x="300" y="81"/>
                </a:lnTo>
                <a:close/>
                <a:moveTo>
                  <a:pt x="183" y="56"/>
                </a:moveTo>
                <a:lnTo>
                  <a:pt x="290" y="56"/>
                </a:lnTo>
                <a:cubicBezTo>
                  <a:pt x="292" y="56"/>
                  <a:pt x="295" y="57"/>
                  <a:pt x="297" y="58"/>
                </a:cubicBezTo>
                <a:cubicBezTo>
                  <a:pt x="298" y="60"/>
                  <a:pt x="299" y="62"/>
                  <a:pt x="300" y="65"/>
                </a:cubicBezTo>
                <a:lnTo>
                  <a:pt x="208" y="138"/>
                </a:lnTo>
                <a:lnTo>
                  <a:pt x="183" y="119"/>
                </a:lnTo>
                <a:lnTo>
                  <a:pt x="183" y="56"/>
                </a:lnTo>
                <a:close/>
                <a:moveTo>
                  <a:pt x="168" y="0"/>
                </a:moveTo>
                <a:lnTo>
                  <a:pt x="168" y="278"/>
                </a:lnTo>
                <a:lnTo>
                  <a:pt x="0" y="249"/>
                </a:lnTo>
                <a:lnTo>
                  <a:pt x="0" y="30"/>
                </a:lnTo>
                <a:lnTo>
                  <a:pt x="168" y="0"/>
                </a:lnTo>
                <a:close/>
                <a:moveTo>
                  <a:pt x="117" y="140"/>
                </a:moveTo>
                <a:cubicBezTo>
                  <a:pt x="117" y="125"/>
                  <a:pt x="113" y="114"/>
                  <a:pt x="106" y="104"/>
                </a:cubicBezTo>
                <a:cubicBezTo>
                  <a:pt x="99" y="95"/>
                  <a:pt x="90" y="90"/>
                  <a:pt x="79" y="90"/>
                </a:cubicBezTo>
                <a:cubicBezTo>
                  <a:pt x="69" y="90"/>
                  <a:pt x="60" y="95"/>
                  <a:pt x="53" y="104"/>
                </a:cubicBezTo>
                <a:cubicBezTo>
                  <a:pt x="46" y="114"/>
                  <a:pt x="42" y="125"/>
                  <a:pt x="42" y="140"/>
                </a:cubicBezTo>
                <a:cubicBezTo>
                  <a:pt x="42" y="154"/>
                  <a:pt x="46" y="165"/>
                  <a:pt x="53" y="174"/>
                </a:cubicBezTo>
                <a:cubicBezTo>
                  <a:pt x="60" y="184"/>
                  <a:pt x="69" y="189"/>
                  <a:pt x="80" y="189"/>
                </a:cubicBezTo>
                <a:cubicBezTo>
                  <a:pt x="90" y="189"/>
                  <a:pt x="99" y="184"/>
                  <a:pt x="106" y="175"/>
                </a:cubicBezTo>
                <a:cubicBezTo>
                  <a:pt x="113" y="165"/>
                  <a:pt x="117" y="154"/>
                  <a:pt x="117" y="140"/>
                </a:cubicBezTo>
                <a:close/>
                <a:moveTo>
                  <a:pt x="78" y="109"/>
                </a:moveTo>
                <a:cubicBezTo>
                  <a:pt x="83" y="109"/>
                  <a:pt x="88" y="112"/>
                  <a:pt x="91" y="117"/>
                </a:cubicBezTo>
                <a:cubicBezTo>
                  <a:pt x="95" y="123"/>
                  <a:pt x="97" y="131"/>
                  <a:pt x="97" y="139"/>
                </a:cubicBezTo>
                <a:cubicBezTo>
                  <a:pt x="97" y="148"/>
                  <a:pt x="95" y="156"/>
                  <a:pt x="91" y="162"/>
                </a:cubicBezTo>
                <a:cubicBezTo>
                  <a:pt x="88" y="167"/>
                  <a:pt x="83" y="170"/>
                  <a:pt x="78" y="170"/>
                </a:cubicBezTo>
                <a:cubicBezTo>
                  <a:pt x="72" y="170"/>
                  <a:pt x="68" y="168"/>
                  <a:pt x="64" y="162"/>
                </a:cubicBezTo>
                <a:cubicBezTo>
                  <a:pt x="60" y="156"/>
                  <a:pt x="59" y="149"/>
                  <a:pt x="59" y="140"/>
                </a:cubicBezTo>
                <a:cubicBezTo>
                  <a:pt x="59" y="131"/>
                  <a:pt x="60" y="124"/>
                  <a:pt x="64" y="118"/>
                </a:cubicBezTo>
                <a:cubicBezTo>
                  <a:pt x="68" y="112"/>
                  <a:pt x="72" y="109"/>
                  <a:pt x="78" y="109"/>
                </a:cubicBezTo>
                <a:close/>
              </a:path>
            </a:pathLst>
          </a:custGeom>
          <a:solidFill>
            <a:srgbClr val="0072C6"/>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File_Access" descr="{&quot;Key&quot;:&quot;POWER_USER_SHAPE_ICON&quot;,&quot;Value&quot;:&quot;POWER_USER_SHAPE_ICON_STYLE_1&quot;}">
            <a:extLst>
              <a:ext uri="{FF2B5EF4-FFF2-40B4-BE49-F238E27FC236}">
                <a16:creationId xmlns:a16="http://schemas.microsoft.com/office/drawing/2014/main" id="{44CDB577-95D6-476E-863C-F50100726F0D}"/>
              </a:ext>
            </a:extLst>
          </p:cNvPr>
          <p:cNvSpPr>
            <a:spLocks noChangeAspect="1" noEditPoints="1"/>
          </p:cNvSpPr>
          <p:nvPr>
            <p:custDataLst>
              <p:tags r:id="rId9"/>
            </p:custDataLst>
          </p:nvPr>
        </p:nvSpPr>
        <p:spPr bwMode="auto">
          <a:xfrm>
            <a:off x="8292188" y="296103"/>
            <a:ext cx="577632" cy="542925"/>
          </a:xfrm>
          <a:custGeom>
            <a:avLst/>
            <a:gdLst>
              <a:gd name="T0" fmla="*/ 300 w 300"/>
              <a:gd name="T1" fmla="*/ 179 h 282"/>
              <a:gd name="T2" fmla="*/ 273 w 300"/>
              <a:gd name="T3" fmla="*/ 195 h 282"/>
              <a:gd name="T4" fmla="*/ 207 w 300"/>
              <a:gd name="T5" fmla="*/ 201 h 282"/>
              <a:gd name="T6" fmla="*/ 185 w 300"/>
              <a:gd name="T7" fmla="*/ 201 h 282"/>
              <a:gd name="T8" fmla="*/ 185 w 300"/>
              <a:gd name="T9" fmla="*/ 242 h 282"/>
              <a:gd name="T10" fmla="*/ 207 w 300"/>
              <a:gd name="T11" fmla="*/ 242 h 282"/>
              <a:gd name="T12" fmla="*/ 273 w 300"/>
              <a:gd name="T13" fmla="*/ 235 h 282"/>
              <a:gd name="T14" fmla="*/ 300 w 300"/>
              <a:gd name="T15" fmla="*/ 218 h 282"/>
              <a:gd name="T16" fmla="*/ 300 w 300"/>
              <a:gd name="T17" fmla="*/ 179 h 282"/>
              <a:gd name="T18" fmla="*/ 207 w 300"/>
              <a:gd name="T19" fmla="*/ 149 h 282"/>
              <a:gd name="T20" fmla="*/ 185 w 300"/>
              <a:gd name="T21" fmla="*/ 149 h 282"/>
              <a:gd name="T22" fmla="*/ 185 w 300"/>
              <a:gd name="T23" fmla="*/ 190 h 282"/>
              <a:gd name="T24" fmla="*/ 207 w 300"/>
              <a:gd name="T25" fmla="*/ 191 h 282"/>
              <a:gd name="T26" fmla="*/ 273 w 300"/>
              <a:gd name="T27" fmla="*/ 184 h 282"/>
              <a:gd name="T28" fmla="*/ 300 w 300"/>
              <a:gd name="T29" fmla="*/ 167 h 282"/>
              <a:gd name="T30" fmla="*/ 300 w 300"/>
              <a:gd name="T31" fmla="*/ 127 h 282"/>
              <a:gd name="T32" fmla="*/ 273 w 300"/>
              <a:gd name="T33" fmla="*/ 143 h 282"/>
              <a:gd name="T34" fmla="*/ 207 w 300"/>
              <a:gd name="T35" fmla="*/ 149 h 282"/>
              <a:gd name="T36" fmla="*/ 207 w 300"/>
              <a:gd name="T37" fmla="*/ 149 h 282"/>
              <a:gd name="T38" fmla="*/ 207 w 300"/>
              <a:gd name="T39" fmla="*/ 98 h 282"/>
              <a:gd name="T40" fmla="*/ 185 w 300"/>
              <a:gd name="T41" fmla="*/ 97 h 282"/>
              <a:gd name="T42" fmla="*/ 185 w 300"/>
              <a:gd name="T43" fmla="*/ 139 h 282"/>
              <a:gd name="T44" fmla="*/ 207 w 300"/>
              <a:gd name="T45" fmla="*/ 139 h 282"/>
              <a:gd name="T46" fmla="*/ 273 w 300"/>
              <a:gd name="T47" fmla="*/ 132 h 282"/>
              <a:gd name="T48" fmla="*/ 300 w 300"/>
              <a:gd name="T49" fmla="*/ 116 h 282"/>
              <a:gd name="T50" fmla="*/ 300 w 300"/>
              <a:gd name="T51" fmla="*/ 75 h 282"/>
              <a:gd name="T52" fmla="*/ 273 w 300"/>
              <a:gd name="T53" fmla="*/ 92 h 282"/>
              <a:gd name="T54" fmla="*/ 207 w 300"/>
              <a:gd name="T55" fmla="*/ 98 h 282"/>
              <a:gd name="T56" fmla="*/ 207 w 300"/>
              <a:gd name="T57" fmla="*/ 40 h 282"/>
              <a:gd name="T58" fmla="*/ 185 w 300"/>
              <a:gd name="T59" fmla="*/ 41 h 282"/>
              <a:gd name="T60" fmla="*/ 185 w 300"/>
              <a:gd name="T61" fmla="*/ 87 h 282"/>
              <a:gd name="T62" fmla="*/ 207 w 300"/>
              <a:gd name="T63" fmla="*/ 88 h 282"/>
              <a:gd name="T64" fmla="*/ 273 w 300"/>
              <a:gd name="T65" fmla="*/ 81 h 282"/>
              <a:gd name="T66" fmla="*/ 300 w 300"/>
              <a:gd name="T67" fmla="*/ 64 h 282"/>
              <a:gd name="T68" fmla="*/ 273 w 300"/>
              <a:gd name="T69" fmla="*/ 47 h 282"/>
              <a:gd name="T70" fmla="*/ 207 w 300"/>
              <a:gd name="T71" fmla="*/ 40 h 282"/>
              <a:gd name="T72" fmla="*/ 81 w 300"/>
              <a:gd name="T73" fmla="*/ 105 h 282"/>
              <a:gd name="T74" fmla="*/ 76 w 300"/>
              <a:gd name="T75" fmla="*/ 128 h 282"/>
              <a:gd name="T76" fmla="*/ 70 w 300"/>
              <a:gd name="T77" fmla="*/ 151 h 282"/>
              <a:gd name="T78" fmla="*/ 93 w 300"/>
              <a:gd name="T79" fmla="*/ 152 h 282"/>
              <a:gd name="T80" fmla="*/ 87 w 300"/>
              <a:gd name="T81" fmla="*/ 129 h 282"/>
              <a:gd name="T82" fmla="*/ 82 w 300"/>
              <a:gd name="T83" fmla="*/ 105 h 282"/>
              <a:gd name="T84" fmla="*/ 81 w 300"/>
              <a:gd name="T85" fmla="*/ 105 h 282"/>
              <a:gd name="T86" fmla="*/ 0 w 300"/>
              <a:gd name="T87" fmla="*/ 30 h 282"/>
              <a:gd name="T88" fmla="*/ 0 w 300"/>
              <a:gd name="T89" fmla="*/ 252 h 282"/>
              <a:gd name="T90" fmla="*/ 169 w 300"/>
              <a:gd name="T91" fmla="*/ 282 h 282"/>
              <a:gd name="T92" fmla="*/ 169 w 300"/>
              <a:gd name="T93" fmla="*/ 0 h 282"/>
              <a:gd name="T94" fmla="*/ 0 w 300"/>
              <a:gd name="T95" fmla="*/ 30 h 282"/>
              <a:gd name="T96" fmla="*/ 104 w 300"/>
              <a:gd name="T97" fmla="*/ 196 h 282"/>
              <a:gd name="T98" fmla="*/ 97 w 300"/>
              <a:gd name="T99" fmla="*/ 171 h 282"/>
              <a:gd name="T100" fmla="*/ 66 w 300"/>
              <a:gd name="T101" fmla="*/ 170 h 282"/>
              <a:gd name="T102" fmla="*/ 60 w 300"/>
              <a:gd name="T103" fmla="*/ 193 h 282"/>
              <a:gd name="T104" fmla="*/ 40 w 300"/>
              <a:gd name="T105" fmla="*/ 192 h 282"/>
              <a:gd name="T106" fmla="*/ 70 w 300"/>
              <a:gd name="T107" fmla="*/ 86 h 282"/>
              <a:gd name="T108" fmla="*/ 94 w 300"/>
              <a:gd name="T109" fmla="*/ 85 h 282"/>
              <a:gd name="T110" fmla="*/ 127 w 300"/>
              <a:gd name="T111" fmla="*/ 197 h 282"/>
              <a:gd name="T112" fmla="*/ 103 w 300"/>
              <a:gd name="T113" fmla="*/ 196 h 282"/>
              <a:gd name="T114" fmla="*/ 104 w 300"/>
              <a:gd name="T115" fmla="*/ 19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0" h="282">
                <a:moveTo>
                  <a:pt x="300" y="179"/>
                </a:moveTo>
                <a:cubicBezTo>
                  <a:pt x="299" y="186"/>
                  <a:pt x="290" y="191"/>
                  <a:pt x="273" y="195"/>
                </a:cubicBezTo>
                <a:cubicBezTo>
                  <a:pt x="256" y="199"/>
                  <a:pt x="234" y="201"/>
                  <a:pt x="207" y="201"/>
                </a:cubicBezTo>
                <a:cubicBezTo>
                  <a:pt x="200" y="201"/>
                  <a:pt x="192" y="201"/>
                  <a:pt x="185" y="201"/>
                </a:cubicBezTo>
                <a:lnTo>
                  <a:pt x="185" y="242"/>
                </a:lnTo>
                <a:cubicBezTo>
                  <a:pt x="192" y="242"/>
                  <a:pt x="200" y="242"/>
                  <a:pt x="207" y="242"/>
                </a:cubicBezTo>
                <a:cubicBezTo>
                  <a:pt x="234" y="242"/>
                  <a:pt x="255" y="240"/>
                  <a:pt x="273" y="235"/>
                </a:cubicBezTo>
                <a:cubicBezTo>
                  <a:pt x="290" y="231"/>
                  <a:pt x="299" y="225"/>
                  <a:pt x="300" y="218"/>
                </a:cubicBezTo>
                <a:lnTo>
                  <a:pt x="300" y="179"/>
                </a:lnTo>
                <a:close/>
                <a:moveTo>
                  <a:pt x="207" y="149"/>
                </a:moveTo>
                <a:cubicBezTo>
                  <a:pt x="200" y="149"/>
                  <a:pt x="192" y="149"/>
                  <a:pt x="185" y="149"/>
                </a:cubicBezTo>
                <a:lnTo>
                  <a:pt x="185" y="190"/>
                </a:lnTo>
                <a:cubicBezTo>
                  <a:pt x="192" y="191"/>
                  <a:pt x="200" y="191"/>
                  <a:pt x="207" y="191"/>
                </a:cubicBezTo>
                <a:cubicBezTo>
                  <a:pt x="234" y="191"/>
                  <a:pt x="256" y="188"/>
                  <a:pt x="273" y="184"/>
                </a:cubicBezTo>
                <a:cubicBezTo>
                  <a:pt x="290" y="179"/>
                  <a:pt x="299" y="174"/>
                  <a:pt x="300" y="167"/>
                </a:cubicBezTo>
                <a:lnTo>
                  <a:pt x="300" y="127"/>
                </a:lnTo>
                <a:cubicBezTo>
                  <a:pt x="299" y="134"/>
                  <a:pt x="290" y="139"/>
                  <a:pt x="273" y="143"/>
                </a:cubicBezTo>
                <a:cubicBezTo>
                  <a:pt x="255" y="147"/>
                  <a:pt x="233" y="149"/>
                  <a:pt x="207" y="149"/>
                </a:cubicBezTo>
                <a:lnTo>
                  <a:pt x="207" y="149"/>
                </a:lnTo>
                <a:close/>
                <a:moveTo>
                  <a:pt x="207" y="98"/>
                </a:moveTo>
                <a:cubicBezTo>
                  <a:pt x="200" y="98"/>
                  <a:pt x="192" y="97"/>
                  <a:pt x="185" y="97"/>
                </a:cubicBezTo>
                <a:lnTo>
                  <a:pt x="185" y="139"/>
                </a:lnTo>
                <a:cubicBezTo>
                  <a:pt x="192" y="139"/>
                  <a:pt x="200" y="139"/>
                  <a:pt x="207" y="139"/>
                </a:cubicBezTo>
                <a:cubicBezTo>
                  <a:pt x="233" y="139"/>
                  <a:pt x="255" y="137"/>
                  <a:pt x="273" y="132"/>
                </a:cubicBezTo>
                <a:cubicBezTo>
                  <a:pt x="290" y="128"/>
                  <a:pt x="299" y="122"/>
                  <a:pt x="300" y="116"/>
                </a:cubicBezTo>
                <a:lnTo>
                  <a:pt x="300" y="75"/>
                </a:lnTo>
                <a:cubicBezTo>
                  <a:pt x="299" y="82"/>
                  <a:pt x="290" y="88"/>
                  <a:pt x="273" y="92"/>
                </a:cubicBezTo>
                <a:cubicBezTo>
                  <a:pt x="255" y="96"/>
                  <a:pt x="233" y="98"/>
                  <a:pt x="207" y="98"/>
                </a:cubicBezTo>
                <a:close/>
                <a:moveTo>
                  <a:pt x="207" y="40"/>
                </a:moveTo>
                <a:cubicBezTo>
                  <a:pt x="200" y="40"/>
                  <a:pt x="192" y="40"/>
                  <a:pt x="185" y="41"/>
                </a:cubicBezTo>
                <a:lnTo>
                  <a:pt x="185" y="87"/>
                </a:lnTo>
                <a:cubicBezTo>
                  <a:pt x="192" y="87"/>
                  <a:pt x="200" y="88"/>
                  <a:pt x="207" y="88"/>
                </a:cubicBezTo>
                <a:cubicBezTo>
                  <a:pt x="233" y="87"/>
                  <a:pt x="255" y="85"/>
                  <a:pt x="273" y="81"/>
                </a:cubicBezTo>
                <a:cubicBezTo>
                  <a:pt x="290" y="76"/>
                  <a:pt x="299" y="71"/>
                  <a:pt x="300" y="64"/>
                </a:cubicBezTo>
                <a:cubicBezTo>
                  <a:pt x="299" y="57"/>
                  <a:pt x="290" y="51"/>
                  <a:pt x="273" y="47"/>
                </a:cubicBezTo>
                <a:cubicBezTo>
                  <a:pt x="255" y="42"/>
                  <a:pt x="233" y="40"/>
                  <a:pt x="207" y="40"/>
                </a:cubicBezTo>
                <a:close/>
                <a:moveTo>
                  <a:pt x="81" y="105"/>
                </a:moveTo>
                <a:cubicBezTo>
                  <a:pt x="81" y="107"/>
                  <a:pt x="79" y="115"/>
                  <a:pt x="76" y="128"/>
                </a:cubicBezTo>
                <a:lnTo>
                  <a:pt x="70" y="151"/>
                </a:lnTo>
                <a:lnTo>
                  <a:pt x="93" y="152"/>
                </a:lnTo>
                <a:lnTo>
                  <a:pt x="87" y="129"/>
                </a:lnTo>
                <a:cubicBezTo>
                  <a:pt x="84" y="115"/>
                  <a:pt x="82" y="107"/>
                  <a:pt x="82" y="105"/>
                </a:cubicBezTo>
                <a:lnTo>
                  <a:pt x="81" y="105"/>
                </a:lnTo>
                <a:close/>
                <a:moveTo>
                  <a:pt x="0" y="30"/>
                </a:moveTo>
                <a:lnTo>
                  <a:pt x="0" y="252"/>
                </a:lnTo>
                <a:lnTo>
                  <a:pt x="169" y="282"/>
                </a:lnTo>
                <a:lnTo>
                  <a:pt x="169" y="0"/>
                </a:lnTo>
                <a:lnTo>
                  <a:pt x="0" y="30"/>
                </a:lnTo>
                <a:close/>
                <a:moveTo>
                  <a:pt x="104" y="196"/>
                </a:moveTo>
                <a:lnTo>
                  <a:pt x="97" y="171"/>
                </a:lnTo>
                <a:lnTo>
                  <a:pt x="66" y="170"/>
                </a:lnTo>
                <a:lnTo>
                  <a:pt x="60" y="193"/>
                </a:lnTo>
                <a:lnTo>
                  <a:pt x="40" y="192"/>
                </a:lnTo>
                <a:lnTo>
                  <a:pt x="70" y="86"/>
                </a:lnTo>
                <a:lnTo>
                  <a:pt x="94" y="85"/>
                </a:lnTo>
                <a:lnTo>
                  <a:pt x="127" y="197"/>
                </a:lnTo>
                <a:lnTo>
                  <a:pt x="103" y="196"/>
                </a:lnTo>
                <a:lnTo>
                  <a:pt x="104" y="196"/>
                </a:lnTo>
                <a:close/>
              </a:path>
            </a:pathLst>
          </a:custGeom>
          <a:solidFill>
            <a:srgbClr val="A13439"/>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74" name="File_Zip" descr="{&quot;Key&quot;:&quot;POWER_USER_SHAPE_ICON&quot;,&quot;Value&quot;:&quot;POWER_USER_SHAPE_ICON_STYLE_1&quot;}">
            <a:extLst>
              <a:ext uri="{FF2B5EF4-FFF2-40B4-BE49-F238E27FC236}">
                <a16:creationId xmlns:a16="http://schemas.microsoft.com/office/drawing/2014/main" id="{152A9B23-7AEF-4DA9-A734-4931CE356BF7}"/>
              </a:ext>
            </a:extLst>
          </p:cNvPr>
          <p:cNvGrpSpPr>
            <a:grpSpLocks noChangeAspect="1"/>
          </p:cNvGrpSpPr>
          <p:nvPr>
            <p:custDataLst>
              <p:tags r:id="rId10"/>
            </p:custDataLst>
          </p:nvPr>
        </p:nvGrpSpPr>
        <p:grpSpPr bwMode="auto">
          <a:xfrm>
            <a:off x="4111168" y="388211"/>
            <a:ext cx="474327" cy="542925"/>
            <a:chOff x="4860" y="3100"/>
            <a:chExt cx="809" cy="926"/>
          </a:xfrm>
          <a:solidFill>
            <a:schemeClr val="accent1"/>
          </a:solidFill>
        </p:grpSpPr>
        <p:sp>
          <p:nvSpPr>
            <p:cNvPr id="75" name="Freeform 51">
              <a:extLst>
                <a:ext uri="{FF2B5EF4-FFF2-40B4-BE49-F238E27FC236}">
                  <a16:creationId xmlns:a16="http://schemas.microsoft.com/office/drawing/2014/main" id="{01A40AEB-D258-4B95-A80D-6F3EBC800730}"/>
                </a:ext>
              </a:extLst>
            </p:cNvPr>
            <p:cNvSpPr>
              <a:spLocks noEditPoints="1"/>
            </p:cNvSpPr>
            <p:nvPr/>
          </p:nvSpPr>
          <p:spPr bwMode="auto">
            <a:xfrm>
              <a:off x="4860" y="3100"/>
              <a:ext cx="809" cy="926"/>
            </a:xfrm>
            <a:custGeom>
              <a:avLst/>
              <a:gdLst>
                <a:gd name="T0" fmla="*/ 166 w 175"/>
                <a:gd name="T1" fmla="*/ 45 h 200"/>
                <a:gd name="T2" fmla="*/ 149 w 175"/>
                <a:gd name="T3" fmla="*/ 25 h 200"/>
                <a:gd name="T4" fmla="*/ 130 w 175"/>
                <a:gd name="T5" fmla="*/ 8 h 200"/>
                <a:gd name="T6" fmla="*/ 112 w 175"/>
                <a:gd name="T7" fmla="*/ 0 h 200"/>
                <a:gd name="T8" fmla="*/ 15 w 175"/>
                <a:gd name="T9" fmla="*/ 0 h 200"/>
                <a:gd name="T10" fmla="*/ 0 w 175"/>
                <a:gd name="T11" fmla="*/ 16 h 200"/>
                <a:gd name="T12" fmla="*/ 0 w 175"/>
                <a:gd name="T13" fmla="*/ 184 h 200"/>
                <a:gd name="T14" fmla="*/ 15 w 175"/>
                <a:gd name="T15" fmla="*/ 200 h 200"/>
                <a:gd name="T16" fmla="*/ 159 w 175"/>
                <a:gd name="T17" fmla="*/ 200 h 200"/>
                <a:gd name="T18" fmla="*/ 175 w 175"/>
                <a:gd name="T19" fmla="*/ 184 h 200"/>
                <a:gd name="T20" fmla="*/ 175 w 175"/>
                <a:gd name="T21" fmla="*/ 63 h 200"/>
                <a:gd name="T22" fmla="*/ 166 w 175"/>
                <a:gd name="T23" fmla="*/ 45 h 200"/>
                <a:gd name="T24" fmla="*/ 166 w 175"/>
                <a:gd name="T25" fmla="*/ 45 h 200"/>
                <a:gd name="T26" fmla="*/ 140 w 175"/>
                <a:gd name="T27" fmla="*/ 34 h 200"/>
                <a:gd name="T28" fmla="*/ 155 w 175"/>
                <a:gd name="T29" fmla="*/ 50 h 200"/>
                <a:gd name="T30" fmla="*/ 124 w 175"/>
                <a:gd name="T31" fmla="*/ 50 h 200"/>
                <a:gd name="T32" fmla="*/ 124 w 175"/>
                <a:gd name="T33" fmla="*/ 20 h 200"/>
                <a:gd name="T34" fmla="*/ 140 w 175"/>
                <a:gd name="T35" fmla="*/ 34 h 200"/>
                <a:gd name="T36" fmla="*/ 140 w 175"/>
                <a:gd name="T37" fmla="*/ 34 h 200"/>
                <a:gd name="T38" fmla="*/ 140 w 175"/>
                <a:gd name="T39" fmla="*/ 34 h 200"/>
                <a:gd name="T40" fmla="*/ 162 w 175"/>
                <a:gd name="T41" fmla="*/ 184 h 200"/>
                <a:gd name="T42" fmla="*/ 159 w 175"/>
                <a:gd name="T43" fmla="*/ 188 h 200"/>
                <a:gd name="T44" fmla="*/ 15 w 175"/>
                <a:gd name="T45" fmla="*/ 188 h 200"/>
                <a:gd name="T46" fmla="*/ 12 w 175"/>
                <a:gd name="T47" fmla="*/ 184 h 200"/>
                <a:gd name="T48" fmla="*/ 12 w 175"/>
                <a:gd name="T49" fmla="*/ 16 h 200"/>
                <a:gd name="T50" fmla="*/ 15 w 175"/>
                <a:gd name="T51" fmla="*/ 13 h 200"/>
                <a:gd name="T52" fmla="*/ 112 w 175"/>
                <a:gd name="T53" fmla="*/ 13 h 200"/>
                <a:gd name="T54" fmla="*/ 112 w 175"/>
                <a:gd name="T55" fmla="*/ 56 h 200"/>
                <a:gd name="T56" fmla="*/ 118 w 175"/>
                <a:gd name="T57" fmla="*/ 63 h 200"/>
                <a:gd name="T58" fmla="*/ 162 w 175"/>
                <a:gd name="T59" fmla="*/ 63 h 200"/>
                <a:gd name="T60" fmla="*/ 162 w 175"/>
                <a:gd name="T61" fmla="*/ 184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5" h="200">
                  <a:moveTo>
                    <a:pt x="166" y="45"/>
                  </a:moveTo>
                  <a:cubicBezTo>
                    <a:pt x="162" y="39"/>
                    <a:pt x="156" y="32"/>
                    <a:pt x="149" y="25"/>
                  </a:cubicBezTo>
                  <a:cubicBezTo>
                    <a:pt x="143" y="19"/>
                    <a:pt x="136" y="13"/>
                    <a:pt x="130" y="8"/>
                  </a:cubicBezTo>
                  <a:cubicBezTo>
                    <a:pt x="120" y="1"/>
                    <a:pt x="115" y="0"/>
                    <a:pt x="112" y="0"/>
                  </a:cubicBezTo>
                  <a:lnTo>
                    <a:pt x="15" y="0"/>
                  </a:lnTo>
                  <a:cubicBezTo>
                    <a:pt x="7" y="0"/>
                    <a:pt x="0" y="7"/>
                    <a:pt x="0" y="16"/>
                  </a:cubicBezTo>
                  <a:lnTo>
                    <a:pt x="0" y="184"/>
                  </a:lnTo>
                  <a:cubicBezTo>
                    <a:pt x="0" y="193"/>
                    <a:pt x="7" y="200"/>
                    <a:pt x="15" y="200"/>
                  </a:cubicBezTo>
                  <a:lnTo>
                    <a:pt x="159" y="200"/>
                  </a:lnTo>
                  <a:cubicBezTo>
                    <a:pt x="167" y="200"/>
                    <a:pt x="175" y="193"/>
                    <a:pt x="175" y="184"/>
                  </a:cubicBezTo>
                  <a:lnTo>
                    <a:pt x="175" y="63"/>
                  </a:lnTo>
                  <a:cubicBezTo>
                    <a:pt x="175" y="60"/>
                    <a:pt x="174" y="55"/>
                    <a:pt x="166" y="45"/>
                  </a:cubicBezTo>
                  <a:lnTo>
                    <a:pt x="166" y="45"/>
                  </a:lnTo>
                  <a:close/>
                  <a:moveTo>
                    <a:pt x="140" y="34"/>
                  </a:moveTo>
                  <a:cubicBezTo>
                    <a:pt x="146" y="40"/>
                    <a:pt x="151" y="46"/>
                    <a:pt x="155" y="50"/>
                  </a:cubicBezTo>
                  <a:lnTo>
                    <a:pt x="124" y="50"/>
                  </a:lnTo>
                  <a:lnTo>
                    <a:pt x="124" y="20"/>
                  </a:lnTo>
                  <a:cubicBezTo>
                    <a:pt x="129" y="23"/>
                    <a:pt x="134" y="28"/>
                    <a:pt x="140" y="34"/>
                  </a:cubicBezTo>
                  <a:lnTo>
                    <a:pt x="140" y="34"/>
                  </a:lnTo>
                  <a:lnTo>
                    <a:pt x="140" y="34"/>
                  </a:lnTo>
                  <a:close/>
                  <a:moveTo>
                    <a:pt x="162" y="184"/>
                  </a:moveTo>
                  <a:cubicBezTo>
                    <a:pt x="162" y="186"/>
                    <a:pt x="161" y="188"/>
                    <a:pt x="159" y="188"/>
                  </a:cubicBezTo>
                  <a:lnTo>
                    <a:pt x="15" y="188"/>
                  </a:lnTo>
                  <a:cubicBezTo>
                    <a:pt x="13" y="188"/>
                    <a:pt x="12" y="186"/>
                    <a:pt x="12" y="184"/>
                  </a:cubicBezTo>
                  <a:lnTo>
                    <a:pt x="12" y="16"/>
                  </a:lnTo>
                  <a:cubicBezTo>
                    <a:pt x="12" y="14"/>
                    <a:pt x="13" y="13"/>
                    <a:pt x="15" y="13"/>
                  </a:cubicBezTo>
                  <a:lnTo>
                    <a:pt x="112" y="13"/>
                  </a:lnTo>
                  <a:lnTo>
                    <a:pt x="112" y="56"/>
                  </a:lnTo>
                  <a:cubicBezTo>
                    <a:pt x="112" y="60"/>
                    <a:pt x="115" y="63"/>
                    <a:pt x="118" y="63"/>
                  </a:cubicBezTo>
                  <a:lnTo>
                    <a:pt x="162" y="63"/>
                  </a:lnTo>
                  <a:lnTo>
                    <a:pt x="162" y="18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6" name="Rectangle 52">
              <a:extLst>
                <a:ext uri="{FF2B5EF4-FFF2-40B4-BE49-F238E27FC236}">
                  <a16:creationId xmlns:a16="http://schemas.microsoft.com/office/drawing/2014/main" id="{F678B694-A171-42A7-840C-C88F1D6F088E}"/>
                </a:ext>
              </a:extLst>
            </p:cNvPr>
            <p:cNvSpPr>
              <a:spLocks noChangeArrowheads="1"/>
            </p:cNvSpPr>
            <p:nvPr/>
          </p:nvSpPr>
          <p:spPr bwMode="auto">
            <a:xfrm>
              <a:off x="5031" y="3160"/>
              <a:ext cx="116" cy="56"/>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7" name="Rectangle 53">
              <a:extLst>
                <a:ext uri="{FF2B5EF4-FFF2-40B4-BE49-F238E27FC236}">
                  <a16:creationId xmlns:a16="http://schemas.microsoft.com/office/drawing/2014/main" id="{93FF380A-B597-4789-99A9-558E9303E100}"/>
                </a:ext>
              </a:extLst>
            </p:cNvPr>
            <p:cNvSpPr>
              <a:spLocks noChangeArrowheads="1"/>
            </p:cNvSpPr>
            <p:nvPr/>
          </p:nvSpPr>
          <p:spPr bwMode="auto">
            <a:xfrm>
              <a:off x="5147" y="3216"/>
              <a:ext cx="115" cy="60"/>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8" name="Rectangle 54">
              <a:extLst>
                <a:ext uri="{FF2B5EF4-FFF2-40B4-BE49-F238E27FC236}">
                  <a16:creationId xmlns:a16="http://schemas.microsoft.com/office/drawing/2014/main" id="{35E02D7B-09B4-4AAB-ABAC-B1CAD1EDAE86}"/>
                </a:ext>
              </a:extLst>
            </p:cNvPr>
            <p:cNvSpPr>
              <a:spLocks noChangeArrowheads="1"/>
            </p:cNvSpPr>
            <p:nvPr/>
          </p:nvSpPr>
          <p:spPr bwMode="auto">
            <a:xfrm>
              <a:off x="5031" y="3276"/>
              <a:ext cx="116" cy="56"/>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9" name="Rectangle 55">
              <a:extLst>
                <a:ext uri="{FF2B5EF4-FFF2-40B4-BE49-F238E27FC236}">
                  <a16:creationId xmlns:a16="http://schemas.microsoft.com/office/drawing/2014/main" id="{00C5843A-3CB4-4A50-8B19-5D7D8B1D533E}"/>
                </a:ext>
              </a:extLst>
            </p:cNvPr>
            <p:cNvSpPr>
              <a:spLocks noChangeArrowheads="1"/>
            </p:cNvSpPr>
            <p:nvPr/>
          </p:nvSpPr>
          <p:spPr bwMode="auto">
            <a:xfrm>
              <a:off x="5147" y="3332"/>
              <a:ext cx="115" cy="60"/>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0" name="Rectangle 56">
              <a:extLst>
                <a:ext uri="{FF2B5EF4-FFF2-40B4-BE49-F238E27FC236}">
                  <a16:creationId xmlns:a16="http://schemas.microsoft.com/office/drawing/2014/main" id="{3B852C08-36AD-402D-907E-438E8C5B826B}"/>
                </a:ext>
              </a:extLst>
            </p:cNvPr>
            <p:cNvSpPr>
              <a:spLocks noChangeArrowheads="1"/>
            </p:cNvSpPr>
            <p:nvPr/>
          </p:nvSpPr>
          <p:spPr bwMode="auto">
            <a:xfrm>
              <a:off x="5031" y="3392"/>
              <a:ext cx="116" cy="5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1" name="Rectangle 57">
              <a:extLst>
                <a:ext uri="{FF2B5EF4-FFF2-40B4-BE49-F238E27FC236}">
                  <a16:creationId xmlns:a16="http://schemas.microsoft.com/office/drawing/2014/main" id="{B6E5FFA4-56E0-440C-AB44-CC460A5D2859}"/>
                </a:ext>
              </a:extLst>
            </p:cNvPr>
            <p:cNvSpPr>
              <a:spLocks noChangeArrowheads="1"/>
            </p:cNvSpPr>
            <p:nvPr/>
          </p:nvSpPr>
          <p:spPr bwMode="auto">
            <a:xfrm>
              <a:off x="5147" y="3447"/>
              <a:ext cx="115" cy="61"/>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2" name="Rectangle 58">
              <a:extLst>
                <a:ext uri="{FF2B5EF4-FFF2-40B4-BE49-F238E27FC236}">
                  <a16:creationId xmlns:a16="http://schemas.microsoft.com/office/drawing/2014/main" id="{E5EE8D15-BFA7-4D53-8E91-AFD1861620A1}"/>
                </a:ext>
              </a:extLst>
            </p:cNvPr>
            <p:cNvSpPr>
              <a:spLocks noChangeArrowheads="1"/>
            </p:cNvSpPr>
            <p:nvPr/>
          </p:nvSpPr>
          <p:spPr bwMode="auto">
            <a:xfrm>
              <a:off x="5031" y="3508"/>
              <a:ext cx="116" cy="5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3" name="Rectangle 59">
              <a:extLst>
                <a:ext uri="{FF2B5EF4-FFF2-40B4-BE49-F238E27FC236}">
                  <a16:creationId xmlns:a16="http://schemas.microsoft.com/office/drawing/2014/main" id="{F7527C42-43BC-491B-B7A4-966F8C54CC4D}"/>
                </a:ext>
              </a:extLst>
            </p:cNvPr>
            <p:cNvSpPr>
              <a:spLocks noChangeArrowheads="1"/>
            </p:cNvSpPr>
            <p:nvPr/>
          </p:nvSpPr>
          <p:spPr bwMode="auto">
            <a:xfrm>
              <a:off x="5147" y="3563"/>
              <a:ext cx="115" cy="60"/>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4" name="Freeform 60">
              <a:extLst>
                <a:ext uri="{FF2B5EF4-FFF2-40B4-BE49-F238E27FC236}">
                  <a16:creationId xmlns:a16="http://schemas.microsoft.com/office/drawing/2014/main" id="{6E62E22B-850F-463A-9771-B40F981DD768}"/>
                </a:ext>
              </a:extLst>
            </p:cNvPr>
            <p:cNvSpPr>
              <a:spLocks noEditPoints="1"/>
            </p:cNvSpPr>
            <p:nvPr/>
          </p:nvSpPr>
          <p:spPr bwMode="auto">
            <a:xfrm>
              <a:off x="5031" y="3623"/>
              <a:ext cx="231" cy="288"/>
            </a:xfrm>
            <a:custGeom>
              <a:avLst/>
              <a:gdLst>
                <a:gd name="T0" fmla="*/ 0 w 50"/>
                <a:gd name="T1" fmla="*/ 53 h 62"/>
                <a:gd name="T2" fmla="*/ 9 w 50"/>
                <a:gd name="T3" fmla="*/ 62 h 62"/>
                <a:gd name="T4" fmla="*/ 41 w 50"/>
                <a:gd name="T5" fmla="*/ 62 h 62"/>
                <a:gd name="T6" fmla="*/ 50 w 50"/>
                <a:gd name="T7" fmla="*/ 53 h 62"/>
                <a:gd name="T8" fmla="*/ 50 w 50"/>
                <a:gd name="T9" fmla="*/ 21 h 62"/>
                <a:gd name="T10" fmla="*/ 41 w 50"/>
                <a:gd name="T11" fmla="*/ 12 h 62"/>
                <a:gd name="T12" fmla="*/ 25 w 50"/>
                <a:gd name="T13" fmla="*/ 12 h 62"/>
                <a:gd name="T14" fmla="*/ 25 w 50"/>
                <a:gd name="T15" fmla="*/ 0 h 62"/>
                <a:gd name="T16" fmla="*/ 0 w 50"/>
                <a:gd name="T17" fmla="*/ 0 h 62"/>
                <a:gd name="T18" fmla="*/ 0 w 50"/>
                <a:gd name="T19" fmla="*/ 53 h 62"/>
                <a:gd name="T20" fmla="*/ 38 w 50"/>
                <a:gd name="T21" fmla="*/ 37 h 62"/>
                <a:gd name="T22" fmla="*/ 38 w 50"/>
                <a:gd name="T23" fmla="*/ 50 h 62"/>
                <a:gd name="T24" fmla="*/ 13 w 50"/>
                <a:gd name="T25" fmla="*/ 50 h 62"/>
                <a:gd name="T26" fmla="*/ 13 w 50"/>
                <a:gd name="T27" fmla="*/ 37 h 62"/>
                <a:gd name="T28" fmla="*/ 38 w 50"/>
                <a:gd name="T29" fmla="*/ 3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62">
                  <a:moveTo>
                    <a:pt x="0" y="53"/>
                  </a:moveTo>
                  <a:cubicBezTo>
                    <a:pt x="0" y="58"/>
                    <a:pt x="4" y="62"/>
                    <a:pt x="9" y="62"/>
                  </a:cubicBezTo>
                  <a:lnTo>
                    <a:pt x="41" y="62"/>
                  </a:lnTo>
                  <a:cubicBezTo>
                    <a:pt x="46" y="62"/>
                    <a:pt x="50" y="58"/>
                    <a:pt x="50" y="53"/>
                  </a:cubicBezTo>
                  <a:lnTo>
                    <a:pt x="50" y="21"/>
                  </a:lnTo>
                  <a:cubicBezTo>
                    <a:pt x="50" y="16"/>
                    <a:pt x="46" y="12"/>
                    <a:pt x="41" y="12"/>
                  </a:cubicBezTo>
                  <a:lnTo>
                    <a:pt x="25" y="12"/>
                  </a:lnTo>
                  <a:lnTo>
                    <a:pt x="25" y="0"/>
                  </a:lnTo>
                  <a:lnTo>
                    <a:pt x="0" y="0"/>
                  </a:lnTo>
                  <a:lnTo>
                    <a:pt x="0" y="53"/>
                  </a:lnTo>
                  <a:close/>
                  <a:moveTo>
                    <a:pt x="38" y="37"/>
                  </a:moveTo>
                  <a:lnTo>
                    <a:pt x="38" y="50"/>
                  </a:lnTo>
                  <a:lnTo>
                    <a:pt x="13" y="50"/>
                  </a:lnTo>
                  <a:lnTo>
                    <a:pt x="13" y="37"/>
                  </a:lnTo>
                  <a:lnTo>
                    <a:pt x="38" y="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85" name="File_OneDrive" descr="{&quot;Key&quot;:&quot;POWER_USER_SHAPE_ICON&quot;,&quot;Value&quot;:&quot;POWER_USER_SHAPE_ICON_STYLE_1&quot;}">
            <a:extLst>
              <a:ext uri="{FF2B5EF4-FFF2-40B4-BE49-F238E27FC236}">
                <a16:creationId xmlns:a16="http://schemas.microsoft.com/office/drawing/2014/main" id="{1319DB0C-5742-4FB1-B315-566F15B33F6C}"/>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8779292" y="-67776"/>
            <a:ext cx="1219200" cy="1219200"/>
          </a:xfrm>
          <a:prstGeom prst="rect">
            <a:avLst/>
          </a:prstGeom>
          <a:noFill/>
          <a:extLst>
            <a:ext uri="{909E8E84-426E-40DD-AFC4-6F175D3DCCD1}">
              <a14:hiddenFill xmlns:a14="http://schemas.microsoft.com/office/drawing/2010/main">
                <a:solidFill>
                  <a:srgbClr val="FFFFFF"/>
                </a:solidFill>
              </a14:hiddenFill>
            </a:ext>
          </a:extLst>
        </p:spPr>
      </p:pic>
      <p:grpSp>
        <p:nvGrpSpPr>
          <p:cNvPr id="86" name="Running4" descr="{&quot;Key&quot;:&quot;POWER_USER_SHAPE_ICON&quot;,&quot;Value&quot;:&quot;POWER_USER_SHAPE_ICON_STYLE_1&quot;}">
            <a:extLst>
              <a:ext uri="{FF2B5EF4-FFF2-40B4-BE49-F238E27FC236}">
                <a16:creationId xmlns:a16="http://schemas.microsoft.com/office/drawing/2014/main" id="{0CE48263-228C-4A5D-AAAF-4F3D24D75C52}"/>
              </a:ext>
            </a:extLst>
          </p:cNvPr>
          <p:cNvGrpSpPr>
            <a:grpSpLocks noChangeAspect="1"/>
          </p:cNvGrpSpPr>
          <p:nvPr>
            <p:custDataLst>
              <p:tags r:id="rId11"/>
            </p:custDataLst>
          </p:nvPr>
        </p:nvGrpSpPr>
        <p:grpSpPr bwMode="auto">
          <a:xfrm>
            <a:off x="9952251" y="275562"/>
            <a:ext cx="427648" cy="542925"/>
            <a:chOff x="2720" y="728"/>
            <a:chExt cx="2096" cy="2661"/>
          </a:xfrm>
          <a:solidFill>
            <a:schemeClr val="accent1"/>
          </a:solidFill>
        </p:grpSpPr>
        <p:sp>
          <p:nvSpPr>
            <p:cNvPr id="87" name="Freeform 635">
              <a:extLst>
                <a:ext uri="{FF2B5EF4-FFF2-40B4-BE49-F238E27FC236}">
                  <a16:creationId xmlns:a16="http://schemas.microsoft.com/office/drawing/2014/main" id="{5CF681F9-D9DC-4249-97D3-806F1DB3A67E}"/>
                </a:ext>
              </a:extLst>
            </p:cNvPr>
            <p:cNvSpPr>
              <a:spLocks/>
            </p:cNvSpPr>
            <p:nvPr/>
          </p:nvSpPr>
          <p:spPr bwMode="auto">
            <a:xfrm>
              <a:off x="2720" y="1511"/>
              <a:ext cx="2096" cy="1878"/>
            </a:xfrm>
            <a:custGeom>
              <a:avLst/>
              <a:gdLst>
                <a:gd name="T0" fmla="*/ 462 w 528"/>
                <a:gd name="T1" fmla="*/ 66 h 472"/>
                <a:gd name="T2" fmla="*/ 271 w 528"/>
                <a:gd name="T3" fmla="*/ 16 h 472"/>
                <a:gd name="T4" fmla="*/ 233 w 528"/>
                <a:gd name="T5" fmla="*/ 2 h 472"/>
                <a:gd name="T6" fmla="*/ 54 w 528"/>
                <a:gd name="T7" fmla="*/ 187 h 472"/>
                <a:gd name="T8" fmla="*/ 95 w 528"/>
                <a:gd name="T9" fmla="*/ 229 h 472"/>
                <a:gd name="T10" fmla="*/ 137 w 528"/>
                <a:gd name="T11" fmla="*/ 187 h 472"/>
                <a:gd name="T12" fmla="*/ 184 w 528"/>
                <a:gd name="T13" fmla="*/ 109 h 472"/>
                <a:gd name="T14" fmla="*/ 198 w 528"/>
                <a:gd name="T15" fmla="*/ 216 h 472"/>
                <a:gd name="T16" fmla="*/ 199 w 528"/>
                <a:gd name="T17" fmla="*/ 220 h 472"/>
                <a:gd name="T18" fmla="*/ 30 w 528"/>
                <a:gd name="T19" fmla="*/ 389 h 472"/>
                <a:gd name="T20" fmla="*/ 9 w 528"/>
                <a:gd name="T21" fmla="*/ 444 h 472"/>
                <a:gd name="T22" fmla="*/ 47 w 528"/>
                <a:gd name="T23" fmla="*/ 469 h 472"/>
                <a:gd name="T24" fmla="*/ 64 w 528"/>
                <a:gd name="T25" fmla="*/ 466 h 472"/>
                <a:gd name="T26" fmla="*/ 274 w 528"/>
                <a:gd name="T27" fmla="*/ 269 h 472"/>
                <a:gd name="T28" fmla="*/ 414 w 528"/>
                <a:gd name="T29" fmla="*/ 433 h 472"/>
                <a:gd name="T30" fmla="*/ 461 w 528"/>
                <a:gd name="T31" fmla="*/ 469 h 472"/>
                <a:gd name="T32" fmla="*/ 497 w 528"/>
                <a:gd name="T33" fmla="*/ 422 h 472"/>
                <a:gd name="T34" fmla="*/ 310 w 528"/>
                <a:gd name="T35" fmla="*/ 193 h 472"/>
                <a:gd name="T36" fmla="*/ 310 w 528"/>
                <a:gd name="T37" fmla="*/ 193 h 472"/>
                <a:gd name="T38" fmla="*/ 294 w 528"/>
                <a:gd name="T39" fmla="*/ 137 h 472"/>
                <a:gd name="T40" fmla="*/ 499 w 528"/>
                <a:gd name="T41" fmla="*/ 141 h 472"/>
                <a:gd name="T42" fmla="*/ 518 w 528"/>
                <a:gd name="T43" fmla="*/ 85 h 472"/>
                <a:gd name="T44" fmla="*/ 462 w 528"/>
                <a:gd name="T45" fmla="*/ 66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28" h="472">
                  <a:moveTo>
                    <a:pt x="462" y="66"/>
                  </a:moveTo>
                  <a:cubicBezTo>
                    <a:pt x="360" y="117"/>
                    <a:pt x="275" y="20"/>
                    <a:pt x="271" y="16"/>
                  </a:cubicBezTo>
                  <a:cubicBezTo>
                    <a:pt x="262" y="5"/>
                    <a:pt x="247" y="0"/>
                    <a:pt x="233" y="2"/>
                  </a:cubicBezTo>
                  <a:cubicBezTo>
                    <a:pt x="171" y="13"/>
                    <a:pt x="54" y="65"/>
                    <a:pt x="54" y="187"/>
                  </a:cubicBezTo>
                  <a:cubicBezTo>
                    <a:pt x="54" y="210"/>
                    <a:pt x="72" y="229"/>
                    <a:pt x="95" y="229"/>
                  </a:cubicBezTo>
                  <a:cubicBezTo>
                    <a:pt x="118" y="229"/>
                    <a:pt x="137" y="210"/>
                    <a:pt x="137" y="187"/>
                  </a:cubicBezTo>
                  <a:cubicBezTo>
                    <a:pt x="137" y="149"/>
                    <a:pt x="160" y="124"/>
                    <a:pt x="184" y="109"/>
                  </a:cubicBezTo>
                  <a:cubicBezTo>
                    <a:pt x="181" y="138"/>
                    <a:pt x="184" y="174"/>
                    <a:pt x="198" y="216"/>
                  </a:cubicBezTo>
                  <a:cubicBezTo>
                    <a:pt x="198" y="217"/>
                    <a:pt x="198" y="218"/>
                    <a:pt x="199" y="220"/>
                  </a:cubicBezTo>
                  <a:cubicBezTo>
                    <a:pt x="199" y="220"/>
                    <a:pt x="208" y="310"/>
                    <a:pt x="30" y="389"/>
                  </a:cubicBezTo>
                  <a:cubicBezTo>
                    <a:pt x="9" y="399"/>
                    <a:pt x="0" y="423"/>
                    <a:pt x="9" y="444"/>
                  </a:cubicBezTo>
                  <a:cubicBezTo>
                    <a:pt x="16" y="460"/>
                    <a:pt x="31" y="469"/>
                    <a:pt x="47" y="469"/>
                  </a:cubicBezTo>
                  <a:cubicBezTo>
                    <a:pt x="53" y="469"/>
                    <a:pt x="59" y="468"/>
                    <a:pt x="64" y="466"/>
                  </a:cubicBezTo>
                  <a:cubicBezTo>
                    <a:pt x="209" y="401"/>
                    <a:pt x="258" y="323"/>
                    <a:pt x="274" y="269"/>
                  </a:cubicBezTo>
                  <a:cubicBezTo>
                    <a:pt x="325" y="292"/>
                    <a:pt x="401" y="342"/>
                    <a:pt x="414" y="433"/>
                  </a:cubicBezTo>
                  <a:cubicBezTo>
                    <a:pt x="417" y="456"/>
                    <a:pt x="439" y="472"/>
                    <a:pt x="461" y="469"/>
                  </a:cubicBezTo>
                  <a:cubicBezTo>
                    <a:pt x="484" y="466"/>
                    <a:pt x="500" y="444"/>
                    <a:pt x="497" y="422"/>
                  </a:cubicBezTo>
                  <a:cubicBezTo>
                    <a:pt x="478" y="292"/>
                    <a:pt x="377" y="224"/>
                    <a:pt x="310" y="193"/>
                  </a:cubicBezTo>
                  <a:cubicBezTo>
                    <a:pt x="310" y="193"/>
                    <a:pt x="310" y="193"/>
                    <a:pt x="310" y="193"/>
                  </a:cubicBezTo>
                  <a:cubicBezTo>
                    <a:pt x="301" y="171"/>
                    <a:pt x="296" y="152"/>
                    <a:pt x="294" y="137"/>
                  </a:cubicBezTo>
                  <a:cubicBezTo>
                    <a:pt x="350" y="165"/>
                    <a:pt x="423" y="179"/>
                    <a:pt x="499" y="141"/>
                  </a:cubicBezTo>
                  <a:cubicBezTo>
                    <a:pt x="520" y="130"/>
                    <a:pt x="528" y="105"/>
                    <a:pt x="518" y="85"/>
                  </a:cubicBezTo>
                  <a:cubicBezTo>
                    <a:pt x="508" y="64"/>
                    <a:pt x="483" y="56"/>
                    <a:pt x="462" y="6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8" name="Oval 636">
              <a:extLst>
                <a:ext uri="{FF2B5EF4-FFF2-40B4-BE49-F238E27FC236}">
                  <a16:creationId xmlns:a16="http://schemas.microsoft.com/office/drawing/2014/main" id="{409F6A4F-859B-43EC-AE31-68E721B81307}"/>
                </a:ext>
              </a:extLst>
            </p:cNvPr>
            <p:cNvSpPr>
              <a:spLocks noChangeArrowheads="1"/>
            </p:cNvSpPr>
            <p:nvPr/>
          </p:nvSpPr>
          <p:spPr bwMode="auto">
            <a:xfrm>
              <a:off x="3669" y="728"/>
              <a:ext cx="667" cy="668"/>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90" name="Block" descr="{&quot;Key&quot;:&quot;POWER_USER_SHAPE_ICON&quot;,&quot;Value&quot;:&quot;POWER_USER_SHAPE_ICON_STYLE_1&quot;}">
            <a:extLst>
              <a:ext uri="{FF2B5EF4-FFF2-40B4-BE49-F238E27FC236}">
                <a16:creationId xmlns:a16="http://schemas.microsoft.com/office/drawing/2014/main" id="{22F9C323-9E50-4AA4-B982-BF2DCCE25052}"/>
              </a:ext>
            </a:extLst>
          </p:cNvPr>
          <p:cNvSpPr>
            <a:spLocks noChangeAspect="1" noEditPoints="1"/>
          </p:cNvSpPr>
          <p:nvPr>
            <p:custDataLst>
              <p:tags r:id="rId12"/>
            </p:custDataLst>
          </p:nvPr>
        </p:nvSpPr>
        <p:spPr bwMode="auto">
          <a:xfrm>
            <a:off x="11462330" y="339992"/>
            <a:ext cx="476653" cy="542925"/>
          </a:xfrm>
          <a:custGeom>
            <a:avLst/>
            <a:gdLst>
              <a:gd name="T0" fmla="*/ 1889 w 3579"/>
              <a:gd name="T1" fmla="*/ 4076 h 4076"/>
              <a:gd name="T2" fmla="*/ 2684 w 3579"/>
              <a:gd name="T3" fmla="*/ 3617 h 4076"/>
              <a:gd name="T4" fmla="*/ 3579 w 3579"/>
              <a:gd name="T5" fmla="*/ 3101 h 4076"/>
              <a:gd name="T6" fmla="*/ 3579 w 3579"/>
              <a:gd name="T7" fmla="*/ 1149 h 4076"/>
              <a:gd name="T8" fmla="*/ 2784 w 3579"/>
              <a:gd name="T9" fmla="*/ 1608 h 4076"/>
              <a:gd name="T10" fmla="*/ 2784 w 3579"/>
              <a:gd name="T11" fmla="*/ 1608 h 4076"/>
              <a:gd name="T12" fmla="*/ 1889 w 3579"/>
              <a:gd name="T13" fmla="*/ 2125 h 4076"/>
              <a:gd name="T14" fmla="*/ 1889 w 3579"/>
              <a:gd name="T15" fmla="*/ 4076 h 4076"/>
              <a:gd name="T16" fmla="*/ 0 w 3579"/>
              <a:gd name="T17" fmla="*/ 1149 h 4076"/>
              <a:gd name="T18" fmla="*/ 0 w 3579"/>
              <a:gd name="T19" fmla="*/ 3101 h 4076"/>
              <a:gd name="T20" fmla="*/ 894 w 3579"/>
              <a:gd name="T21" fmla="*/ 3617 h 4076"/>
              <a:gd name="T22" fmla="*/ 1689 w 3579"/>
              <a:gd name="T23" fmla="*/ 4076 h 4076"/>
              <a:gd name="T24" fmla="*/ 1689 w 3579"/>
              <a:gd name="T25" fmla="*/ 2125 h 4076"/>
              <a:gd name="T26" fmla="*/ 795 w 3579"/>
              <a:gd name="T27" fmla="*/ 1608 h 4076"/>
              <a:gd name="T28" fmla="*/ 795 w 3579"/>
              <a:gd name="T29" fmla="*/ 1608 h 4076"/>
              <a:gd name="T30" fmla="*/ 0 w 3579"/>
              <a:gd name="T31" fmla="*/ 1149 h 4076"/>
              <a:gd name="T32" fmla="*/ 2684 w 3579"/>
              <a:gd name="T33" fmla="*/ 517 h 4076"/>
              <a:gd name="T34" fmla="*/ 1789 w 3579"/>
              <a:gd name="T35" fmla="*/ 0 h 4076"/>
              <a:gd name="T36" fmla="*/ 894 w 3579"/>
              <a:gd name="T37" fmla="*/ 517 h 4076"/>
              <a:gd name="T38" fmla="*/ 99 w 3579"/>
              <a:gd name="T39" fmla="*/ 976 h 4076"/>
              <a:gd name="T40" fmla="*/ 894 w 3579"/>
              <a:gd name="T41" fmla="*/ 1435 h 4076"/>
              <a:gd name="T42" fmla="*/ 895 w 3579"/>
              <a:gd name="T43" fmla="*/ 1435 h 4076"/>
              <a:gd name="T44" fmla="*/ 1789 w 3579"/>
              <a:gd name="T45" fmla="*/ 1952 h 4076"/>
              <a:gd name="T46" fmla="*/ 2684 w 3579"/>
              <a:gd name="T47" fmla="*/ 1435 h 4076"/>
              <a:gd name="T48" fmla="*/ 2684 w 3579"/>
              <a:gd name="T49" fmla="*/ 1435 h 4076"/>
              <a:gd name="T50" fmla="*/ 3480 w 3579"/>
              <a:gd name="T51" fmla="*/ 976 h 4076"/>
              <a:gd name="T52" fmla="*/ 2684 w 3579"/>
              <a:gd name="T53" fmla="*/ 517 h 4076"/>
              <a:gd name="T54" fmla="*/ 2684 w 3579"/>
              <a:gd name="T55" fmla="*/ 517 h 4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579" h="4076">
                <a:moveTo>
                  <a:pt x="1889" y="4076"/>
                </a:moveTo>
                <a:lnTo>
                  <a:pt x="2684" y="3617"/>
                </a:lnTo>
                <a:lnTo>
                  <a:pt x="3579" y="3101"/>
                </a:lnTo>
                <a:lnTo>
                  <a:pt x="3579" y="1149"/>
                </a:lnTo>
                <a:lnTo>
                  <a:pt x="2784" y="1608"/>
                </a:lnTo>
                <a:lnTo>
                  <a:pt x="2784" y="1608"/>
                </a:lnTo>
                <a:lnTo>
                  <a:pt x="1889" y="2125"/>
                </a:lnTo>
                <a:lnTo>
                  <a:pt x="1889" y="4076"/>
                </a:lnTo>
                <a:close/>
                <a:moveTo>
                  <a:pt x="0" y="1149"/>
                </a:moveTo>
                <a:lnTo>
                  <a:pt x="0" y="3101"/>
                </a:lnTo>
                <a:lnTo>
                  <a:pt x="894" y="3617"/>
                </a:lnTo>
                <a:lnTo>
                  <a:pt x="1689" y="4076"/>
                </a:lnTo>
                <a:lnTo>
                  <a:pt x="1689" y="2125"/>
                </a:lnTo>
                <a:lnTo>
                  <a:pt x="795" y="1608"/>
                </a:lnTo>
                <a:lnTo>
                  <a:pt x="795" y="1608"/>
                </a:lnTo>
                <a:lnTo>
                  <a:pt x="0" y="1149"/>
                </a:lnTo>
                <a:close/>
                <a:moveTo>
                  <a:pt x="2684" y="517"/>
                </a:moveTo>
                <a:lnTo>
                  <a:pt x="1789" y="0"/>
                </a:lnTo>
                <a:lnTo>
                  <a:pt x="894" y="517"/>
                </a:lnTo>
                <a:lnTo>
                  <a:pt x="99" y="976"/>
                </a:lnTo>
                <a:lnTo>
                  <a:pt x="894" y="1435"/>
                </a:lnTo>
                <a:lnTo>
                  <a:pt x="895" y="1435"/>
                </a:lnTo>
                <a:lnTo>
                  <a:pt x="1789" y="1952"/>
                </a:lnTo>
                <a:lnTo>
                  <a:pt x="2684" y="1435"/>
                </a:lnTo>
                <a:lnTo>
                  <a:pt x="2684" y="1435"/>
                </a:lnTo>
                <a:lnTo>
                  <a:pt x="3480" y="976"/>
                </a:lnTo>
                <a:lnTo>
                  <a:pt x="2684" y="517"/>
                </a:lnTo>
                <a:lnTo>
                  <a:pt x="2684" y="51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91" name="Content" descr="{&quot;Key&quot;:&quot;POWER_USER_SHAPE_ICON&quot;,&quot;Value&quot;:&quot;POWER_USER_SHAPE_ICON_STYLE_1&quot;}">
            <a:extLst>
              <a:ext uri="{FF2B5EF4-FFF2-40B4-BE49-F238E27FC236}">
                <a16:creationId xmlns:a16="http://schemas.microsoft.com/office/drawing/2014/main" id="{218B8F26-DC2A-4EAE-8329-276BC718ED4B}"/>
              </a:ext>
            </a:extLst>
          </p:cNvPr>
          <p:cNvGrpSpPr>
            <a:grpSpLocks noChangeAspect="1"/>
          </p:cNvGrpSpPr>
          <p:nvPr>
            <p:custDataLst>
              <p:tags r:id="rId13"/>
            </p:custDataLst>
          </p:nvPr>
        </p:nvGrpSpPr>
        <p:grpSpPr>
          <a:xfrm>
            <a:off x="207264" y="1378165"/>
            <a:ext cx="606026" cy="542925"/>
            <a:chOff x="4214813" y="5295901"/>
            <a:chExt cx="731838" cy="655637"/>
          </a:xfrm>
          <a:solidFill>
            <a:schemeClr val="accent1"/>
          </a:solidFill>
        </p:grpSpPr>
        <p:sp>
          <p:nvSpPr>
            <p:cNvPr id="92" name="Freeform 393">
              <a:extLst>
                <a:ext uri="{FF2B5EF4-FFF2-40B4-BE49-F238E27FC236}">
                  <a16:creationId xmlns:a16="http://schemas.microsoft.com/office/drawing/2014/main" id="{ABCEF4EF-1B10-40B7-9741-1400580597F9}"/>
                </a:ext>
              </a:extLst>
            </p:cNvPr>
            <p:cNvSpPr>
              <a:spLocks noEditPoints="1"/>
            </p:cNvSpPr>
            <p:nvPr/>
          </p:nvSpPr>
          <p:spPr bwMode="auto">
            <a:xfrm>
              <a:off x="4214813" y="5295901"/>
              <a:ext cx="731838" cy="107950"/>
            </a:xfrm>
            <a:custGeom>
              <a:avLst/>
              <a:gdLst>
                <a:gd name="T0" fmla="*/ 141 w 469"/>
                <a:gd name="T1" fmla="*/ 47 h 69"/>
                <a:gd name="T2" fmla="*/ 116 w 469"/>
                <a:gd name="T3" fmla="*/ 47 h 69"/>
                <a:gd name="T4" fmla="*/ 116 w 469"/>
                <a:gd name="T5" fmla="*/ 22 h 69"/>
                <a:gd name="T6" fmla="*/ 141 w 469"/>
                <a:gd name="T7" fmla="*/ 22 h 69"/>
                <a:gd name="T8" fmla="*/ 141 w 469"/>
                <a:gd name="T9" fmla="*/ 47 h 69"/>
                <a:gd name="T10" fmla="*/ 96 w 469"/>
                <a:gd name="T11" fmla="*/ 47 h 69"/>
                <a:gd name="T12" fmla="*/ 71 w 469"/>
                <a:gd name="T13" fmla="*/ 47 h 69"/>
                <a:gd name="T14" fmla="*/ 71 w 469"/>
                <a:gd name="T15" fmla="*/ 22 h 69"/>
                <a:gd name="T16" fmla="*/ 96 w 469"/>
                <a:gd name="T17" fmla="*/ 22 h 69"/>
                <a:gd name="T18" fmla="*/ 96 w 469"/>
                <a:gd name="T19" fmla="*/ 47 h 69"/>
                <a:gd name="T20" fmla="*/ 49 w 469"/>
                <a:gd name="T21" fmla="*/ 47 h 69"/>
                <a:gd name="T22" fmla="*/ 24 w 469"/>
                <a:gd name="T23" fmla="*/ 47 h 69"/>
                <a:gd name="T24" fmla="*/ 24 w 469"/>
                <a:gd name="T25" fmla="*/ 22 h 69"/>
                <a:gd name="T26" fmla="*/ 49 w 469"/>
                <a:gd name="T27" fmla="*/ 22 h 69"/>
                <a:gd name="T28" fmla="*/ 49 w 469"/>
                <a:gd name="T29" fmla="*/ 47 h 69"/>
                <a:gd name="T30" fmla="*/ 0 w 469"/>
                <a:gd name="T31" fmla="*/ 0 h 69"/>
                <a:gd name="T32" fmla="*/ 0 w 469"/>
                <a:gd name="T33" fmla="*/ 69 h 69"/>
                <a:gd name="T34" fmla="*/ 469 w 469"/>
                <a:gd name="T35" fmla="*/ 69 h 69"/>
                <a:gd name="T36" fmla="*/ 469 w 469"/>
                <a:gd name="T37" fmla="*/ 0 h 69"/>
                <a:gd name="T38" fmla="*/ 0 w 46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9" h="69">
                  <a:moveTo>
                    <a:pt x="141" y="47"/>
                  </a:moveTo>
                  <a:lnTo>
                    <a:pt x="116" y="47"/>
                  </a:lnTo>
                  <a:lnTo>
                    <a:pt x="116" y="22"/>
                  </a:lnTo>
                  <a:lnTo>
                    <a:pt x="141" y="22"/>
                  </a:lnTo>
                  <a:lnTo>
                    <a:pt x="141" y="47"/>
                  </a:lnTo>
                  <a:close/>
                  <a:moveTo>
                    <a:pt x="96" y="47"/>
                  </a:moveTo>
                  <a:lnTo>
                    <a:pt x="71" y="47"/>
                  </a:lnTo>
                  <a:lnTo>
                    <a:pt x="71" y="22"/>
                  </a:lnTo>
                  <a:lnTo>
                    <a:pt x="96" y="22"/>
                  </a:lnTo>
                  <a:lnTo>
                    <a:pt x="96" y="47"/>
                  </a:lnTo>
                  <a:close/>
                  <a:moveTo>
                    <a:pt x="49" y="47"/>
                  </a:moveTo>
                  <a:lnTo>
                    <a:pt x="24" y="47"/>
                  </a:lnTo>
                  <a:lnTo>
                    <a:pt x="24" y="22"/>
                  </a:lnTo>
                  <a:lnTo>
                    <a:pt x="49" y="22"/>
                  </a:lnTo>
                  <a:lnTo>
                    <a:pt x="49" y="47"/>
                  </a:lnTo>
                  <a:close/>
                  <a:moveTo>
                    <a:pt x="0" y="0"/>
                  </a:moveTo>
                  <a:lnTo>
                    <a:pt x="0" y="69"/>
                  </a:lnTo>
                  <a:lnTo>
                    <a:pt x="469" y="69"/>
                  </a:lnTo>
                  <a:lnTo>
                    <a:pt x="469" y="0"/>
                  </a:ln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3" name="Freeform 394">
              <a:extLst>
                <a:ext uri="{FF2B5EF4-FFF2-40B4-BE49-F238E27FC236}">
                  <a16:creationId xmlns:a16="http://schemas.microsoft.com/office/drawing/2014/main" id="{0E49DAE3-A361-47F0-A9C8-8E49D3D537CD}"/>
                </a:ext>
              </a:extLst>
            </p:cNvPr>
            <p:cNvSpPr>
              <a:spLocks/>
            </p:cNvSpPr>
            <p:nvPr/>
          </p:nvSpPr>
          <p:spPr bwMode="auto">
            <a:xfrm>
              <a:off x="4319588" y="5572126"/>
              <a:ext cx="219075" cy="79375"/>
            </a:xfrm>
            <a:custGeom>
              <a:avLst/>
              <a:gdLst>
                <a:gd name="T0" fmla="*/ 138 w 138"/>
                <a:gd name="T1" fmla="*/ 38 h 50"/>
                <a:gd name="T2" fmla="*/ 97 w 138"/>
                <a:gd name="T3" fmla="*/ 6 h 50"/>
                <a:gd name="T4" fmla="*/ 73 w 138"/>
                <a:gd name="T5" fmla="*/ 27 h 50"/>
                <a:gd name="T6" fmla="*/ 47 w 138"/>
                <a:gd name="T7" fmla="*/ 0 h 50"/>
                <a:gd name="T8" fmla="*/ 0 w 138"/>
                <a:gd name="T9" fmla="*/ 38 h 50"/>
                <a:gd name="T10" fmla="*/ 0 w 138"/>
                <a:gd name="T11" fmla="*/ 50 h 50"/>
                <a:gd name="T12" fmla="*/ 138 w 138"/>
                <a:gd name="T13" fmla="*/ 50 h 50"/>
                <a:gd name="T14" fmla="*/ 138 w 138"/>
                <a:gd name="T15" fmla="*/ 38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8" h="50">
                  <a:moveTo>
                    <a:pt x="138" y="38"/>
                  </a:moveTo>
                  <a:lnTo>
                    <a:pt x="97" y="6"/>
                  </a:lnTo>
                  <a:lnTo>
                    <a:pt x="73" y="27"/>
                  </a:lnTo>
                  <a:lnTo>
                    <a:pt x="47" y="0"/>
                  </a:lnTo>
                  <a:lnTo>
                    <a:pt x="0" y="38"/>
                  </a:lnTo>
                  <a:lnTo>
                    <a:pt x="0" y="50"/>
                  </a:lnTo>
                  <a:lnTo>
                    <a:pt x="138" y="50"/>
                  </a:lnTo>
                  <a:lnTo>
                    <a:pt x="138" y="3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4" name="Freeform 395">
              <a:extLst>
                <a:ext uri="{FF2B5EF4-FFF2-40B4-BE49-F238E27FC236}">
                  <a16:creationId xmlns:a16="http://schemas.microsoft.com/office/drawing/2014/main" id="{E3FAB167-C17B-4B85-950D-B6607DA47840}"/>
                </a:ext>
              </a:extLst>
            </p:cNvPr>
            <p:cNvSpPr>
              <a:spLocks noEditPoints="1"/>
            </p:cNvSpPr>
            <p:nvPr/>
          </p:nvSpPr>
          <p:spPr bwMode="auto">
            <a:xfrm>
              <a:off x="4214813" y="5430838"/>
              <a:ext cx="731838" cy="520700"/>
            </a:xfrm>
            <a:custGeom>
              <a:avLst/>
              <a:gdLst>
                <a:gd name="T0" fmla="*/ 422 w 469"/>
                <a:gd name="T1" fmla="*/ 73 h 334"/>
                <a:gd name="T2" fmla="*/ 247 w 469"/>
                <a:gd name="T3" fmla="*/ 73 h 334"/>
                <a:gd name="T4" fmla="*/ 247 w 469"/>
                <a:gd name="T5" fmla="*/ 48 h 334"/>
                <a:gd name="T6" fmla="*/ 422 w 469"/>
                <a:gd name="T7" fmla="*/ 48 h 334"/>
                <a:gd name="T8" fmla="*/ 422 w 469"/>
                <a:gd name="T9" fmla="*/ 73 h 334"/>
                <a:gd name="T10" fmla="*/ 422 w 469"/>
                <a:gd name="T11" fmla="*/ 132 h 334"/>
                <a:gd name="T12" fmla="*/ 247 w 469"/>
                <a:gd name="T13" fmla="*/ 132 h 334"/>
                <a:gd name="T14" fmla="*/ 247 w 469"/>
                <a:gd name="T15" fmla="*/ 107 h 334"/>
                <a:gd name="T16" fmla="*/ 422 w 469"/>
                <a:gd name="T17" fmla="*/ 107 h 334"/>
                <a:gd name="T18" fmla="*/ 422 w 469"/>
                <a:gd name="T19" fmla="*/ 132 h 334"/>
                <a:gd name="T20" fmla="*/ 422 w 469"/>
                <a:gd name="T21" fmla="*/ 282 h 334"/>
                <a:gd name="T22" fmla="*/ 247 w 469"/>
                <a:gd name="T23" fmla="*/ 282 h 334"/>
                <a:gd name="T24" fmla="*/ 247 w 469"/>
                <a:gd name="T25" fmla="*/ 174 h 334"/>
                <a:gd name="T26" fmla="*/ 422 w 469"/>
                <a:gd name="T27" fmla="*/ 174 h 334"/>
                <a:gd name="T28" fmla="*/ 422 w 469"/>
                <a:gd name="T29" fmla="*/ 282 h 334"/>
                <a:gd name="T30" fmla="*/ 224 w 469"/>
                <a:gd name="T31" fmla="*/ 157 h 334"/>
                <a:gd name="T32" fmla="*/ 49 w 469"/>
                <a:gd name="T33" fmla="*/ 157 h 334"/>
                <a:gd name="T34" fmla="*/ 49 w 469"/>
                <a:gd name="T35" fmla="*/ 48 h 334"/>
                <a:gd name="T36" fmla="*/ 224 w 469"/>
                <a:gd name="T37" fmla="*/ 48 h 334"/>
                <a:gd name="T38" fmla="*/ 224 w 469"/>
                <a:gd name="T39" fmla="*/ 157 h 334"/>
                <a:gd name="T40" fmla="*/ 224 w 469"/>
                <a:gd name="T41" fmla="*/ 224 h 334"/>
                <a:gd name="T42" fmla="*/ 49 w 469"/>
                <a:gd name="T43" fmla="*/ 224 h 334"/>
                <a:gd name="T44" fmla="*/ 49 w 469"/>
                <a:gd name="T45" fmla="*/ 199 h 334"/>
                <a:gd name="T46" fmla="*/ 224 w 469"/>
                <a:gd name="T47" fmla="*/ 199 h 334"/>
                <a:gd name="T48" fmla="*/ 224 w 469"/>
                <a:gd name="T49" fmla="*/ 224 h 334"/>
                <a:gd name="T50" fmla="*/ 224 w 469"/>
                <a:gd name="T51" fmla="*/ 282 h 334"/>
                <a:gd name="T52" fmla="*/ 49 w 469"/>
                <a:gd name="T53" fmla="*/ 282 h 334"/>
                <a:gd name="T54" fmla="*/ 49 w 469"/>
                <a:gd name="T55" fmla="*/ 257 h 334"/>
                <a:gd name="T56" fmla="*/ 224 w 469"/>
                <a:gd name="T57" fmla="*/ 257 h 334"/>
                <a:gd name="T58" fmla="*/ 224 w 469"/>
                <a:gd name="T59" fmla="*/ 282 h 334"/>
                <a:gd name="T60" fmla="*/ 0 w 469"/>
                <a:gd name="T61" fmla="*/ 0 h 334"/>
                <a:gd name="T62" fmla="*/ 0 w 469"/>
                <a:gd name="T63" fmla="*/ 334 h 334"/>
                <a:gd name="T64" fmla="*/ 469 w 469"/>
                <a:gd name="T65" fmla="*/ 334 h 334"/>
                <a:gd name="T66" fmla="*/ 469 w 469"/>
                <a:gd name="T67" fmla="*/ 0 h 334"/>
                <a:gd name="T68" fmla="*/ 0 w 469"/>
                <a:gd name="T69" fmla="*/ 0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69" h="334">
                  <a:moveTo>
                    <a:pt x="422" y="73"/>
                  </a:moveTo>
                  <a:lnTo>
                    <a:pt x="247" y="73"/>
                  </a:lnTo>
                  <a:lnTo>
                    <a:pt x="247" y="48"/>
                  </a:lnTo>
                  <a:lnTo>
                    <a:pt x="422" y="48"/>
                  </a:lnTo>
                  <a:lnTo>
                    <a:pt x="422" y="73"/>
                  </a:lnTo>
                  <a:close/>
                  <a:moveTo>
                    <a:pt x="422" y="132"/>
                  </a:moveTo>
                  <a:lnTo>
                    <a:pt x="247" y="132"/>
                  </a:lnTo>
                  <a:lnTo>
                    <a:pt x="247" y="107"/>
                  </a:lnTo>
                  <a:lnTo>
                    <a:pt x="422" y="107"/>
                  </a:lnTo>
                  <a:lnTo>
                    <a:pt x="422" y="132"/>
                  </a:lnTo>
                  <a:close/>
                  <a:moveTo>
                    <a:pt x="422" y="282"/>
                  </a:moveTo>
                  <a:lnTo>
                    <a:pt x="247" y="282"/>
                  </a:lnTo>
                  <a:lnTo>
                    <a:pt x="247" y="174"/>
                  </a:lnTo>
                  <a:lnTo>
                    <a:pt x="422" y="174"/>
                  </a:lnTo>
                  <a:lnTo>
                    <a:pt x="422" y="282"/>
                  </a:lnTo>
                  <a:close/>
                  <a:moveTo>
                    <a:pt x="224" y="157"/>
                  </a:moveTo>
                  <a:lnTo>
                    <a:pt x="49" y="157"/>
                  </a:lnTo>
                  <a:lnTo>
                    <a:pt x="49" y="48"/>
                  </a:lnTo>
                  <a:lnTo>
                    <a:pt x="224" y="48"/>
                  </a:lnTo>
                  <a:lnTo>
                    <a:pt x="224" y="157"/>
                  </a:lnTo>
                  <a:close/>
                  <a:moveTo>
                    <a:pt x="224" y="224"/>
                  </a:moveTo>
                  <a:lnTo>
                    <a:pt x="49" y="224"/>
                  </a:lnTo>
                  <a:lnTo>
                    <a:pt x="49" y="199"/>
                  </a:lnTo>
                  <a:lnTo>
                    <a:pt x="224" y="199"/>
                  </a:lnTo>
                  <a:lnTo>
                    <a:pt x="224" y="224"/>
                  </a:lnTo>
                  <a:close/>
                  <a:moveTo>
                    <a:pt x="224" y="282"/>
                  </a:moveTo>
                  <a:lnTo>
                    <a:pt x="49" y="282"/>
                  </a:lnTo>
                  <a:lnTo>
                    <a:pt x="49" y="257"/>
                  </a:lnTo>
                  <a:lnTo>
                    <a:pt x="224" y="257"/>
                  </a:lnTo>
                  <a:lnTo>
                    <a:pt x="224" y="282"/>
                  </a:lnTo>
                  <a:close/>
                  <a:moveTo>
                    <a:pt x="0" y="0"/>
                  </a:moveTo>
                  <a:lnTo>
                    <a:pt x="0" y="334"/>
                  </a:lnTo>
                  <a:lnTo>
                    <a:pt x="469" y="334"/>
                  </a:lnTo>
                  <a:lnTo>
                    <a:pt x="469" y="0"/>
                  </a:ln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 name="Freeform 396">
              <a:extLst>
                <a:ext uri="{FF2B5EF4-FFF2-40B4-BE49-F238E27FC236}">
                  <a16:creationId xmlns:a16="http://schemas.microsoft.com/office/drawing/2014/main" id="{E3E9CA4B-4011-476C-AC64-9325B5AAC92E}"/>
                </a:ext>
              </a:extLst>
            </p:cNvPr>
            <p:cNvSpPr>
              <a:spLocks/>
            </p:cNvSpPr>
            <p:nvPr/>
          </p:nvSpPr>
          <p:spPr bwMode="auto">
            <a:xfrm>
              <a:off x="4700588" y="5743576"/>
              <a:ext cx="74613" cy="85725"/>
            </a:xfrm>
            <a:custGeom>
              <a:avLst/>
              <a:gdLst>
                <a:gd name="T0" fmla="*/ 6 w 48"/>
                <a:gd name="T1" fmla="*/ 54 h 55"/>
                <a:gd name="T2" fmla="*/ 45 w 48"/>
                <a:gd name="T3" fmla="*/ 31 h 55"/>
                <a:gd name="T4" fmla="*/ 45 w 48"/>
                <a:gd name="T5" fmla="*/ 24 h 55"/>
                <a:gd name="T6" fmla="*/ 6 w 48"/>
                <a:gd name="T7" fmla="*/ 2 h 55"/>
                <a:gd name="T8" fmla="*/ 0 w 48"/>
                <a:gd name="T9" fmla="*/ 5 h 55"/>
                <a:gd name="T10" fmla="*/ 0 w 48"/>
                <a:gd name="T11" fmla="*/ 50 h 55"/>
                <a:gd name="T12" fmla="*/ 6 w 48"/>
                <a:gd name="T13" fmla="*/ 54 h 55"/>
              </a:gdLst>
              <a:ahLst/>
              <a:cxnLst>
                <a:cxn ang="0">
                  <a:pos x="T0" y="T1"/>
                </a:cxn>
                <a:cxn ang="0">
                  <a:pos x="T2" y="T3"/>
                </a:cxn>
                <a:cxn ang="0">
                  <a:pos x="T4" y="T5"/>
                </a:cxn>
                <a:cxn ang="0">
                  <a:pos x="T6" y="T7"/>
                </a:cxn>
                <a:cxn ang="0">
                  <a:pos x="T8" y="T9"/>
                </a:cxn>
                <a:cxn ang="0">
                  <a:pos x="T10" y="T11"/>
                </a:cxn>
                <a:cxn ang="0">
                  <a:pos x="T12" y="T13"/>
                </a:cxn>
              </a:cxnLst>
              <a:rect l="0" t="0" r="r" b="b"/>
              <a:pathLst>
                <a:path w="48" h="55">
                  <a:moveTo>
                    <a:pt x="6" y="54"/>
                  </a:moveTo>
                  <a:lnTo>
                    <a:pt x="45" y="31"/>
                  </a:lnTo>
                  <a:cubicBezTo>
                    <a:pt x="48" y="30"/>
                    <a:pt x="48" y="26"/>
                    <a:pt x="45" y="24"/>
                  </a:cubicBezTo>
                  <a:lnTo>
                    <a:pt x="6" y="2"/>
                  </a:lnTo>
                  <a:cubicBezTo>
                    <a:pt x="3" y="0"/>
                    <a:pt x="0" y="2"/>
                    <a:pt x="0" y="5"/>
                  </a:cubicBezTo>
                  <a:lnTo>
                    <a:pt x="0" y="50"/>
                  </a:lnTo>
                  <a:cubicBezTo>
                    <a:pt x="0" y="53"/>
                    <a:pt x="3" y="55"/>
                    <a:pt x="6" y="5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96" name="Google" descr="{&quot;Key&quot;:&quot;POWER_USER_SHAPE_ICON&quot;,&quot;Value&quot;:&quot;POWER_USER_SHAPE_ICON_STYLE_1&quot;}">
            <a:extLst>
              <a:ext uri="{FF2B5EF4-FFF2-40B4-BE49-F238E27FC236}">
                <a16:creationId xmlns:a16="http://schemas.microsoft.com/office/drawing/2014/main" id="{5C64C5EF-ACFE-4511-B16B-156D2F16656A}"/>
              </a:ext>
            </a:extLst>
          </p:cNvPr>
          <p:cNvSpPr>
            <a:spLocks noChangeAspect="1" noChangeArrowheads="1"/>
          </p:cNvSpPr>
          <p:nvPr>
            <p:custDataLst>
              <p:tags r:id="rId14"/>
            </p:custDataLst>
          </p:nvPr>
        </p:nvSpPr>
        <p:spPr bwMode="auto">
          <a:xfrm>
            <a:off x="1007936" y="1335440"/>
            <a:ext cx="529465" cy="542925"/>
          </a:xfrm>
          <a:custGeom>
            <a:avLst/>
            <a:gdLst>
              <a:gd name="T0" fmla="*/ 295 w 519"/>
              <a:gd name="T1" fmla="*/ 239 h 535"/>
              <a:gd name="T2" fmla="*/ 295 w 519"/>
              <a:gd name="T3" fmla="*/ 305 h 535"/>
              <a:gd name="T4" fmla="*/ 447 w 519"/>
              <a:gd name="T5" fmla="*/ 305 h 535"/>
              <a:gd name="T6" fmla="*/ 264 w 519"/>
              <a:gd name="T7" fmla="*/ 468 h 535"/>
              <a:gd name="T8" fmla="*/ 66 w 519"/>
              <a:gd name="T9" fmla="*/ 270 h 535"/>
              <a:gd name="T10" fmla="*/ 264 w 519"/>
              <a:gd name="T11" fmla="*/ 67 h 535"/>
              <a:gd name="T12" fmla="*/ 406 w 519"/>
              <a:gd name="T13" fmla="*/ 128 h 535"/>
              <a:gd name="T14" fmla="*/ 452 w 519"/>
              <a:gd name="T15" fmla="*/ 82 h 535"/>
              <a:gd name="T16" fmla="*/ 264 w 519"/>
              <a:gd name="T17" fmla="*/ 0 h 535"/>
              <a:gd name="T18" fmla="*/ 0 w 519"/>
              <a:gd name="T19" fmla="*/ 270 h 535"/>
              <a:gd name="T20" fmla="*/ 264 w 519"/>
              <a:gd name="T21" fmla="*/ 534 h 535"/>
              <a:gd name="T22" fmla="*/ 518 w 519"/>
              <a:gd name="T23" fmla="*/ 270 h 535"/>
              <a:gd name="T24" fmla="*/ 518 w 519"/>
              <a:gd name="T25" fmla="*/ 239 h 535"/>
              <a:gd name="T26" fmla="*/ 295 w 519"/>
              <a:gd name="T27" fmla="*/ 239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9" h="535">
                <a:moveTo>
                  <a:pt x="295" y="239"/>
                </a:moveTo>
                <a:lnTo>
                  <a:pt x="295" y="305"/>
                </a:lnTo>
                <a:lnTo>
                  <a:pt x="447" y="305"/>
                </a:lnTo>
                <a:cubicBezTo>
                  <a:pt x="432" y="402"/>
                  <a:pt x="361" y="468"/>
                  <a:pt x="264" y="468"/>
                </a:cubicBezTo>
                <a:cubicBezTo>
                  <a:pt x="157" y="468"/>
                  <a:pt x="66" y="379"/>
                  <a:pt x="66" y="270"/>
                </a:cubicBezTo>
                <a:cubicBezTo>
                  <a:pt x="66" y="161"/>
                  <a:pt x="157" y="67"/>
                  <a:pt x="264" y="67"/>
                </a:cubicBezTo>
                <a:cubicBezTo>
                  <a:pt x="320" y="67"/>
                  <a:pt x="371" y="92"/>
                  <a:pt x="406" y="128"/>
                </a:cubicBezTo>
                <a:lnTo>
                  <a:pt x="452" y="82"/>
                </a:lnTo>
                <a:cubicBezTo>
                  <a:pt x="406" y="36"/>
                  <a:pt x="340" y="0"/>
                  <a:pt x="264" y="0"/>
                </a:cubicBezTo>
                <a:cubicBezTo>
                  <a:pt x="122" y="0"/>
                  <a:pt x="0" y="125"/>
                  <a:pt x="0" y="270"/>
                </a:cubicBezTo>
                <a:cubicBezTo>
                  <a:pt x="0" y="415"/>
                  <a:pt x="119" y="534"/>
                  <a:pt x="264" y="534"/>
                </a:cubicBezTo>
                <a:cubicBezTo>
                  <a:pt x="409" y="534"/>
                  <a:pt x="518" y="412"/>
                  <a:pt x="518" y="270"/>
                </a:cubicBezTo>
                <a:lnTo>
                  <a:pt x="518" y="239"/>
                </a:lnTo>
                <a:lnTo>
                  <a:pt x="295" y="239"/>
                </a:lnTo>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 name="Google_Drive" descr="{&quot;Key&quot;:&quot;POWER_USER_SHAPE_ICON&quot;,&quot;Value&quot;:&quot;POWER_USER_SHAPE_ICON_STYLE_1&quot;}">
            <a:extLst>
              <a:ext uri="{FF2B5EF4-FFF2-40B4-BE49-F238E27FC236}">
                <a16:creationId xmlns:a16="http://schemas.microsoft.com/office/drawing/2014/main" id="{2BC1953E-DCD7-42B9-A989-0DB5B9C954C7}"/>
              </a:ext>
            </a:extLst>
          </p:cNvPr>
          <p:cNvSpPr>
            <a:spLocks noChangeAspect="1" noChangeArrowheads="1"/>
          </p:cNvSpPr>
          <p:nvPr>
            <p:custDataLst>
              <p:tags r:id="rId15"/>
            </p:custDataLst>
          </p:nvPr>
        </p:nvSpPr>
        <p:spPr bwMode="auto">
          <a:xfrm>
            <a:off x="1776434" y="1335440"/>
            <a:ext cx="617642" cy="542925"/>
          </a:xfrm>
          <a:custGeom>
            <a:avLst/>
            <a:gdLst>
              <a:gd name="T0" fmla="*/ 532 w 547"/>
              <a:gd name="T1" fmla="*/ 304 h 479"/>
              <a:gd name="T2" fmla="*/ 358 w 547"/>
              <a:gd name="T3" fmla="*/ 0 h 479"/>
              <a:gd name="T4" fmla="*/ 184 w 547"/>
              <a:gd name="T5" fmla="*/ 0 h 479"/>
              <a:gd name="T6" fmla="*/ 358 w 547"/>
              <a:gd name="T7" fmla="*/ 304 h 479"/>
              <a:gd name="T8" fmla="*/ 532 w 547"/>
              <a:gd name="T9" fmla="*/ 304 h 479"/>
              <a:gd name="T10" fmla="*/ 213 w 547"/>
              <a:gd name="T11" fmla="*/ 328 h 479"/>
              <a:gd name="T12" fmla="*/ 126 w 547"/>
              <a:gd name="T13" fmla="*/ 478 h 479"/>
              <a:gd name="T14" fmla="*/ 459 w 547"/>
              <a:gd name="T15" fmla="*/ 478 h 479"/>
              <a:gd name="T16" fmla="*/ 546 w 547"/>
              <a:gd name="T17" fmla="*/ 328 h 479"/>
              <a:gd name="T18" fmla="*/ 213 w 547"/>
              <a:gd name="T19" fmla="*/ 328 h 479"/>
              <a:gd name="T20" fmla="*/ 164 w 547"/>
              <a:gd name="T21" fmla="*/ 38 h 479"/>
              <a:gd name="T22" fmla="*/ 0 w 547"/>
              <a:gd name="T23" fmla="*/ 328 h 479"/>
              <a:gd name="T24" fmla="*/ 82 w 547"/>
              <a:gd name="T25" fmla="*/ 478 h 479"/>
              <a:gd name="T26" fmla="*/ 251 w 547"/>
              <a:gd name="T27" fmla="*/ 188 h 479"/>
              <a:gd name="T28" fmla="*/ 164 w 547"/>
              <a:gd name="T29" fmla="*/ 38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7" h="479">
                <a:moveTo>
                  <a:pt x="532" y="304"/>
                </a:moveTo>
                <a:lnTo>
                  <a:pt x="358" y="0"/>
                </a:lnTo>
                <a:lnTo>
                  <a:pt x="184" y="0"/>
                </a:lnTo>
                <a:lnTo>
                  <a:pt x="358" y="304"/>
                </a:lnTo>
                <a:lnTo>
                  <a:pt x="532" y="304"/>
                </a:lnTo>
                <a:close/>
                <a:moveTo>
                  <a:pt x="213" y="328"/>
                </a:moveTo>
                <a:lnTo>
                  <a:pt x="126" y="478"/>
                </a:lnTo>
                <a:lnTo>
                  <a:pt x="459" y="478"/>
                </a:lnTo>
                <a:lnTo>
                  <a:pt x="546" y="328"/>
                </a:lnTo>
                <a:lnTo>
                  <a:pt x="213" y="328"/>
                </a:lnTo>
                <a:close/>
                <a:moveTo>
                  <a:pt x="164" y="38"/>
                </a:moveTo>
                <a:lnTo>
                  <a:pt x="0" y="328"/>
                </a:lnTo>
                <a:lnTo>
                  <a:pt x="82" y="478"/>
                </a:lnTo>
                <a:lnTo>
                  <a:pt x="251" y="188"/>
                </a:lnTo>
                <a:lnTo>
                  <a:pt x="164" y="38"/>
                </a:ln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8" name="Hand_cursor" descr="{&quot;Key&quot;:&quot;POWER_USER_SHAPE_ICON&quot;,&quot;Value&quot;:&quot;POWER_USER_SHAPE_ICON_STYLE_1&quot;}">
            <a:extLst>
              <a:ext uri="{FF2B5EF4-FFF2-40B4-BE49-F238E27FC236}">
                <a16:creationId xmlns:a16="http://schemas.microsoft.com/office/drawing/2014/main" id="{D3618030-B592-4B2C-AC7B-7D1A579F116F}"/>
              </a:ext>
            </a:extLst>
          </p:cNvPr>
          <p:cNvSpPr>
            <a:spLocks noChangeAspect="1" noEditPoints="1"/>
          </p:cNvSpPr>
          <p:nvPr>
            <p:custDataLst>
              <p:tags r:id="rId16"/>
            </p:custDataLst>
          </p:nvPr>
        </p:nvSpPr>
        <p:spPr bwMode="auto">
          <a:xfrm>
            <a:off x="2655022" y="1378165"/>
            <a:ext cx="645445" cy="542925"/>
          </a:xfrm>
          <a:custGeom>
            <a:avLst/>
            <a:gdLst>
              <a:gd name="T0" fmla="*/ 2613 w 2660"/>
              <a:gd name="T1" fmla="*/ 748 h 2236"/>
              <a:gd name="T2" fmla="*/ 2520 w 2660"/>
              <a:gd name="T3" fmla="*/ 593 h 2236"/>
              <a:gd name="T4" fmla="*/ 1809 w 2660"/>
              <a:gd name="T5" fmla="*/ 0 h 2236"/>
              <a:gd name="T6" fmla="*/ 1530 w 2660"/>
              <a:gd name="T7" fmla="*/ 248 h 2236"/>
              <a:gd name="T8" fmla="*/ 1105 w 2660"/>
              <a:gd name="T9" fmla="*/ 488 h 2236"/>
              <a:gd name="T10" fmla="*/ 1069 w 2660"/>
              <a:gd name="T11" fmla="*/ 524 h 2236"/>
              <a:gd name="T12" fmla="*/ 791 w 2660"/>
              <a:gd name="T13" fmla="*/ 762 h 2236"/>
              <a:gd name="T14" fmla="*/ 82 w 2660"/>
              <a:gd name="T15" fmla="*/ 452 h 2236"/>
              <a:gd name="T16" fmla="*/ 84 w 2660"/>
              <a:gd name="T17" fmla="*/ 849 h 2236"/>
              <a:gd name="T18" fmla="*/ 521 w 2660"/>
              <a:gd name="T19" fmla="*/ 1333 h 2236"/>
              <a:gd name="T20" fmla="*/ 227 w 2660"/>
              <a:gd name="T21" fmla="*/ 1400 h 2236"/>
              <a:gd name="T22" fmla="*/ 179 w 2660"/>
              <a:gd name="T23" fmla="*/ 1464 h 2236"/>
              <a:gd name="T24" fmla="*/ 154 w 2660"/>
              <a:gd name="T25" fmla="*/ 1665 h 2236"/>
              <a:gd name="T26" fmla="*/ 278 w 2660"/>
              <a:gd name="T27" fmla="*/ 1837 h 2236"/>
              <a:gd name="T28" fmla="*/ 1349 w 2660"/>
              <a:gd name="T29" fmla="*/ 2219 h 2236"/>
              <a:gd name="T30" fmla="*/ 1492 w 2660"/>
              <a:gd name="T31" fmla="*/ 2231 h 2236"/>
              <a:gd name="T32" fmla="*/ 2576 w 2660"/>
              <a:gd name="T33" fmla="*/ 1220 h 2236"/>
              <a:gd name="T34" fmla="*/ 2613 w 2660"/>
              <a:gd name="T35" fmla="*/ 1173 h 2236"/>
              <a:gd name="T36" fmla="*/ 2481 w 2660"/>
              <a:gd name="T37" fmla="*/ 1090 h 2236"/>
              <a:gd name="T38" fmla="*/ 1463 w 2660"/>
              <a:gd name="T39" fmla="*/ 2078 h 2236"/>
              <a:gd name="T40" fmla="*/ 390 w 2660"/>
              <a:gd name="T41" fmla="*/ 1720 h 2236"/>
              <a:gd name="T42" fmla="*/ 338 w 2660"/>
              <a:gd name="T43" fmla="*/ 1688 h 2236"/>
              <a:gd name="T44" fmla="*/ 308 w 2660"/>
              <a:gd name="T45" fmla="*/ 1558 h 2236"/>
              <a:gd name="T46" fmla="*/ 320 w 2660"/>
              <a:gd name="T47" fmla="*/ 1530 h 2236"/>
              <a:gd name="T48" fmla="*/ 336 w 2660"/>
              <a:gd name="T49" fmla="*/ 1510 h 2236"/>
              <a:gd name="T50" fmla="*/ 469 w 2660"/>
              <a:gd name="T51" fmla="*/ 1480 h 2236"/>
              <a:gd name="T52" fmla="*/ 944 w 2660"/>
              <a:gd name="T53" fmla="*/ 1490 h 2236"/>
              <a:gd name="T54" fmla="*/ 156 w 2660"/>
              <a:gd name="T55" fmla="*/ 650 h 2236"/>
              <a:gd name="T56" fmla="*/ 371 w 2660"/>
              <a:gd name="T57" fmla="*/ 562 h 2236"/>
              <a:gd name="T58" fmla="*/ 1165 w 2660"/>
              <a:gd name="T59" fmla="*/ 1245 h 2236"/>
              <a:gd name="T60" fmla="*/ 1192 w 2660"/>
              <a:gd name="T61" fmla="*/ 1108 h 2236"/>
              <a:gd name="T62" fmla="*/ 943 w 2660"/>
              <a:gd name="T63" fmla="*/ 806 h 2236"/>
              <a:gd name="T64" fmla="*/ 1071 w 2660"/>
              <a:gd name="T65" fmla="*/ 679 h 2236"/>
              <a:gd name="T66" fmla="*/ 1372 w 2660"/>
              <a:gd name="T67" fmla="*/ 928 h 2236"/>
              <a:gd name="T68" fmla="*/ 1509 w 2660"/>
              <a:gd name="T69" fmla="*/ 901 h 2236"/>
              <a:gd name="T70" fmla="*/ 1296 w 2660"/>
              <a:gd name="T71" fmla="*/ 578 h 2236"/>
              <a:gd name="T72" fmla="*/ 1297 w 2660"/>
              <a:gd name="T73" fmla="*/ 400 h 2236"/>
              <a:gd name="T74" fmla="*/ 1474 w 2660"/>
              <a:gd name="T75" fmla="*/ 400 h 2236"/>
              <a:gd name="T76" fmla="*/ 1797 w 2660"/>
              <a:gd name="T77" fmla="*/ 613 h 2236"/>
              <a:gd name="T78" fmla="*/ 1826 w 2660"/>
              <a:gd name="T79" fmla="*/ 474 h 2236"/>
              <a:gd name="T80" fmla="*/ 1684 w 2660"/>
              <a:gd name="T81" fmla="*/ 281 h 2236"/>
              <a:gd name="T82" fmla="*/ 1812 w 2660"/>
              <a:gd name="T83" fmla="*/ 156 h 2236"/>
              <a:gd name="T84" fmla="*/ 2410 w 2660"/>
              <a:gd name="T85" fmla="*/ 703 h 2236"/>
              <a:gd name="T86" fmla="*/ 2468 w 2660"/>
              <a:gd name="T87" fmla="*/ 803 h 2236"/>
              <a:gd name="T88" fmla="*/ 2481 w 2660"/>
              <a:gd name="T89" fmla="*/ 1090 h 2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60" h="2236">
                <a:moveTo>
                  <a:pt x="2657" y="963"/>
                </a:moveTo>
                <a:cubicBezTo>
                  <a:pt x="2653" y="888"/>
                  <a:pt x="2639" y="815"/>
                  <a:pt x="2613" y="748"/>
                </a:cubicBezTo>
                <a:cubicBezTo>
                  <a:pt x="2601" y="717"/>
                  <a:pt x="2588" y="689"/>
                  <a:pt x="2573" y="663"/>
                </a:cubicBezTo>
                <a:cubicBezTo>
                  <a:pt x="2556" y="635"/>
                  <a:pt x="2539" y="612"/>
                  <a:pt x="2520" y="593"/>
                </a:cubicBezTo>
                <a:lnTo>
                  <a:pt x="2008" y="82"/>
                </a:lnTo>
                <a:cubicBezTo>
                  <a:pt x="1954" y="28"/>
                  <a:pt x="1888" y="0"/>
                  <a:pt x="1809" y="0"/>
                </a:cubicBezTo>
                <a:cubicBezTo>
                  <a:pt x="1731" y="1"/>
                  <a:pt x="1665" y="29"/>
                  <a:pt x="1611" y="83"/>
                </a:cubicBezTo>
                <a:cubicBezTo>
                  <a:pt x="1564" y="130"/>
                  <a:pt x="1537" y="185"/>
                  <a:pt x="1530" y="248"/>
                </a:cubicBezTo>
                <a:cubicBezTo>
                  <a:pt x="1426" y="184"/>
                  <a:pt x="1280" y="197"/>
                  <a:pt x="1187" y="290"/>
                </a:cubicBezTo>
                <a:cubicBezTo>
                  <a:pt x="1133" y="345"/>
                  <a:pt x="1105" y="412"/>
                  <a:pt x="1105" y="488"/>
                </a:cubicBezTo>
                <a:cubicBezTo>
                  <a:pt x="1105" y="501"/>
                  <a:pt x="1105" y="514"/>
                  <a:pt x="1107" y="526"/>
                </a:cubicBezTo>
                <a:cubicBezTo>
                  <a:pt x="1094" y="525"/>
                  <a:pt x="1082" y="524"/>
                  <a:pt x="1069" y="524"/>
                </a:cubicBezTo>
                <a:cubicBezTo>
                  <a:pt x="992" y="525"/>
                  <a:pt x="925" y="553"/>
                  <a:pt x="871" y="607"/>
                </a:cubicBezTo>
                <a:cubicBezTo>
                  <a:pt x="827" y="651"/>
                  <a:pt x="800" y="703"/>
                  <a:pt x="791" y="762"/>
                </a:cubicBezTo>
                <a:lnTo>
                  <a:pt x="481" y="452"/>
                </a:lnTo>
                <a:cubicBezTo>
                  <a:pt x="372" y="343"/>
                  <a:pt x="191" y="343"/>
                  <a:pt x="82" y="452"/>
                </a:cubicBezTo>
                <a:cubicBezTo>
                  <a:pt x="28" y="505"/>
                  <a:pt x="0" y="574"/>
                  <a:pt x="1" y="651"/>
                </a:cubicBezTo>
                <a:cubicBezTo>
                  <a:pt x="1" y="728"/>
                  <a:pt x="29" y="795"/>
                  <a:pt x="84" y="849"/>
                </a:cubicBezTo>
                <a:lnTo>
                  <a:pt x="593" y="1358"/>
                </a:lnTo>
                <a:lnTo>
                  <a:pt x="521" y="1333"/>
                </a:lnTo>
                <a:cubicBezTo>
                  <a:pt x="467" y="1314"/>
                  <a:pt x="412" y="1311"/>
                  <a:pt x="361" y="1325"/>
                </a:cubicBezTo>
                <a:cubicBezTo>
                  <a:pt x="311" y="1339"/>
                  <a:pt x="267" y="1363"/>
                  <a:pt x="227" y="1400"/>
                </a:cubicBezTo>
                <a:lnTo>
                  <a:pt x="202" y="1429"/>
                </a:lnTo>
                <a:cubicBezTo>
                  <a:pt x="193" y="1440"/>
                  <a:pt x="185" y="1452"/>
                  <a:pt x="179" y="1464"/>
                </a:cubicBezTo>
                <a:cubicBezTo>
                  <a:pt x="171" y="1479"/>
                  <a:pt x="164" y="1495"/>
                  <a:pt x="161" y="1507"/>
                </a:cubicBezTo>
                <a:cubicBezTo>
                  <a:pt x="143" y="1559"/>
                  <a:pt x="140" y="1612"/>
                  <a:pt x="154" y="1665"/>
                </a:cubicBezTo>
                <a:cubicBezTo>
                  <a:pt x="167" y="1717"/>
                  <a:pt x="192" y="1761"/>
                  <a:pt x="228" y="1798"/>
                </a:cubicBezTo>
                <a:cubicBezTo>
                  <a:pt x="243" y="1812"/>
                  <a:pt x="259" y="1825"/>
                  <a:pt x="278" y="1837"/>
                </a:cubicBezTo>
                <a:cubicBezTo>
                  <a:pt x="294" y="1847"/>
                  <a:pt x="311" y="1855"/>
                  <a:pt x="334" y="1865"/>
                </a:cubicBezTo>
                <a:lnTo>
                  <a:pt x="1349" y="2219"/>
                </a:lnTo>
                <a:cubicBezTo>
                  <a:pt x="1379" y="2230"/>
                  <a:pt x="1411" y="2236"/>
                  <a:pt x="1442" y="2236"/>
                </a:cubicBezTo>
                <a:cubicBezTo>
                  <a:pt x="1459" y="2236"/>
                  <a:pt x="1475" y="2234"/>
                  <a:pt x="1492" y="2231"/>
                </a:cubicBezTo>
                <a:cubicBezTo>
                  <a:pt x="1537" y="2222"/>
                  <a:pt x="1578" y="2205"/>
                  <a:pt x="1625" y="2171"/>
                </a:cubicBezTo>
                <a:lnTo>
                  <a:pt x="2576" y="1220"/>
                </a:lnTo>
                <a:cubicBezTo>
                  <a:pt x="2582" y="1214"/>
                  <a:pt x="2588" y="1206"/>
                  <a:pt x="2595" y="1198"/>
                </a:cubicBezTo>
                <a:cubicBezTo>
                  <a:pt x="2600" y="1192"/>
                  <a:pt x="2605" y="1185"/>
                  <a:pt x="2613" y="1173"/>
                </a:cubicBezTo>
                <a:cubicBezTo>
                  <a:pt x="2646" y="1117"/>
                  <a:pt x="2660" y="1046"/>
                  <a:pt x="2657" y="963"/>
                </a:cubicBezTo>
                <a:close/>
                <a:moveTo>
                  <a:pt x="2481" y="1090"/>
                </a:moveTo>
                <a:lnTo>
                  <a:pt x="1525" y="2052"/>
                </a:lnTo>
                <a:cubicBezTo>
                  <a:pt x="1507" y="2065"/>
                  <a:pt x="1486" y="2074"/>
                  <a:pt x="1463" y="2078"/>
                </a:cubicBezTo>
                <a:cubicBezTo>
                  <a:pt x="1443" y="2083"/>
                  <a:pt x="1423" y="2081"/>
                  <a:pt x="1401" y="2073"/>
                </a:cubicBezTo>
                <a:lnTo>
                  <a:pt x="390" y="1720"/>
                </a:lnTo>
                <a:cubicBezTo>
                  <a:pt x="379" y="1716"/>
                  <a:pt x="369" y="1710"/>
                  <a:pt x="359" y="1704"/>
                </a:cubicBezTo>
                <a:cubicBezTo>
                  <a:pt x="351" y="1699"/>
                  <a:pt x="344" y="1694"/>
                  <a:pt x="338" y="1688"/>
                </a:cubicBezTo>
                <a:cubicBezTo>
                  <a:pt x="322" y="1672"/>
                  <a:pt x="311" y="1652"/>
                  <a:pt x="304" y="1627"/>
                </a:cubicBezTo>
                <a:cubicBezTo>
                  <a:pt x="298" y="1604"/>
                  <a:pt x="300" y="1581"/>
                  <a:pt x="308" y="1558"/>
                </a:cubicBezTo>
                <a:lnTo>
                  <a:pt x="315" y="1539"/>
                </a:lnTo>
                <a:cubicBezTo>
                  <a:pt x="318" y="1534"/>
                  <a:pt x="320" y="1530"/>
                  <a:pt x="320" y="1530"/>
                </a:cubicBezTo>
                <a:cubicBezTo>
                  <a:pt x="320" y="1530"/>
                  <a:pt x="320" y="1530"/>
                  <a:pt x="320" y="1530"/>
                </a:cubicBezTo>
                <a:cubicBezTo>
                  <a:pt x="324" y="1525"/>
                  <a:pt x="329" y="1519"/>
                  <a:pt x="336" y="1510"/>
                </a:cubicBezTo>
                <a:cubicBezTo>
                  <a:pt x="354" y="1494"/>
                  <a:pt x="375" y="1482"/>
                  <a:pt x="401" y="1475"/>
                </a:cubicBezTo>
                <a:cubicBezTo>
                  <a:pt x="423" y="1469"/>
                  <a:pt x="444" y="1470"/>
                  <a:pt x="469" y="1480"/>
                </a:cubicBezTo>
                <a:lnTo>
                  <a:pt x="863" y="1618"/>
                </a:lnTo>
                <a:lnTo>
                  <a:pt x="944" y="1490"/>
                </a:lnTo>
                <a:lnTo>
                  <a:pt x="193" y="739"/>
                </a:lnTo>
                <a:cubicBezTo>
                  <a:pt x="168" y="714"/>
                  <a:pt x="156" y="686"/>
                  <a:pt x="156" y="650"/>
                </a:cubicBezTo>
                <a:cubicBezTo>
                  <a:pt x="156" y="614"/>
                  <a:pt x="167" y="586"/>
                  <a:pt x="192" y="562"/>
                </a:cubicBezTo>
                <a:cubicBezTo>
                  <a:pt x="242" y="511"/>
                  <a:pt x="321" y="512"/>
                  <a:pt x="371" y="562"/>
                </a:cubicBezTo>
                <a:lnTo>
                  <a:pt x="1055" y="1245"/>
                </a:lnTo>
                <a:lnTo>
                  <a:pt x="1165" y="1245"/>
                </a:lnTo>
                <a:lnTo>
                  <a:pt x="1192" y="1218"/>
                </a:lnTo>
                <a:lnTo>
                  <a:pt x="1192" y="1108"/>
                </a:lnTo>
                <a:lnTo>
                  <a:pt x="979" y="895"/>
                </a:lnTo>
                <a:cubicBezTo>
                  <a:pt x="954" y="870"/>
                  <a:pt x="943" y="842"/>
                  <a:pt x="943" y="806"/>
                </a:cubicBezTo>
                <a:cubicBezTo>
                  <a:pt x="943" y="771"/>
                  <a:pt x="955" y="742"/>
                  <a:pt x="981" y="717"/>
                </a:cubicBezTo>
                <a:cubicBezTo>
                  <a:pt x="1006" y="692"/>
                  <a:pt x="1034" y="680"/>
                  <a:pt x="1071" y="679"/>
                </a:cubicBezTo>
                <a:cubicBezTo>
                  <a:pt x="1106" y="679"/>
                  <a:pt x="1134" y="691"/>
                  <a:pt x="1159" y="715"/>
                </a:cubicBezTo>
                <a:lnTo>
                  <a:pt x="1372" y="928"/>
                </a:lnTo>
                <a:lnTo>
                  <a:pt x="1481" y="928"/>
                </a:lnTo>
                <a:lnTo>
                  <a:pt x="1509" y="901"/>
                </a:lnTo>
                <a:lnTo>
                  <a:pt x="1509" y="791"/>
                </a:lnTo>
                <a:lnTo>
                  <a:pt x="1296" y="578"/>
                </a:lnTo>
                <a:cubicBezTo>
                  <a:pt x="1271" y="553"/>
                  <a:pt x="1260" y="525"/>
                  <a:pt x="1260" y="490"/>
                </a:cubicBezTo>
                <a:cubicBezTo>
                  <a:pt x="1260" y="454"/>
                  <a:pt x="1272" y="425"/>
                  <a:pt x="1297" y="400"/>
                </a:cubicBezTo>
                <a:cubicBezTo>
                  <a:pt x="1322" y="375"/>
                  <a:pt x="1350" y="364"/>
                  <a:pt x="1385" y="364"/>
                </a:cubicBezTo>
                <a:cubicBezTo>
                  <a:pt x="1421" y="364"/>
                  <a:pt x="1449" y="375"/>
                  <a:pt x="1474" y="400"/>
                </a:cubicBezTo>
                <a:lnTo>
                  <a:pt x="1687" y="613"/>
                </a:lnTo>
                <a:lnTo>
                  <a:pt x="1797" y="613"/>
                </a:lnTo>
                <a:lnTo>
                  <a:pt x="1826" y="584"/>
                </a:lnTo>
                <a:lnTo>
                  <a:pt x="1826" y="474"/>
                </a:lnTo>
                <a:lnTo>
                  <a:pt x="1720" y="369"/>
                </a:lnTo>
                <a:cubicBezTo>
                  <a:pt x="1695" y="344"/>
                  <a:pt x="1684" y="316"/>
                  <a:pt x="1684" y="281"/>
                </a:cubicBezTo>
                <a:cubicBezTo>
                  <a:pt x="1684" y="246"/>
                  <a:pt x="1696" y="218"/>
                  <a:pt x="1721" y="193"/>
                </a:cubicBezTo>
                <a:cubicBezTo>
                  <a:pt x="1746" y="168"/>
                  <a:pt x="1774" y="156"/>
                  <a:pt x="1812" y="156"/>
                </a:cubicBezTo>
                <a:cubicBezTo>
                  <a:pt x="1846" y="156"/>
                  <a:pt x="1874" y="167"/>
                  <a:pt x="1898" y="192"/>
                </a:cubicBezTo>
                <a:lnTo>
                  <a:pt x="2410" y="703"/>
                </a:lnTo>
                <a:cubicBezTo>
                  <a:pt x="2419" y="713"/>
                  <a:pt x="2429" y="726"/>
                  <a:pt x="2439" y="743"/>
                </a:cubicBezTo>
                <a:cubicBezTo>
                  <a:pt x="2450" y="761"/>
                  <a:pt x="2460" y="782"/>
                  <a:pt x="2468" y="803"/>
                </a:cubicBezTo>
                <a:cubicBezTo>
                  <a:pt x="2488" y="855"/>
                  <a:pt x="2499" y="911"/>
                  <a:pt x="2502" y="970"/>
                </a:cubicBezTo>
                <a:cubicBezTo>
                  <a:pt x="2504" y="1023"/>
                  <a:pt x="2496" y="1064"/>
                  <a:pt x="2481" y="109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9" name="Hard_Drive" descr="{&quot;Key&quot;:&quot;POWER_USER_SHAPE_ICON&quot;,&quot;Value&quot;:&quot;POWER_USER_SHAPE_ICON_STYLE_1&quot;}">
            <a:extLst>
              <a:ext uri="{FF2B5EF4-FFF2-40B4-BE49-F238E27FC236}">
                <a16:creationId xmlns:a16="http://schemas.microsoft.com/office/drawing/2014/main" id="{D19B05FE-C73B-4D37-8C07-EC73D43C1664}"/>
              </a:ext>
            </a:extLst>
          </p:cNvPr>
          <p:cNvSpPr>
            <a:spLocks noChangeAspect="1" noEditPoints="1"/>
          </p:cNvSpPr>
          <p:nvPr>
            <p:custDataLst>
              <p:tags r:id="rId17"/>
            </p:custDataLst>
          </p:nvPr>
        </p:nvSpPr>
        <p:spPr bwMode="auto">
          <a:xfrm>
            <a:off x="3665323" y="1401170"/>
            <a:ext cx="445845" cy="542925"/>
          </a:xfrm>
          <a:custGeom>
            <a:avLst/>
            <a:gdLst>
              <a:gd name="T0" fmla="*/ 2 w 808"/>
              <a:gd name="T1" fmla="*/ 67 h 979"/>
              <a:gd name="T2" fmla="*/ 55 w 808"/>
              <a:gd name="T3" fmla="*/ 970 h 979"/>
              <a:gd name="T4" fmla="*/ 39 w 808"/>
              <a:gd name="T5" fmla="*/ 3 h 979"/>
              <a:gd name="T6" fmla="*/ 109 w 808"/>
              <a:gd name="T7" fmla="*/ 889 h 979"/>
              <a:gd name="T8" fmla="*/ 50 w 808"/>
              <a:gd name="T9" fmla="*/ 1 h 979"/>
              <a:gd name="T10" fmla="*/ 84 w 808"/>
              <a:gd name="T11" fmla="*/ 55 h 979"/>
              <a:gd name="T12" fmla="*/ 344 w 808"/>
              <a:gd name="T13" fmla="*/ 66 h 979"/>
              <a:gd name="T14" fmla="*/ 480 w 808"/>
              <a:gd name="T15" fmla="*/ 624 h 979"/>
              <a:gd name="T16" fmla="*/ 313 w 808"/>
              <a:gd name="T17" fmla="*/ 699 h 979"/>
              <a:gd name="T18" fmla="*/ 290 w 808"/>
              <a:gd name="T19" fmla="*/ 606 h 979"/>
              <a:gd name="T20" fmla="*/ 344 w 808"/>
              <a:gd name="T21" fmla="*/ 66 h 979"/>
              <a:gd name="T22" fmla="*/ 637 w 808"/>
              <a:gd name="T23" fmla="*/ 93 h 979"/>
              <a:gd name="T24" fmla="*/ 623 w 808"/>
              <a:gd name="T25" fmla="*/ 116 h 979"/>
              <a:gd name="T26" fmla="*/ 379 w 808"/>
              <a:gd name="T27" fmla="*/ 222 h 979"/>
              <a:gd name="T28" fmla="*/ 490 w 808"/>
              <a:gd name="T29" fmla="*/ 386 h 979"/>
              <a:gd name="T30" fmla="*/ 379 w 808"/>
              <a:gd name="T31" fmla="*/ 222 h 979"/>
              <a:gd name="T32" fmla="*/ 435 w 808"/>
              <a:gd name="T33" fmla="*/ 325 h 979"/>
              <a:gd name="T34" fmla="*/ 355 w 808"/>
              <a:gd name="T35" fmla="*/ 296 h 979"/>
              <a:gd name="T36" fmla="*/ 294 w 808"/>
              <a:gd name="T37" fmla="*/ 625 h 979"/>
              <a:gd name="T38" fmla="*/ 368 w 808"/>
              <a:gd name="T39" fmla="*/ 702 h 979"/>
              <a:gd name="T40" fmla="*/ 459 w 808"/>
              <a:gd name="T41" fmla="*/ 525 h 979"/>
              <a:gd name="T42" fmla="*/ 446 w 808"/>
              <a:gd name="T43" fmla="*/ 539 h 979"/>
              <a:gd name="T44" fmla="*/ 440 w 808"/>
              <a:gd name="T45" fmla="*/ 578 h 979"/>
              <a:gd name="T46" fmla="*/ 418 w 808"/>
              <a:gd name="T47" fmla="*/ 559 h 979"/>
              <a:gd name="T48" fmla="*/ 242 w 808"/>
              <a:gd name="T49" fmla="*/ 617 h 979"/>
              <a:gd name="T50" fmla="*/ 261 w 808"/>
              <a:gd name="T51" fmla="*/ 649 h 979"/>
              <a:gd name="T52" fmla="*/ 310 w 808"/>
              <a:gd name="T53" fmla="*/ 718 h 979"/>
              <a:gd name="T54" fmla="*/ 392 w 808"/>
              <a:gd name="T55" fmla="*/ 759 h 979"/>
              <a:gd name="T56" fmla="*/ 344 w 808"/>
              <a:gd name="T57" fmla="*/ 810 h 979"/>
              <a:gd name="T58" fmla="*/ 234 w 808"/>
              <a:gd name="T59" fmla="*/ 765 h 979"/>
              <a:gd name="T60" fmla="*/ 188 w 808"/>
              <a:gd name="T61" fmla="*/ 772 h 979"/>
              <a:gd name="T62" fmla="*/ 173 w 808"/>
              <a:gd name="T63" fmla="*/ 665 h 979"/>
              <a:gd name="T64" fmla="*/ 162 w 808"/>
              <a:gd name="T65" fmla="*/ 577 h 979"/>
              <a:gd name="T66" fmla="*/ 199 w 808"/>
              <a:gd name="T67" fmla="*/ 559 h 979"/>
              <a:gd name="T68" fmla="*/ 184 w 808"/>
              <a:gd name="T69" fmla="*/ 585 h 979"/>
              <a:gd name="T70" fmla="*/ 223 w 808"/>
              <a:gd name="T71" fmla="*/ 584 h 979"/>
              <a:gd name="T72" fmla="*/ 234 w 808"/>
              <a:gd name="T73" fmla="*/ 595 h 979"/>
              <a:gd name="T74" fmla="*/ 404 w 808"/>
              <a:gd name="T75" fmla="*/ 622 h 979"/>
              <a:gd name="T76" fmla="*/ 370 w 808"/>
              <a:gd name="T77" fmla="*/ 591 h 979"/>
              <a:gd name="T78" fmla="*/ 208 w 808"/>
              <a:gd name="T79" fmla="*/ 640 h 979"/>
              <a:gd name="T80" fmla="*/ 309 w 808"/>
              <a:gd name="T81" fmla="*/ 641 h 979"/>
              <a:gd name="T82" fmla="*/ 302 w 808"/>
              <a:gd name="T83" fmla="*/ 649 h 979"/>
              <a:gd name="T84" fmla="*/ 344 w 808"/>
              <a:gd name="T85" fmla="*/ 675 h 979"/>
              <a:gd name="T86" fmla="*/ 336 w 808"/>
              <a:gd name="T87" fmla="*/ 668 h 979"/>
              <a:gd name="T88" fmla="*/ 207 w 808"/>
              <a:gd name="T89" fmla="*/ 713 h 979"/>
              <a:gd name="T90" fmla="*/ 261 w 808"/>
              <a:gd name="T91" fmla="*/ 753 h 979"/>
              <a:gd name="T92" fmla="*/ 272 w 808"/>
              <a:gd name="T93" fmla="*/ 764 h 979"/>
              <a:gd name="T94" fmla="*/ 457 w 808"/>
              <a:gd name="T95" fmla="*/ 766 h 979"/>
              <a:gd name="T96" fmla="*/ 421 w 808"/>
              <a:gd name="T97" fmla="*/ 845 h 979"/>
              <a:gd name="T98" fmla="*/ 413 w 808"/>
              <a:gd name="T99" fmla="*/ 760 h 979"/>
              <a:gd name="T100" fmla="*/ 412 w 808"/>
              <a:gd name="T101" fmla="*/ 784 h 979"/>
              <a:gd name="T102" fmla="*/ 429 w 808"/>
              <a:gd name="T103" fmla="*/ 767 h 979"/>
              <a:gd name="T104" fmla="*/ 156 w 808"/>
              <a:gd name="T105" fmla="*/ 845 h 979"/>
              <a:gd name="T106" fmla="*/ 135 w 808"/>
              <a:gd name="T107" fmla="*/ 862 h 979"/>
              <a:gd name="T108" fmla="*/ 753 w 808"/>
              <a:gd name="T109" fmla="*/ 867 h 979"/>
              <a:gd name="T110" fmla="*/ 768 w 808"/>
              <a:gd name="T111" fmla="*/ 882 h 979"/>
              <a:gd name="T112" fmla="*/ 753 w 808"/>
              <a:gd name="T113" fmla="*/ 867 h 979"/>
              <a:gd name="T114" fmla="*/ 60 w 808"/>
              <a:gd name="T115" fmla="*/ 974 h 979"/>
              <a:gd name="T116" fmla="*/ 731 w 808"/>
              <a:gd name="T117" fmla="*/ 976 h 979"/>
              <a:gd name="T118" fmla="*/ 805 w 808"/>
              <a:gd name="T119" fmla="*/ 926 h 979"/>
              <a:gd name="T120" fmla="*/ 490 w 808"/>
              <a:gd name="T121" fmla="*/ 951 h 979"/>
              <a:gd name="T122" fmla="*/ 108 w 808"/>
              <a:gd name="T123" fmla="*/ 941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08" h="979">
                <a:moveTo>
                  <a:pt x="37" y="0"/>
                </a:moveTo>
                <a:cubicBezTo>
                  <a:pt x="36" y="0"/>
                  <a:pt x="36" y="0"/>
                  <a:pt x="36" y="1"/>
                </a:cubicBezTo>
                <a:lnTo>
                  <a:pt x="2" y="67"/>
                </a:lnTo>
                <a:cubicBezTo>
                  <a:pt x="2" y="68"/>
                  <a:pt x="0" y="68"/>
                  <a:pt x="0" y="70"/>
                </a:cubicBezTo>
                <a:lnTo>
                  <a:pt x="52" y="968"/>
                </a:lnTo>
                <a:cubicBezTo>
                  <a:pt x="52" y="969"/>
                  <a:pt x="54" y="972"/>
                  <a:pt x="55" y="970"/>
                </a:cubicBezTo>
                <a:lnTo>
                  <a:pt x="89" y="905"/>
                </a:lnTo>
                <a:cubicBezTo>
                  <a:pt x="89" y="903"/>
                  <a:pt x="91" y="903"/>
                  <a:pt x="91" y="902"/>
                </a:cubicBezTo>
                <a:lnTo>
                  <a:pt x="39" y="3"/>
                </a:lnTo>
                <a:cubicBezTo>
                  <a:pt x="39" y="2"/>
                  <a:pt x="38" y="1"/>
                  <a:pt x="37" y="0"/>
                </a:cubicBezTo>
                <a:close/>
                <a:moveTo>
                  <a:pt x="50" y="1"/>
                </a:moveTo>
                <a:lnTo>
                  <a:pt x="109" y="889"/>
                </a:lnTo>
                <a:lnTo>
                  <a:pt x="802" y="912"/>
                </a:lnTo>
                <a:lnTo>
                  <a:pt x="665" y="67"/>
                </a:lnTo>
                <a:lnTo>
                  <a:pt x="50" y="1"/>
                </a:lnTo>
                <a:close/>
                <a:moveTo>
                  <a:pt x="82" y="30"/>
                </a:moveTo>
                <a:cubicBezTo>
                  <a:pt x="90" y="30"/>
                  <a:pt x="96" y="35"/>
                  <a:pt x="96" y="42"/>
                </a:cubicBezTo>
                <a:cubicBezTo>
                  <a:pt x="97" y="48"/>
                  <a:pt x="91" y="54"/>
                  <a:pt x="84" y="55"/>
                </a:cubicBezTo>
                <a:cubicBezTo>
                  <a:pt x="77" y="55"/>
                  <a:pt x="70" y="50"/>
                  <a:pt x="70" y="43"/>
                </a:cubicBezTo>
                <a:cubicBezTo>
                  <a:pt x="69" y="37"/>
                  <a:pt x="75" y="31"/>
                  <a:pt x="82" y="30"/>
                </a:cubicBezTo>
                <a:close/>
                <a:moveTo>
                  <a:pt x="344" y="66"/>
                </a:moveTo>
                <a:cubicBezTo>
                  <a:pt x="481" y="63"/>
                  <a:pt x="617" y="152"/>
                  <a:pt x="664" y="285"/>
                </a:cubicBezTo>
                <a:cubicBezTo>
                  <a:pt x="673" y="311"/>
                  <a:pt x="679" y="337"/>
                  <a:pt x="680" y="363"/>
                </a:cubicBezTo>
                <a:cubicBezTo>
                  <a:pt x="687" y="486"/>
                  <a:pt x="609" y="595"/>
                  <a:pt x="480" y="624"/>
                </a:cubicBezTo>
                <a:cubicBezTo>
                  <a:pt x="465" y="627"/>
                  <a:pt x="449" y="629"/>
                  <a:pt x="433" y="630"/>
                </a:cubicBezTo>
                <a:lnTo>
                  <a:pt x="374" y="718"/>
                </a:lnTo>
                <a:lnTo>
                  <a:pt x="313" y="699"/>
                </a:lnTo>
                <a:lnTo>
                  <a:pt x="287" y="677"/>
                </a:lnTo>
                <a:lnTo>
                  <a:pt x="275" y="615"/>
                </a:lnTo>
                <a:lnTo>
                  <a:pt x="290" y="606"/>
                </a:lnTo>
                <a:cubicBezTo>
                  <a:pt x="205" y="571"/>
                  <a:pt x="133" y="501"/>
                  <a:pt x="102" y="412"/>
                </a:cubicBezTo>
                <a:cubicBezTo>
                  <a:pt x="48" y="260"/>
                  <a:pt x="130" y="109"/>
                  <a:pt x="285" y="74"/>
                </a:cubicBezTo>
                <a:cubicBezTo>
                  <a:pt x="305" y="69"/>
                  <a:pt x="325" y="67"/>
                  <a:pt x="344" y="66"/>
                </a:cubicBezTo>
                <a:close/>
                <a:moveTo>
                  <a:pt x="629" y="92"/>
                </a:moveTo>
                <a:cubicBezTo>
                  <a:pt x="631" y="92"/>
                  <a:pt x="632" y="92"/>
                  <a:pt x="633" y="92"/>
                </a:cubicBezTo>
                <a:cubicBezTo>
                  <a:pt x="634" y="92"/>
                  <a:pt x="636" y="92"/>
                  <a:pt x="637" y="93"/>
                </a:cubicBezTo>
                <a:cubicBezTo>
                  <a:pt x="640" y="95"/>
                  <a:pt x="642" y="99"/>
                  <a:pt x="643" y="103"/>
                </a:cubicBezTo>
                <a:cubicBezTo>
                  <a:pt x="643" y="106"/>
                  <a:pt x="642" y="108"/>
                  <a:pt x="640" y="111"/>
                </a:cubicBezTo>
                <a:cubicBezTo>
                  <a:pt x="636" y="117"/>
                  <a:pt x="628" y="119"/>
                  <a:pt x="623" y="116"/>
                </a:cubicBezTo>
                <a:cubicBezTo>
                  <a:pt x="617" y="112"/>
                  <a:pt x="616" y="104"/>
                  <a:pt x="620" y="98"/>
                </a:cubicBezTo>
                <a:cubicBezTo>
                  <a:pt x="622" y="95"/>
                  <a:pt x="626" y="92"/>
                  <a:pt x="629" y="92"/>
                </a:cubicBezTo>
                <a:close/>
                <a:moveTo>
                  <a:pt x="379" y="222"/>
                </a:moveTo>
                <a:cubicBezTo>
                  <a:pt x="337" y="221"/>
                  <a:pt x="299" y="241"/>
                  <a:pt x="280" y="277"/>
                </a:cubicBezTo>
                <a:cubicBezTo>
                  <a:pt x="253" y="329"/>
                  <a:pt x="278" y="396"/>
                  <a:pt x="336" y="426"/>
                </a:cubicBezTo>
                <a:cubicBezTo>
                  <a:pt x="394" y="457"/>
                  <a:pt x="463" y="439"/>
                  <a:pt x="490" y="386"/>
                </a:cubicBezTo>
                <a:cubicBezTo>
                  <a:pt x="499" y="370"/>
                  <a:pt x="502" y="353"/>
                  <a:pt x="501" y="335"/>
                </a:cubicBezTo>
                <a:cubicBezTo>
                  <a:pt x="499" y="296"/>
                  <a:pt x="475" y="258"/>
                  <a:pt x="435" y="237"/>
                </a:cubicBezTo>
                <a:cubicBezTo>
                  <a:pt x="417" y="228"/>
                  <a:pt x="397" y="223"/>
                  <a:pt x="379" y="222"/>
                </a:cubicBezTo>
                <a:close/>
                <a:moveTo>
                  <a:pt x="382" y="282"/>
                </a:moveTo>
                <a:cubicBezTo>
                  <a:pt x="392" y="281"/>
                  <a:pt x="405" y="284"/>
                  <a:pt x="415" y="290"/>
                </a:cubicBezTo>
                <a:cubicBezTo>
                  <a:pt x="428" y="299"/>
                  <a:pt x="435" y="312"/>
                  <a:pt x="435" y="325"/>
                </a:cubicBezTo>
                <a:cubicBezTo>
                  <a:pt x="436" y="332"/>
                  <a:pt x="434" y="340"/>
                  <a:pt x="429" y="346"/>
                </a:cubicBezTo>
                <a:cubicBezTo>
                  <a:pt x="417" y="363"/>
                  <a:pt x="390" y="366"/>
                  <a:pt x="369" y="352"/>
                </a:cubicBezTo>
                <a:cubicBezTo>
                  <a:pt x="349" y="338"/>
                  <a:pt x="342" y="313"/>
                  <a:pt x="355" y="296"/>
                </a:cubicBezTo>
                <a:cubicBezTo>
                  <a:pt x="361" y="287"/>
                  <a:pt x="371" y="283"/>
                  <a:pt x="382" y="282"/>
                </a:cubicBezTo>
                <a:close/>
                <a:moveTo>
                  <a:pt x="508" y="484"/>
                </a:moveTo>
                <a:lnTo>
                  <a:pt x="294" y="625"/>
                </a:lnTo>
                <a:lnTo>
                  <a:pt x="299" y="670"/>
                </a:lnTo>
                <a:lnTo>
                  <a:pt x="321" y="690"/>
                </a:lnTo>
                <a:lnTo>
                  <a:pt x="368" y="702"/>
                </a:lnTo>
                <a:lnTo>
                  <a:pt x="514" y="492"/>
                </a:lnTo>
                <a:lnTo>
                  <a:pt x="508" y="484"/>
                </a:lnTo>
                <a:close/>
                <a:moveTo>
                  <a:pt x="459" y="525"/>
                </a:moveTo>
                <a:cubicBezTo>
                  <a:pt x="466" y="525"/>
                  <a:pt x="472" y="530"/>
                  <a:pt x="472" y="537"/>
                </a:cubicBezTo>
                <a:cubicBezTo>
                  <a:pt x="473" y="544"/>
                  <a:pt x="467" y="550"/>
                  <a:pt x="460" y="550"/>
                </a:cubicBezTo>
                <a:cubicBezTo>
                  <a:pt x="453" y="551"/>
                  <a:pt x="447" y="545"/>
                  <a:pt x="446" y="539"/>
                </a:cubicBezTo>
                <a:cubicBezTo>
                  <a:pt x="446" y="532"/>
                  <a:pt x="451" y="526"/>
                  <a:pt x="459" y="525"/>
                </a:cubicBezTo>
                <a:close/>
                <a:moveTo>
                  <a:pt x="418" y="559"/>
                </a:moveTo>
                <a:cubicBezTo>
                  <a:pt x="430" y="558"/>
                  <a:pt x="439" y="567"/>
                  <a:pt x="440" y="578"/>
                </a:cubicBezTo>
                <a:cubicBezTo>
                  <a:pt x="440" y="589"/>
                  <a:pt x="432" y="599"/>
                  <a:pt x="421" y="600"/>
                </a:cubicBezTo>
                <a:cubicBezTo>
                  <a:pt x="409" y="600"/>
                  <a:pt x="400" y="592"/>
                  <a:pt x="399" y="580"/>
                </a:cubicBezTo>
                <a:cubicBezTo>
                  <a:pt x="398" y="569"/>
                  <a:pt x="407" y="559"/>
                  <a:pt x="418" y="559"/>
                </a:cubicBezTo>
                <a:close/>
                <a:moveTo>
                  <a:pt x="199" y="559"/>
                </a:moveTo>
                <a:lnTo>
                  <a:pt x="250" y="597"/>
                </a:lnTo>
                <a:lnTo>
                  <a:pt x="242" y="617"/>
                </a:lnTo>
                <a:lnTo>
                  <a:pt x="246" y="623"/>
                </a:lnTo>
                <a:lnTo>
                  <a:pt x="258" y="633"/>
                </a:lnTo>
                <a:lnTo>
                  <a:pt x="261" y="649"/>
                </a:lnTo>
                <a:lnTo>
                  <a:pt x="270" y="677"/>
                </a:lnTo>
                <a:lnTo>
                  <a:pt x="288" y="703"/>
                </a:lnTo>
                <a:lnTo>
                  <a:pt x="310" y="718"/>
                </a:lnTo>
                <a:lnTo>
                  <a:pt x="347" y="732"/>
                </a:lnTo>
                <a:lnTo>
                  <a:pt x="365" y="746"/>
                </a:lnTo>
                <a:lnTo>
                  <a:pt x="392" y="759"/>
                </a:lnTo>
                <a:lnTo>
                  <a:pt x="384" y="799"/>
                </a:lnTo>
                <a:lnTo>
                  <a:pt x="373" y="795"/>
                </a:lnTo>
                <a:lnTo>
                  <a:pt x="344" y="810"/>
                </a:lnTo>
                <a:lnTo>
                  <a:pt x="314" y="810"/>
                </a:lnTo>
                <a:lnTo>
                  <a:pt x="272" y="792"/>
                </a:lnTo>
                <a:lnTo>
                  <a:pt x="234" y="765"/>
                </a:lnTo>
                <a:lnTo>
                  <a:pt x="232" y="757"/>
                </a:lnTo>
                <a:lnTo>
                  <a:pt x="205" y="789"/>
                </a:lnTo>
                <a:lnTo>
                  <a:pt x="188" y="772"/>
                </a:lnTo>
                <a:lnTo>
                  <a:pt x="198" y="757"/>
                </a:lnTo>
                <a:lnTo>
                  <a:pt x="205" y="736"/>
                </a:lnTo>
                <a:lnTo>
                  <a:pt x="173" y="665"/>
                </a:lnTo>
                <a:lnTo>
                  <a:pt x="164" y="662"/>
                </a:lnTo>
                <a:lnTo>
                  <a:pt x="175" y="598"/>
                </a:lnTo>
                <a:lnTo>
                  <a:pt x="162" y="577"/>
                </a:lnTo>
                <a:lnTo>
                  <a:pt x="172" y="564"/>
                </a:lnTo>
                <a:lnTo>
                  <a:pt x="196" y="564"/>
                </a:lnTo>
                <a:lnTo>
                  <a:pt x="199" y="559"/>
                </a:lnTo>
                <a:close/>
                <a:moveTo>
                  <a:pt x="184" y="571"/>
                </a:moveTo>
                <a:cubicBezTo>
                  <a:pt x="178" y="571"/>
                  <a:pt x="174" y="575"/>
                  <a:pt x="174" y="579"/>
                </a:cubicBezTo>
                <a:cubicBezTo>
                  <a:pt x="174" y="582"/>
                  <a:pt x="179" y="585"/>
                  <a:pt x="184" y="585"/>
                </a:cubicBezTo>
                <a:cubicBezTo>
                  <a:pt x="190" y="585"/>
                  <a:pt x="194" y="581"/>
                  <a:pt x="194" y="577"/>
                </a:cubicBezTo>
                <a:cubicBezTo>
                  <a:pt x="194" y="574"/>
                  <a:pt x="189" y="571"/>
                  <a:pt x="184" y="571"/>
                </a:cubicBezTo>
                <a:close/>
                <a:moveTo>
                  <a:pt x="223" y="584"/>
                </a:moveTo>
                <a:cubicBezTo>
                  <a:pt x="217" y="584"/>
                  <a:pt x="213" y="590"/>
                  <a:pt x="214" y="596"/>
                </a:cubicBezTo>
                <a:cubicBezTo>
                  <a:pt x="214" y="603"/>
                  <a:pt x="219" y="608"/>
                  <a:pt x="224" y="607"/>
                </a:cubicBezTo>
                <a:cubicBezTo>
                  <a:pt x="230" y="607"/>
                  <a:pt x="234" y="601"/>
                  <a:pt x="234" y="595"/>
                </a:cubicBezTo>
                <a:cubicBezTo>
                  <a:pt x="233" y="588"/>
                  <a:pt x="228" y="583"/>
                  <a:pt x="223" y="584"/>
                </a:cubicBezTo>
                <a:close/>
                <a:moveTo>
                  <a:pt x="370" y="591"/>
                </a:moveTo>
                <a:cubicBezTo>
                  <a:pt x="388" y="590"/>
                  <a:pt x="403" y="604"/>
                  <a:pt x="404" y="622"/>
                </a:cubicBezTo>
                <a:cubicBezTo>
                  <a:pt x="405" y="640"/>
                  <a:pt x="391" y="655"/>
                  <a:pt x="374" y="656"/>
                </a:cubicBezTo>
                <a:cubicBezTo>
                  <a:pt x="356" y="657"/>
                  <a:pt x="341" y="643"/>
                  <a:pt x="339" y="625"/>
                </a:cubicBezTo>
                <a:cubicBezTo>
                  <a:pt x="338" y="608"/>
                  <a:pt x="352" y="592"/>
                  <a:pt x="370" y="591"/>
                </a:cubicBezTo>
                <a:close/>
                <a:moveTo>
                  <a:pt x="206" y="617"/>
                </a:moveTo>
                <a:cubicBezTo>
                  <a:pt x="201" y="617"/>
                  <a:pt x="197" y="623"/>
                  <a:pt x="197" y="629"/>
                </a:cubicBezTo>
                <a:cubicBezTo>
                  <a:pt x="197" y="636"/>
                  <a:pt x="202" y="641"/>
                  <a:pt x="208" y="640"/>
                </a:cubicBezTo>
                <a:cubicBezTo>
                  <a:pt x="213" y="640"/>
                  <a:pt x="217" y="635"/>
                  <a:pt x="217" y="628"/>
                </a:cubicBezTo>
                <a:cubicBezTo>
                  <a:pt x="216" y="622"/>
                  <a:pt x="212" y="617"/>
                  <a:pt x="206" y="617"/>
                </a:cubicBezTo>
                <a:close/>
                <a:moveTo>
                  <a:pt x="309" y="641"/>
                </a:moveTo>
                <a:cubicBezTo>
                  <a:pt x="314" y="641"/>
                  <a:pt x="317" y="644"/>
                  <a:pt x="317" y="649"/>
                </a:cubicBezTo>
                <a:cubicBezTo>
                  <a:pt x="318" y="653"/>
                  <a:pt x="315" y="657"/>
                  <a:pt x="310" y="657"/>
                </a:cubicBezTo>
                <a:cubicBezTo>
                  <a:pt x="306" y="657"/>
                  <a:pt x="303" y="654"/>
                  <a:pt x="302" y="649"/>
                </a:cubicBezTo>
                <a:cubicBezTo>
                  <a:pt x="302" y="645"/>
                  <a:pt x="305" y="641"/>
                  <a:pt x="309" y="641"/>
                </a:cubicBezTo>
                <a:close/>
                <a:moveTo>
                  <a:pt x="336" y="668"/>
                </a:moveTo>
                <a:cubicBezTo>
                  <a:pt x="340" y="668"/>
                  <a:pt x="343" y="671"/>
                  <a:pt x="344" y="675"/>
                </a:cubicBezTo>
                <a:cubicBezTo>
                  <a:pt x="344" y="680"/>
                  <a:pt x="341" y="684"/>
                  <a:pt x="337" y="684"/>
                </a:cubicBezTo>
                <a:cubicBezTo>
                  <a:pt x="333" y="684"/>
                  <a:pt x="329" y="681"/>
                  <a:pt x="329" y="676"/>
                </a:cubicBezTo>
                <a:cubicBezTo>
                  <a:pt x="329" y="672"/>
                  <a:pt x="332" y="668"/>
                  <a:pt x="336" y="668"/>
                </a:cubicBezTo>
                <a:close/>
                <a:moveTo>
                  <a:pt x="205" y="689"/>
                </a:moveTo>
                <a:cubicBezTo>
                  <a:pt x="200" y="690"/>
                  <a:pt x="196" y="695"/>
                  <a:pt x="196" y="701"/>
                </a:cubicBezTo>
                <a:cubicBezTo>
                  <a:pt x="196" y="708"/>
                  <a:pt x="201" y="713"/>
                  <a:pt x="207" y="713"/>
                </a:cubicBezTo>
                <a:cubicBezTo>
                  <a:pt x="212" y="712"/>
                  <a:pt x="216" y="707"/>
                  <a:pt x="216" y="700"/>
                </a:cubicBezTo>
                <a:cubicBezTo>
                  <a:pt x="216" y="694"/>
                  <a:pt x="211" y="689"/>
                  <a:pt x="205" y="689"/>
                </a:cubicBezTo>
                <a:close/>
                <a:moveTo>
                  <a:pt x="261" y="753"/>
                </a:moveTo>
                <a:cubicBezTo>
                  <a:pt x="256" y="753"/>
                  <a:pt x="252" y="759"/>
                  <a:pt x="252" y="765"/>
                </a:cubicBezTo>
                <a:cubicBezTo>
                  <a:pt x="252" y="772"/>
                  <a:pt x="257" y="777"/>
                  <a:pt x="263" y="776"/>
                </a:cubicBezTo>
                <a:cubicBezTo>
                  <a:pt x="268" y="776"/>
                  <a:pt x="272" y="771"/>
                  <a:pt x="272" y="764"/>
                </a:cubicBezTo>
                <a:cubicBezTo>
                  <a:pt x="271" y="758"/>
                  <a:pt x="267" y="753"/>
                  <a:pt x="261" y="753"/>
                </a:cubicBezTo>
                <a:close/>
                <a:moveTo>
                  <a:pt x="429" y="757"/>
                </a:moveTo>
                <a:lnTo>
                  <a:pt x="457" y="766"/>
                </a:lnTo>
                <a:lnTo>
                  <a:pt x="449" y="808"/>
                </a:lnTo>
                <a:lnTo>
                  <a:pt x="437" y="809"/>
                </a:lnTo>
                <a:lnTo>
                  <a:pt x="421" y="845"/>
                </a:lnTo>
                <a:lnTo>
                  <a:pt x="392" y="837"/>
                </a:lnTo>
                <a:lnTo>
                  <a:pt x="397" y="781"/>
                </a:lnTo>
                <a:lnTo>
                  <a:pt x="413" y="760"/>
                </a:lnTo>
                <a:lnTo>
                  <a:pt x="429" y="757"/>
                </a:lnTo>
                <a:close/>
                <a:moveTo>
                  <a:pt x="429" y="767"/>
                </a:moveTo>
                <a:cubicBezTo>
                  <a:pt x="419" y="767"/>
                  <a:pt x="411" y="775"/>
                  <a:pt x="412" y="784"/>
                </a:cubicBezTo>
                <a:cubicBezTo>
                  <a:pt x="412" y="793"/>
                  <a:pt x="421" y="800"/>
                  <a:pt x="431" y="799"/>
                </a:cubicBezTo>
                <a:cubicBezTo>
                  <a:pt x="441" y="798"/>
                  <a:pt x="448" y="791"/>
                  <a:pt x="448" y="782"/>
                </a:cubicBezTo>
                <a:cubicBezTo>
                  <a:pt x="447" y="773"/>
                  <a:pt x="439" y="766"/>
                  <a:pt x="429" y="767"/>
                </a:cubicBezTo>
                <a:close/>
                <a:moveTo>
                  <a:pt x="145" y="841"/>
                </a:moveTo>
                <a:cubicBezTo>
                  <a:pt x="146" y="841"/>
                  <a:pt x="146" y="841"/>
                  <a:pt x="147" y="841"/>
                </a:cubicBezTo>
                <a:cubicBezTo>
                  <a:pt x="151" y="841"/>
                  <a:pt x="154" y="843"/>
                  <a:pt x="156" y="845"/>
                </a:cubicBezTo>
                <a:cubicBezTo>
                  <a:pt x="158" y="847"/>
                  <a:pt x="158" y="850"/>
                  <a:pt x="159" y="852"/>
                </a:cubicBezTo>
                <a:cubicBezTo>
                  <a:pt x="159" y="856"/>
                  <a:pt x="157" y="860"/>
                  <a:pt x="153" y="863"/>
                </a:cubicBezTo>
                <a:cubicBezTo>
                  <a:pt x="148" y="868"/>
                  <a:pt x="140" y="868"/>
                  <a:pt x="135" y="862"/>
                </a:cubicBezTo>
                <a:cubicBezTo>
                  <a:pt x="131" y="857"/>
                  <a:pt x="132" y="849"/>
                  <a:pt x="138" y="845"/>
                </a:cubicBezTo>
                <a:cubicBezTo>
                  <a:pt x="140" y="843"/>
                  <a:pt x="142" y="842"/>
                  <a:pt x="145" y="841"/>
                </a:cubicBezTo>
                <a:close/>
                <a:moveTo>
                  <a:pt x="753" y="867"/>
                </a:moveTo>
                <a:cubicBezTo>
                  <a:pt x="754" y="867"/>
                  <a:pt x="756" y="867"/>
                  <a:pt x="758" y="867"/>
                </a:cubicBezTo>
                <a:cubicBezTo>
                  <a:pt x="764" y="868"/>
                  <a:pt x="768" y="873"/>
                  <a:pt x="768" y="878"/>
                </a:cubicBezTo>
                <a:cubicBezTo>
                  <a:pt x="768" y="880"/>
                  <a:pt x="769" y="881"/>
                  <a:pt x="768" y="882"/>
                </a:cubicBezTo>
                <a:cubicBezTo>
                  <a:pt x="767" y="888"/>
                  <a:pt x="759" y="892"/>
                  <a:pt x="752" y="890"/>
                </a:cubicBezTo>
                <a:cubicBezTo>
                  <a:pt x="745" y="889"/>
                  <a:pt x="741" y="882"/>
                  <a:pt x="742" y="875"/>
                </a:cubicBezTo>
                <a:cubicBezTo>
                  <a:pt x="743" y="871"/>
                  <a:pt x="748" y="867"/>
                  <a:pt x="753" y="867"/>
                </a:cubicBezTo>
                <a:close/>
                <a:moveTo>
                  <a:pt x="98" y="908"/>
                </a:moveTo>
                <a:cubicBezTo>
                  <a:pt x="96" y="908"/>
                  <a:pt x="96" y="910"/>
                  <a:pt x="95" y="911"/>
                </a:cubicBezTo>
                <a:lnTo>
                  <a:pt x="60" y="974"/>
                </a:lnTo>
                <a:cubicBezTo>
                  <a:pt x="59" y="975"/>
                  <a:pt x="61" y="976"/>
                  <a:pt x="62" y="976"/>
                </a:cubicBezTo>
                <a:lnTo>
                  <a:pt x="728" y="979"/>
                </a:lnTo>
                <a:cubicBezTo>
                  <a:pt x="730" y="979"/>
                  <a:pt x="730" y="977"/>
                  <a:pt x="731" y="976"/>
                </a:cubicBezTo>
                <a:lnTo>
                  <a:pt x="808" y="929"/>
                </a:lnTo>
                <a:cubicBezTo>
                  <a:pt x="808" y="929"/>
                  <a:pt x="808" y="929"/>
                  <a:pt x="808" y="929"/>
                </a:cubicBezTo>
                <a:cubicBezTo>
                  <a:pt x="808" y="928"/>
                  <a:pt x="806" y="926"/>
                  <a:pt x="805" y="926"/>
                </a:cubicBezTo>
                <a:lnTo>
                  <a:pt x="98" y="908"/>
                </a:lnTo>
                <a:close/>
                <a:moveTo>
                  <a:pt x="108" y="941"/>
                </a:moveTo>
                <a:lnTo>
                  <a:pt x="490" y="951"/>
                </a:lnTo>
                <a:lnTo>
                  <a:pt x="482" y="965"/>
                </a:lnTo>
                <a:lnTo>
                  <a:pt x="94" y="960"/>
                </a:lnTo>
                <a:lnTo>
                  <a:pt x="108" y="94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0" name="Keyboard3" descr="{&quot;Key&quot;:&quot;POWER_USER_SHAPE_ICON&quot;,&quot;Value&quot;:&quot;POWER_USER_SHAPE_ICON_STYLE_1&quot;}">
            <a:extLst>
              <a:ext uri="{FF2B5EF4-FFF2-40B4-BE49-F238E27FC236}">
                <a16:creationId xmlns:a16="http://schemas.microsoft.com/office/drawing/2014/main" id="{7A29A3BF-A1CA-427A-8978-CEF07E08C033}"/>
              </a:ext>
            </a:extLst>
          </p:cNvPr>
          <p:cNvSpPr>
            <a:spLocks noChangeAspect="1" noChangeArrowheads="1"/>
          </p:cNvSpPr>
          <p:nvPr>
            <p:custDataLst>
              <p:tags r:id="rId18"/>
            </p:custDataLst>
          </p:nvPr>
        </p:nvSpPr>
        <p:spPr bwMode="auto">
          <a:xfrm>
            <a:off x="4712740" y="1434034"/>
            <a:ext cx="542925" cy="542925"/>
          </a:xfrm>
          <a:custGeom>
            <a:avLst/>
            <a:gdLst>
              <a:gd name="T0" fmla="*/ 56 w 534"/>
              <a:gd name="T1" fmla="*/ 0 h 534"/>
              <a:gd name="T2" fmla="*/ 0 w 534"/>
              <a:gd name="T3" fmla="*/ 320 h 534"/>
              <a:gd name="T4" fmla="*/ 483 w 534"/>
              <a:gd name="T5" fmla="*/ 376 h 534"/>
              <a:gd name="T6" fmla="*/ 533 w 534"/>
              <a:gd name="T7" fmla="*/ 56 h 534"/>
              <a:gd name="T8" fmla="*/ 239 w 534"/>
              <a:gd name="T9" fmla="*/ 81 h 534"/>
              <a:gd name="T10" fmla="*/ 295 w 534"/>
              <a:gd name="T11" fmla="*/ 132 h 534"/>
              <a:gd name="T12" fmla="*/ 239 w 534"/>
              <a:gd name="T13" fmla="*/ 81 h 534"/>
              <a:gd name="T14" fmla="*/ 295 w 534"/>
              <a:gd name="T15" fmla="*/ 163 h 534"/>
              <a:gd name="T16" fmla="*/ 239 w 534"/>
              <a:gd name="T17" fmla="*/ 213 h 534"/>
              <a:gd name="T18" fmla="*/ 163 w 534"/>
              <a:gd name="T19" fmla="*/ 81 h 534"/>
              <a:gd name="T20" fmla="*/ 213 w 534"/>
              <a:gd name="T21" fmla="*/ 132 h 534"/>
              <a:gd name="T22" fmla="*/ 163 w 534"/>
              <a:gd name="T23" fmla="*/ 81 h 534"/>
              <a:gd name="T24" fmla="*/ 213 w 534"/>
              <a:gd name="T25" fmla="*/ 163 h 534"/>
              <a:gd name="T26" fmla="*/ 163 w 534"/>
              <a:gd name="T27" fmla="*/ 213 h 534"/>
              <a:gd name="T28" fmla="*/ 137 w 534"/>
              <a:gd name="T29" fmla="*/ 213 h 534"/>
              <a:gd name="T30" fmla="*/ 81 w 534"/>
              <a:gd name="T31" fmla="*/ 163 h 534"/>
              <a:gd name="T32" fmla="*/ 137 w 534"/>
              <a:gd name="T33" fmla="*/ 213 h 534"/>
              <a:gd name="T34" fmla="*/ 81 w 534"/>
              <a:gd name="T35" fmla="*/ 132 h 534"/>
              <a:gd name="T36" fmla="*/ 137 w 534"/>
              <a:gd name="T37" fmla="*/ 81 h 534"/>
              <a:gd name="T38" fmla="*/ 376 w 534"/>
              <a:gd name="T39" fmla="*/ 320 h 534"/>
              <a:gd name="T40" fmla="*/ 163 w 534"/>
              <a:gd name="T41" fmla="*/ 269 h 534"/>
              <a:gd name="T42" fmla="*/ 376 w 534"/>
              <a:gd name="T43" fmla="*/ 320 h 534"/>
              <a:gd name="T44" fmla="*/ 320 w 534"/>
              <a:gd name="T45" fmla="*/ 213 h 534"/>
              <a:gd name="T46" fmla="*/ 376 w 534"/>
              <a:gd name="T47" fmla="*/ 163 h 534"/>
              <a:gd name="T48" fmla="*/ 376 w 534"/>
              <a:gd name="T49" fmla="*/ 132 h 534"/>
              <a:gd name="T50" fmla="*/ 320 w 534"/>
              <a:gd name="T51" fmla="*/ 81 h 534"/>
              <a:gd name="T52" fmla="*/ 376 w 534"/>
              <a:gd name="T53" fmla="*/ 132 h 534"/>
              <a:gd name="T54" fmla="*/ 401 w 534"/>
              <a:gd name="T55" fmla="*/ 213 h 534"/>
              <a:gd name="T56" fmla="*/ 452 w 534"/>
              <a:gd name="T57" fmla="*/ 163 h 534"/>
              <a:gd name="T58" fmla="*/ 452 w 534"/>
              <a:gd name="T59" fmla="*/ 132 h 534"/>
              <a:gd name="T60" fmla="*/ 401 w 534"/>
              <a:gd name="T61" fmla="*/ 81 h 534"/>
              <a:gd name="T62" fmla="*/ 452 w 534"/>
              <a:gd name="T63" fmla="*/ 132 h 534"/>
              <a:gd name="T64" fmla="*/ 376 w 534"/>
              <a:gd name="T65" fmla="*/ 427 h 534"/>
              <a:gd name="T66" fmla="*/ 269 w 534"/>
              <a:gd name="T67" fmla="*/ 533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34" h="534">
                <a:moveTo>
                  <a:pt x="483" y="0"/>
                </a:moveTo>
                <a:lnTo>
                  <a:pt x="56" y="0"/>
                </a:lnTo>
                <a:cubicBezTo>
                  <a:pt x="25" y="0"/>
                  <a:pt x="0" y="25"/>
                  <a:pt x="0" y="56"/>
                </a:cubicBezTo>
                <a:lnTo>
                  <a:pt x="0" y="320"/>
                </a:lnTo>
                <a:cubicBezTo>
                  <a:pt x="0" y="350"/>
                  <a:pt x="25" y="376"/>
                  <a:pt x="56" y="376"/>
                </a:cubicBezTo>
                <a:lnTo>
                  <a:pt x="483" y="376"/>
                </a:lnTo>
                <a:cubicBezTo>
                  <a:pt x="508" y="376"/>
                  <a:pt x="533" y="350"/>
                  <a:pt x="533" y="320"/>
                </a:cubicBezTo>
                <a:lnTo>
                  <a:pt x="533" y="56"/>
                </a:lnTo>
                <a:cubicBezTo>
                  <a:pt x="533" y="25"/>
                  <a:pt x="508" y="0"/>
                  <a:pt x="483" y="0"/>
                </a:cubicBezTo>
                <a:close/>
                <a:moveTo>
                  <a:pt x="239" y="81"/>
                </a:moveTo>
                <a:lnTo>
                  <a:pt x="295" y="81"/>
                </a:lnTo>
                <a:lnTo>
                  <a:pt x="295" y="132"/>
                </a:lnTo>
                <a:lnTo>
                  <a:pt x="239" y="132"/>
                </a:lnTo>
                <a:lnTo>
                  <a:pt x="239" y="81"/>
                </a:lnTo>
                <a:close/>
                <a:moveTo>
                  <a:pt x="239" y="163"/>
                </a:moveTo>
                <a:lnTo>
                  <a:pt x="295" y="163"/>
                </a:lnTo>
                <a:lnTo>
                  <a:pt x="295" y="213"/>
                </a:lnTo>
                <a:lnTo>
                  <a:pt x="239" y="213"/>
                </a:lnTo>
                <a:lnTo>
                  <a:pt x="239" y="163"/>
                </a:lnTo>
                <a:close/>
                <a:moveTo>
                  <a:pt x="163" y="81"/>
                </a:moveTo>
                <a:lnTo>
                  <a:pt x="213" y="81"/>
                </a:lnTo>
                <a:lnTo>
                  <a:pt x="213" y="132"/>
                </a:lnTo>
                <a:lnTo>
                  <a:pt x="163" y="132"/>
                </a:lnTo>
                <a:lnTo>
                  <a:pt x="163" y="81"/>
                </a:lnTo>
                <a:close/>
                <a:moveTo>
                  <a:pt x="163" y="163"/>
                </a:moveTo>
                <a:lnTo>
                  <a:pt x="213" y="163"/>
                </a:lnTo>
                <a:lnTo>
                  <a:pt x="213" y="213"/>
                </a:lnTo>
                <a:lnTo>
                  <a:pt x="163" y="213"/>
                </a:lnTo>
                <a:lnTo>
                  <a:pt x="163" y="163"/>
                </a:lnTo>
                <a:close/>
                <a:moveTo>
                  <a:pt x="137" y="213"/>
                </a:moveTo>
                <a:lnTo>
                  <a:pt x="81" y="213"/>
                </a:lnTo>
                <a:lnTo>
                  <a:pt x="81" y="163"/>
                </a:lnTo>
                <a:lnTo>
                  <a:pt x="137" y="163"/>
                </a:lnTo>
                <a:lnTo>
                  <a:pt x="137" y="213"/>
                </a:lnTo>
                <a:close/>
                <a:moveTo>
                  <a:pt x="137" y="132"/>
                </a:moveTo>
                <a:lnTo>
                  <a:pt x="81" y="132"/>
                </a:lnTo>
                <a:lnTo>
                  <a:pt x="81" y="81"/>
                </a:lnTo>
                <a:lnTo>
                  <a:pt x="137" y="81"/>
                </a:lnTo>
                <a:lnTo>
                  <a:pt x="137" y="132"/>
                </a:lnTo>
                <a:close/>
                <a:moveTo>
                  <a:pt x="376" y="320"/>
                </a:moveTo>
                <a:lnTo>
                  <a:pt x="163" y="320"/>
                </a:lnTo>
                <a:lnTo>
                  <a:pt x="163" y="269"/>
                </a:lnTo>
                <a:lnTo>
                  <a:pt x="376" y="269"/>
                </a:lnTo>
                <a:lnTo>
                  <a:pt x="376" y="320"/>
                </a:lnTo>
                <a:close/>
                <a:moveTo>
                  <a:pt x="376" y="213"/>
                </a:moveTo>
                <a:lnTo>
                  <a:pt x="320" y="213"/>
                </a:lnTo>
                <a:lnTo>
                  <a:pt x="320" y="163"/>
                </a:lnTo>
                <a:lnTo>
                  <a:pt x="376" y="163"/>
                </a:lnTo>
                <a:lnTo>
                  <a:pt x="376" y="213"/>
                </a:lnTo>
                <a:close/>
                <a:moveTo>
                  <a:pt x="376" y="132"/>
                </a:moveTo>
                <a:lnTo>
                  <a:pt x="320" y="132"/>
                </a:lnTo>
                <a:lnTo>
                  <a:pt x="320" y="81"/>
                </a:lnTo>
                <a:lnTo>
                  <a:pt x="376" y="81"/>
                </a:lnTo>
                <a:lnTo>
                  <a:pt x="376" y="132"/>
                </a:lnTo>
                <a:close/>
                <a:moveTo>
                  <a:pt x="452" y="213"/>
                </a:moveTo>
                <a:lnTo>
                  <a:pt x="401" y="213"/>
                </a:lnTo>
                <a:lnTo>
                  <a:pt x="401" y="163"/>
                </a:lnTo>
                <a:lnTo>
                  <a:pt x="452" y="163"/>
                </a:lnTo>
                <a:lnTo>
                  <a:pt x="452" y="213"/>
                </a:lnTo>
                <a:close/>
                <a:moveTo>
                  <a:pt x="452" y="132"/>
                </a:moveTo>
                <a:lnTo>
                  <a:pt x="401" y="132"/>
                </a:lnTo>
                <a:lnTo>
                  <a:pt x="401" y="81"/>
                </a:lnTo>
                <a:lnTo>
                  <a:pt x="452" y="81"/>
                </a:lnTo>
                <a:lnTo>
                  <a:pt x="452" y="132"/>
                </a:lnTo>
                <a:close/>
                <a:moveTo>
                  <a:pt x="269" y="533"/>
                </a:moveTo>
                <a:lnTo>
                  <a:pt x="376" y="427"/>
                </a:lnTo>
                <a:lnTo>
                  <a:pt x="163" y="427"/>
                </a:lnTo>
                <a:lnTo>
                  <a:pt x="269" y="533"/>
                </a:ln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01" name="Loading2" descr="{&quot;Key&quot;:&quot;POWER_USER_SHAPE_ICON&quot;,&quot;Value&quot;:&quot;POWER_USER_SHAPE_ICON_STYLE_1&quot;}">
            <a:extLst>
              <a:ext uri="{FF2B5EF4-FFF2-40B4-BE49-F238E27FC236}">
                <a16:creationId xmlns:a16="http://schemas.microsoft.com/office/drawing/2014/main" id="{E63FA9CC-8F35-488F-BCEC-FE031A2917DD}"/>
              </a:ext>
            </a:extLst>
          </p:cNvPr>
          <p:cNvGrpSpPr>
            <a:grpSpLocks noChangeAspect="1"/>
          </p:cNvGrpSpPr>
          <p:nvPr>
            <p:custDataLst>
              <p:tags r:id="rId19"/>
            </p:custDataLst>
          </p:nvPr>
        </p:nvGrpSpPr>
        <p:grpSpPr bwMode="auto">
          <a:xfrm>
            <a:off x="5476191" y="1368305"/>
            <a:ext cx="542544" cy="542925"/>
            <a:chOff x="2379" y="664"/>
            <a:chExt cx="2846" cy="2848"/>
          </a:xfrm>
          <a:solidFill>
            <a:schemeClr val="accent1"/>
          </a:solidFill>
        </p:grpSpPr>
        <p:sp>
          <p:nvSpPr>
            <p:cNvPr id="102" name="Freeform 293">
              <a:extLst>
                <a:ext uri="{FF2B5EF4-FFF2-40B4-BE49-F238E27FC236}">
                  <a16:creationId xmlns:a16="http://schemas.microsoft.com/office/drawing/2014/main" id="{F9D7F75D-FA38-4214-86CA-16132A911A2F}"/>
                </a:ext>
              </a:extLst>
            </p:cNvPr>
            <p:cNvSpPr>
              <a:spLocks/>
            </p:cNvSpPr>
            <p:nvPr/>
          </p:nvSpPr>
          <p:spPr bwMode="auto">
            <a:xfrm>
              <a:off x="3701" y="664"/>
              <a:ext cx="198" cy="740"/>
            </a:xfrm>
            <a:custGeom>
              <a:avLst/>
              <a:gdLst>
                <a:gd name="T0" fmla="*/ 50 w 50"/>
                <a:gd name="T1" fmla="*/ 25 h 186"/>
                <a:gd name="T2" fmla="*/ 25 w 50"/>
                <a:gd name="T3" fmla="*/ 0 h 186"/>
                <a:gd name="T4" fmla="*/ 0 w 50"/>
                <a:gd name="T5" fmla="*/ 25 h 186"/>
                <a:gd name="T6" fmla="*/ 0 w 50"/>
                <a:gd name="T7" fmla="*/ 161 h 186"/>
                <a:gd name="T8" fmla="*/ 25 w 50"/>
                <a:gd name="T9" fmla="*/ 186 h 186"/>
                <a:gd name="T10" fmla="*/ 50 w 50"/>
                <a:gd name="T11" fmla="*/ 161 h 186"/>
                <a:gd name="T12" fmla="*/ 50 w 50"/>
                <a:gd name="T13" fmla="*/ 25 h 186"/>
              </a:gdLst>
              <a:ahLst/>
              <a:cxnLst>
                <a:cxn ang="0">
                  <a:pos x="T0" y="T1"/>
                </a:cxn>
                <a:cxn ang="0">
                  <a:pos x="T2" y="T3"/>
                </a:cxn>
                <a:cxn ang="0">
                  <a:pos x="T4" y="T5"/>
                </a:cxn>
                <a:cxn ang="0">
                  <a:pos x="T6" y="T7"/>
                </a:cxn>
                <a:cxn ang="0">
                  <a:pos x="T8" y="T9"/>
                </a:cxn>
                <a:cxn ang="0">
                  <a:pos x="T10" y="T11"/>
                </a:cxn>
                <a:cxn ang="0">
                  <a:pos x="T12" y="T13"/>
                </a:cxn>
              </a:cxnLst>
              <a:rect l="0" t="0" r="r" b="b"/>
              <a:pathLst>
                <a:path w="50" h="186">
                  <a:moveTo>
                    <a:pt x="50" y="25"/>
                  </a:moveTo>
                  <a:cubicBezTo>
                    <a:pt x="50" y="11"/>
                    <a:pt x="39" y="0"/>
                    <a:pt x="25" y="0"/>
                  </a:cubicBezTo>
                  <a:cubicBezTo>
                    <a:pt x="12" y="0"/>
                    <a:pt x="0" y="11"/>
                    <a:pt x="0" y="25"/>
                  </a:cubicBezTo>
                  <a:lnTo>
                    <a:pt x="0" y="161"/>
                  </a:lnTo>
                  <a:cubicBezTo>
                    <a:pt x="0" y="175"/>
                    <a:pt x="12" y="186"/>
                    <a:pt x="25" y="186"/>
                  </a:cubicBezTo>
                  <a:cubicBezTo>
                    <a:pt x="39" y="186"/>
                    <a:pt x="50" y="175"/>
                    <a:pt x="50" y="161"/>
                  </a:cubicBezTo>
                  <a:lnTo>
                    <a:pt x="50" y="2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3" name="Freeform 294">
              <a:extLst>
                <a:ext uri="{FF2B5EF4-FFF2-40B4-BE49-F238E27FC236}">
                  <a16:creationId xmlns:a16="http://schemas.microsoft.com/office/drawing/2014/main" id="{E8693CA7-5389-4B51-9DFC-4EC03204C92C}"/>
                </a:ext>
              </a:extLst>
            </p:cNvPr>
            <p:cNvSpPr>
              <a:spLocks/>
            </p:cNvSpPr>
            <p:nvPr/>
          </p:nvSpPr>
          <p:spPr bwMode="auto">
            <a:xfrm>
              <a:off x="2379" y="1989"/>
              <a:ext cx="726" cy="199"/>
            </a:xfrm>
            <a:custGeom>
              <a:avLst/>
              <a:gdLst>
                <a:gd name="T0" fmla="*/ 0 w 183"/>
                <a:gd name="T1" fmla="*/ 25 h 50"/>
                <a:gd name="T2" fmla="*/ 25 w 183"/>
                <a:gd name="T3" fmla="*/ 50 h 50"/>
                <a:gd name="T4" fmla="*/ 158 w 183"/>
                <a:gd name="T5" fmla="*/ 50 h 50"/>
                <a:gd name="T6" fmla="*/ 183 w 183"/>
                <a:gd name="T7" fmla="*/ 25 h 50"/>
                <a:gd name="T8" fmla="*/ 158 w 183"/>
                <a:gd name="T9" fmla="*/ 0 h 50"/>
                <a:gd name="T10" fmla="*/ 25 w 183"/>
                <a:gd name="T11" fmla="*/ 0 h 50"/>
                <a:gd name="T12" fmla="*/ 0 w 183"/>
                <a:gd name="T13" fmla="*/ 25 h 50"/>
              </a:gdLst>
              <a:ahLst/>
              <a:cxnLst>
                <a:cxn ang="0">
                  <a:pos x="T0" y="T1"/>
                </a:cxn>
                <a:cxn ang="0">
                  <a:pos x="T2" y="T3"/>
                </a:cxn>
                <a:cxn ang="0">
                  <a:pos x="T4" y="T5"/>
                </a:cxn>
                <a:cxn ang="0">
                  <a:pos x="T6" y="T7"/>
                </a:cxn>
                <a:cxn ang="0">
                  <a:pos x="T8" y="T9"/>
                </a:cxn>
                <a:cxn ang="0">
                  <a:pos x="T10" y="T11"/>
                </a:cxn>
                <a:cxn ang="0">
                  <a:pos x="T12" y="T13"/>
                </a:cxn>
              </a:cxnLst>
              <a:rect l="0" t="0" r="r" b="b"/>
              <a:pathLst>
                <a:path w="183" h="50">
                  <a:moveTo>
                    <a:pt x="0" y="25"/>
                  </a:moveTo>
                  <a:cubicBezTo>
                    <a:pt x="0" y="39"/>
                    <a:pt x="11" y="50"/>
                    <a:pt x="25" y="50"/>
                  </a:cubicBezTo>
                  <a:lnTo>
                    <a:pt x="158" y="50"/>
                  </a:lnTo>
                  <a:cubicBezTo>
                    <a:pt x="172" y="50"/>
                    <a:pt x="183" y="39"/>
                    <a:pt x="183" y="25"/>
                  </a:cubicBezTo>
                  <a:cubicBezTo>
                    <a:pt x="183" y="11"/>
                    <a:pt x="172" y="0"/>
                    <a:pt x="158" y="0"/>
                  </a:cubicBezTo>
                  <a:lnTo>
                    <a:pt x="25" y="0"/>
                  </a:lnTo>
                  <a:cubicBezTo>
                    <a:pt x="11" y="0"/>
                    <a:pt x="0" y="11"/>
                    <a:pt x="0" y="2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4" name="Freeform 295">
              <a:extLst>
                <a:ext uri="{FF2B5EF4-FFF2-40B4-BE49-F238E27FC236}">
                  <a16:creationId xmlns:a16="http://schemas.microsoft.com/office/drawing/2014/main" id="{3E516362-63CD-4C6E-950D-7BBBC5614DEA}"/>
                </a:ext>
              </a:extLst>
            </p:cNvPr>
            <p:cNvSpPr>
              <a:spLocks/>
            </p:cNvSpPr>
            <p:nvPr/>
          </p:nvSpPr>
          <p:spPr bwMode="auto">
            <a:xfrm>
              <a:off x="3701" y="2784"/>
              <a:ext cx="198" cy="728"/>
            </a:xfrm>
            <a:custGeom>
              <a:avLst/>
              <a:gdLst>
                <a:gd name="T0" fmla="*/ 25 w 50"/>
                <a:gd name="T1" fmla="*/ 0 h 183"/>
                <a:gd name="T2" fmla="*/ 0 w 50"/>
                <a:gd name="T3" fmla="*/ 25 h 183"/>
                <a:gd name="T4" fmla="*/ 0 w 50"/>
                <a:gd name="T5" fmla="*/ 158 h 183"/>
                <a:gd name="T6" fmla="*/ 25 w 50"/>
                <a:gd name="T7" fmla="*/ 183 h 183"/>
                <a:gd name="T8" fmla="*/ 50 w 50"/>
                <a:gd name="T9" fmla="*/ 158 h 183"/>
                <a:gd name="T10" fmla="*/ 50 w 50"/>
                <a:gd name="T11" fmla="*/ 25 h 183"/>
                <a:gd name="T12" fmla="*/ 25 w 50"/>
                <a:gd name="T13" fmla="*/ 0 h 183"/>
              </a:gdLst>
              <a:ahLst/>
              <a:cxnLst>
                <a:cxn ang="0">
                  <a:pos x="T0" y="T1"/>
                </a:cxn>
                <a:cxn ang="0">
                  <a:pos x="T2" y="T3"/>
                </a:cxn>
                <a:cxn ang="0">
                  <a:pos x="T4" y="T5"/>
                </a:cxn>
                <a:cxn ang="0">
                  <a:pos x="T6" y="T7"/>
                </a:cxn>
                <a:cxn ang="0">
                  <a:pos x="T8" y="T9"/>
                </a:cxn>
                <a:cxn ang="0">
                  <a:pos x="T10" y="T11"/>
                </a:cxn>
                <a:cxn ang="0">
                  <a:pos x="T12" y="T13"/>
                </a:cxn>
              </a:cxnLst>
              <a:rect l="0" t="0" r="r" b="b"/>
              <a:pathLst>
                <a:path w="50" h="183">
                  <a:moveTo>
                    <a:pt x="25" y="0"/>
                  </a:moveTo>
                  <a:cubicBezTo>
                    <a:pt x="12" y="0"/>
                    <a:pt x="0" y="11"/>
                    <a:pt x="0" y="25"/>
                  </a:cubicBezTo>
                  <a:lnTo>
                    <a:pt x="0" y="158"/>
                  </a:lnTo>
                  <a:cubicBezTo>
                    <a:pt x="0" y="172"/>
                    <a:pt x="12" y="183"/>
                    <a:pt x="25" y="183"/>
                  </a:cubicBezTo>
                  <a:cubicBezTo>
                    <a:pt x="39" y="183"/>
                    <a:pt x="50" y="172"/>
                    <a:pt x="50" y="158"/>
                  </a:cubicBezTo>
                  <a:lnTo>
                    <a:pt x="50" y="25"/>
                  </a:lnTo>
                  <a:cubicBezTo>
                    <a:pt x="50" y="11"/>
                    <a:pt x="39" y="0"/>
                    <a:pt x="25"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5" name="Freeform 296">
              <a:extLst>
                <a:ext uri="{FF2B5EF4-FFF2-40B4-BE49-F238E27FC236}">
                  <a16:creationId xmlns:a16="http://schemas.microsoft.com/office/drawing/2014/main" id="{E47EB2A2-69AB-440E-BF0E-A43ABADB3BC4}"/>
                </a:ext>
              </a:extLst>
            </p:cNvPr>
            <p:cNvSpPr>
              <a:spLocks/>
            </p:cNvSpPr>
            <p:nvPr/>
          </p:nvSpPr>
          <p:spPr bwMode="auto">
            <a:xfrm>
              <a:off x="4086" y="2665"/>
              <a:ext cx="492" cy="672"/>
            </a:xfrm>
            <a:custGeom>
              <a:avLst/>
              <a:gdLst>
                <a:gd name="T0" fmla="*/ 73 w 124"/>
                <a:gd name="T1" fmla="*/ 156 h 169"/>
                <a:gd name="T2" fmla="*/ 95 w 124"/>
                <a:gd name="T3" fmla="*/ 169 h 169"/>
                <a:gd name="T4" fmla="*/ 107 w 124"/>
                <a:gd name="T5" fmla="*/ 165 h 169"/>
                <a:gd name="T6" fmla="*/ 117 w 124"/>
                <a:gd name="T7" fmla="*/ 131 h 169"/>
                <a:gd name="T8" fmla="*/ 50 w 124"/>
                <a:gd name="T9" fmla="*/ 16 h 169"/>
                <a:gd name="T10" fmla="*/ 16 w 124"/>
                <a:gd name="T11" fmla="*/ 7 h 169"/>
                <a:gd name="T12" fmla="*/ 7 w 124"/>
                <a:gd name="T13" fmla="*/ 41 h 169"/>
                <a:gd name="T14" fmla="*/ 73 w 124"/>
                <a:gd name="T15" fmla="*/ 156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69">
                  <a:moveTo>
                    <a:pt x="73" y="156"/>
                  </a:moveTo>
                  <a:cubicBezTo>
                    <a:pt x="78" y="164"/>
                    <a:pt x="86" y="169"/>
                    <a:pt x="95" y="169"/>
                  </a:cubicBezTo>
                  <a:cubicBezTo>
                    <a:pt x="99" y="169"/>
                    <a:pt x="104" y="168"/>
                    <a:pt x="107" y="165"/>
                  </a:cubicBezTo>
                  <a:cubicBezTo>
                    <a:pt x="119" y="158"/>
                    <a:pt x="124" y="143"/>
                    <a:pt x="117" y="131"/>
                  </a:cubicBezTo>
                  <a:lnTo>
                    <a:pt x="50" y="16"/>
                  </a:lnTo>
                  <a:cubicBezTo>
                    <a:pt x="43" y="4"/>
                    <a:pt x="28" y="0"/>
                    <a:pt x="16" y="7"/>
                  </a:cubicBezTo>
                  <a:cubicBezTo>
                    <a:pt x="4" y="13"/>
                    <a:pt x="0" y="29"/>
                    <a:pt x="7" y="41"/>
                  </a:cubicBezTo>
                  <a:lnTo>
                    <a:pt x="73" y="15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6" name="Freeform 297">
              <a:extLst>
                <a:ext uri="{FF2B5EF4-FFF2-40B4-BE49-F238E27FC236}">
                  <a16:creationId xmlns:a16="http://schemas.microsoft.com/office/drawing/2014/main" id="{0E0AF698-BCD3-4B24-8CA0-A502B8923244}"/>
                </a:ext>
              </a:extLst>
            </p:cNvPr>
            <p:cNvSpPr>
              <a:spLocks/>
            </p:cNvSpPr>
            <p:nvPr/>
          </p:nvSpPr>
          <p:spPr bwMode="auto">
            <a:xfrm>
              <a:off x="3026" y="827"/>
              <a:ext cx="496" cy="680"/>
            </a:xfrm>
            <a:custGeom>
              <a:avLst/>
              <a:gdLst>
                <a:gd name="T0" fmla="*/ 118 w 125"/>
                <a:gd name="T1" fmla="*/ 134 h 171"/>
                <a:gd name="T2" fmla="*/ 50 w 125"/>
                <a:gd name="T3" fmla="*/ 16 h 171"/>
                <a:gd name="T4" fmla="*/ 16 w 125"/>
                <a:gd name="T5" fmla="*/ 7 h 171"/>
                <a:gd name="T6" fmla="*/ 7 w 125"/>
                <a:gd name="T7" fmla="*/ 41 h 171"/>
                <a:gd name="T8" fmla="*/ 75 w 125"/>
                <a:gd name="T9" fmla="*/ 159 h 171"/>
                <a:gd name="T10" fmla="*/ 97 w 125"/>
                <a:gd name="T11" fmla="*/ 171 h 171"/>
                <a:gd name="T12" fmla="*/ 109 w 125"/>
                <a:gd name="T13" fmla="*/ 168 h 171"/>
                <a:gd name="T14" fmla="*/ 118 w 125"/>
                <a:gd name="T15" fmla="*/ 134 h 1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5" h="171">
                  <a:moveTo>
                    <a:pt x="118" y="134"/>
                  </a:moveTo>
                  <a:lnTo>
                    <a:pt x="50" y="16"/>
                  </a:lnTo>
                  <a:cubicBezTo>
                    <a:pt x="43" y="4"/>
                    <a:pt x="28" y="0"/>
                    <a:pt x="16" y="7"/>
                  </a:cubicBezTo>
                  <a:cubicBezTo>
                    <a:pt x="4" y="14"/>
                    <a:pt x="0" y="29"/>
                    <a:pt x="7" y="41"/>
                  </a:cubicBezTo>
                  <a:lnTo>
                    <a:pt x="75" y="159"/>
                  </a:lnTo>
                  <a:cubicBezTo>
                    <a:pt x="80" y="167"/>
                    <a:pt x="88" y="171"/>
                    <a:pt x="97" y="171"/>
                  </a:cubicBezTo>
                  <a:cubicBezTo>
                    <a:pt x="101" y="171"/>
                    <a:pt x="105" y="170"/>
                    <a:pt x="109" y="168"/>
                  </a:cubicBezTo>
                  <a:cubicBezTo>
                    <a:pt x="121" y="161"/>
                    <a:pt x="125" y="146"/>
                    <a:pt x="118" y="13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7" name="Freeform 298">
              <a:extLst>
                <a:ext uri="{FF2B5EF4-FFF2-40B4-BE49-F238E27FC236}">
                  <a16:creationId xmlns:a16="http://schemas.microsoft.com/office/drawing/2014/main" id="{97418926-6DFB-4FE4-908B-738C6DBE0A29}"/>
                </a:ext>
              </a:extLst>
            </p:cNvPr>
            <p:cNvSpPr>
              <a:spLocks/>
            </p:cNvSpPr>
            <p:nvPr/>
          </p:nvSpPr>
          <p:spPr bwMode="auto">
            <a:xfrm>
              <a:off x="4368" y="1313"/>
              <a:ext cx="694" cy="481"/>
            </a:xfrm>
            <a:custGeom>
              <a:avLst/>
              <a:gdLst>
                <a:gd name="T0" fmla="*/ 134 w 175"/>
                <a:gd name="T1" fmla="*/ 7 h 121"/>
                <a:gd name="T2" fmla="*/ 16 w 175"/>
                <a:gd name="T3" fmla="*/ 75 h 121"/>
                <a:gd name="T4" fmla="*/ 6 w 175"/>
                <a:gd name="T5" fmla="*/ 109 h 121"/>
                <a:gd name="T6" fmla="*/ 28 w 175"/>
                <a:gd name="T7" fmla="*/ 121 h 121"/>
                <a:gd name="T8" fmla="*/ 41 w 175"/>
                <a:gd name="T9" fmla="*/ 118 h 121"/>
                <a:gd name="T10" fmla="*/ 159 w 175"/>
                <a:gd name="T11" fmla="*/ 50 h 121"/>
                <a:gd name="T12" fmla="*/ 168 w 175"/>
                <a:gd name="T13" fmla="*/ 16 h 121"/>
                <a:gd name="T14" fmla="*/ 134 w 175"/>
                <a:gd name="T15" fmla="*/ 7 h 1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 h="121">
                  <a:moveTo>
                    <a:pt x="134" y="7"/>
                  </a:moveTo>
                  <a:lnTo>
                    <a:pt x="16" y="75"/>
                  </a:lnTo>
                  <a:cubicBezTo>
                    <a:pt x="4" y="82"/>
                    <a:pt x="0" y="97"/>
                    <a:pt x="6" y="109"/>
                  </a:cubicBezTo>
                  <a:cubicBezTo>
                    <a:pt x="11" y="117"/>
                    <a:pt x="20" y="121"/>
                    <a:pt x="28" y="121"/>
                  </a:cubicBezTo>
                  <a:cubicBezTo>
                    <a:pt x="32" y="121"/>
                    <a:pt x="37" y="120"/>
                    <a:pt x="41" y="118"/>
                  </a:cubicBezTo>
                  <a:lnTo>
                    <a:pt x="159" y="50"/>
                  </a:lnTo>
                  <a:cubicBezTo>
                    <a:pt x="170" y="43"/>
                    <a:pt x="175" y="28"/>
                    <a:pt x="168" y="16"/>
                  </a:cubicBezTo>
                  <a:cubicBezTo>
                    <a:pt x="161" y="4"/>
                    <a:pt x="145" y="0"/>
                    <a:pt x="134" y="7"/>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8" name="Freeform 299">
              <a:extLst>
                <a:ext uri="{FF2B5EF4-FFF2-40B4-BE49-F238E27FC236}">
                  <a16:creationId xmlns:a16="http://schemas.microsoft.com/office/drawing/2014/main" id="{70F13FAC-0C67-4D12-A96E-57418A53AC21}"/>
                </a:ext>
              </a:extLst>
            </p:cNvPr>
            <p:cNvSpPr>
              <a:spLocks/>
            </p:cNvSpPr>
            <p:nvPr/>
          </p:nvSpPr>
          <p:spPr bwMode="auto">
            <a:xfrm>
              <a:off x="4487" y="1989"/>
              <a:ext cx="738" cy="199"/>
            </a:xfrm>
            <a:custGeom>
              <a:avLst/>
              <a:gdLst>
                <a:gd name="T0" fmla="*/ 186 w 186"/>
                <a:gd name="T1" fmla="*/ 25 h 50"/>
                <a:gd name="T2" fmla="*/ 161 w 186"/>
                <a:gd name="T3" fmla="*/ 0 h 50"/>
                <a:gd name="T4" fmla="*/ 25 w 186"/>
                <a:gd name="T5" fmla="*/ 0 h 50"/>
                <a:gd name="T6" fmla="*/ 0 w 186"/>
                <a:gd name="T7" fmla="*/ 25 h 50"/>
                <a:gd name="T8" fmla="*/ 25 w 186"/>
                <a:gd name="T9" fmla="*/ 50 h 50"/>
                <a:gd name="T10" fmla="*/ 161 w 186"/>
                <a:gd name="T11" fmla="*/ 50 h 50"/>
                <a:gd name="T12" fmla="*/ 186 w 186"/>
                <a:gd name="T13" fmla="*/ 25 h 50"/>
              </a:gdLst>
              <a:ahLst/>
              <a:cxnLst>
                <a:cxn ang="0">
                  <a:pos x="T0" y="T1"/>
                </a:cxn>
                <a:cxn ang="0">
                  <a:pos x="T2" y="T3"/>
                </a:cxn>
                <a:cxn ang="0">
                  <a:pos x="T4" y="T5"/>
                </a:cxn>
                <a:cxn ang="0">
                  <a:pos x="T6" y="T7"/>
                </a:cxn>
                <a:cxn ang="0">
                  <a:pos x="T8" y="T9"/>
                </a:cxn>
                <a:cxn ang="0">
                  <a:pos x="T10" y="T11"/>
                </a:cxn>
                <a:cxn ang="0">
                  <a:pos x="T12" y="T13"/>
                </a:cxn>
              </a:cxnLst>
              <a:rect l="0" t="0" r="r" b="b"/>
              <a:pathLst>
                <a:path w="186" h="50">
                  <a:moveTo>
                    <a:pt x="186" y="25"/>
                  </a:moveTo>
                  <a:cubicBezTo>
                    <a:pt x="186" y="11"/>
                    <a:pt x="174" y="0"/>
                    <a:pt x="161" y="0"/>
                  </a:cubicBezTo>
                  <a:lnTo>
                    <a:pt x="25" y="0"/>
                  </a:lnTo>
                  <a:cubicBezTo>
                    <a:pt x="11" y="0"/>
                    <a:pt x="0" y="11"/>
                    <a:pt x="0" y="25"/>
                  </a:cubicBezTo>
                  <a:cubicBezTo>
                    <a:pt x="0" y="39"/>
                    <a:pt x="11" y="50"/>
                    <a:pt x="25" y="50"/>
                  </a:cubicBezTo>
                  <a:lnTo>
                    <a:pt x="161" y="50"/>
                  </a:lnTo>
                  <a:cubicBezTo>
                    <a:pt x="174" y="50"/>
                    <a:pt x="186" y="39"/>
                    <a:pt x="186" y="2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Freeform 300">
              <a:extLst>
                <a:ext uri="{FF2B5EF4-FFF2-40B4-BE49-F238E27FC236}">
                  <a16:creationId xmlns:a16="http://schemas.microsoft.com/office/drawing/2014/main" id="{7FD88705-4877-413D-A794-EA78A4844009}"/>
                </a:ext>
              </a:extLst>
            </p:cNvPr>
            <p:cNvSpPr>
              <a:spLocks/>
            </p:cNvSpPr>
            <p:nvPr/>
          </p:nvSpPr>
          <p:spPr bwMode="auto">
            <a:xfrm>
              <a:off x="4376" y="2371"/>
              <a:ext cx="686" cy="481"/>
            </a:xfrm>
            <a:custGeom>
              <a:avLst/>
              <a:gdLst>
                <a:gd name="T0" fmla="*/ 144 w 173"/>
                <a:gd name="T1" fmla="*/ 121 h 121"/>
                <a:gd name="T2" fmla="*/ 166 w 173"/>
                <a:gd name="T3" fmla="*/ 108 h 121"/>
                <a:gd name="T4" fmla="*/ 157 w 173"/>
                <a:gd name="T5" fmla="*/ 74 h 121"/>
                <a:gd name="T6" fmla="*/ 41 w 173"/>
                <a:gd name="T7" fmla="*/ 7 h 121"/>
                <a:gd name="T8" fmla="*/ 7 w 173"/>
                <a:gd name="T9" fmla="*/ 17 h 121"/>
                <a:gd name="T10" fmla="*/ 16 w 173"/>
                <a:gd name="T11" fmla="*/ 51 h 121"/>
                <a:gd name="T12" fmla="*/ 132 w 173"/>
                <a:gd name="T13" fmla="*/ 117 h 121"/>
                <a:gd name="T14" fmla="*/ 144 w 173"/>
                <a:gd name="T15" fmla="*/ 121 h 1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3" h="121">
                  <a:moveTo>
                    <a:pt x="144" y="121"/>
                  </a:moveTo>
                  <a:cubicBezTo>
                    <a:pt x="153" y="121"/>
                    <a:pt x="161" y="116"/>
                    <a:pt x="166" y="108"/>
                  </a:cubicBezTo>
                  <a:cubicBezTo>
                    <a:pt x="173" y="96"/>
                    <a:pt x="168" y="81"/>
                    <a:pt x="157" y="74"/>
                  </a:cubicBezTo>
                  <a:lnTo>
                    <a:pt x="41" y="7"/>
                  </a:lnTo>
                  <a:cubicBezTo>
                    <a:pt x="29" y="0"/>
                    <a:pt x="14" y="5"/>
                    <a:pt x="7" y="17"/>
                  </a:cubicBezTo>
                  <a:cubicBezTo>
                    <a:pt x="0" y="28"/>
                    <a:pt x="4" y="44"/>
                    <a:pt x="16" y="51"/>
                  </a:cubicBezTo>
                  <a:lnTo>
                    <a:pt x="132" y="117"/>
                  </a:lnTo>
                  <a:cubicBezTo>
                    <a:pt x="135" y="120"/>
                    <a:pt x="140" y="121"/>
                    <a:pt x="144" y="12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Freeform 301">
              <a:extLst>
                <a:ext uri="{FF2B5EF4-FFF2-40B4-BE49-F238E27FC236}">
                  <a16:creationId xmlns:a16="http://schemas.microsoft.com/office/drawing/2014/main" id="{960A52F8-50DD-439C-8E75-521147C595E6}"/>
                </a:ext>
              </a:extLst>
            </p:cNvPr>
            <p:cNvSpPr>
              <a:spLocks/>
            </p:cNvSpPr>
            <p:nvPr/>
          </p:nvSpPr>
          <p:spPr bwMode="auto">
            <a:xfrm>
              <a:off x="2542" y="1313"/>
              <a:ext cx="694" cy="481"/>
            </a:xfrm>
            <a:custGeom>
              <a:avLst/>
              <a:gdLst>
                <a:gd name="T0" fmla="*/ 134 w 175"/>
                <a:gd name="T1" fmla="*/ 118 h 121"/>
                <a:gd name="T2" fmla="*/ 147 w 175"/>
                <a:gd name="T3" fmla="*/ 121 h 121"/>
                <a:gd name="T4" fmla="*/ 168 w 175"/>
                <a:gd name="T5" fmla="*/ 109 h 121"/>
                <a:gd name="T6" fmla="*/ 159 w 175"/>
                <a:gd name="T7" fmla="*/ 75 h 121"/>
                <a:gd name="T8" fmla="*/ 41 w 175"/>
                <a:gd name="T9" fmla="*/ 7 h 121"/>
                <a:gd name="T10" fmla="*/ 7 w 175"/>
                <a:gd name="T11" fmla="*/ 16 h 121"/>
                <a:gd name="T12" fmla="*/ 16 w 175"/>
                <a:gd name="T13" fmla="*/ 50 h 121"/>
                <a:gd name="T14" fmla="*/ 134 w 175"/>
                <a:gd name="T15" fmla="*/ 118 h 1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 h="121">
                  <a:moveTo>
                    <a:pt x="134" y="118"/>
                  </a:moveTo>
                  <a:cubicBezTo>
                    <a:pt x="138" y="120"/>
                    <a:pt x="142" y="121"/>
                    <a:pt x="147" y="121"/>
                  </a:cubicBezTo>
                  <a:cubicBezTo>
                    <a:pt x="155" y="121"/>
                    <a:pt x="164" y="117"/>
                    <a:pt x="168" y="109"/>
                  </a:cubicBezTo>
                  <a:cubicBezTo>
                    <a:pt x="175" y="97"/>
                    <a:pt x="171" y="82"/>
                    <a:pt x="159" y="75"/>
                  </a:cubicBezTo>
                  <a:lnTo>
                    <a:pt x="41" y="7"/>
                  </a:lnTo>
                  <a:cubicBezTo>
                    <a:pt x="29" y="0"/>
                    <a:pt x="14" y="4"/>
                    <a:pt x="7" y="16"/>
                  </a:cubicBezTo>
                  <a:cubicBezTo>
                    <a:pt x="0" y="28"/>
                    <a:pt x="4" y="43"/>
                    <a:pt x="16" y="50"/>
                  </a:cubicBezTo>
                  <a:lnTo>
                    <a:pt x="134" y="118"/>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1" name="Freeform 302">
              <a:extLst>
                <a:ext uri="{FF2B5EF4-FFF2-40B4-BE49-F238E27FC236}">
                  <a16:creationId xmlns:a16="http://schemas.microsoft.com/office/drawing/2014/main" id="{C2AF8A75-1D89-4376-9870-0B45663EC390}"/>
                </a:ext>
              </a:extLst>
            </p:cNvPr>
            <p:cNvSpPr>
              <a:spLocks/>
            </p:cNvSpPr>
            <p:nvPr/>
          </p:nvSpPr>
          <p:spPr bwMode="auto">
            <a:xfrm>
              <a:off x="2542" y="2371"/>
              <a:ext cx="686" cy="481"/>
            </a:xfrm>
            <a:custGeom>
              <a:avLst/>
              <a:gdLst>
                <a:gd name="T0" fmla="*/ 29 w 173"/>
                <a:gd name="T1" fmla="*/ 121 h 121"/>
                <a:gd name="T2" fmla="*/ 41 w 173"/>
                <a:gd name="T3" fmla="*/ 117 h 121"/>
                <a:gd name="T4" fmla="*/ 157 w 173"/>
                <a:gd name="T5" fmla="*/ 51 h 121"/>
                <a:gd name="T6" fmla="*/ 166 w 173"/>
                <a:gd name="T7" fmla="*/ 17 h 121"/>
                <a:gd name="T8" fmla="*/ 132 w 173"/>
                <a:gd name="T9" fmla="*/ 7 h 121"/>
                <a:gd name="T10" fmla="*/ 16 w 173"/>
                <a:gd name="T11" fmla="*/ 74 h 121"/>
                <a:gd name="T12" fmla="*/ 7 w 173"/>
                <a:gd name="T13" fmla="*/ 108 h 121"/>
                <a:gd name="T14" fmla="*/ 29 w 173"/>
                <a:gd name="T15" fmla="*/ 121 h 1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3" h="121">
                  <a:moveTo>
                    <a:pt x="29" y="121"/>
                  </a:moveTo>
                  <a:cubicBezTo>
                    <a:pt x="33" y="121"/>
                    <a:pt x="37" y="120"/>
                    <a:pt x="41" y="117"/>
                  </a:cubicBezTo>
                  <a:lnTo>
                    <a:pt x="157" y="51"/>
                  </a:lnTo>
                  <a:cubicBezTo>
                    <a:pt x="169" y="44"/>
                    <a:pt x="173" y="28"/>
                    <a:pt x="166" y="17"/>
                  </a:cubicBezTo>
                  <a:cubicBezTo>
                    <a:pt x="159" y="5"/>
                    <a:pt x="144" y="0"/>
                    <a:pt x="132" y="7"/>
                  </a:cubicBezTo>
                  <a:lnTo>
                    <a:pt x="16" y="74"/>
                  </a:lnTo>
                  <a:cubicBezTo>
                    <a:pt x="4" y="81"/>
                    <a:pt x="0" y="96"/>
                    <a:pt x="7" y="108"/>
                  </a:cubicBezTo>
                  <a:cubicBezTo>
                    <a:pt x="12" y="116"/>
                    <a:pt x="20" y="121"/>
                    <a:pt x="29" y="12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2" name="Freeform 303">
              <a:extLst>
                <a:ext uri="{FF2B5EF4-FFF2-40B4-BE49-F238E27FC236}">
                  <a16:creationId xmlns:a16="http://schemas.microsoft.com/office/drawing/2014/main" id="{4CD300F3-EC53-49F8-97CF-D82492EE3355}"/>
                </a:ext>
              </a:extLst>
            </p:cNvPr>
            <p:cNvSpPr>
              <a:spLocks/>
            </p:cNvSpPr>
            <p:nvPr/>
          </p:nvSpPr>
          <p:spPr bwMode="auto">
            <a:xfrm>
              <a:off x="3026" y="2665"/>
              <a:ext cx="492" cy="672"/>
            </a:xfrm>
            <a:custGeom>
              <a:avLst/>
              <a:gdLst>
                <a:gd name="T0" fmla="*/ 16 w 124"/>
                <a:gd name="T1" fmla="*/ 165 h 169"/>
                <a:gd name="T2" fmla="*/ 29 w 124"/>
                <a:gd name="T3" fmla="*/ 169 h 169"/>
                <a:gd name="T4" fmla="*/ 50 w 124"/>
                <a:gd name="T5" fmla="*/ 156 h 169"/>
                <a:gd name="T6" fmla="*/ 117 w 124"/>
                <a:gd name="T7" fmla="*/ 41 h 169"/>
                <a:gd name="T8" fmla="*/ 108 w 124"/>
                <a:gd name="T9" fmla="*/ 7 h 169"/>
                <a:gd name="T10" fmla="*/ 74 w 124"/>
                <a:gd name="T11" fmla="*/ 16 h 169"/>
                <a:gd name="T12" fmla="*/ 7 w 124"/>
                <a:gd name="T13" fmla="*/ 131 h 169"/>
                <a:gd name="T14" fmla="*/ 16 w 124"/>
                <a:gd name="T15" fmla="*/ 165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69">
                  <a:moveTo>
                    <a:pt x="16" y="165"/>
                  </a:moveTo>
                  <a:cubicBezTo>
                    <a:pt x="20" y="168"/>
                    <a:pt x="24" y="169"/>
                    <a:pt x="29" y="169"/>
                  </a:cubicBezTo>
                  <a:cubicBezTo>
                    <a:pt x="37" y="169"/>
                    <a:pt x="46" y="164"/>
                    <a:pt x="50" y="156"/>
                  </a:cubicBezTo>
                  <a:lnTo>
                    <a:pt x="117" y="41"/>
                  </a:lnTo>
                  <a:cubicBezTo>
                    <a:pt x="124" y="29"/>
                    <a:pt x="120" y="13"/>
                    <a:pt x="108" y="7"/>
                  </a:cubicBezTo>
                  <a:cubicBezTo>
                    <a:pt x="96" y="0"/>
                    <a:pt x="81" y="4"/>
                    <a:pt x="74" y="16"/>
                  </a:cubicBezTo>
                  <a:lnTo>
                    <a:pt x="7" y="131"/>
                  </a:lnTo>
                  <a:cubicBezTo>
                    <a:pt x="0" y="143"/>
                    <a:pt x="4" y="158"/>
                    <a:pt x="16" y="16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3" name="Freeform 304">
              <a:extLst>
                <a:ext uri="{FF2B5EF4-FFF2-40B4-BE49-F238E27FC236}">
                  <a16:creationId xmlns:a16="http://schemas.microsoft.com/office/drawing/2014/main" id="{15161474-0396-4300-AE06-41407DAA5B84}"/>
                </a:ext>
              </a:extLst>
            </p:cNvPr>
            <p:cNvSpPr>
              <a:spLocks/>
            </p:cNvSpPr>
            <p:nvPr/>
          </p:nvSpPr>
          <p:spPr bwMode="auto">
            <a:xfrm>
              <a:off x="4078" y="827"/>
              <a:ext cx="500" cy="680"/>
            </a:xfrm>
            <a:custGeom>
              <a:avLst/>
              <a:gdLst>
                <a:gd name="T0" fmla="*/ 16 w 126"/>
                <a:gd name="T1" fmla="*/ 168 h 171"/>
                <a:gd name="T2" fmla="*/ 29 w 126"/>
                <a:gd name="T3" fmla="*/ 171 h 171"/>
                <a:gd name="T4" fmla="*/ 51 w 126"/>
                <a:gd name="T5" fmla="*/ 159 h 171"/>
                <a:gd name="T6" fmla="*/ 119 w 126"/>
                <a:gd name="T7" fmla="*/ 41 h 171"/>
                <a:gd name="T8" fmla="*/ 109 w 126"/>
                <a:gd name="T9" fmla="*/ 7 h 171"/>
                <a:gd name="T10" fmla="*/ 75 w 126"/>
                <a:gd name="T11" fmla="*/ 16 h 171"/>
                <a:gd name="T12" fmla="*/ 7 w 126"/>
                <a:gd name="T13" fmla="*/ 134 h 171"/>
                <a:gd name="T14" fmla="*/ 16 w 126"/>
                <a:gd name="T15" fmla="*/ 168 h 1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6" h="171">
                  <a:moveTo>
                    <a:pt x="16" y="168"/>
                  </a:moveTo>
                  <a:cubicBezTo>
                    <a:pt x="20" y="170"/>
                    <a:pt x="25" y="171"/>
                    <a:pt x="29" y="171"/>
                  </a:cubicBezTo>
                  <a:cubicBezTo>
                    <a:pt x="38" y="171"/>
                    <a:pt x="46" y="167"/>
                    <a:pt x="51" y="159"/>
                  </a:cubicBezTo>
                  <a:lnTo>
                    <a:pt x="119" y="41"/>
                  </a:lnTo>
                  <a:cubicBezTo>
                    <a:pt x="126" y="29"/>
                    <a:pt x="121" y="14"/>
                    <a:pt x="109" y="7"/>
                  </a:cubicBezTo>
                  <a:cubicBezTo>
                    <a:pt x="98" y="0"/>
                    <a:pt x="82" y="4"/>
                    <a:pt x="75" y="16"/>
                  </a:cubicBezTo>
                  <a:lnTo>
                    <a:pt x="7" y="134"/>
                  </a:lnTo>
                  <a:cubicBezTo>
                    <a:pt x="0" y="146"/>
                    <a:pt x="4" y="161"/>
                    <a:pt x="16" y="16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14" name="Password" descr="{&quot;Key&quot;:&quot;POWER_USER_SHAPE_ICON&quot;,&quot;Value&quot;:&quot;POWER_USER_SHAPE_ICON_STYLE_1&quot;}">
            <a:extLst>
              <a:ext uri="{FF2B5EF4-FFF2-40B4-BE49-F238E27FC236}">
                <a16:creationId xmlns:a16="http://schemas.microsoft.com/office/drawing/2014/main" id="{9AD32818-F4A8-4FE2-953A-4092682512E9}"/>
              </a:ext>
            </a:extLst>
          </p:cNvPr>
          <p:cNvGrpSpPr>
            <a:grpSpLocks noChangeAspect="1"/>
          </p:cNvGrpSpPr>
          <p:nvPr/>
        </p:nvGrpSpPr>
        <p:grpSpPr>
          <a:xfrm>
            <a:off x="6424704" y="1467661"/>
            <a:ext cx="766165" cy="306467"/>
            <a:chOff x="9802647" y="5012049"/>
            <a:chExt cx="423669" cy="169468"/>
          </a:xfrm>
          <a:solidFill>
            <a:schemeClr val="accent1"/>
          </a:solidFill>
        </p:grpSpPr>
        <p:sp>
          <p:nvSpPr>
            <p:cNvPr id="115" name="Freeform 1997">
              <a:extLst>
                <a:ext uri="{FF2B5EF4-FFF2-40B4-BE49-F238E27FC236}">
                  <a16:creationId xmlns:a16="http://schemas.microsoft.com/office/drawing/2014/main" id="{2BAB33AC-6174-46EC-B9AF-6AA7EEF72D68}"/>
                </a:ext>
              </a:extLst>
            </p:cNvPr>
            <p:cNvSpPr>
              <a:spLocks noEditPoints="1"/>
            </p:cNvSpPr>
            <p:nvPr/>
          </p:nvSpPr>
          <p:spPr bwMode="auto">
            <a:xfrm>
              <a:off x="9802647" y="5012049"/>
              <a:ext cx="423669" cy="169468"/>
            </a:xfrm>
            <a:custGeom>
              <a:avLst/>
              <a:gdLst>
                <a:gd name="T0" fmla="*/ 300 w 1494"/>
                <a:gd name="T1" fmla="*/ 50 h 599"/>
                <a:gd name="T2" fmla="*/ 50 w 1494"/>
                <a:gd name="T3" fmla="*/ 300 h 599"/>
                <a:gd name="T4" fmla="*/ 300 w 1494"/>
                <a:gd name="T5" fmla="*/ 550 h 599"/>
                <a:gd name="T6" fmla="*/ 1195 w 1494"/>
                <a:gd name="T7" fmla="*/ 550 h 599"/>
                <a:gd name="T8" fmla="*/ 1445 w 1494"/>
                <a:gd name="T9" fmla="*/ 300 h 599"/>
                <a:gd name="T10" fmla="*/ 1195 w 1494"/>
                <a:gd name="T11" fmla="*/ 50 h 599"/>
                <a:gd name="T12" fmla="*/ 300 w 1494"/>
                <a:gd name="T13" fmla="*/ 50 h 599"/>
                <a:gd name="T14" fmla="*/ 1195 w 1494"/>
                <a:gd name="T15" fmla="*/ 599 h 599"/>
                <a:gd name="T16" fmla="*/ 300 w 1494"/>
                <a:gd name="T17" fmla="*/ 599 h 599"/>
                <a:gd name="T18" fmla="*/ 0 w 1494"/>
                <a:gd name="T19" fmla="*/ 300 h 599"/>
                <a:gd name="T20" fmla="*/ 300 w 1494"/>
                <a:gd name="T21" fmla="*/ 0 h 599"/>
                <a:gd name="T22" fmla="*/ 1195 w 1494"/>
                <a:gd name="T23" fmla="*/ 0 h 599"/>
                <a:gd name="T24" fmla="*/ 1494 w 1494"/>
                <a:gd name="T25" fmla="*/ 300 h 599"/>
                <a:gd name="T26" fmla="*/ 1195 w 1494"/>
                <a:gd name="T27" fmla="*/ 599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4" h="599">
                  <a:moveTo>
                    <a:pt x="300" y="50"/>
                  </a:moveTo>
                  <a:cubicBezTo>
                    <a:pt x="162" y="50"/>
                    <a:pt x="50" y="162"/>
                    <a:pt x="50" y="300"/>
                  </a:cubicBezTo>
                  <a:cubicBezTo>
                    <a:pt x="50" y="437"/>
                    <a:pt x="162" y="550"/>
                    <a:pt x="300" y="550"/>
                  </a:cubicBezTo>
                  <a:lnTo>
                    <a:pt x="1195" y="550"/>
                  </a:lnTo>
                  <a:cubicBezTo>
                    <a:pt x="1332" y="550"/>
                    <a:pt x="1445" y="437"/>
                    <a:pt x="1445" y="300"/>
                  </a:cubicBezTo>
                  <a:cubicBezTo>
                    <a:pt x="1445" y="162"/>
                    <a:pt x="1332" y="50"/>
                    <a:pt x="1195" y="50"/>
                  </a:cubicBezTo>
                  <a:lnTo>
                    <a:pt x="300" y="50"/>
                  </a:lnTo>
                  <a:close/>
                  <a:moveTo>
                    <a:pt x="1195" y="599"/>
                  </a:moveTo>
                  <a:lnTo>
                    <a:pt x="300" y="599"/>
                  </a:lnTo>
                  <a:cubicBezTo>
                    <a:pt x="135" y="599"/>
                    <a:pt x="0" y="465"/>
                    <a:pt x="0" y="300"/>
                  </a:cubicBezTo>
                  <a:cubicBezTo>
                    <a:pt x="0" y="135"/>
                    <a:pt x="135" y="0"/>
                    <a:pt x="300" y="0"/>
                  </a:cubicBezTo>
                  <a:lnTo>
                    <a:pt x="1195" y="0"/>
                  </a:lnTo>
                  <a:cubicBezTo>
                    <a:pt x="1360" y="0"/>
                    <a:pt x="1494" y="135"/>
                    <a:pt x="1494" y="300"/>
                  </a:cubicBezTo>
                  <a:cubicBezTo>
                    <a:pt x="1494" y="465"/>
                    <a:pt x="1360" y="599"/>
                    <a:pt x="1195" y="59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6" name="Freeform 1998">
              <a:extLst>
                <a:ext uri="{FF2B5EF4-FFF2-40B4-BE49-F238E27FC236}">
                  <a16:creationId xmlns:a16="http://schemas.microsoft.com/office/drawing/2014/main" id="{7C277B0F-8986-4EEC-9D36-09D57F5E9E95}"/>
                </a:ext>
              </a:extLst>
            </p:cNvPr>
            <p:cNvSpPr>
              <a:spLocks/>
            </p:cNvSpPr>
            <p:nvPr/>
          </p:nvSpPr>
          <p:spPr bwMode="auto">
            <a:xfrm>
              <a:off x="9865413" y="5059124"/>
              <a:ext cx="72181" cy="69043"/>
            </a:xfrm>
            <a:custGeom>
              <a:avLst/>
              <a:gdLst>
                <a:gd name="T0" fmla="*/ 44 w 69"/>
                <a:gd name="T1" fmla="*/ 0 h 66"/>
                <a:gd name="T2" fmla="*/ 41 w 69"/>
                <a:gd name="T3" fmla="*/ 24 h 66"/>
                <a:gd name="T4" fmla="*/ 67 w 69"/>
                <a:gd name="T5" fmla="*/ 17 h 66"/>
                <a:gd name="T6" fmla="*/ 69 w 69"/>
                <a:gd name="T7" fmla="*/ 36 h 66"/>
                <a:gd name="T8" fmla="*/ 46 w 69"/>
                <a:gd name="T9" fmla="*/ 37 h 66"/>
                <a:gd name="T10" fmla="*/ 61 w 69"/>
                <a:gd name="T11" fmla="*/ 57 h 66"/>
                <a:gd name="T12" fmla="*/ 45 w 69"/>
                <a:gd name="T13" fmla="*/ 66 h 66"/>
                <a:gd name="T14" fmla="*/ 34 w 69"/>
                <a:gd name="T15" fmla="*/ 45 h 66"/>
                <a:gd name="T16" fmla="*/ 25 w 69"/>
                <a:gd name="T17" fmla="*/ 66 h 66"/>
                <a:gd name="T18" fmla="*/ 8 w 69"/>
                <a:gd name="T19" fmla="*/ 57 h 66"/>
                <a:gd name="T20" fmla="*/ 23 w 69"/>
                <a:gd name="T21" fmla="*/ 37 h 66"/>
                <a:gd name="T22" fmla="*/ 0 w 69"/>
                <a:gd name="T23" fmla="*/ 36 h 66"/>
                <a:gd name="T24" fmla="*/ 3 w 69"/>
                <a:gd name="T25" fmla="*/ 17 h 66"/>
                <a:gd name="T26" fmla="*/ 28 w 69"/>
                <a:gd name="T27" fmla="*/ 24 h 66"/>
                <a:gd name="T28" fmla="*/ 25 w 69"/>
                <a:gd name="T29" fmla="*/ 0 h 66"/>
                <a:gd name="T30" fmla="*/ 44 w 69"/>
                <a:gd name="T31"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66">
                  <a:moveTo>
                    <a:pt x="44" y="0"/>
                  </a:moveTo>
                  <a:lnTo>
                    <a:pt x="41" y="24"/>
                  </a:lnTo>
                  <a:lnTo>
                    <a:pt x="67" y="17"/>
                  </a:lnTo>
                  <a:lnTo>
                    <a:pt x="69" y="36"/>
                  </a:lnTo>
                  <a:lnTo>
                    <a:pt x="46" y="37"/>
                  </a:lnTo>
                  <a:lnTo>
                    <a:pt x="61" y="57"/>
                  </a:lnTo>
                  <a:lnTo>
                    <a:pt x="45" y="66"/>
                  </a:lnTo>
                  <a:lnTo>
                    <a:pt x="34" y="45"/>
                  </a:lnTo>
                  <a:lnTo>
                    <a:pt x="25" y="66"/>
                  </a:lnTo>
                  <a:lnTo>
                    <a:pt x="8" y="57"/>
                  </a:lnTo>
                  <a:lnTo>
                    <a:pt x="23" y="37"/>
                  </a:lnTo>
                  <a:lnTo>
                    <a:pt x="0" y="36"/>
                  </a:lnTo>
                  <a:lnTo>
                    <a:pt x="3" y="17"/>
                  </a:lnTo>
                  <a:lnTo>
                    <a:pt x="28" y="24"/>
                  </a:lnTo>
                  <a:lnTo>
                    <a:pt x="25" y="0"/>
                  </a:lnTo>
                  <a:lnTo>
                    <a:pt x="44"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7" name="Freeform 1999">
              <a:extLst>
                <a:ext uri="{FF2B5EF4-FFF2-40B4-BE49-F238E27FC236}">
                  <a16:creationId xmlns:a16="http://schemas.microsoft.com/office/drawing/2014/main" id="{4B3C0D6D-5241-4D6A-8476-555370AFAAE7}"/>
                </a:ext>
              </a:extLst>
            </p:cNvPr>
            <p:cNvSpPr>
              <a:spLocks/>
            </p:cNvSpPr>
            <p:nvPr/>
          </p:nvSpPr>
          <p:spPr bwMode="auto">
            <a:xfrm>
              <a:off x="9973160" y="5059124"/>
              <a:ext cx="72181" cy="69043"/>
            </a:xfrm>
            <a:custGeom>
              <a:avLst/>
              <a:gdLst>
                <a:gd name="T0" fmla="*/ 44 w 69"/>
                <a:gd name="T1" fmla="*/ 0 h 66"/>
                <a:gd name="T2" fmla="*/ 41 w 69"/>
                <a:gd name="T3" fmla="*/ 24 h 66"/>
                <a:gd name="T4" fmla="*/ 66 w 69"/>
                <a:gd name="T5" fmla="*/ 17 h 66"/>
                <a:gd name="T6" fmla="*/ 69 w 69"/>
                <a:gd name="T7" fmla="*/ 36 h 66"/>
                <a:gd name="T8" fmla="*/ 45 w 69"/>
                <a:gd name="T9" fmla="*/ 37 h 66"/>
                <a:gd name="T10" fmla="*/ 61 w 69"/>
                <a:gd name="T11" fmla="*/ 57 h 66"/>
                <a:gd name="T12" fmla="*/ 44 w 69"/>
                <a:gd name="T13" fmla="*/ 66 h 66"/>
                <a:gd name="T14" fmla="*/ 34 w 69"/>
                <a:gd name="T15" fmla="*/ 45 h 66"/>
                <a:gd name="T16" fmla="*/ 24 w 69"/>
                <a:gd name="T17" fmla="*/ 66 h 66"/>
                <a:gd name="T18" fmla="*/ 8 w 69"/>
                <a:gd name="T19" fmla="*/ 57 h 66"/>
                <a:gd name="T20" fmla="*/ 23 w 69"/>
                <a:gd name="T21" fmla="*/ 37 h 66"/>
                <a:gd name="T22" fmla="*/ 0 w 69"/>
                <a:gd name="T23" fmla="*/ 36 h 66"/>
                <a:gd name="T24" fmla="*/ 3 w 69"/>
                <a:gd name="T25" fmla="*/ 17 h 66"/>
                <a:gd name="T26" fmla="*/ 27 w 69"/>
                <a:gd name="T27" fmla="*/ 24 h 66"/>
                <a:gd name="T28" fmla="*/ 24 w 69"/>
                <a:gd name="T29" fmla="*/ 0 h 66"/>
                <a:gd name="T30" fmla="*/ 44 w 69"/>
                <a:gd name="T31"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66">
                  <a:moveTo>
                    <a:pt x="44" y="0"/>
                  </a:moveTo>
                  <a:lnTo>
                    <a:pt x="41" y="24"/>
                  </a:lnTo>
                  <a:lnTo>
                    <a:pt x="66" y="17"/>
                  </a:lnTo>
                  <a:lnTo>
                    <a:pt x="69" y="36"/>
                  </a:lnTo>
                  <a:lnTo>
                    <a:pt x="45" y="37"/>
                  </a:lnTo>
                  <a:lnTo>
                    <a:pt x="61" y="57"/>
                  </a:lnTo>
                  <a:lnTo>
                    <a:pt x="44" y="66"/>
                  </a:lnTo>
                  <a:lnTo>
                    <a:pt x="34" y="45"/>
                  </a:lnTo>
                  <a:lnTo>
                    <a:pt x="24" y="66"/>
                  </a:lnTo>
                  <a:lnTo>
                    <a:pt x="8" y="57"/>
                  </a:lnTo>
                  <a:lnTo>
                    <a:pt x="23" y="37"/>
                  </a:lnTo>
                  <a:lnTo>
                    <a:pt x="0" y="36"/>
                  </a:lnTo>
                  <a:lnTo>
                    <a:pt x="3" y="17"/>
                  </a:lnTo>
                  <a:lnTo>
                    <a:pt x="27" y="24"/>
                  </a:lnTo>
                  <a:lnTo>
                    <a:pt x="24" y="0"/>
                  </a:lnTo>
                  <a:lnTo>
                    <a:pt x="44"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8" name="Freeform 2000">
              <a:extLst>
                <a:ext uri="{FF2B5EF4-FFF2-40B4-BE49-F238E27FC236}">
                  <a16:creationId xmlns:a16="http://schemas.microsoft.com/office/drawing/2014/main" id="{D1ED7DBA-4DF9-4596-A7DD-A821BBBD7917}"/>
                </a:ext>
              </a:extLst>
            </p:cNvPr>
            <p:cNvSpPr>
              <a:spLocks/>
            </p:cNvSpPr>
            <p:nvPr/>
          </p:nvSpPr>
          <p:spPr bwMode="auto">
            <a:xfrm>
              <a:off x="10080908" y="5059124"/>
              <a:ext cx="72181" cy="69043"/>
            </a:xfrm>
            <a:custGeom>
              <a:avLst/>
              <a:gdLst>
                <a:gd name="T0" fmla="*/ 44 w 69"/>
                <a:gd name="T1" fmla="*/ 0 h 66"/>
                <a:gd name="T2" fmla="*/ 41 w 69"/>
                <a:gd name="T3" fmla="*/ 24 h 66"/>
                <a:gd name="T4" fmla="*/ 67 w 69"/>
                <a:gd name="T5" fmla="*/ 17 h 66"/>
                <a:gd name="T6" fmla="*/ 69 w 69"/>
                <a:gd name="T7" fmla="*/ 36 h 66"/>
                <a:gd name="T8" fmla="*/ 46 w 69"/>
                <a:gd name="T9" fmla="*/ 37 h 66"/>
                <a:gd name="T10" fmla="*/ 61 w 69"/>
                <a:gd name="T11" fmla="*/ 57 h 66"/>
                <a:gd name="T12" fmla="*/ 45 w 69"/>
                <a:gd name="T13" fmla="*/ 66 h 66"/>
                <a:gd name="T14" fmla="*/ 35 w 69"/>
                <a:gd name="T15" fmla="*/ 45 h 66"/>
                <a:gd name="T16" fmla="*/ 25 w 69"/>
                <a:gd name="T17" fmla="*/ 66 h 66"/>
                <a:gd name="T18" fmla="*/ 8 w 69"/>
                <a:gd name="T19" fmla="*/ 57 h 66"/>
                <a:gd name="T20" fmla="*/ 23 w 69"/>
                <a:gd name="T21" fmla="*/ 37 h 66"/>
                <a:gd name="T22" fmla="*/ 0 w 69"/>
                <a:gd name="T23" fmla="*/ 36 h 66"/>
                <a:gd name="T24" fmla="*/ 3 w 69"/>
                <a:gd name="T25" fmla="*/ 17 h 66"/>
                <a:gd name="T26" fmla="*/ 28 w 69"/>
                <a:gd name="T27" fmla="*/ 24 h 66"/>
                <a:gd name="T28" fmla="*/ 25 w 69"/>
                <a:gd name="T29" fmla="*/ 0 h 66"/>
                <a:gd name="T30" fmla="*/ 44 w 69"/>
                <a:gd name="T31"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66">
                  <a:moveTo>
                    <a:pt x="44" y="0"/>
                  </a:moveTo>
                  <a:lnTo>
                    <a:pt x="41" y="24"/>
                  </a:lnTo>
                  <a:lnTo>
                    <a:pt x="67" y="17"/>
                  </a:lnTo>
                  <a:lnTo>
                    <a:pt x="69" y="36"/>
                  </a:lnTo>
                  <a:lnTo>
                    <a:pt x="46" y="37"/>
                  </a:lnTo>
                  <a:lnTo>
                    <a:pt x="61" y="57"/>
                  </a:lnTo>
                  <a:lnTo>
                    <a:pt x="45" y="66"/>
                  </a:lnTo>
                  <a:lnTo>
                    <a:pt x="35" y="45"/>
                  </a:lnTo>
                  <a:lnTo>
                    <a:pt x="25" y="66"/>
                  </a:lnTo>
                  <a:lnTo>
                    <a:pt x="8" y="57"/>
                  </a:lnTo>
                  <a:lnTo>
                    <a:pt x="23" y="37"/>
                  </a:lnTo>
                  <a:lnTo>
                    <a:pt x="0" y="36"/>
                  </a:lnTo>
                  <a:lnTo>
                    <a:pt x="3" y="17"/>
                  </a:lnTo>
                  <a:lnTo>
                    <a:pt x="28" y="24"/>
                  </a:lnTo>
                  <a:lnTo>
                    <a:pt x="25" y="0"/>
                  </a:lnTo>
                  <a:lnTo>
                    <a:pt x="44"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19" name="Android" descr="{&quot;Key&quot;:&quot;POWER_USER_SHAPE_ICON&quot;,&quot;Value&quot;:&quot;POWER_USER_SHAPE_ICON_STYLE_1&quot;}">
            <a:extLst>
              <a:ext uri="{FF2B5EF4-FFF2-40B4-BE49-F238E27FC236}">
                <a16:creationId xmlns:a16="http://schemas.microsoft.com/office/drawing/2014/main" id="{6839CBB0-F40C-4A84-B985-05554ECD572F}"/>
              </a:ext>
            </a:extLst>
          </p:cNvPr>
          <p:cNvSpPr>
            <a:spLocks noChangeAspect="1" noChangeArrowheads="1"/>
          </p:cNvSpPr>
          <p:nvPr>
            <p:custDataLst>
              <p:tags r:id="rId20"/>
            </p:custDataLst>
          </p:nvPr>
        </p:nvSpPr>
        <p:spPr bwMode="auto">
          <a:xfrm>
            <a:off x="7443474" y="1281329"/>
            <a:ext cx="455023" cy="542925"/>
          </a:xfrm>
          <a:custGeom>
            <a:avLst/>
            <a:gdLst>
              <a:gd name="T0" fmla="*/ 155 w 774"/>
              <a:gd name="T1" fmla="*/ 692 h 928"/>
              <a:gd name="T2" fmla="*/ 199 w 774"/>
              <a:gd name="T3" fmla="*/ 736 h 928"/>
              <a:gd name="T4" fmla="*/ 236 w 774"/>
              <a:gd name="T5" fmla="*/ 736 h 928"/>
              <a:gd name="T6" fmla="*/ 236 w 774"/>
              <a:gd name="T7" fmla="*/ 868 h 928"/>
              <a:gd name="T8" fmla="*/ 295 w 774"/>
              <a:gd name="T9" fmla="*/ 927 h 928"/>
              <a:gd name="T10" fmla="*/ 353 w 774"/>
              <a:gd name="T11" fmla="*/ 868 h 928"/>
              <a:gd name="T12" fmla="*/ 353 w 774"/>
              <a:gd name="T13" fmla="*/ 736 h 928"/>
              <a:gd name="T14" fmla="*/ 427 w 774"/>
              <a:gd name="T15" fmla="*/ 736 h 928"/>
              <a:gd name="T16" fmla="*/ 427 w 774"/>
              <a:gd name="T17" fmla="*/ 868 h 928"/>
              <a:gd name="T18" fmla="*/ 486 w 774"/>
              <a:gd name="T19" fmla="*/ 927 h 928"/>
              <a:gd name="T20" fmla="*/ 545 w 774"/>
              <a:gd name="T21" fmla="*/ 868 h 928"/>
              <a:gd name="T22" fmla="*/ 545 w 774"/>
              <a:gd name="T23" fmla="*/ 736 h 928"/>
              <a:gd name="T24" fmla="*/ 581 w 774"/>
              <a:gd name="T25" fmla="*/ 736 h 928"/>
              <a:gd name="T26" fmla="*/ 618 w 774"/>
              <a:gd name="T27" fmla="*/ 692 h 928"/>
              <a:gd name="T28" fmla="*/ 618 w 774"/>
              <a:gd name="T29" fmla="*/ 309 h 928"/>
              <a:gd name="T30" fmla="*/ 155 w 774"/>
              <a:gd name="T31" fmla="*/ 309 h 928"/>
              <a:gd name="T32" fmla="*/ 155 w 774"/>
              <a:gd name="T33" fmla="*/ 692 h 928"/>
              <a:gd name="T34" fmla="*/ 59 w 774"/>
              <a:gd name="T35" fmla="*/ 309 h 928"/>
              <a:gd name="T36" fmla="*/ 0 w 774"/>
              <a:gd name="T37" fmla="*/ 368 h 928"/>
              <a:gd name="T38" fmla="*/ 0 w 774"/>
              <a:gd name="T39" fmla="*/ 640 h 928"/>
              <a:gd name="T40" fmla="*/ 59 w 774"/>
              <a:gd name="T41" fmla="*/ 692 h 928"/>
              <a:gd name="T42" fmla="*/ 118 w 774"/>
              <a:gd name="T43" fmla="*/ 640 h 928"/>
              <a:gd name="T44" fmla="*/ 118 w 774"/>
              <a:gd name="T45" fmla="*/ 368 h 928"/>
              <a:gd name="T46" fmla="*/ 59 w 774"/>
              <a:gd name="T47" fmla="*/ 309 h 928"/>
              <a:gd name="T48" fmla="*/ 714 w 774"/>
              <a:gd name="T49" fmla="*/ 309 h 928"/>
              <a:gd name="T50" fmla="*/ 655 w 774"/>
              <a:gd name="T51" fmla="*/ 368 h 928"/>
              <a:gd name="T52" fmla="*/ 655 w 774"/>
              <a:gd name="T53" fmla="*/ 640 h 928"/>
              <a:gd name="T54" fmla="*/ 714 w 774"/>
              <a:gd name="T55" fmla="*/ 692 h 928"/>
              <a:gd name="T56" fmla="*/ 773 w 774"/>
              <a:gd name="T57" fmla="*/ 640 h 928"/>
              <a:gd name="T58" fmla="*/ 773 w 774"/>
              <a:gd name="T59" fmla="*/ 368 h 928"/>
              <a:gd name="T60" fmla="*/ 714 w 774"/>
              <a:gd name="T61" fmla="*/ 309 h 928"/>
              <a:gd name="T62" fmla="*/ 523 w 774"/>
              <a:gd name="T63" fmla="*/ 88 h 928"/>
              <a:gd name="T64" fmla="*/ 574 w 774"/>
              <a:gd name="T65" fmla="*/ 37 h 928"/>
              <a:gd name="T66" fmla="*/ 574 w 774"/>
              <a:gd name="T67" fmla="*/ 8 h 928"/>
              <a:gd name="T68" fmla="*/ 545 w 774"/>
              <a:gd name="T69" fmla="*/ 8 h 928"/>
              <a:gd name="T70" fmla="*/ 486 w 774"/>
              <a:gd name="T71" fmla="*/ 66 h 928"/>
              <a:gd name="T72" fmla="*/ 390 w 774"/>
              <a:gd name="T73" fmla="*/ 44 h 928"/>
              <a:gd name="T74" fmla="*/ 287 w 774"/>
              <a:gd name="T75" fmla="*/ 66 h 928"/>
              <a:gd name="T76" fmla="*/ 228 w 774"/>
              <a:gd name="T77" fmla="*/ 8 h 928"/>
              <a:gd name="T78" fmla="*/ 199 w 774"/>
              <a:gd name="T79" fmla="*/ 8 h 928"/>
              <a:gd name="T80" fmla="*/ 199 w 774"/>
              <a:gd name="T81" fmla="*/ 37 h 928"/>
              <a:gd name="T82" fmla="*/ 251 w 774"/>
              <a:gd name="T83" fmla="*/ 88 h 928"/>
              <a:gd name="T84" fmla="*/ 155 w 774"/>
              <a:gd name="T85" fmla="*/ 272 h 928"/>
              <a:gd name="T86" fmla="*/ 618 w 774"/>
              <a:gd name="T87" fmla="*/ 272 h 928"/>
              <a:gd name="T88" fmla="*/ 523 w 774"/>
              <a:gd name="T89" fmla="*/ 88 h 928"/>
              <a:gd name="T90" fmla="*/ 309 w 774"/>
              <a:gd name="T91" fmla="*/ 191 h 928"/>
              <a:gd name="T92" fmla="*/ 273 w 774"/>
              <a:gd name="T93" fmla="*/ 191 h 928"/>
              <a:gd name="T94" fmla="*/ 273 w 774"/>
              <a:gd name="T95" fmla="*/ 155 h 928"/>
              <a:gd name="T96" fmla="*/ 309 w 774"/>
              <a:gd name="T97" fmla="*/ 155 h 928"/>
              <a:gd name="T98" fmla="*/ 309 w 774"/>
              <a:gd name="T99" fmla="*/ 191 h 928"/>
              <a:gd name="T100" fmla="*/ 501 w 774"/>
              <a:gd name="T101" fmla="*/ 191 h 928"/>
              <a:gd name="T102" fmla="*/ 464 w 774"/>
              <a:gd name="T103" fmla="*/ 191 h 928"/>
              <a:gd name="T104" fmla="*/ 464 w 774"/>
              <a:gd name="T105" fmla="*/ 155 h 928"/>
              <a:gd name="T106" fmla="*/ 501 w 774"/>
              <a:gd name="T107" fmla="*/ 155 h 928"/>
              <a:gd name="T108" fmla="*/ 501 w 774"/>
              <a:gd name="T109" fmla="*/ 191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4" h="928">
                <a:moveTo>
                  <a:pt x="155" y="692"/>
                </a:moveTo>
                <a:cubicBezTo>
                  <a:pt x="155" y="721"/>
                  <a:pt x="177" y="736"/>
                  <a:pt x="199" y="736"/>
                </a:cubicBezTo>
                <a:lnTo>
                  <a:pt x="236" y="736"/>
                </a:lnTo>
                <a:lnTo>
                  <a:pt x="236" y="868"/>
                </a:lnTo>
                <a:cubicBezTo>
                  <a:pt x="236" y="897"/>
                  <a:pt x="265" y="927"/>
                  <a:pt x="295" y="927"/>
                </a:cubicBezTo>
                <a:cubicBezTo>
                  <a:pt x="324" y="927"/>
                  <a:pt x="353" y="897"/>
                  <a:pt x="353" y="868"/>
                </a:cubicBezTo>
                <a:lnTo>
                  <a:pt x="353" y="736"/>
                </a:lnTo>
                <a:lnTo>
                  <a:pt x="427" y="736"/>
                </a:lnTo>
                <a:lnTo>
                  <a:pt x="427" y="868"/>
                </a:lnTo>
                <a:cubicBezTo>
                  <a:pt x="427" y="897"/>
                  <a:pt x="456" y="927"/>
                  <a:pt x="486" y="927"/>
                </a:cubicBezTo>
                <a:cubicBezTo>
                  <a:pt x="515" y="927"/>
                  <a:pt x="545" y="897"/>
                  <a:pt x="545" y="868"/>
                </a:cubicBezTo>
                <a:lnTo>
                  <a:pt x="545" y="736"/>
                </a:lnTo>
                <a:lnTo>
                  <a:pt x="581" y="736"/>
                </a:lnTo>
                <a:cubicBezTo>
                  <a:pt x="604" y="736"/>
                  <a:pt x="618" y="721"/>
                  <a:pt x="618" y="692"/>
                </a:cubicBezTo>
                <a:lnTo>
                  <a:pt x="618" y="309"/>
                </a:lnTo>
                <a:lnTo>
                  <a:pt x="155" y="309"/>
                </a:lnTo>
                <a:lnTo>
                  <a:pt x="155" y="692"/>
                </a:lnTo>
                <a:close/>
                <a:moveTo>
                  <a:pt x="59" y="309"/>
                </a:moveTo>
                <a:cubicBezTo>
                  <a:pt x="30" y="309"/>
                  <a:pt x="0" y="339"/>
                  <a:pt x="0" y="368"/>
                </a:cubicBezTo>
                <a:lnTo>
                  <a:pt x="0" y="640"/>
                </a:lnTo>
                <a:cubicBezTo>
                  <a:pt x="0" y="669"/>
                  <a:pt x="26" y="692"/>
                  <a:pt x="59" y="692"/>
                </a:cubicBezTo>
                <a:cubicBezTo>
                  <a:pt x="92" y="692"/>
                  <a:pt x="118" y="669"/>
                  <a:pt x="118" y="640"/>
                </a:cubicBezTo>
                <a:lnTo>
                  <a:pt x="118" y="368"/>
                </a:lnTo>
                <a:cubicBezTo>
                  <a:pt x="118" y="339"/>
                  <a:pt x="96" y="309"/>
                  <a:pt x="59" y="309"/>
                </a:cubicBezTo>
                <a:close/>
                <a:moveTo>
                  <a:pt x="714" y="309"/>
                </a:moveTo>
                <a:cubicBezTo>
                  <a:pt x="684" y="309"/>
                  <a:pt x="655" y="339"/>
                  <a:pt x="655" y="368"/>
                </a:cubicBezTo>
                <a:lnTo>
                  <a:pt x="655" y="640"/>
                </a:lnTo>
                <a:cubicBezTo>
                  <a:pt x="655" y="669"/>
                  <a:pt x="684" y="692"/>
                  <a:pt x="714" y="692"/>
                </a:cubicBezTo>
                <a:cubicBezTo>
                  <a:pt x="743" y="692"/>
                  <a:pt x="773" y="669"/>
                  <a:pt x="773" y="640"/>
                </a:cubicBezTo>
                <a:lnTo>
                  <a:pt x="773" y="368"/>
                </a:lnTo>
                <a:cubicBezTo>
                  <a:pt x="773" y="339"/>
                  <a:pt x="743" y="309"/>
                  <a:pt x="714" y="309"/>
                </a:cubicBezTo>
                <a:close/>
                <a:moveTo>
                  <a:pt x="523" y="88"/>
                </a:moveTo>
                <a:lnTo>
                  <a:pt x="574" y="37"/>
                </a:lnTo>
                <a:cubicBezTo>
                  <a:pt x="581" y="30"/>
                  <a:pt x="581" y="15"/>
                  <a:pt x="574" y="8"/>
                </a:cubicBezTo>
                <a:cubicBezTo>
                  <a:pt x="567" y="0"/>
                  <a:pt x="552" y="0"/>
                  <a:pt x="545" y="8"/>
                </a:cubicBezTo>
                <a:lnTo>
                  <a:pt x="486" y="66"/>
                </a:lnTo>
                <a:cubicBezTo>
                  <a:pt x="464" y="52"/>
                  <a:pt x="427" y="44"/>
                  <a:pt x="390" y="44"/>
                </a:cubicBezTo>
                <a:cubicBezTo>
                  <a:pt x="353" y="44"/>
                  <a:pt x="317" y="52"/>
                  <a:pt x="287" y="66"/>
                </a:cubicBezTo>
                <a:lnTo>
                  <a:pt x="228" y="8"/>
                </a:lnTo>
                <a:cubicBezTo>
                  <a:pt x="221" y="0"/>
                  <a:pt x="206" y="0"/>
                  <a:pt x="199" y="8"/>
                </a:cubicBezTo>
                <a:cubicBezTo>
                  <a:pt x="199" y="15"/>
                  <a:pt x="199" y="30"/>
                  <a:pt x="199" y="37"/>
                </a:cubicBezTo>
                <a:lnTo>
                  <a:pt x="251" y="88"/>
                </a:lnTo>
                <a:cubicBezTo>
                  <a:pt x="199" y="133"/>
                  <a:pt x="155" y="191"/>
                  <a:pt x="155" y="272"/>
                </a:cubicBezTo>
                <a:lnTo>
                  <a:pt x="618" y="272"/>
                </a:lnTo>
                <a:cubicBezTo>
                  <a:pt x="618" y="191"/>
                  <a:pt x="581" y="125"/>
                  <a:pt x="523" y="88"/>
                </a:cubicBezTo>
                <a:close/>
                <a:moveTo>
                  <a:pt x="309" y="191"/>
                </a:moveTo>
                <a:lnTo>
                  <a:pt x="273" y="191"/>
                </a:lnTo>
                <a:lnTo>
                  <a:pt x="273" y="155"/>
                </a:lnTo>
                <a:lnTo>
                  <a:pt x="309" y="155"/>
                </a:lnTo>
                <a:lnTo>
                  <a:pt x="309" y="191"/>
                </a:lnTo>
                <a:close/>
                <a:moveTo>
                  <a:pt x="501" y="191"/>
                </a:moveTo>
                <a:lnTo>
                  <a:pt x="464" y="191"/>
                </a:lnTo>
                <a:lnTo>
                  <a:pt x="464" y="155"/>
                </a:lnTo>
                <a:lnTo>
                  <a:pt x="501" y="155"/>
                </a:lnTo>
                <a:lnTo>
                  <a:pt x="501" y="191"/>
                </a:ln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0" name="Mouse" descr="{&quot;Key&quot;:&quot;POWER_USER_SHAPE_ICON&quot;,&quot;Value&quot;:&quot;POWER_USER_SHAPE_ICON_STYLE_1&quot;}">
            <a:extLst>
              <a:ext uri="{FF2B5EF4-FFF2-40B4-BE49-F238E27FC236}">
                <a16:creationId xmlns:a16="http://schemas.microsoft.com/office/drawing/2014/main" id="{5A806C5C-90D0-4882-BCDE-7350CE183FD0}"/>
              </a:ext>
            </a:extLst>
          </p:cNvPr>
          <p:cNvSpPr>
            <a:spLocks noChangeAspect="1" noEditPoints="1"/>
          </p:cNvSpPr>
          <p:nvPr>
            <p:custDataLst>
              <p:tags r:id="rId21"/>
            </p:custDataLst>
          </p:nvPr>
        </p:nvSpPr>
        <p:spPr bwMode="auto">
          <a:xfrm>
            <a:off x="8096455" y="1229524"/>
            <a:ext cx="469391" cy="542925"/>
          </a:xfrm>
          <a:custGeom>
            <a:avLst/>
            <a:gdLst>
              <a:gd name="T0" fmla="*/ 839 w 1018"/>
              <a:gd name="T1" fmla="*/ 87 h 1177"/>
              <a:gd name="T2" fmla="*/ 836 w 1018"/>
              <a:gd name="T3" fmla="*/ 77 h 1177"/>
              <a:gd name="T4" fmla="*/ 825 w 1018"/>
              <a:gd name="T5" fmla="*/ 74 h 1177"/>
              <a:gd name="T6" fmla="*/ 514 w 1018"/>
              <a:gd name="T7" fmla="*/ 0 h 1177"/>
              <a:gd name="T8" fmla="*/ 204 w 1018"/>
              <a:gd name="T9" fmla="*/ 74 h 1177"/>
              <a:gd name="T10" fmla="*/ 193 w 1018"/>
              <a:gd name="T11" fmla="*/ 76 h 1177"/>
              <a:gd name="T12" fmla="*/ 190 w 1018"/>
              <a:gd name="T13" fmla="*/ 87 h 1177"/>
              <a:gd name="T14" fmla="*/ 190 w 1018"/>
              <a:gd name="T15" fmla="*/ 970 h 1177"/>
              <a:gd name="T16" fmla="*/ 471 w 1018"/>
              <a:gd name="T17" fmla="*/ 1168 h 1177"/>
              <a:gd name="T18" fmla="*/ 471 w 1018"/>
              <a:gd name="T19" fmla="*/ 1168 h 1177"/>
              <a:gd name="T20" fmla="*/ 475 w 1018"/>
              <a:gd name="T21" fmla="*/ 1169 h 1177"/>
              <a:gd name="T22" fmla="*/ 503 w 1018"/>
              <a:gd name="T23" fmla="*/ 1175 h 1177"/>
              <a:gd name="T24" fmla="*/ 514 w 1018"/>
              <a:gd name="T25" fmla="*/ 1177 h 1177"/>
              <a:gd name="T26" fmla="*/ 518 w 1018"/>
              <a:gd name="T27" fmla="*/ 1177 h 1177"/>
              <a:gd name="T28" fmla="*/ 593 w 1018"/>
              <a:gd name="T29" fmla="*/ 1159 h 1177"/>
              <a:gd name="T30" fmla="*/ 855 w 1018"/>
              <a:gd name="T31" fmla="*/ 941 h 1177"/>
              <a:gd name="T32" fmla="*/ 839 w 1018"/>
              <a:gd name="T33" fmla="*/ 87 h 1177"/>
              <a:gd name="T34" fmla="*/ 489 w 1018"/>
              <a:gd name="T35" fmla="*/ 342 h 1177"/>
              <a:gd name="T36" fmla="*/ 489 w 1018"/>
              <a:gd name="T37" fmla="*/ 179 h 1177"/>
              <a:gd name="T38" fmla="*/ 540 w 1018"/>
              <a:gd name="T39" fmla="*/ 179 h 1177"/>
              <a:gd name="T40" fmla="*/ 540 w 1018"/>
              <a:gd name="T41" fmla="*/ 342 h 1177"/>
              <a:gd name="T42" fmla="*/ 489 w 1018"/>
              <a:gd name="T43" fmla="*/ 342 h 1177"/>
              <a:gd name="T44" fmla="*/ 821 w 1018"/>
              <a:gd name="T45" fmla="*/ 924 h 1177"/>
              <a:gd name="T46" fmla="*/ 582 w 1018"/>
              <a:gd name="T47" fmla="*/ 1123 h 1177"/>
              <a:gd name="T48" fmla="*/ 515 w 1018"/>
              <a:gd name="T49" fmla="*/ 1139 h 1177"/>
              <a:gd name="T50" fmla="*/ 511 w 1018"/>
              <a:gd name="T51" fmla="*/ 1138 h 1177"/>
              <a:gd name="T52" fmla="*/ 483 w 1018"/>
              <a:gd name="T53" fmla="*/ 1133 h 1177"/>
              <a:gd name="T54" fmla="*/ 222 w 1018"/>
              <a:gd name="T55" fmla="*/ 950 h 1177"/>
              <a:gd name="T56" fmla="*/ 222 w 1018"/>
              <a:gd name="T57" fmla="*/ 109 h 1177"/>
              <a:gd name="T58" fmla="*/ 496 w 1018"/>
              <a:gd name="T59" fmla="*/ 53 h 1177"/>
              <a:gd name="T60" fmla="*/ 496 w 1018"/>
              <a:gd name="T61" fmla="*/ 141 h 1177"/>
              <a:gd name="T62" fmla="*/ 452 w 1018"/>
              <a:gd name="T63" fmla="*/ 141 h 1177"/>
              <a:gd name="T64" fmla="*/ 452 w 1018"/>
              <a:gd name="T65" fmla="*/ 379 h 1177"/>
              <a:gd name="T66" fmla="*/ 496 w 1018"/>
              <a:gd name="T67" fmla="*/ 379 h 1177"/>
              <a:gd name="T68" fmla="*/ 496 w 1018"/>
              <a:gd name="T69" fmla="*/ 608 h 1177"/>
              <a:gd name="T70" fmla="*/ 533 w 1018"/>
              <a:gd name="T71" fmla="*/ 608 h 1177"/>
              <a:gd name="T72" fmla="*/ 533 w 1018"/>
              <a:gd name="T73" fmla="*/ 379 h 1177"/>
              <a:gd name="T74" fmla="*/ 577 w 1018"/>
              <a:gd name="T75" fmla="*/ 379 h 1177"/>
              <a:gd name="T76" fmla="*/ 577 w 1018"/>
              <a:gd name="T77" fmla="*/ 141 h 1177"/>
              <a:gd name="T78" fmla="*/ 533 w 1018"/>
              <a:gd name="T79" fmla="*/ 141 h 1177"/>
              <a:gd name="T80" fmla="*/ 533 w 1018"/>
              <a:gd name="T81" fmla="*/ 53 h 1177"/>
              <a:gd name="T82" fmla="*/ 807 w 1018"/>
              <a:gd name="T83" fmla="*/ 109 h 1177"/>
              <a:gd name="T84" fmla="*/ 821 w 1018"/>
              <a:gd name="T85" fmla="*/ 924 h 1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18" h="1177">
                <a:moveTo>
                  <a:pt x="839" y="87"/>
                </a:moveTo>
                <a:lnTo>
                  <a:pt x="836" y="77"/>
                </a:lnTo>
                <a:lnTo>
                  <a:pt x="825" y="74"/>
                </a:lnTo>
                <a:lnTo>
                  <a:pt x="514" y="0"/>
                </a:lnTo>
                <a:lnTo>
                  <a:pt x="204" y="74"/>
                </a:lnTo>
                <a:lnTo>
                  <a:pt x="193" y="76"/>
                </a:lnTo>
                <a:lnTo>
                  <a:pt x="190" y="87"/>
                </a:lnTo>
                <a:cubicBezTo>
                  <a:pt x="182" y="110"/>
                  <a:pt x="0" y="654"/>
                  <a:pt x="190" y="970"/>
                </a:cubicBezTo>
                <a:cubicBezTo>
                  <a:pt x="252" y="1072"/>
                  <a:pt x="346" y="1139"/>
                  <a:pt x="471" y="1168"/>
                </a:cubicBezTo>
                <a:lnTo>
                  <a:pt x="471" y="1168"/>
                </a:lnTo>
                <a:lnTo>
                  <a:pt x="475" y="1169"/>
                </a:lnTo>
                <a:cubicBezTo>
                  <a:pt x="485" y="1171"/>
                  <a:pt x="494" y="1173"/>
                  <a:pt x="503" y="1175"/>
                </a:cubicBezTo>
                <a:lnTo>
                  <a:pt x="514" y="1177"/>
                </a:lnTo>
                <a:lnTo>
                  <a:pt x="518" y="1177"/>
                </a:lnTo>
                <a:cubicBezTo>
                  <a:pt x="544" y="1172"/>
                  <a:pt x="569" y="1166"/>
                  <a:pt x="593" y="1159"/>
                </a:cubicBezTo>
                <a:cubicBezTo>
                  <a:pt x="711" y="1123"/>
                  <a:pt x="799" y="1050"/>
                  <a:pt x="855" y="941"/>
                </a:cubicBezTo>
                <a:cubicBezTo>
                  <a:pt x="1018" y="622"/>
                  <a:pt x="847" y="108"/>
                  <a:pt x="839" y="87"/>
                </a:cubicBezTo>
                <a:close/>
                <a:moveTo>
                  <a:pt x="489" y="342"/>
                </a:moveTo>
                <a:lnTo>
                  <a:pt x="489" y="179"/>
                </a:lnTo>
                <a:lnTo>
                  <a:pt x="540" y="179"/>
                </a:lnTo>
                <a:lnTo>
                  <a:pt x="540" y="342"/>
                </a:lnTo>
                <a:lnTo>
                  <a:pt x="489" y="342"/>
                </a:lnTo>
                <a:close/>
                <a:moveTo>
                  <a:pt x="821" y="924"/>
                </a:moveTo>
                <a:cubicBezTo>
                  <a:pt x="771" y="1023"/>
                  <a:pt x="690" y="1090"/>
                  <a:pt x="582" y="1123"/>
                </a:cubicBezTo>
                <a:cubicBezTo>
                  <a:pt x="561" y="1130"/>
                  <a:pt x="538" y="1135"/>
                  <a:pt x="515" y="1139"/>
                </a:cubicBezTo>
                <a:cubicBezTo>
                  <a:pt x="514" y="1139"/>
                  <a:pt x="512" y="1139"/>
                  <a:pt x="511" y="1138"/>
                </a:cubicBezTo>
                <a:lnTo>
                  <a:pt x="483" y="1133"/>
                </a:lnTo>
                <a:cubicBezTo>
                  <a:pt x="367" y="1106"/>
                  <a:pt x="279" y="1045"/>
                  <a:pt x="222" y="950"/>
                </a:cubicBezTo>
                <a:cubicBezTo>
                  <a:pt x="55" y="672"/>
                  <a:pt x="198" y="185"/>
                  <a:pt x="222" y="109"/>
                </a:cubicBezTo>
                <a:lnTo>
                  <a:pt x="496" y="53"/>
                </a:lnTo>
                <a:lnTo>
                  <a:pt x="496" y="141"/>
                </a:lnTo>
                <a:lnTo>
                  <a:pt x="452" y="141"/>
                </a:lnTo>
                <a:lnTo>
                  <a:pt x="452" y="379"/>
                </a:lnTo>
                <a:lnTo>
                  <a:pt x="496" y="379"/>
                </a:lnTo>
                <a:lnTo>
                  <a:pt x="496" y="608"/>
                </a:lnTo>
                <a:lnTo>
                  <a:pt x="533" y="608"/>
                </a:lnTo>
                <a:lnTo>
                  <a:pt x="533" y="379"/>
                </a:lnTo>
                <a:lnTo>
                  <a:pt x="577" y="379"/>
                </a:lnTo>
                <a:lnTo>
                  <a:pt x="577" y="141"/>
                </a:lnTo>
                <a:lnTo>
                  <a:pt x="533" y="141"/>
                </a:lnTo>
                <a:lnTo>
                  <a:pt x="533" y="53"/>
                </a:lnTo>
                <a:lnTo>
                  <a:pt x="807" y="109"/>
                </a:lnTo>
                <a:cubicBezTo>
                  <a:pt x="830" y="183"/>
                  <a:pt x="965" y="643"/>
                  <a:pt x="821" y="924"/>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1" name="NFC" descr="{&quot;Key&quot;:&quot;POWER_USER_SHAPE_ICON&quot;,&quot;Value&quot;:&quot;POWER_USER_SHAPE_ICON_STYLE_1&quot;}">
            <a:extLst>
              <a:ext uri="{FF2B5EF4-FFF2-40B4-BE49-F238E27FC236}">
                <a16:creationId xmlns:a16="http://schemas.microsoft.com/office/drawing/2014/main" id="{8A8CD708-674C-4336-9AEF-385D77F4E5DF}"/>
              </a:ext>
            </a:extLst>
          </p:cNvPr>
          <p:cNvSpPr>
            <a:spLocks noChangeAspect="1" noChangeArrowheads="1"/>
          </p:cNvSpPr>
          <p:nvPr>
            <p:custDataLst>
              <p:tags r:id="rId22"/>
            </p:custDataLst>
          </p:nvPr>
        </p:nvSpPr>
        <p:spPr bwMode="auto">
          <a:xfrm>
            <a:off x="8959815" y="1218442"/>
            <a:ext cx="656449" cy="542925"/>
          </a:xfrm>
          <a:custGeom>
            <a:avLst/>
            <a:gdLst>
              <a:gd name="T0" fmla="*/ 529 w 586"/>
              <a:gd name="T1" fmla="*/ 0 h 484"/>
              <a:gd name="T2" fmla="*/ 51 w 586"/>
              <a:gd name="T3" fmla="*/ 0 h 484"/>
              <a:gd name="T4" fmla="*/ 0 w 586"/>
              <a:gd name="T5" fmla="*/ 56 h 484"/>
              <a:gd name="T6" fmla="*/ 0 w 586"/>
              <a:gd name="T7" fmla="*/ 138 h 484"/>
              <a:gd name="T8" fmla="*/ 51 w 586"/>
              <a:gd name="T9" fmla="*/ 138 h 484"/>
              <a:gd name="T10" fmla="*/ 51 w 586"/>
              <a:gd name="T11" fmla="*/ 56 h 484"/>
              <a:gd name="T12" fmla="*/ 529 w 586"/>
              <a:gd name="T13" fmla="*/ 56 h 484"/>
              <a:gd name="T14" fmla="*/ 529 w 586"/>
              <a:gd name="T15" fmla="*/ 427 h 484"/>
              <a:gd name="T16" fmla="*/ 346 w 586"/>
              <a:gd name="T17" fmla="*/ 427 h 484"/>
              <a:gd name="T18" fmla="*/ 346 w 586"/>
              <a:gd name="T19" fmla="*/ 483 h 484"/>
              <a:gd name="T20" fmla="*/ 529 w 586"/>
              <a:gd name="T21" fmla="*/ 483 h 484"/>
              <a:gd name="T22" fmla="*/ 585 w 586"/>
              <a:gd name="T23" fmla="*/ 427 h 484"/>
              <a:gd name="T24" fmla="*/ 585 w 586"/>
              <a:gd name="T25" fmla="*/ 56 h 484"/>
              <a:gd name="T26" fmla="*/ 529 w 586"/>
              <a:gd name="T27" fmla="*/ 0 h 484"/>
              <a:gd name="T28" fmla="*/ 0 w 586"/>
              <a:gd name="T29" fmla="*/ 402 h 484"/>
              <a:gd name="T30" fmla="*/ 0 w 586"/>
              <a:gd name="T31" fmla="*/ 483 h 484"/>
              <a:gd name="T32" fmla="*/ 77 w 586"/>
              <a:gd name="T33" fmla="*/ 483 h 484"/>
              <a:gd name="T34" fmla="*/ 0 w 586"/>
              <a:gd name="T35" fmla="*/ 402 h 484"/>
              <a:gd name="T36" fmla="*/ 0 w 586"/>
              <a:gd name="T37" fmla="*/ 295 h 484"/>
              <a:gd name="T38" fmla="*/ 0 w 586"/>
              <a:gd name="T39" fmla="*/ 346 h 484"/>
              <a:gd name="T40" fmla="*/ 133 w 586"/>
              <a:gd name="T41" fmla="*/ 483 h 484"/>
              <a:gd name="T42" fmla="*/ 183 w 586"/>
              <a:gd name="T43" fmla="*/ 483 h 484"/>
              <a:gd name="T44" fmla="*/ 0 w 586"/>
              <a:gd name="T45" fmla="*/ 295 h 484"/>
              <a:gd name="T46" fmla="*/ 0 w 586"/>
              <a:gd name="T47" fmla="*/ 188 h 484"/>
              <a:gd name="T48" fmla="*/ 0 w 586"/>
              <a:gd name="T49" fmla="*/ 239 h 484"/>
              <a:gd name="T50" fmla="*/ 239 w 586"/>
              <a:gd name="T51" fmla="*/ 483 h 484"/>
              <a:gd name="T52" fmla="*/ 290 w 586"/>
              <a:gd name="T53" fmla="*/ 483 h 484"/>
              <a:gd name="T54" fmla="*/ 0 w 586"/>
              <a:gd name="T55" fmla="*/ 188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86" h="484">
                <a:moveTo>
                  <a:pt x="529" y="0"/>
                </a:moveTo>
                <a:lnTo>
                  <a:pt x="51" y="0"/>
                </a:lnTo>
                <a:cubicBezTo>
                  <a:pt x="21" y="0"/>
                  <a:pt x="0" y="26"/>
                  <a:pt x="0" y="56"/>
                </a:cubicBezTo>
                <a:lnTo>
                  <a:pt x="0" y="138"/>
                </a:lnTo>
                <a:lnTo>
                  <a:pt x="51" y="138"/>
                </a:lnTo>
                <a:lnTo>
                  <a:pt x="51" y="56"/>
                </a:lnTo>
                <a:lnTo>
                  <a:pt x="529" y="56"/>
                </a:lnTo>
                <a:lnTo>
                  <a:pt x="529" y="427"/>
                </a:lnTo>
                <a:lnTo>
                  <a:pt x="346" y="427"/>
                </a:lnTo>
                <a:lnTo>
                  <a:pt x="346" y="483"/>
                </a:lnTo>
                <a:lnTo>
                  <a:pt x="529" y="483"/>
                </a:lnTo>
                <a:cubicBezTo>
                  <a:pt x="559" y="483"/>
                  <a:pt x="585" y="458"/>
                  <a:pt x="585" y="427"/>
                </a:cubicBezTo>
                <a:lnTo>
                  <a:pt x="585" y="56"/>
                </a:lnTo>
                <a:cubicBezTo>
                  <a:pt x="585" y="26"/>
                  <a:pt x="559" y="0"/>
                  <a:pt x="529" y="0"/>
                </a:cubicBezTo>
                <a:close/>
                <a:moveTo>
                  <a:pt x="0" y="402"/>
                </a:moveTo>
                <a:lnTo>
                  <a:pt x="0" y="483"/>
                </a:lnTo>
                <a:lnTo>
                  <a:pt x="77" y="483"/>
                </a:lnTo>
                <a:cubicBezTo>
                  <a:pt x="77" y="437"/>
                  <a:pt x="46" y="402"/>
                  <a:pt x="0" y="402"/>
                </a:cubicBezTo>
                <a:close/>
                <a:moveTo>
                  <a:pt x="0" y="295"/>
                </a:moveTo>
                <a:lnTo>
                  <a:pt x="0" y="346"/>
                </a:lnTo>
                <a:cubicBezTo>
                  <a:pt x="72" y="346"/>
                  <a:pt x="133" y="407"/>
                  <a:pt x="133" y="483"/>
                </a:cubicBezTo>
                <a:lnTo>
                  <a:pt x="183" y="483"/>
                </a:lnTo>
                <a:cubicBezTo>
                  <a:pt x="183" y="376"/>
                  <a:pt x="102" y="295"/>
                  <a:pt x="0" y="295"/>
                </a:cubicBezTo>
                <a:close/>
                <a:moveTo>
                  <a:pt x="0" y="188"/>
                </a:moveTo>
                <a:lnTo>
                  <a:pt x="0" y="239"/>
                </a:lnTo>
                <a:cubicBezTo>
                  <a:pt x="133" y="239"/>
                  <a:pt x="239" y="346"/>
                  <a:pt x="239" y="483"/>
                </a:cubicBezTo>
                <a:lnTo>
                  <a:pt x="290" y="483"/>
                </a:lnTo>
                <a:cubicBezTo>
                  <a:pt x="290" y="320"/>
                  <a:pt x="163" y="188"/>
                  <a:pt x="0" y="188"/>
                </a:cubicBez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2" name="Paper_plane" descr="{&quot;Key&quot;:&quot;POWER_USER_SHAPE_ICON&quot;,&quot;Value&quot;:&quot;POWER_USER_SHAPE_ICON_STYLE_1&quot;}">
            <a:extLst>
              <a:ext uri="{FF2B5EF4-FFF2-40B4-BE49-F238E27FC236}">
                <a16:creationId xmlns:a16="http://schemas.microsoft.com/office/drawing/2014/main" id="{96F57491-BC5C-422E-A506-C8EC8E4841B8}"/>
              </a:ext>
            </a:extLst>
          </p:cNvPr>
          <p:cNvSpPr>
            <a:spLocks noChangeAspect="1"/>
          </p:cNvSpPr>
          <p:nvPr>
            <p:custDataLst>
              <p:tags r:id="rId23"/>
            </p:custDataLst>
          </p:nvPr>
        </p:nvSpPr>
        <p:spPr bwMode="auto">
          <a:xfrm>
            <a:off x="10072749" y="1229524"/>
            <a:ext cx="617627" cy="542925"/>
          </a:xfrm>
          <a:custGeom>
            <a:avLst/>
            <a:gdLst>
              <a:gd name="T0" fmla="*/ 29 w 1232"/>
              <a:gd name="T1" fmla="*/ 8 h 1080"/>
              <a:gd name="T2" fmla="*/ 4 w 1232"/>
              <a:gd name="T3" fmla="*/ 29 h 1080"/>
              <a:gd name="T4" fmla="*/ 234 w 1232"/>
              <a:gd name="T5" fmla="*/ 1055 h 1080"/>
              <a:gd name="T6" fmla="*/ 271 w 1232"/>
              <a:gd name="T7" fmla="*/ 1069 h 1080"/>
              <a:gd name="T8" fmla="*/ 541 w 1232"/>
              <a:gd name="T9" fmla="*/ 880 h 1080"/>
              <a:gd name="T10" fmla="*/ 590 w 1232"/>
              <a:gd name="T11" fmla="*/ 889 h 1080"/>
              <a:gd name="T12" fmla="*/ 679 w 1232"/>
              <a:gd name="T13" fmla="*/ 1020 h 1080"/>
              <a:gd name="T14" fmla="*/ 711 w 1232"/>
              <a:gd name="T15" fmla="*/ 1016 h 1080"/>
              <a:gd name="T16" fmla="*/ 820 w 1232"/>
              <a:gd name="T17" fmla="*/ 722 h 1080"/>
              <a:gd name="T18" fmla="*/ 810 w 1232"/>
              <a:gd name="T19" fmla="*/ 717 h 1080"/>
              <a:gd name="T20" fmla="*/ 771 w 1232"/>
              <a:gd name="T21" fmla="*/ 765 h 1080"/>
              <a:gd name="T22" fmla="*/ 713 w 1232"/>
              <a:gd name="T23" fmla="*/ 794 h 1080"/>
              <a:gd name="T24" fmla="*/ 699 w 1232"/>
              <a:gd name="T25" fmla="*/ 794 h 1080"/>
              <a:gd name="T26" fmla="*/ 641 w 1232"/>
              <a:gd name="T27" fmla="*/ 767 h 1080"/>
              <a:gd name="T28" fmla="*/ 201 w 1232"/>
              <a:gd name="T29" fmla="*/ 211 h 1080"/>
              <a:gd name="T30" fmla="*/ 207 w 1232"/>
              <a:gd name="T31" fmla="*/ 205 h 1080"/>
              <a:gd name="T32" fmla="*/ 804 w 1232"/>
              <a:gd name="T33" fmla="*/ 667 h 1080"/>
              <a:gd name="T34" fmla="*/ 865 w 1232"/>
              <a:gd name="T35" fmla="*/ 677 h 1080"/>
              <a:gd name="T36" fmla="*/ 1213 w 1232"/>
              <a:gd name="T37" fmla="*/ 554 h 1080"/>
              <a:gd name="T38" fmla="*/ 1214 w 1232"/>
              <a:gd name="T39" fmla="*/ 527 h 1080"/>
              <a:gd name="T40" fmla="*/ 29 w 1232"/>
              <a:gd name="T41" fmla="*/ 8 h 10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32" h="1080">
                <a:moveTo>
                  <a:pt x="29" y="8"/>
                </a:moveTo>
                <a:cubicBezTo>
                  <a:pt x="11" y="0"/>
                  <a:pt x="0" y="10"/>
                  <a:pt x="4" y="29"/>
                </a:cubicBezTo>
                <a:lnTo>
                  <a:pt x="234" y="1055"/>
                </a:lnTo>
                <a:cubicBezTo>
                  <a:pt x="239" y="1074"/>
                  <a:pt x="255" y="1080"/>
                  <a:pt x="271" y="1069"/>
                </a:cubicBezTo>
                <a:lnTo>
                  <a:pt x="541" y="880"/>
                </a:lnTo>
                <a:cubicBezTo>
                  <a:pt x="557" y="869"/>
                  <a:pt x="579" y="873"/>
                  <a:pt x="590" y="889"/>
                </a:cubicBezTo>
                <a:lnTo>
                  <a:pt x="679" y="1020"/>
                </a:lnTo>
                <a:cubicBezTo>
                  <a:pt x="689" y="1036"/>
                  <a:pt x="704" y="1035"/>
                  <a:pt x="711" y="1016"/>
                </a:cubicBezTo>
                <a:lnTo>
                  <a:pt x="820" y="722"/>
                </a:lnTo>
                <a:cubicBezTo>
                  <a:pt x="826" y="704"/>
                  <a:pt x="822" y="702"/>
                  <a:pt x="810" y="717"/>
                </a:cubicBezTo>
                <a:lnTo>
                  <a:pt x="771" y="765"/>
                </a:lnTo>
                <a:cubicBezTo>
                  <a:pt x="758" y="780"/>
                  <a:pt x="732" y="793"/>
                  <a:pt x="713" y="794"/>
                </a:cubicBezTo>
                <a:lnTo>
                  <a:pt x="699" y="794"/>
                </a:lnTo>
                <a:cubicBezTo>
                  <a:pt x="679" y="794"/>
                  <a:pt x="653" y="782"/>
                  <a:pt x="641" y="767"/>
                </a:cubicBezTo>
                <a:lnTo>
                  <a:pt x="201" y="211"/>
                </a:lnTo>
                <a:cubicBezTo>
                  <a:pt x="189" y="196"/>
                  <a:pt x="191" y="193"/>
                  <a:pt x="207" y="205"/>
                </a:cubicBezTo>
                <a:lnTo>
                  <a:pt x="804" y="667"/>
                </a:lnTo>
                <a:cubicBezTo>
                  <a:pt x="819" y="679"/>
                  <a:pt x="847" y="684"/>
                  <a:pt x="865" y="677"/>
                </a:cubicBezTo>
                <a:lnTo>
                  <a:pt x="1213" y="554"/>
                </a:lnTo>
                <a:cubicBezTo>
                  <a:pt x="1231" y="547"/>
                  <a:pt x="1232" y="535"/>
                  <a:pt x="1214" y="527"/>
                </a:cubicBezTo>
                <a:lnTo>
                  <a:pt x="29" y="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3" name="QR_code" descr="{&quot;Key&quot;:&quot;POWER_USER_SHAPE_ICON&quot;,&quot;Value&quot;:&quot;POWER_USER_SHAPE_ICON_STYLE_1&quot;}">
            <a:extLst>
              <a:ext uri="{FF2B5EF4-FFF2-40B4-BE49-F238E27FC236}">
                <a16:creationId xmlns:a16="http://schemas.microsoft.com/office/drawing/2014/main" id="{4B15CF41-BBD3-4418-B3A8-0A335BB7725B}"/>
              </a:ext>
            </a:extLst>
          </p:cNvPr>
          <p:cNvSpPr>
            <a:spLocks noChangeAspect="1" noEditPoints="1"/>
          </p:cNvSpPr>
          <p:nvPr>
            <p:custDataLst>
              <p:tags r:id="rId24"/>
            </p:custDataLst>
          </p:nvPr>
        </p:nvSpPr>
        <p:spPr bwMode="auto">
          <a:xfrm>
            <a:off x="10815353" y="1281328"/>
            <a:ext cx="541753" cy="542925"/>
          </a:xfrm>
          <a:custGeom>
            <a:avLst/>
            <a:gdLst>
              <a:gd name="T0" fmla="*/ 63 w 200"/>
              <a:gd name="T1" fmla="*/ 13 h 200"/>
              <a:gd name="T2" fmla="*/ 0 w 200"/>
              <a:gd name="T3" fmla="*/ 0 h 200"/>
              <a:gd name="T4" fmla="*/ 25 w 200"/>
              <a:gd name="T5" fmla="*/ 50 h 200"/>
              <a:gd name="T6" fmla="*/ 188 w 200"/>
              <a:gd name="T7" fmla="*/ 63 h 200"/>
              <a:gd name="T8" fmla="*/ 125 w 200"/>
              <a:gd name="T9" fmla="*/ 75 h 200"/>
              <a:gd name="T10" fmla="*/ 175 w 200"/>
              <a:gd name="T11" fmla="*/ 50 h 200"/>
              <a:gd name="T12" fmla="*/ 13 w 200"/>
              <a:gd name="T13" fmla="*/ 188 h 200"/>
              <a:gd name="T14" fmla="*/ 75 w 200"/>
              <a:gd name="T15" fmla="*/ 200 h 200"/>
              <a:gd name="T16" fmla="*/ 50 w 200"/>
              <a:gd name="T17" fmla="*/ 150 h 200"/>
              <a:gd name="T18" fmla="*/ 100 w 200"/>
              <a:gd name="T19" fmla="*/ 0 h 200"/>
              <a:gd name="T20" fmla="*/ 113 w 200"/>
              <a:gd name="T21" fmla="*/ 13 h 200"/>
              <a:gd name="T22" fmla="*/ 100 w 200"/>
              <a:gd name="T23" fmla="*/ 25 h 200"/>
              <a:gd name="T24" fmla="*/ 113 w 200"/>
              <a:gd name="T25" fmla="*/ 38 h 200"/>
              <a:gd name="T26" fmla="*/ 100 w 200"/>
              <a:gd name="T27" fmla="*/ 50 h 200"/>
              <a:gd name="T28" fmla="*/ 113 w 200"/>
              <a:gd name="T29" fmla="*/ 63 h 200"/>
              <a:gd name="T30" fmla="*/ 100 w 200"/>
              <a:gd name="T31" fmla="*/ 75 h 200"/>
              <a:gd name="T32" fmla="*/ 100 w 200"/>
              <a:gd name="T33" fmla="*/ 100 h 200"/>
              <a:gd name="T34" fmla="*/ 113 w 200"/>
              <a:gd name="T35" fmla="*/ 113 h 200"/>
              <a:gd name="T36" fmla="*/ 100 w 200"/>
              <a:gd name="T37" fmla="*/ 125 h 200"/>
              <a:gd name="T38" fmla="*/ 113 w 200"/>
              <a:gd name="T39" fmla="*/ 138 h 200"/>
              <a:gd name="T40" fmla="*/ 100 w 200"/>
              <a:gd name="T41" fmla="*/ 150 h 200"/>
              <a:gd name="T42" fmla="*/ 113 w 200"/>
              <a:gd name="T43" fmla="*/ 163 h 200"/>
              <a:gd name="T44" fmla="*/ 100 w 200"/>
              <a:gd name="T45" fmla="*/ 175 h 200"/>
              <a:gd name="T46" fmla="*/ 113 w 200"/>
              <a:gd name="T47" fmla="*/ 188 h 200"/>
              <a:gd name="T48" fmla="*/ 200 w 200"/>
              <a:gd name="T49" fmla="*/ 100 h 200"/>
              <a:gd name="T50" fmla="*/ 25 w 200"/>
              <a:gd name="T51" fmla="*/ 100 h 200"/>
              <a:gd name="T52" fmla="*/ 38 w 200"/>
              <a:gd name="T53" fmla="*/ 88 h 200"/>
              <a:gd name="T54" fmla="*/ 13 w 200"/>
              <a:gd name="T55" fmla="*/ 88 h 200"/>
              <a:gd name="T56" fmla="*/ 63 w 200"/>
              <a:gd name="T57" fmla="*/ 88 h 200"/>
              <a:gd name="T58" fmla="*/ 75 w 200"/>
              <a:gd name="T59" fmla="*/ 100 h 200"/>
              <a:gd name="T60" fmla="*/ 88 w 200"/>
              <a:gd name="T61" fmla="*/ 88 h 200"/>
              <a:gd name="T62" fmla="*/ 125 w 200"/>
              <a:gd name="T63" fmla="*/ 100 h 200"/>
              <a:gd name="T64" fmla="*/ 138 w 200"/>
              <a:gd name="T65" fmla="*/ 88 h 200"/>
              <a:gd name="T66" fmla="*/ 150 w 200"/>
              <a:gd name="T67" fmla="*/ 100 h 200"/>
              <a:gd name="T68" fmla="*/ 163 w 200"/>
              <a:gd name="T69" fmla="*/ 88 h 200"/>
              <a:gd name="T70" fmla="*/ 175 w 200"/>
              <a:gd name="T71" fmla="*/ 100 h 200"/>
              <a:gd name="T72" fmla="*/ 188 w 200"/>
              <a:gd name="T73" fmla="*/ 88 h 200"/>
              <a:gd name="T74" fmla="*/ 200 w 200"/>
              <a:gd name="T75" fmla="*/ 125 h 200"/>
              <a:gd name="T76" fmla="*/ 125 w 200"/>
              <a:gd name="T77" fmla="*/ 125 h 200"/>
              <a:gd name="T78" fmla="*/ 138 w 200"/>
              <a:gd name="T79" fmla="*/ 113 h 200"/>
              <a:gd name="T80" fmla="*/ 150 w 200"/>
              <a:gd name="T81" fmla="*/ 125 h 200"/>
              <a:gd name="T82" fmla="*/ 175 w 200"/>
              <a:gd name="T83" fmla="*/ 125 h 200"/>
              <a:gd name="T84" fmla="*/ 188 w 200"/>
              <a:gd name="T85" fmla="*/ 113 h 200"/>
              <a:gd name="T86" fmla="*/ 200 w 200"/>
              <a:gd name="T87" fmla="*/ 150 h 200"/>
              <a:gd name="T88" fmla="*/ 125 w 200"/>
              <a:gd name="T89" fmla="*/ 150 h 200"/>
              <a:gd name="T90" fmla="*/ 138 w 200"/>
              <a:gd name="T91" fmla="*/ 138 h 200"/>
              <a:gd name="T92" fmla="*/ 163 w 200"/>
              <a:gd name="T93" fmla="*/ 138 h 200"/>
              <a:gd name="T94" fmla="*/ 175 w 200"/>
              <a:gd name="T95" fmla="*/ 150 h 200"/>
              <a:gd name="T96" fmla="*/ 188 w 200"/>
              <a:gd name="T97" fmla="*/ 138 h 200"/>
              <a:gd name="T98" fmla="*/ 200 w 200"/>
              <a:gd name="T99" fmla="*/ 175 h 200"/>
              <a:gd name="T100" fmla="*/ 138 w 200"/>
              <a:gd name="T101" fmla="*/ 163 h 200"/>
              <a:gd name="T102" fmla="*/ 150 w 200"/>
              <a:gd name="T103" fmla="*/ 175 h 200"/>
              <a:gd name="T104" fmla="*/ 163 w 200"/>
              <a:gd name="T105" fmla="*/ 163 h 200"/>
              <a:gd name="T106" fmla="*/ 175 w 200"/>
              <a:gd name="T107" fmla="*/ 175 h 200"/>
              <a:gd name="T108" fmla="*/ 138 w 200"/>
              <a:gd name="T109" fmla="*/ 188 h 200"/>
              <a:gd name="T110" fmla="*/ 163 w 200"/>
              <a:gd name="T111" fmla="*/ 188 h 200"/>
              <a:gd name="T112" fmla="*/ 188 w 200"/>
              <a:gd name="T113" fmla="*/ 188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00" h="200">
                <a:moveTo>
                  <a:pt x="63" y="13"/>
                </a:moveTo>
                <a:lnTo>
                  <a:pt x="13" y="13"/>
                </a:lnTo>
                <a:lnTo>
                  <a:pt x="13" y="63"/>
                </a:lnTo>
                <a:lnTo>
                  <a:pt x="63" y="63"/>
                </a:lnTo>
                <a:lnTo>
                  <a:pt x="63" y="13"/>
                </a:lnTo>
                <a:close/>
                <a:moveTo>
                  <a:pt x="75" y="0"/>
                </a:moveTo>
                <a:lnTo>
                  <a:pt x="75" y="0"/>
                </a:lnTo>
                <a:lnTo>
                  <a:pt x="75" y="75"/>
                </a:lnTo>
                <a:lnTo>
                  <a:pt x="0" y="75"/>
                </a:lnTo>
                <a:lnTo>
                  <a:pt x="0" y="0"/>
                </a:lnTo>
                <a:lnTo>
                  <a:pt x="75" y="0"/>
                </a:lnTo>
                <a:close/>
                <a:moveTo>
                  <a:pt x="25" y="25"/>
                </a:moveTo>
                <a:lnTo>
                  <a:pt x="50" y="25"/>
                </a:lnTo>
                <a:lnTo>
                  <a:pt x="50" y="50"/>
                </a:lnTo>
                <a:lnTo>
                  <a:pt x="25" y="50"/>
                </a:lnTo>
                <a:lnTo>
                  <a:pt x="25" y="25"/>
                </a:lnTo>
                <a:close/>
                <a:moveTo>
                  <a:pt x="188" y="13"/>
                </a:moveTo>
                <a:lnTo>
                  <a:pt x="138" y="13"/>
                </a:lnTo>
                <a:lnTo>
                  <a:pt x="138" y="63"/>
                </a:lnTo>
                <a:lnTo>
                  <a:pt x="188" y="63"/>
                </a:lnTo>
                <a:lnTo>
                  <a:pt x="188" y="13"/>
                </a:lnTo>
                <a:close/>
                <a:moveTo>
                  <a:pt x="200" y="0"/>
                </a:moveTo>
                <a:lnTo>
                  <a:pt x="200" y="0"/>
                </a:lnTo>
                <a:lnTo>
                  <a:pt x="200" y="75"/>
                </a:lnTo>
                <a:lnTo>
                  <a:pt x="125" y="75"/>
                </a:lnTo>
                <a:lnTo>
                  <a:pt x="125" y="0"/>
                </a:lnTo>
                <a:lnTo>
                  <a:pt x="200" y="0"/>
                </a:lnTo>
                <a:close/>
                <a:moveTo>
                  <a:pt x="150" y="25"/>
                </a:moveTo>
                <a:lnTo>
                  <a:pt x="175" y="25"/>
                </a:lnTo>
                <a:lnTo>
                  <a:pt x="175" y="50"/>
                </a:lnTo>
                <a:lnTo>
                  <a:pt x="150" y="50"/>
                </a:lnTo>
                <a:lnTo>
                  <a:pt x="150" y="25"/>
                </a:lnTo>
                <a:close/>
                <a:moveTo>
                  <a:pt x="63" y="138"/>
                </a:moveTo>
                <a:lnTo>
                  <a:pt x="13" y="138"/>
                </a:lnTo>
                <a:lnTo>
                  <a:pt x="13" y="188"/>
                </a:lnTo>
                <a:lnTo>
                  <a:pt x="63" y="188"/>
                </a:lnTo>
                <a:lnTo>
                  <a:pt x="63" y="138"/>
                </a:lnTo>
                <a:close/>
                <a:moveTo>
                  <a:pt x="75" y="125"/>
                </a:moveTo>
                <a:lnTo>
                  <a:pt x="75" y="125"/>
                </a:lnTo>
                <a:lnTo>
                  <a:pt x="75" y="200"/>
                </a:lnTo>
                <a:lnTo>
                  <a:pt x="0" y="200"/>
                </a:lnTo>
                <a:lnTo>
                  <a:pt x="0" y="125"/>
                </a:lnTo>
                <a:lnTo>
                  <a:pt x="75" y="125"/>
                </a:lnTo>
                <a:close/>
                <a:moveTo>
                  <a:pt x="25" y="150"/>
                </a:moveTo>
                <a:lnTo>
                  <a:pt x="50" y="150"/>
                </a:lnTo>
                <a:lnTo>
                  <a:pt x="50" y="175"/>
                </a:lnTo>
                <a:lnTo>
                  <a:pt x="25" y="175"/>
                </a:lnTo>
                <a:lnTo>
                  <a:pt x="25" y="150"/>
                </a:lnTo>
                <a:close/>
                <a:moveTo>
                  <a:pt x="88" y="0"/>
                </a:moveTo>
                <a:lnTo>
                  <a:pt x="100" y="0"/>
                </a:lnTo>
                <a:lnTo>
                  <a:pt x="100" y="13"/>
                </a:lnTo>
                <a:lnTo>
                  <a:pt x="88" y="13"/>
                </a:lnTo>
                <a:lnTo>
                  <a:pt x="88" y="0"/>
                </a:lnTo>
                <a:close/>
                <a:moveTo>
                  <a:pt x="100" y="13"/>
                </a:moveTo>
                <a:lnTo>
                  <a:pt x="113" y="13"/>
                </a:lnTo>
                <a:lnTo>
                  <a:pt x="113" y="25"/>
                </a:lnTo>
                <a:lnTo>
                  <a:pt x="100" y="25"/>
                </a:lnTo>
                <a:lnTo>
                  <a:pt x="100" y="13"/>
                </a:lnTo>
                <a:close/>
                <a:moveTo>
                  <a:pt x="88" y="25"/>
                </a:moveTo>
                <a:lnTo>
                  <a:pt x="100" y="25"/>
                </a:lnTo>
                <a:lnTo>
                  <a:pt x="100" y="38"/>
                </a:lnTo>
                <a:lnTo>
                  <a:pt x="88" y="38"/>
                </a:lnTo>
                <a:lnTo>
                  <a:pt x="88" y="25"/>
                </a:lnTo>
                <a:close/>
                <a:moveTo>
                  <a:pt x="100" y="38"/>
                </a:moveTo>
                <a:lnTo>
                  <a:pt x="113" y="38"/>
                </a:lnTo>
                <a:lnTo>
                  <a:pt x="113" y="50"/>
                </a:lnTo>
                <a:lnTo>
                  <a:pt x="100" y="50"/>
                </a:lnTo>
                <a:lnTo>
                  <a:pt x="100" y="38"/>
                </a:lnTo>
                <a:close/>
                <a:moveTo>
                  <a:pt x="88" y="50"/>
                </a:moveTo>
                <a:lnTo>
                  <a:pt x="100" y="50"/>
                </a:lnTo>
                <a:lnTo>
                  <a:pt x="100" y="63"/>
                </a:lnTo>
                <a:lnTo>
                  <a:pt x="88" y="63"/>
                </a:lnTo>
                <a:lnTo>
                  <a:pt x="88" y="50"/>
                </a:lnTo>
                <a:close/>
                <a:moveTo>
                  <a:pt x="100" y="63"/>
                </a:moveTo>
                <a:lnTo>
                  <a:pt x="113" y="63"/>
                </a:lnTo>
                <a:lnTo>
                  <a:pt x="113" y="75"/>
                </a:lnTo>
                <a:lnTo>
                  <a:pt x="100" y="75"/>
                </a:lnTo>
                <a:lnTo>
                  <a:pt x="100" y="63"/>
                </a:lnTo>
                <a:close/>
                <a:moveTo>
                  <a:pt x="88" y="75"/>
                </a:moveTo>
                <a:lnTo>
                  <a:pt x="100" y="75"/>
                </a:lnTo>
                <a:lnTo>
                  <a:pt x="100" y="88"/>
                </a:lnTo>
                <a:lnTo>
                  <a:pt x="88" y="88"/>
                </a:lnTo>
                <a:lnTo>
                  <a:pt x="88" y="75"/>
                </a:lnTo>
                <a:close/>
                <a:moveTo>
                  <a:pt x="88" y="100"/>
                </a:moveTo>
                <a:lnTo>
                  <a:pt x="100" y="100"/>
                </a:lnTo>
                <a:lnTo>
                  <a:pt x="100" y="113"/>
                </a:lnTo>
                <a:lnTo>
                  <a:pt x="88" y="113"/>
                </a:lnTo>
                <a:lnTo>
                  <a:pt x="88" y="100"/>
                </a:lnTo>
                <a:close/>
                <a:moveTo>
                  <a:pt x="100" y="113"/>
                </a:moveTo>
                <a:lnTo>
                  <a:pt x="113" y="113"/>
                </a:lnTo>
                <a:lnTo>
                  <a:pt x="113" y="125"/>
                </a:lnTo>
                <a:lnTo>
                  <a:pt x="100" y="125"/>
                </a:lnTo>
                <a:lnTo>
                  <a:pt x="100" y="113"/>
                </a:lnTo>
                <a:close/>
                <a:moveTo>
                  <a:pt x="88" y="125"/>
                </a:moveTo>
                <a:lnTo>
                  <a:pt x="100" y="125"/>
                </a:lnTo>
                <a:lnTo>
                  <a:pt x="100" y="138"/>
                </a:lnTo>
                <a:lnTo>
                  <a:pt x="88" y="138"/>
                </a:lnTo>
                <a:lnTo>
                  <a:pt x="88" y="125"/>
                </a:lnTo>
                <a:close/>
                <a:moveTo>
                  <a:pt x="100" y="138"/>
                </a:moveTo>
                <a:lnTo>
                  <a:pt x="113" y="138"/>
                </a:lnTo>
                <a:lnTo>
                  <a:pt x="113" y="150"/>
                </a:lnTo>
                <a:lnTo>
                  <a:pt x="100" y="150"/>
                </a:lnTo>
                <a:lnTo>
                  <a:pt x="100" y="138"/>
                </a:lnTo>
                <a:close/>
                <a:moveTo>
                  <a:pt x="88" y="150"/>
                </a:moveTo>
                <a:lnTo>
                  <a:pt x="100" y="150"/>
                </a:lnTo>
                <a:lnTo>
                  <a:pt x="100" y="163"/>
                </a:lnTo>
                <a:lnTo>
                  <a:pt x="88" y="163"/>
                </a:lnTo>
                <a:lnTo>
                  <a:pt x="88" y="150"/>
                </a:lnTo>
                <a:close/>
                <a:moveTo>
                  <a:pt x="100" y="163"/>
                </a:moveTo>
                <a:lnTo>
                  <a:pt x="113" y="163"/>
                </a:lnTo>
                <a:lnTo>
                  <a:pt x="113" y="175"/>
                </a:lnTo>
                <a:lnTo>
                  <a:pt x="100" y="175"/>
                </a:lnTo>
                <a:lnTo>
                  <a:pt x="100" y="163"/>
                </a:lnTo>
                <a:close/>
                <a:moveTo>
                  <a:pt x="88" y="175"/>
                </a:moveTo>
                <a:lnTo>
                  <a:pt x="100" y="175"/>
                </a:lnTo>
                <a:lnTo>
                  <a:pt x="100" y="188"/>
                </a:lnTo>
                <a:lnTo>
                  <a:pt x="88" y="188"/>
                </a:lnTo>
                <a:lnTo>
                  <a:pt x="88" y="175"/>
                </a:lnTo>
                <a:close/>
                <a:moveTo>
                  <a:pt x="100" y="188"/>
                </a:moveTo>
                <a:lnTo>
                  <a:pt x="113" y="188"/>
                </a:lnTo>
                <a:lnTo>
                  <a:pt x="113" y="200"/>
                </a:lnTo>
                <a:lnTo>
                  <a:pt x="100" y="200"/>
                </a:lnTo>
                <a:lnTo>
                  <a:pt x="100" y="188"/>
                </a:lnTo>
                <a:close/>
                <a:moveTo>
                  <a:pt x="188" y="100"/>
                </a:moveTo>
                <a:lnTo>
                  <a:pt x="200" y="100"/>
                </a:lnTo>
                <a:lnTo>
                  <a:pt x="200" y="113"/>
                </a:lnTo>
                <a:lnTo>
                  <a:pt x="188" y="113"/>
                </a:lnTo>
                <a:lnTo>
                  <a:pt x="188" y="100"/>
                </a:lnTo>
                <a:close/>
                <a:moveTo>
                  <a:pt x="13" y="100"/>
                </a:moveTo>
                <a:lnTo>
                  <a:pt x="25" y="100"/>
                </a:lnTo>
                <a:lnTo>
                  <a:pt x="25" y="113"/>
                </a:lnTo>
                <a:lnTo>
                  <a:pt x="13" y="113"/>
                </a:lnTo>
                <a:lnTo>
                  <a:pt x="13" y="100"/>
                </a:lnTo>
                <a:close/>
                <a:moveTo>
                  <a:pt x="25" y="88"/>
                </a:moveTo>
                <a:lnTo>
                  <a:pt x="38" y="88"/>
                </a:lnTo>
                <a:lnTo>
                  <a:pt x="38" y="100"/>
                </a:lnTo>
                <a:lnTo>
                  <a:pt x="25" y="100"/>
                </a:lnTo>
                <a:lnTo>
                  <a:pt x="25" y="88"/>
                </a:lnTo>
                <a:close/>
                <a:moveTo>
                  <a:pt x="0" y="88"/>
                </a:moveTo>
                <a:lnTo>
                  <a:pt x="13" y="88"/>
                </a:lnTo>
                <a:lnTo>
                  <a:pt x="13" y="100"/>
                </a:lnTo>
                <a:lnTo>
                  <a:pt x="0" y="100"/>
                </a:lnTo>
                <a:lnTo>
                  <a:pt x="0" y="88"/>
                </a:lnTo>
                <a:close/>
                <a:moveTo>
                  <a:pt x="50" y="88"/>
                </a:moveTo>
                <a:lnTo>
                  <a:pt x="63" y="88"/>
                </a:lnTo>
                <a:lnTo>
                  <a:pt x="63" y="100"/>
                </a:lnTo>
                <a:lnTo>
                  <a:pt x="50" y="100"/>
                </a:lnTo>
                <a:lnTo>
                  <a:pt x="50" y="88"/>
                </a:lnTo>
                <a:close/>
                <a:moveTo>
                  <a:pt x="63" y="100"/>
                </a:moveTo>
                <a:lnTo>
                  <a:pt x="75" y="100"/>
                </a:lnTo>
                <a:lnTo>
                  <a:pt x="75" y="113"/>
                </a:lnTo>
                <a:lnTo>
                  <a:pt x="63" y="113"/>
                </a:lnTo>
                <a:lnTo>
                  <a:pt x="63" y="100"/>
                </a:lnTo>
                <a:close/>
                <a:moveTo>
                  <a:pt x="75" y="88"/>
                </a:moveTo>
                <a:lnTo>
                  <a:pt x="88" y="88"/>
                </a:lnTo>
                <a:lnTo>
                  <a:pt x="88" y="100"/>
                </a:lnTo>
                <a:lnTo>
                  <a:pt x="75" y="100"/>
                </a:lnTo>
                <a:lnTo>
                  <a:pt x="75" y="88"/>
                </a:lnTo>
                <a:close/>
                <a:moveTo>
                  <a:pt x="113" y="100"/>
                </a:moveTo>
                <a:lnTo>
                  <a:pt x="125" y="100"/>
                </a:lnTo>
                <a:lnTo>
                  <a:pt x="125" y="113"/>
                </a:lnTo>
                <a:lnTo>
                  <a:pt x="113" y="113"/>
                </a:lnTo>
                <a:lnTo>
                  <a:pt x="113" y="100"/>
                </a:lnTo>
                <a:close/>
                <a:moveTo>
                  <a:pt x="125" y="88"/>
                </a:moveTo>
                <a:lnTo>
                  <a:pt x="138" y="88"/>
                </a:lnTo>
                <a:lnTo>
                  <a:pt x="138" y="100"/>
                </a:lnTo>
                <a:lnTo>
                  <a:pt x="125" y="100"/>
                </a:lnTo>
                <a:lnTo>
                  <a:pt x="125" y="88"/>
                </a:lnTo>
                <a:close/>
                <a:moveTo>
                  <a:pt x="138" y="100"/>
                </a:moveTo>
                <a:lnTo>
                  <a:pt x="150" y="100"/>
                </a:lnTo>
                <a:lnTo>
                  <a:pt x="150" y="113"/>
                </a:lnTo>
                <a:lnTo>
                  <a:pt x="138" y="113"/>
                </a:lnTo>
                <a:lnTo>
                  <a:pt x="138" y="100"/>
                </a:lnTo>
                <a:close/>
                <a:moveTo>
                  <a:pt x="150" y="88"/>
                </a:moveTo>
                <a:lnTo>
                  <a:pt x="163" y="88"/>
                </a:lnTo>
                <a:lnTo>
                  <a:pt x="163" y="100"/>
                </a:lnTo>
                <a:lnTo>
                  <a:pt x="150" y="100"/>
                </a:lnTo>
                <a:lnTo>
                  <a:pt x="150" y="88"/>
                </a:lnTo>
                <a:close/>
                <a:moveTo>
                  <a:pt x="163" y="100"/>
                </a:moveTo>
                <a:lnTo>
                  <a:pt x="175" y="100"/>
                </a:lnTo>
                <a:lnTo>
                  <a:pt x="175" y="113"/>
                </a:lnTo>
                <a:lnTo>
                  <a:pt x="163" y="113"/>
                </a:lnTo>
                <a:lnTo>
                  <a:pt x="163" y="100"/>
                </a:lnTo>
                <a:close/>
                <a:moveTo>
                  <a:pt x="175" y="88"/>
                </a:moveTo>
                <a:lnTo>
                  <a:pt x="188" y="88"/>
                </a:lnTo>
                <a:lnTo>
                  <a:pt x="188" y="100"/>
                </a:lnTo>
                <a:lnTo>
                  <a:pt x="175" y="100"/>
                </a:lnTo>
                <a:lnTo>
                  <a:pt x="175" y="88"/>
                </a:lnTo>
                <a:close/>
                <a:moveTo>
                  <a:pt x="188" y="125"/>
                </a:moveTo>
                <a:lnTo>
                  <a:pt x="200" y="125"/>
                </a:lnTo>
                <a:lnTo>
                  <a:pt x="200" y="138"/>
                </a:lnTo>
                <a:lnTo>
                  <a:pt x="188" y="138"/>
                </a:lnTo>
                <a:lnTo>
                  <a:pt x="188" y="125"/>
                </a:lnTo>
                <a:close/>
                <a:moveTo>
                  <a:pt x="113" y="125"/>
                </a:moveTo>
                <a:lnTo>
                  <a:pt x="125" y="125"/>
                </a:lnTo>
                <a:lnTo>
                  <a:pt x="125" y="138"/>
                </a:lnTo>
                <a:lnTo>
                  <a:pt x="113" y="138"/>
                </a:lnTo>
                <a:lnTo>
                  <a:pt x="113" y="125"/>
                </a:lnTo>
                <a:close/>
                <a:moveTo>
                  <a:pt x="125" y="113"/>
                </a:moveTo>
                <a:lnTo>
                  <a:pt x="138" y="113"/>
                </a:lnTo>
                <a:lnTo>
                  <a:pt x="138" y="125"/>
                </a:lnTo>
                <a:lnTo>
                  <a:pt x="125" y="125"/>
                </a:lnTo>
                <a:lnTo>
                  <a:pt x="125" y="113"/>
                </a:lnTo>
                <a:close/>
                <a:moveTo>
                  <a:pt x="138" y="125"/>
                </a:moveTo>
                <a:lnTo>
                  <a:pt x="150" y="125"/>
                </a:lnTo>
                <a:lnTo>
                  <a:pt x="150" y="138"/>
                </a:lnTo>
                <a:lnTo>
                  <a:pt x="138" y="138"/>
                </a:lnTo>
                <a:lnTo>
                  <a:pt x="138" y="125"/>
                </a:lnTo>
                <a:close/>
                <a:moveTo>
                  <a:pt x="163" y="125"/>
                </a:moveTo>
                <a:lnTo>
                  <a:pt x="175" y="125"/>
                </a:lnTo>
                <a:lnTo>
                  <a:pt x="175" y="138"/>
                </a:lnTo>
                <a:lnTo>
                  <a:pt x="163" y="138"/>
                </a:lnTo>
                <a:lnTo>
                  <a:pt x="163" y="125"/>
                </a:lnTo>
                <a:close/>
                <a:moveTo>
                  <a:pt x="175" y="113"/>
                </a:moveTo>
                <a:lnTo>
                  <a:pt x="188" y="113"/>
                </a:lnTo>
                <a:lnTo>
                  <a:pt x="188" y="125"/>
                </a:lnTo>
                <a:lnTo>
                  <a:pt x="175" y="125"/>
                </a:lnTo>
                <a:lnTo>
                  <a:pt x="175" y="113"/>
                </a:lnTo>
                <a:close/>
                <a:moveTo>
                  <a:pt x="188" y="150"/>
                </a:moveTo>
                <a:lnTo>
                  <a:pt x="200" y="150"/>
                </a:lnTo>
                <a:lnTo>
                  <a:pt x="200" y="163"/>
                </a:lnTo>
                <a:lnTo>
                  <a:pt x="188" y="163"/>
                </a:lnTo>
                <a:lnTo>
                  <a:pt x="188" y="150"/>
                </a:lnTo>
                <a:close/>
                <a:moveTo>
                  <a:pt x="113" y="150"/>
                </a:moveTo>
                <a:lnTo>
                  <a:pt x="125" y="150"/>
                </a:lnTo>
                <a:lnTo>
                  <a:pt x="125" y="163"/>
                </a:lnTo>
                <a:lnTo>
                  <a:pt x="113" y="163"/>
                </a:lnTo>
                <a:lnTo>
                  <a:pt x="113" y="150"/>
                </a:lnTo>
                <a:close/>
                <a:moveTo>
                  <a:pt x="125" y="138"/>
                </a:moveTo>
                <a:lnTo>
                  <a:pt x="138" y="138"/>
                </a:lnTo>
                <a:lnTo>
                  <a:pt x="138" y="150"/>
                </a:lnTo>
                <a:lnTo>
                  <a:pt x="125" y="150"/>
                </a:lnTo>
                <a:lnTo>
                  <a:pt x="125" y="138"/>
                </a:lnTo>
                <a:close/>
                <a:moveTo>
                  <a:pt x="150" y="138"/>
                </a:moveTo>
                <a:lnTo>
                  <a:pt x="163" y="138"/>
                </a:lnTo>
                <a:lnTo>
                  <a:pt x="163" y="150"/>
                </a:lnTo>
                <a:lnTo>
                  <a:pt x="150" y="150"/>
                </a:lnTo>
                <a:lnTo>
                  <a:pt x="150" y="138"/>
                </a:lnTo>
                <a:close/>
                <a:moveTo>
                  <a:pt x="163" y="150"/>
                </a:moveTo>
                <a:lnTo>
                  <a:pt x="175" y="150"/>
                </a:lnTo>
                <a:lnTo>
                  <a:pt x="175" y="163"/>
                </a:lnTo>
                <a:lnTo>
                  <a:pt x="163" y="163"/>
                </a:lnTo>
                <a:lnTo>
                  <a:pt x="163" y="150"/>
                </a:lnTo>
                <a:close/>
                <a:moveTo>
                  <a:pt x="175" y="138"/>
                </a:moveTo>
                <a:lnTo>
                  <a:pt x="188" y="138"/>
                </a:lnTo>
                <a:lnTo>
                  <a:pt x="188" y="150"/>
                </a:lnTo>
                <a:lnTo>
                  <a:pt x="175" y="150"/>
                </a:lnTo>
                <a:lnTo>
                  <a:pt x="175" y="138"/>
                </a:lnTo>
                <a:close/>
                <a:moveTo>
                  <a:pt x="188" y="175"/>
                </a:moveTo>
                <a:lnTo>
                  <a:pt x="200" y="175"/>
                </a:lnTo>
                <a:lnTo>
                  <a:pt x="200" y="188"/>
                </a:lnTo>
                <a:lnTo>
                  <a:pt x="188" y="188"/>
                </a:lnTo>
                <a:lnTo>
                  <a:pt x="188" y="175"/>
                </a:lnTo>
                <a:close/>
                <a:moveTo>
                  <a:pt x="125" y="163"/>
                </a:moveTo>
                <a:lnTo>
                  <a:pt x="138" y="163"/>
                </a:lnTo>
                <a:lnTo>
                  <a:pt x="138" y="175"/>
                </a:lnTo>
                <a:lnTo>
                  <a:pt x="125" y="175"/>
                </a:lnTo>
                <a:lnTo>
                  <a:pt x="125" y="163"/>
                </a:lnTo>
                <a:close/>
                <a:moveTo>
                  <a:pt x="138" y="175"/>
                </a:moveTo>
                <a:lnTo>
                  <a:pt x="150" y="175"/>
                </a:lnTo>
                <a:lnTo>
                  <a:pt x="150" y="188"/>
                </a:lnTo>
                <a:lnTo>
                  <a:pt x="138" y="188"/>
                </a:lnTo>
                <a:lnTo>
                  <a:pt x="138" y="175"/>
                </a:lnTo>
                <a:close/>
                <a:moveTo>
                  <a:pt x="150" y="163"/>
                </a:moveTo>
                <a:lnTo>
                  <a:pt x="163" y="163"/>
                </a:lnTo>
                <a:lnTo>
                  <a:pt x="163" y="175"/>
                </a:lnTo>
                <a:lnTo>
                  <a:pt x="150" y="175"/>
                </a:lnTo>
                <a:lnTo>
                  <a:pt x="150" y="163"/>
                </a:lnTo>
                <a:close/>
                <a:moveTo>
                  <a:pt x="163" y="175"/>
                </a:moveTo>
                <a:lnTo>
                  <a:pt x="175" y="175"/>
                </a:lnTo>
                <a:lnTo>
                  <a:pt x="175" y="188"/>
                </a:lnTo>
                <a:lnTo>
                  <a:pt x="163" y="188"/>
                </a:lnTo>
                <a:lnTo>
                  <a:pt x="163" y="175"/>
                </a:lnTo>
                <a:close/>
                <a:moveTo>
                  <a:pt x="125" y="188"/>
                </a:moveTo>
                <a:lnTo>
                  <a:pt x="138" y="188"/>
                </a:lnTo>
                <a:lnTo>
                  <a:pt x="138" y="200"/>
                </a:lnTo>
                <a:lnTo>
                  <a:pt x="125" y="200"/>
                </a:lnTo>
                <a:lnTo>
                  <a:pt x="125" y="188"/>
                </a:lnTo>
                <a:close/>
                <a:moveTo>
                  <a:pt x="150" y="188"/>
                </a:moveTo>
                <a:lnTo>
                  <a:pt x="163" y="188"/>
                </a:lnTo>
                <a:lnTo>
                  <a:pt x="163" y="200"/>
                </a:lnTo>
                <a:lnTo>
                  <a:pt x="150" y="200"/>
                </a:lnTo>
                <a:lnTo>
                  <a:pt x="150" y="188"/>
                </a:lnTo>
                <a:close/>
                <a:moveTo>
                  <a:pt x="175" y="188"/>
                </a:moveTo>
                <a:lnTo>
                  <a:pt x="188" y="188"/>
                </a:lnTo>
                <a:lnTo>
                  <a:pt x="188" y="200"/>
                </a:lnTo>
                <a:lnTo>
                  <a:pt x="175" y="200"/>
                </a:lnTo>
                <a:lnTo>
                  <a:pt x="175" y="188"/>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4" name="Save" descr="{&quot;Key&quot;:&quot;POWER_USER_SHAPE_ICON&quot;,&quot;Value&quot;:&quot;POWER_USER_SHAPE_ICON_STYLE_1&quot;}">
            <a:extLst>
              <a:ext uri="{FF2B5EF4-FFF2-40B4-BE49-F238E27FC236}">
                <a16:creationId xmlns:a16="http://schemas.microsoft.com/office/drawing/2014/main" id="{C7452FC8-3B6F-4262-9C6D-ED410598F8D8}"/>
              </a:ext>
            </a:extLst>
          </p:cNvPr>
          <p:cNvSpPr>
            <a:spLocks noChangeAspect="1" noChangeArrowheads="1"/>
          </p:cNvSpPr>
          <p:nvPr>
            <p:custDataLst>
              <p:tags r:id="rId25"/>
            </p:custDataLst>
          </p:nvPr>
        </p:nvSpPr>
        <p:spPr bwMode="auto">
          <a:xfrm>
            <a:off x="241799" y="2366705"/>
            <a:ext cx="542923" cy="542925"/>
          </a:xfrm>
          <a:custGeom>
            <a:avLst/>
            <a:gdLst>
              <a:gd name="T0" fmla="*/ 373 w 481"/>
              <a:gd name="T1" fmla="*/ 0 h 482"/>
              <a:gd name="T2" fmla="*/ 51 w 481"/>
              <a:gd name="T3" fmla="*/ 0 h 482"/>
              <a:gd name="T4" fmla="*/ 0 w 481"/>
              <a:gd name="T5" fmla="*/ 56 h 482"/>
              <a:gd name="T6" fmla="*/ 0 w 481"/>
              <a:gd name="T7" fmla="*/ 429 h 482"/>
              <a:gd name="T8" fmla="*/ 51 w 481"/>
              <a:gd name="T9" fmla="*/ 481 h 482"/>
              <a:gd name="T10" fmla="*/ 424 w 481"/>
              <a:gd name="T11" fmla="*/ 481 h 482"/>
              <a:gd name="T12" fmla="*/ 480 w 481"/>
              <a:gd name="T13" fmla="*/ 429 h 482"/>
              <a:gd name="T14" fmla="*/ 480 w 481"/>
              <a:gd name="T15" fmla="*/ 107 h 482"/>
              <a:gd name="T16" fmla="*/ 373 w 481"/>
              <a:gd name="T17" fmla="*/ 0 h 482"/>
              <a:gd name="T18" fmla="*/ 240 w 481"/>
              <a:gd name="T19" fmla="*/ 429 h 482"/>
              <a:gd name="T20" fmla="*/ 159 w 481"/>
              <a:gd name="T21" fmla="*/ 348 h 482"/>
              <a:gd name="T22" fmla="*/ 240 w 481"/>
              <a:gd name="T23" fmla="*/ 266 h 482"/>
              <a:gd name="T24" fmla="*/ 317 w 481"/>
              <a:gd name="T25" fmla="*/ 348 h 482"/>
              <a:gd name="T26" fmla="*/ 240 w 481"/>
              <a:gd name="T27" fmla="*/ 429 h 482"/>
              <a:gd name="T28" fmla="*/ 317 w 481"/>
              <a:gd name="T29" fmla="*/ 164 h 482"/>
              <a:gd name="T30" fmla="*/ 51 w 481"/>
              <a:gd name="T31" fmla="*/ 164 h 482"/>
              <a:gd name="T32" fmla="*/ 51 w 481"/>
              <a:gd name="T33" fmla="*/ 56 h 482"/>
              <a:gd name="T34" fmla="*/ 317 w 481"/>
              <a:gd name="T35" fmla="*/ 56 h 482"/>
              <a:gd name="T36" fmla="*/ 317 w 481"/>
              <a:gd name="T37" fmla="*/ 164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81" h="482">
                <a:moveTo>
                  <a:pt x="373" y="0"/>
                </a:moveTo>
                <a:lnTo>
                  <a:pt x="51" y="0"/>
                </a:lnTo>
                <a:cubicBezTo>
                  <a:pt x="21" y="0"/>
                  <a:pt x="0" y="26"/>
                  <a:pt x="0" y="56"/>
                </a:cubicBezTo>
                <a:lnTo>
                  <a:pt x="0" y="429"/>
                </a:lnTo>
                <a:cubicBezTo>
                  <a:pt x="0" y="460"/>
                  <a:pt x="21" y="481"/>
                  <a:pt x="51" y="481"/>
                </a:cubicBezTo>
                <a:lnTo>
                  <a:pt x="424" y="481"/>
                </a:lnTo>
                <a:cubicBezTo>
                  <a:pt x="455" y="481"/>
                  <a:pt x="480" y="460"/>
                  <a:pt x="480" y="429"/>
                </a:cubicBezTo>
                <a:lnTo>
                  <a:pt x="480" y="107"/>
                </a:lnTo>
                <a:lnTo>
                  <a:pt x="373" y="0"/>
                </a:lnTo>
                <a:close/>
                <a:moveTo>
                  <a:pt x="240" y="429"/>
                </a:moveTo>
                <a:cubicBezTo>
                  <a:pt x="194" y="429"/>
                  <a:pt x="159" y="394"/>
                  <a:pt x="159" y="348"/>
                </a:cubicBezTo>
                <a:cubicBezTo>
                  <a:pt x="159" y="302"/>
                  <a:pt x="194" y="266"/>
                  <a:pt x="240" y="266"/>
                </a:cubicBezTo>
                <a:cubicBezTo>
                  <a:pt x="286" y="266"/>
                  <a:pt x="317" y="302"/>
                  <a:pt x="317" y="348"/>
                </a:cubicBezTo>
                <a:cubicBezTo>
                  <a:pt x="317" y="394"/>
                  <a:pt x="286" y="429"/>
                  <a:pt x="240" y="429"/>
                </a:cubicBezTo>
                <a:close/>
                <a:moveTo>
                  <a:pt x="317" y="164"/>
                </a:moveTo>
                <a:lnTo>
                  <a:pt x="51" y="164"/>
                </a:lnTo>
                <a:lnTo>
                  <a:pt x="51" y="56"/>
                </a:lnTo>
                <a:lnTo>
                  <a:pt x="317" y="56"/>
                </a:lnTo>
                <a:lnTo>
                  <a:pt x="317" y="164"/>
                </a:ln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5" name="USB4" descr="{&quot;Key&quot;:&quot;POWER_USER_SHAPE_ICON&quot;,&quot;Value&quot;:&quot;POWER_USER_SHAPE_ICON_STYLE_1&quot;}">
            <a:extLst>
              <a:ext uri="{FF2B5EF4-FFF2-40B4-BE49-F238E27FC236}">
                <a16:creationId xmlns:a16="http://schemas.microsoft.com/office/drawing/2014/main" id="{F5D3488D-E827-47D9-A234-6F8C3D110CBD}"/>
              </a:ext>
            </a:extLst>
          </p:cNvPr>
          <p:cNvSpPr>
            <a:spLocks noChangeAspect="1" noChangeArrowheads="1"/>
          </p:cNvSpPr>
          <p:nvPr>
            <p:custDataLst>
              <p:tags r:id="rId26"/>
            </p:custDataLst>
          </p:nvPr>
        </p:nvSpPr>
        <p:spPr bwMode="auto">
          <a:xfrm>
            <a:off x="1015899" y="2397725"/>
            <a:ext cx="368243" cy="542925"/>
          </a:xfrm>
          <a:custGeom>
            <a:avLst/>
            <a:gdLst>
              <a:gd name="T0" fmla="*/ 246 w 343"/>
              <a:gd name="T1" fmla="*/ 146 h 507"/>
              <a:gd name="T2" fmla="*/ 246 w 343"/>
              <a:gd name="T3" fmla="*/ 241 h 507"/>
              <a:gd name="T4" fmla="*/ 269 w 343"/>
              <a:gd name="T5" fmla="*/ 241 h 507"/>
              <a:gd name="T6" fmla="*/ 269 w 343"/>
              <a:gd name="T7" fmla="*/ 287 h 507"/>
              <a:gd name="T8" fmla="*/ 196 w 343"/>
              <a:gd name="T9" fmla="*/ 287 h 507"/>
              <a:gd name="T10" fmla="*/ 196 w 343"/>
              <a:gd name="T11" fmla="*/ 95 h 507"/>
              <a:gd name="T12" fmla="*/ 246 w 343"/>
              <a:gd name="T13" fmla="*/ 95 h 507"/>
              <a:gd name="T14" fmla="*/ 173 w 343"/>
              <a:gd name="T15" fmla="*/ 0 h 507"/>
              <a:gd name="T16" fmla="*/ 100 w 343"/>
              <a:gd name="T17" fmla="*/ 95 h 507"/>
              <a:gd name="T18" fmla="*/ 150 w 343"/>
              <a:gd name="T19" fmla="*/ 95 h 507"/>
              <a:gd name="T20" fmla="*/ 150 w 343"/>
              <a:gd name="T21" fmla="*/ 287 h 507"/>
              <a:gd name="T22" fmla="*/ 77 w 343"/>
              <a:gd name="T23" fmla="*/ 287 h 507"/>
              <a:gd name="T24" fmla="*/ 77 w 343"/>
              <a:gd name="T25" fmla="*/ 237 h 507"/>
              <a:gd name="T26" fmla="*/ 105 w 343"/>
              <a:gd name="T27" fmla="*/ 191 h 507"/>
              <a:gd name="T28" fmla="*/ 55 w 343"/>
              <a:gd name="T29" fmla="*/ 141 h 507"/>
              <a:gd name="T30" fmla="*/ 0 w 343"/>
              <a:gd name="T31" fmla="*/ 191 h 507"/>
              <a:gd name="T32" fmla="*/ 32 w 343"/>
              <a:gd name="T33" fmla="*/ 237 h 507"/>
              <a:gd name="T34" fmla="*/ 32 w 343"/>
              <a:gd name="T35" fmla="*/ 287 h 507"/>
              <a:gd name="T36" fmla="*/ 77 w 343"/>
              <a:gd name="T37" fmla="*/ 337 h 507"/>
              <a:gd name="T38" fmla="*/ 150 w 343"/>
              <a:gd name="T39" fmla="*/ 337 h 507"/>
              <a:gd name="T40" fmla="*/ 150 w 343"/>
              <a:gd name="T41" fmla="*/ 410 h 507"/>
              <a:gd name="T42" fmla="*/ 123 w 343"/>
              <a:gd name="T43" fmla="*/ 455 h 507"/>
              <a:gd name="T44" fmla="*/ 173 w 343"/>
              <a:gd name="T45" fmla="*/ 506 h 507"/>
              <a:gd name="T46" fmla="*/ 228 w 343"/>
              <a:gd name="T47" fmla="*/ 455 h 507"/>
              <a:gd name="T48" fmla="*/ 196 w 343"/>
              <a:gd name="T49" fmla="*/ 410 h 507"/>
              <a:gd name="T50" fmla="*/ 196 w 343"/>
              <a:gd name="T51" fmla="*/ 337 h 507"/>
              <a:gd name="T52" fmla="*/ 269 w 343"/>
              <a:gd name="T53" fmla="*/ 337 h 507"/>
              <a:gd name="T54" fmla="*/ 314 w 343"/>
              <a:gd name="T55" fmla="*/ 287 h 507"/>
              <a:gd name="T56" fmla="*/ 314 w 343"/>
              <a:gd name="T57" fmla="*/ 241 h 507"/>
              <a:gd name="T58" fmla="*/ 342 w 343"/>
              <a:gd name="T59" fmla="*/ 241 h 507"/>
              <a:gd name="T60" fmla="*/ 342 w 343"/>
              <a:gd name="T61" fmla="*/ 146 h 507"/>
              <a:gd name="T62" fmla="*/ 246 w 343"/>
              <a:gd name="T63" fmla="*/ 146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3" h="507">
                <a:moveTo>
                  <a:pt x="246" y="146"/>
                </a:moveTo>
                <a:lnTo>
                  <a:pt x="246" y="241"/>
                </a:lnTo>
                <a:lnTo>
                  <a:pt x="269" y="241"/>
                </a:lnTo>
                <a:lnTo>
                  <a:pt x="269" y="287"/>
                </a:lnTo>
                <a:lnTo>
                  <a:pt x="196" y="287"/>
                </a:lnTo>
                <a:lnTo>
                  <a:pt x="196" y="95"/>
                </a:lnTo>
                <a:lnTo>
                  <a:pt x="246" y="95"/>
                </a:lnTo>
                <a:lnTo>
                  <a:pt x="173" y="0"/>
                </a:lnTo>
                <a:lnTo>
                  <a:pt x="100" y="95"/>
                </a:lnTo>
                <a:lnTo>
                  <a:pt x="150" y="95"/>
                </a:lnTo>
                <a:lnTo>
                  <a:pt x="150" y="287"/>
                </a:lnTo>
                <a:lnTo>
                  <a:pt x="77" y="287"/>
                </a:lnTo>
                <a:lnTo>
                  <a:pt x="77" y="237"/>
                </a:lnTo>
                <a:cubicBezTo>
                  <a:pt x="96" y="232"/>
                  <a:pt x="105" y="209"/>
                  <a:pt x="105" y="191"/>
                </a:cubicBezTo>
                <a:cubicBezTo>
                  <a:pt x="105" y="164"/>
                  <a:pt x="82" y="141"/>
                  <a:pt x="55" y="141"/>
                </a:cubicBezTo>
                <a:cubicBezTo>
                  <a:pt x="27" y="141"/>
                  <a:pt x="0" y="164"/>
                  <a:pt x="0" y="191"/>
                </a:cubicBezTo>
                <a:cubicBezTo>
                  <a:pt x="0" y="209"/>
                  <a:pt x="14" y="232"/>
                  <a:pt x="32" y="237"/>
                </a:cubicBezTo>
                <a:lnTo>
                  <a:pt x="32" y="287"/>
                </a:lnTo>
                <a:cubicBezTo>
                  <a:pt x="32" y="314"/>
                  <a:pt x="50" y="337"/>
                  <a:pt x="77" y="337"/>
                </a:cubicBezTo>
                <a:lnTo>
                  <a:pt x="150" y="337"/>
                </a:lnTo>
                <a:lnTo>
                  <a:pt x="150" y="410"/>
                </a:lnTo>
                <a:cubicBezTo>
                  <a:pt x="132" y="419"/>
                  <a:pt x="123" y="437"/>
                  <a:pt x="123" y="455"/>
                </a:cubicBezTo>
                <a:cubicBezTo>
                  <a:pt x="123" y="483"/>
                  <a:pt x="146" y="506"/>
                  <a:pt x="173" y="506"/>
                </a:cubicBezTo>
                <a:cubicBezTo>
                  <a:pt x="200" y="506"/>
                  <a:pt x="228" y="483"/>
                  <a:pt x="228" y="455"/>
                </a:cubicBezTo>
                <a:cubicBezTo>
                  <a:pt x="228" y="433"/>
                  <a:pt x="214" y="414"/>
                  <a:pt x="196" y="410"/>
                </a:cubicBezTo>
                <a:lnTo>
                  <a:pt x="196" y="337"/>
                </a:lnTo>
                <a:lnTo>
                  <a:pt x="269" y="337"/>
                </a:lnTo>
                <a:cubicBezTo>
                  <a:pt x="296" y="337"/>
                  <a:pt x="314" y="314"/>
                  <a:pt x="314" y="287"/>
                </a:cubicBezTo>
                <a:lnTo>
                  <a:pt x="314" y="241"/>
                </a:lnTo>
                <a:lnTo>
                  <a:pt x="342" y="241"/>
                </a:lnTo>
                <a:lnTo>
                  <a:pt x="342" y="146"/>
                </a:lnTo>
                <a:lnTo>
                  <a:pt x="246" y="146"/>
                </a:lnTo>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26" name="USB2" descr="{&quot;Key&quot;:&quot;POWER_USER_SHAPE_ICON&quot;,&quot;Value&quot;:&quot;POWER_USER_SHAPE_ICON_STYLE_1&quot;}">
            <a:extLst>
              <a:ext uri="{FF2B5EF4-FFF2-40B4-BE49-F238E27FC236}">
                <a16:creationId xmlns:a16="http://schemas.microsoft.com/office/drawing/2014/main" id="{B96067C8-B7A9-4846-B2BC-78F2633C11E7}"/>
              </a:ext>
            </a:extLst>
          </p:cNvPr>
          <p:cNvGrpSpPr>
            <a:grpSpLocks noChangeAspect="1"/>
          </p:cNvGrpSpPr>
          <p:nvPr/>
        </p:nvGrpSpPr>
        <p:grpSpPr bwMode="auto">
          <a:xfrm>
            <a:off x="1776434" y="2390027"/>
            <a:ext cx="492420" cy="542925"/>
            <a:chOff x="81" y="55"/>
            <a:chExt cx="351" cy="387"/>
          </a:xfrm>
          <a:solidFill>
            <a:schemeClr val="accent1"/>
          </a:solidFill>
        </p:grpSpPr>
        <p:sp>
          <p:nvSpPr>
            <p:cNvPr id="127" name="USB2">
              <a:extLst>
                <a:ext uri="{FF2B5EF4-FFF2-40B4-BE49-F238E27FC236}">
                  <a16:creationId xmlns:a16="http://schemas.microsoft.com/office/drawing/2014/main" id="{04B3FF45-EE48-4B74-885B-948B03B90966}"/>
                </a:ext>
              </a:extLst>
            </p:cNvPr>
            <p:cNvSpPr>
              <a:spLocks/>
            </p:cNvSpPr>
            <p:nvPr/>
          </p:nvSpPr>
          <p:spPr bwMode="auto">
            <a:xfrm>
              <a:off x="81" y="55"/>
              <a:ext cx="140" cy="130"/>
            </a:xfrm>
            <a:custGeom>
              <a:avLst/>
              <a:gdLst>
                <a:gd name="T0" fmla="*/ 0 w 371"/>
                <a:gd name="T1" fmla="*/ 205 h 346"/>
                <a:gd name="T2" fmla="*/ 259 w 371"/>
                <a:gd name="T3" fmla="*/ 0 h 346"/>
                <a:gd name="T4" fmla="*/ 371 w 371"/>
                <a:gd name="T5" fmla="*/ 141 h 346"/>
                <a:gd name="T6" fmla="*/ 112 w 371"/>
                <a:gd name="T7" fmla="*/ 346 h 346"/>
                <a:gd name="T8" fmla="*/ 0 w 371"/>
                <a:gd name="T9" fmla="*/ 205 h 346"/>
              </a:gdLst>
              <a:ahLst/>
              <a:cxnLst>
                <a:cxn ang="0">
                  <a:pos x="T0" y="T1"/>
                </a:cxn>
                <a:cxn ang="0">
                  <a:pos x="T2" y="T3"/>
                </a:cxn>
                <a:cxn ang="0">
                  <a:pos x="T4" y="T5"/>
                </a:cxn>
                <a:cxn ang="0">
                  <a:pos x="T6" y="T7"/>
                </a:cxn>
                <a:cxn ang="0">
                  <a:pos x="T8" y="T9"/>
                </a:cxn>
              </a:cxnLst>
              <a:rect l="0" t="0" r="r" b="b"/>
              <a:pathLst>
                <a:path w="371" h="346">
                  <a:moveTo>
                    <a:pt x="0" y="205"/>
                  </a:moveTo>
                  <a:lnTo>
                    <a:pt x="259" y="0"/>
                  </a:lnTo>
                  <a:lnTo>
                    <a:pt x="371" y="141"/>
                  </a:lnTo>
                  <a:lnTo>
                    <a:pt x="112" y="346"/>
                  </a:lnTo>
                  <a:lnTo>
                    <a:pt x="0" y="205"/>
                  </a:lnTo>
                  <a:close/>
                </a:path>
              </a:pathLst>
            </a:custGeom>
            <a:grpFill/>
            <a:ln w="2222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8" name="USB2">
              <a:extLst>
                <a:ext uri="{FF2B5EF4-FFF2-40B4-BE49-F238E27FC236}">
                  <a16:creationId xmlns:a16="http://schemas.microsoft.com/office/drawing/2014/main" id="{A263473B-9A67-459A-8FD6-D85C8BD74F52}"/>
                </a:ext>
              </a:extLst>
            </p:cNvPr>
            <p:cNvSpPr>
              <a:spLocks/>
            </p:cNvSpPr>
            <p:nvPr/>
          </p:nvSpPr>
          <p:spPr bwMode="auto">
            <a:xfrm>
              <a:off x="106" y="95"/>
              <a:ext cx="326" cy="347"/>
            </a:xfrm>
            <a:custGeom>
              <a:avLst/>
              <a:gdLst>
                <a:gd name="T0" fmla="*/ 827 w 870"/>
                <a:gd name="T1" fmla="*/ 683 h 922"/>
                <a:gd name="T2" fmla="*/ 562 w 870"/>
                <a:gd name="T3" fmla="*/ 893 h 922"/>
                <a:gd name="T4" fmla="*/ 442 w 870"/>
                <a:gd name="T5" fmla="*/ 879 h 922"/>
                <a:gd name="T6" fmla="*/ 29 w 870"/>
                <a:gd name="T7" fmla="*/ 359 h 922"/>
                <a:gd name="T8" fmla="*/ 43 w 870"/>
                <a:gd name="T9" fmla="*/ 239 h 922"/>
                <a:gd name="T10" fmla="*/ 308 w 870"/>
                <a:gd name="T11" fmla="*/ 29 h 922"/>
                <a:gd name="T12" fmla="*/ 427 w 870"/>
                <a:gd name="T13" fmla="*/ 43 h 922"/>
                <a:gd name="T14" fmla="*/ 840 w 870"/>
                <a:gd name="T15" fmla="*/ 563 h 922"/>
                <a:gd name="T16" fmla="*/ 827 w 870"/>
                <a:gd name="T17" fmla="*/ 683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0" h="922">
                  <a:moveTo>
                    <a:pt x="827" y="683"/>
                  </a:moveTo>
                  <a:lnTo>
                    <a:pt x="562" y="893"/>
                  </a:lnTo>
                  <a:cubicBezTo>
                    <a:pt x="525" y="922"/>
                    <a:pt x="472" y="916"/>
                    <a:pt x="442" y="879"/>
                  </a:cubicBezTo>
                  <a:lnTo>
                    <a:pt x="29" y="359"/>
                  </a:lnTo>
                  <a:cubicBezTo>
                    <a:pt x="0" y="322"/>
                    <a:pt x="6" y="268"/>
                    <a:pt x="43" y="239"/>
                  </a:cubicBezTo>
                  <a:lnTo>
                    <a:pt x="308" y="29"/>
                  </a:lnTo>
                  <a:cubicBezTo>
                    <a:pt x="344" y="0"/>
                    <a:pt x="398" y="6"/>
                    <a:pt x="427" y="43"/>
                  </a:cubicBezTo>
                  <a:lnTo>
                    <a:pt x="840" y="563"/>
                  </a:lnTo>
                  <a:cubicBezTo>
                    <a:pt x="870" y="600"/>
                    <a:pt x="863" y="654"/>
                    <a:pt x="827" y="683"/>
                  </a:cubicBezTo>
                  <a:close/>
                </a:path>
              </a:pathLst>
            </a:custGeom>
            <a:grpFill/>
            <a:ln w="2222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9" name="USB2">
              <a:extLst>
                <a:ext uri="{FF2B5EF4-FFF2-40B4-BE49-F238E27FC236}">
                  <a16:creationId xmlns:a16="http://schemas.microsoft.com/office/drawing/2014/main" id="{9F70388B-E288-4D4E-930C-801DD677B8CB}"/>
                </a:ext>
              </a:extLst>
            </p:cNvPr>
            <p:cNvSpPr>
              <a:spLocks/>
            </p:cNvSpPr>
            <p:nvPr/>
          </p:nvSpPr>
          <p:spPr bwMode="auto">
            <a:xfrm>
              <a:off x="114" y="117"/>
              <a:ext cx="29" cy="28"/>
            </a:xfrm>
            <a:custGeom>
              <a:avLst/>
              <a:gdLst>
                <a:gd name="T0" fmla="*/ 0 w 77"/>
                <a:gd name="T1" fmla="*/ 41 h 74"/>
                <a:gd name="T2" fmla="*/ 51 w 77"/>
                <a:gd name="T3" fmla="*/ 0 h 74"/>
                <a:gd name="T4" fmla="*/ 77 w 77"/>
                <a:gd name="T5" fmla="*/ 33 h 74"/>
                <a:gd name="T6" fmla="*/ 26 w 77"/>
                <a:gd name="T7" fmla="*/ 74 h 74"/>
                <a:gd name="T8" fmla="*/ 0 w 77"/>
                <a:gd name="T9" fmla="*/ 41 h 74"/>
              </a:gdLst>
              <a:ahLst/>
              <a:cxnLst>
                <a:cxn ang="0">
                  <a:pos x="T0" y="T1"/>
                </a:cxn>
                <a:cxn ang="0">
                  <a:pos x="T2" y="T3"/>
                </a:cxn>
                <a:cxn ang="0">
                  <a:pos x="T4" y="T5"/>
                </a:cxn>
                <a:cxn ang="0">
                  <a:pos x="T6" y="T7"/>
                </a:cxn>
                <a:cxn ang="0">
                  <a:pos x="T8" y="T9"/>
                </a:cxn>
              </a:cxnLst>
              <a:rect l="0" t="0" r="r" b="b"/>
              <a:pathLst>
                <a:path w="77" h="74">
                  <a:moveTo>
                    <a:pt x="0" y="41"/>
                  </a:moveTo>
                  <a:lnTo>
                    <a:pt x="51" y="0"/>
                  </a:lnTo>
                  <a:lnTo>
                    <a:pt x="77" y="33"/>
                  </a:lnTo>
                  <a:lnTo>
                    <a:pt x="26" y="74"/>
                  </a:lnTo>
                  <a:lnTo>
                    <a:pt x="0" y="41"/>
                  </a:lnTo>
                  <a:close/>
                </a:path>
              </a:pathLst>
            </a:custGeom>
            <a:grp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0" name="USB2">
              <a:extLst>
                <a:ext uri="{FF2B5EF4-FFF2-40B4-BE49-F238E27FC236}">
                  <a16:creationId xmlns:a16="http://schemas.microsoft.com/office/drawing/2014/main" id="{391F0168-719C-444B-8527-EFEFE2A9EC93}"/>
                </a:ext>
              </a:extLst>
            </p:cNvPr>
            <p:cNvSpPr>
              <a:spLocks/>
            </p:cNvSpPr>
            <p:nvPr/>
          </p:nvSpPr>
          <p:spPr bwMode="auto">
            <a:xfrm>
              <a:off x="153" y="85"/>
              <a:ext cx="30" cy="28"/>
            </a:xfrm>
            <a:custGeom>
              <a:avLst/>
              <a:gdLst>
                <a:gd name="T0" fmla="*/ 0 w 78"/>
                <a:gd name="T1" fmla="*/ 41 h 74"/>
                <a:gd name="T2" fmla="*/ 52 w 78"/>
                <a:gd name="T3" fmla="*/ 0 h 74"/>
                <a:gd name="T4" fmla="*/ 78 w 78"/>
                <a:gd name="T5" fmla="*/ 33 h 74"/>
                <a:gd name="T6" fmla="*/ 26 w 78"/>
                <a:gd name="T7" fmla="*/ 74 h 74"/>
                <a:gd name="T8" fmla="*/ 0 w 78"/>
                <a:gd name="T9" fmla="*/ 41 h 74"/>
              </a:gdLst>
              <a:ahLst/>
              <a:cxnLst>
                <a:cxn ang="0">
                  <a:pos x="T0" y="T1"/>
                </a:cxn>
                <a:cxn ang="0">
                  <a:pos x="T2" y="T3"/>
                </a:cxn>
                <a:cxn ang="0">
                  <a:pos x="T4" y="T5"/>
                </a:cxn>
                <a:cxn ang="0">
                  <a:pos x="T6" y="T7"/>
                </a:cxn>
                <a:cxn ang="0">
                  <a:pos x="T8" y="T9"/>
                </a:cxn>
              </a:cxnLst>
              <a:rect l="0" t="0" r="r" b="b"/>
              <a:pathLst>
                <a:path w="78" h="74">
                  <a:moveTo>
                    <a:pt x="0" y="41"/>
                  </a:moveTo>
                  <a:lnTo>
                    <a:pt x="52" y="0"/>
                  </a:lnTo>
                  <a:lnTo>
                    <a:pt x="78" y="33"/>
                  </a:lnTo>
                  <a:lnTo>
                    <a:pt x="26" y="74"/>
                  </a:lnTo>
                  <a:lnTo>
                    <a:pt x="0" y="41"/>
                  </a:lnTo>
                  <a:close/>
                </a:path>
              </a:pathLst>
            </a:custGeom>
            <a:grp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33" name="Loop3" descr="{&quot;Key&quot;:&quot;POWER_USER_SHAPE_ICON&quot;,&quot;Value&quot;:&quot;POWER_USER_SHAPE_ICON_STYLE_1&quot;}">
            <a:extLst>
              <a:ext uri="{FF2B5EF4-FFF2-40B4-BE49-F238E27FC236}">
                <a16:creationId xmlns:a16="http://schemas.microsoft.com/office/drawing/2014/main" id="{4CE1FE07-A24E-4226-A5CF-3BFBDCA9A7FF}"/>
              </a:ext>
            </a:extLst>
          </p:cNvPr>
          <p:cNvGrpSpPr>
            <a:grpSpLocks noChangeAspect="1"/>
          </p:cNvGrpSpPr>
          <p:nvPr/>
        </p:nvGrpSpPr>
        <p:grpSpPr>
          <a:xfrm>
            <a:off x="2572585" y="2394014"/>
            <a:ext cx="538344" cy="542925"/>
            <a:chOff x="5049863" y="3798305"/>
            <a:chExt cx="286713" cy="289153"/>
          </a:xfrm>
        </p:grpSpPr>
        <p:sp>
          <p:nvSpPr>
            <p:cNvPr id="134" name="Target">
              <a:extLst>
                <a:ext uri="{FF2B5EF4-FFF2-40B4-BE49-F238E27FC236}">
                  <a16:creationId xmlns:a16="http://schemas.microsoft.com/office/drawing/2014/main" id="{5CED7646-5393-4A9D-BE0B-299C8CB56B97}"/>
                </a:ext>
              </a:extLst>
            </p:cNvPr>
            <p:cNvSpPr>
              <a:spLocks/>
            </p:cNvSpPr>
            <p:nvPr>
              <p:custDataLst>
                <p:tags r:id="rId27"/>
              </p:custDataLst>
            </p:nvPr>
          </p:nvSpPr>
          <p:spPr bwMode="auto">
            <a:xfrm>
              <a:off x="5049863" y="3848327"/>
              <a:ext cx="193989" cy="239131"/>
            </a:xfrm>
            <a:custGeom>
              <a:avLst/>
              <a:gdLst>
                <a:gd name="T0" fmla="*/ 159 w 422"/>
                <a:gd name="T1" fmla="*/ 217 h 522"/>
                <a:gd name="T2" fmla="*/ 212 w 422"/>
                <a:gd name="T3" fmla="*/ 223 h 522"/>
                <a:gd name="T4" fmla="*/ 179 w 422"/>
                <a:gd name="T5" fmla="*/ 5 h 522"/>
                <a:gd name="T6" fmla="*/ 167 w 422"/>
                <a:gd name="T7" fmla="*/ 0 h 522"/>
                <a:gd name="T8" fmla="*/ 0 w 422"/>
                <a:gd name="T9" fmla="*/ 179 h 522"/>
                <a:gd name="T10" fmla="*/ 54 w 422"/>
                <a:gd name="T11" fmla="*/ 194 h 522"/>
                <a:gd name="T12" fmla="*/ 411 w 422"/>
                <a:gd name="T13" fmla="*/ 481 h 522"/>
                <a:gd name="T14" fmla="*/ 411 w 422"/>
                <a:gd name="T15" fmla="*/ 464 h 522"/>
                <a:gd name="T16" fmla="*/ 159 w 422"/>
                <a:gd name="T17" fmla="*/ 217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2" h="522">
                  <a:moveTo>
                    <a:pt x="159" y="217"/>
                  </a:moveTo>
                  <a:cubicBezTo>
                    <a:pt x="159" y="217"/>
                    <a:pt x="194" y="230"/>
                    <a:pt x="212" y="223"/>
                  </a:cubicBezTo>
                  <a:cubicBezTo>
                    <a:pt x="192" y="126"/>
                    <a:pt x="179" y="5"/>
                    <a:pt x="179" y="5"/>
                  </a:cubicBezTo>
                  <a:lnTo>
                    <a:pt x="167" y="0"/>
                  </a:lnTo>
                  <a:cubicBezTo>
                    <a:pt x="167" y="0"/>
                    <a:pt x="23" y="67"/>
                    <a:pt x="0" y="179"/>
                  </a:cubicBezTo>
                  <a:cubicBezTo>
                    <a:pt x="21" y="191"/>
                    <a:pt x="54" y="194"/>
                    <a:pt x="54" y="194"/>
                  </a:cubicBezTo>
                  <a:cubicBezTo>
                    <a:pt x="60" y="349"/>
                    <a:pt x="106" y="522"/>
                    <a:pt x="411" y="481"/>
                  </a:cubicBezTo>
                  <a:cubicBezTo>
                    <a:pt x="422" y="481"/>
                    <a:pt x="411" y="464"/>
                    <a:pt x="411" y="464"/>
                  </a:cubicBezTo>
                  <a:cubicBezTo>
                    <a:pt x="207" y="469"/>
                    <a:pt x="154" y="279"/>
                    <a:pt x="159" y="21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5" name="Target">
              <a:extLst>
                <a:ext uri="{FF2B5EF4-FFF2-40B4-BE49-F238E27FC236}">
                  <a16:creationId xmlns:a16="http://schemas.microsoft.com/office/drawing/2014/main" id="{8D213742-D17D-4878-B162-874208D9E47A}"/>
                </a:ext>
              </a:extLst>
            </p:cNvPr>
            <p:cNvSpPr>
              <a:spLocks/>
            </p:cNvSpPr>
            <p:nvPr>
              <p:custDataLst>
                <p:tags r:id="rId28"/>
              </p:custDataLst>
            </p:nvPr>
          </p:nvSpPr>
          <p:spPr bwMode="auto">
            <a:xfrm>
              <a:off x="5142587" y="3798305"/>
              <a:ext cx="193989" cy="239131"/>
            </a:xfrm>
            <a:custGeom>
              <a:avLst/>
              <a:gdLst>
                <a:gd name="T0" fmla="*/ 12 w 423"/>
                <a:gd name="T1" fmla="*/ 41 h 522"/>
                <a:gd name="T2" fmla="*/ 12 w 423"/>
                <a:gd name="T3" fmla="*/ 58 h 522"/>
                <a:gd name="T4" fmla="*/ 263 w 423"/>
                <a:gd name="T5" fmla="*/ 305 h 522"/>
                <a:gd name="T6" fmla="*/ 211 w 423"/>
                <a:gd name="T7" fmla="*/ 299 h 522"/>
                <a:gd name="T8" fmla="*/ 243 w 423"/>
                <a:gd name="T9" fmla="*/ 517 h 522"/>
                <a:gd name="T10" fmla="*/ 256 w 423"/>
                <a:gd name="T11" fmla="*/ 522 h 522"/>
                <a:gd name="T12" fmla="*/ 423 w 423"/>
                <a:gd name="T13" fmla="*/ 343 h 522"/>
                <a:gd name="T14" fmla="*/ 369 w 423"/>
                <a:gd name="T15" fmla="*/ 328 h 522"/>
                <a:gd name="T16" fmla="*/ 12 w 423"/>
                <a:gd name="T17" fmla="*/ 41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522">
                  <a:moveTo>
                    <a:pt x="12" y="41"/>
                  </a:moveTo>
                  <a:cubicBezTo>
                    <a:pt x="0" y="41"/>
                    <a:pt x="12" y="58"/>
                    <a:pt x="12" y="58"/>
                  </a:cubicBezTo>
                  <a:cubicBezTo>
                    <a:pt x="215" y="53"/>
                    <a:pt x="269" y="243"/>
                    <a:pt x="263" y="305"/>
                  </a:cubicBezTo>
                  <a:cubicBezTo>
                    <a:pt x="263" y="305"/>
                    <a:pt x="229" y="292"/>
                    <a:pt x="211" y="299"/>
                  </a:cubicBezTo>
                  <a:cubicBezTo>
                    <a:pt x="231" y="396"/>
                    <a:pt x="243" y="517"/>
                    <a:pt x="243" y="517"/>
                  </a:cubicBezTo>
                  <a:lnTo>
                    <a:pt x="256" y="522"/>
                  </a:lnTo>
                  <a:cubicBezTo>
                    <a:pt x="256" y="522"/>
                    <a:pt x="400" y="455"/>
                    <a:pt x="423" y="343"/>
                  </a:cubicBezTo>
                  <a:cubicBezTo>
                    <a:pt x="402" y="331"/>
                    <a:pt x="369" y="328"/>
                    <a:pt x="369" y="328"/>
                  </a:cubicBezTo>
                  <a:cubicBezTo>
                    <a:pt x="363" y="173"/>
                    <a:pt x="317" y="0"/>
                    <a:pt x="12" y="4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831996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Image result for windows xp bliss">
            <a:extLst>
              <a:ext uri="{FF2B5EF4-FFF2-40B4-BE49-F238E27FC236}">
                <a16:creationId xmlns:a16="http://schemas.microsoft.com/office/drawing/2014/main" id="{82D8D8FD-AB8D-45B9-8FC9-9B27B27DB1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256DE46-EA0E-4360-8C2B-FD0949C44272}"/>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Log in</a:t>
            </a:r>
          </a:p>
        </p:txBody>
      </p:sp>
      <p:sp>
        <p:nvSpPr>
          <p:cNvPr id="4" name="Rectangle 3">
            <a:extLst>
              <a:ext uri="{FF2B5EF4-FFF2-40B4-BE49-F238E27FC236}">
                <a16:creationId xmlns:a16="http://schemas.microsoft.com/office/drawing/2014/main" id="{F5BFADB5-2A4C-496E-8E0D-DC8F79D8B9F9}"/>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U: Administrator</a:t>
            </a:r>
          </a:p>
          <a:p>
            <a:pPr algn="ctr"/>
            <a:r>
              <a:rPr lang="en-GB" dirty="0">
                <a:latin typeface="Segoe UI" panose="020B0502040204020203" pitchFamily="34" charset="0"/>
              </a:rPr>
              <a:t>P: ********</a:t>
            </a:r>
          </a:p>
          <a:p>
            <a:pPr algn="ctr"/>
            <a:endParaRPr lang="en-GB" dirty="0">
              <a:latin typeface="Segoe UI" panose="020B0502040204020203" pitchFamily="34" charset="0"/>
            </a:endParaRPr>
          </a:p>
          <a:p>
            <a:pPr algn="ctr"/>
            <a:r>
              <a:rPr lang="en-GB" dirty="0">
                <a:latin typeface="Segoe UI" panose="020B0502040204020203" pitchFamily="34" charset="0"/>
                <a:hlinkClick r:id="rId3" action="ppaction://hlinksldjump"/>
              </a:rPr>
              <a:t>Log in</a:t>
            </a:r>
            <a:endParaRPr lang="en-GB" dirty="0">
              <a:latin typeface="Segoe UI" panose="020B0502040204020203" pitchFamily="34" charset="0"/>
            </a:endParaRPr>
          </a:p>
        </p:txBody>
      </p:sp>
      <p:pic>
        <p:nvPicPr>
          <p:cNvPr id="8" name="Graphic 7">
            <a:hlinkClick r:id="rId3" action="ppaction://hlinksldjump"/>
            <a:extLst>
              <a:ext uri="{FF2B5EF4-FFF2-40B4-BE49-F238E27FC236}">
                <a16:creationId xmlns:a16="http://schemas.microsoft.com/office/drawing/2014/main" id="{4D6165E3-3597-4F8C-930F-09DD4EAAF04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Tree>
    <p:extLst>
      <p:ext uri="{BB962C8B-B14F-4D97-AF65-F5344CB8AC3E}">
        <p14:creationId xmlns:p14="http://schemas.microsoft.com/office/powerpoint/2010/main" val="3826398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DD2BBC6-8E68-4F26-89C4-700CC3D89F70}"/>
              </a:ext>
            </a:extLst>
          </p:cNvPr>
          <p:cNvSpPr/>
          <p:nvPr/>
        </p:nvSpPr>
        <p:spPr>
          <a:xfrm>
            <a:off x="0" y="6443331"/>
            <a:ext cx="12192000" cy="414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latin typeface="Segoe UI" panose="020B0502040204020203" pitchFamily="34" charset="0"/>
            </a:endParaRPr>
          </a:p>
        </p:txBody>
      </p:sp>
      <p:sp>
        <p:nvSpPr>
          <p:cNvPr id="2" name="Rectangle 1">
            <a:hlinkClick r:id="rId3" action="ppaction://hlinksldjump"/>
            <a:extLst>
              <a:ext uri="{FF2B5EF4-FFF2-40B4-BE49-F238E27FC236}">
                <a16:creationId xmlns:a16="http://schemas.microsoft.com/office/drawing/2014/main" id="{0ECC1DEB-856C-4B01-BC76-3B8199ECCECB}"/>
              </a:ext>
            </a:extLst>
          </p:cNvPr>
          <p:cNvSpPr/>
          <p:nvPr/>
        </p:nvSpPr>
        <p:spPr>
          <a:xfrm>
            <a:off x="-1" y="6441257"/>
            <a:ext cx="1201480" cy="41467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2">
                    <a:lumMod val="10000"/>
                  </a:schemeClr>
                </a:solidFill>
                <a:latin typeface="Segoe UI" panose="020B0502040204020203" pitchFamily="34" charset="0"/>
              </a:rPr>
              <a:t> start</a:t>
            </a:r>
          </a:p>
        </p:txBody>
      </p:sp>
      <p:sp>
        <p:nvSpPr>
          <p:cNvPr id="4" name="Rectangle 3">
            <a:extLst>
              <a:ext uri="{FF2B5EF4-FFF2-40B4-BE49-F238E27FC236}">
                <a16:creationId xmlns:a16="http://schemas.microsoft.com/office/drawing/2014/main" id="{A282749C-99D7-4202-910F-CE9E0923B99E}"/>
              </a:ext>
            </a:extLst>
          </p:cNvPr>
          <p:cNvSpPr/>
          <p:nvPr/>
        </p:nvSpPr>
        <p:spPr>
          <a:xfrm>
            <a:off x="202020" y="191386"/>
            <a:ext cx="3561906" cy="42423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latin typeface="Segoe UI" panose="020B0502040204020203" pitchFamily="34" charset="0"/>
            </a:endParaRPr>
          </a:p>
        </p:txBody>
      </p:sp>
      <p:sp>
        <p:nvSpPr>
          <p:cNvPr id="5" name="TextBox 4">
            <a:extLst>
              <a:ext uri="{FF2B5EF4-FFF2-40B4-BE49-F238E27FC236}">
                <a16:creationId xmlns:a16="http://schemas.microsoft.com/office/drawing/2014/main" id="{C7572DEB-E3B2-4E0D-B94B-5BA252819D86}"/>
              </a:ext>
            </a:extLst>
          </p:cNvPr>
          <p:cNvSpPr txBox="1"/>
          <p:nvPr/>
        </p:nvSpPr>
        <p:spPr>
          <a:xfrm>
            <a:off x="202018" y="189312"/>
            <a:ext cx="3561907" cy="2062103"/>
          </a:xfrm>
          <a:prstGeom prst="rect">
            <a:avLst/>
          </a:prstGeom>
          <a:noFill/>
        </p:spPr>
        <p:txBody>
          <a:bodyPr wrap="square" rtlCol="0">
            <a:spAutoFit/>
          </a:bodyPr>
          <a:lstStyle/>
          <a:p>
            <a:r>
              <a:rPr lang="en-GB" sz="1600" dirty="0">
                <a:latin typeface="Segoe UI" panose="020B0502040204020203" pitchFamily="34" charset="0"/>
              </a:rPr>
              <a:t>What’s new in this version:</a:t>
            </a:r>
          </a:p>
          <a:p>
            <a:pPr marL="285750" indent="-285750">
              <a:buFont typeface="Arial" panose="020B0604020202020204" pitchFamily="34" charset="0"/>
              <a:buChar char="•"/>
            </a:pPr>
            <a:r>
              <a:rPr lang="en-GB" sz="1600" dirty="0">
                <a:latin typeface="Segoe UI" panose="020B0502040204020203" pitchFamily="34" charset="0"/>
              </a:rPr>
              <a:t>It’s the general update!</a:t>
            </a:r>
          </a:p>
          <a:p>
            <a:pPr marL="285750" indent="-285750">
              <a:buFont typeface="Arial" panose="020B0604020202020204" pitchFamily="34" charset="0"/>
              <a:buChar char="•"/>
            </a:pPr>
            <a:r>
              <a:rPr lang="en-GB" sz="1600" dirty="0">
                <a:latin typeface="Segoe UI" panose="020B0502040204020203" pitchFamily="34" charset="0"/>
              </a:rPr>
              <a:t>Changed login screen</a:t>
            </a:r>
          </a:p>
          <a:p>
            <a:pPr marL="285750" indent="-285750">
              <a:buFont typeface="Arial" panose="020B0604020202020204" pitchFamily="34" charset="0"/>
              <a:buChar char="•"/>
            </a:pPr>
            <a:r>
              <a:rPr lang="en-GB" sz="1600" dirty="0">
                <a:latin typeface="Segoe UI" panose="020B0502040204020203" pitchFamily="34" charset="0"/>
              </a:rPr>
              <a:t>Added AIM</a:t>
            </a:r>
          </a:p>
          <a:p>
            <a:pPr marL="285750" indent="-285750">
              <a:buFont typeface="Arial" panose="020B0604020202020204" pitchFamily="34" charset="0"/>
              <a:buChar char="•"/>
            </a:pPr>
            <a:r>
              <a:rPr lang="en-GB" sz="1600" dirty="0">
                <a:latin typeface="Segoe UI" panose="020B0502040204020203" pitchFamily="34" charset="0"/>
              </a:rPr>
              <a:t>This is the last beta version!</a:t>
            </a:r>
          </a:p>
          <a:p>
            <a:pPr marL="285750" indent="-285750">
              <a:buFont typeface="Arial" panose="020B0604020202020204" pitchFamily="34" charset="0"/>
              <a:buChar char="•"/>
            </a:pPr>
            <a:r>
              <a:rPr lang="en-GB" sz="1600" dirty="0">
                <a:latin typeface="Segoe UI" panose="020B0502040204020203" pitchFamily="34" charset="0"/>
              </a:rPr>
              <a:t>Killed Clippy </a:t>
            </a:r>
          </a:p>
          <a:p>
            <a:pPr marL="285750" indent="-285750">
              <a:buFont typeface="Arial" panose="020B0604020202020204" pitchFamily="34" charset="0"/>
              <a:buChar char="•"/>
            </a:pPr>
            <a:r>
              <a:rPr lang="en-GB" sz="1600" dirty="0">
                <a:latin typeface="Segoe UI" panose="020B0502040204020203" pitchFamily="34" charset="0"/>
              </a:rPr>
              <a:t>Updated EDGE to v1.04</a:t>
            </a:r>
          </a:p>
          <a:p>
            <a:pPr marL="285750" indent="-285750">
              <a:buFont typeface="Arial" panose="020B0604020202020204" pitchFamily="34" charset="0"/>
              <a:buChar char="•"/>
            </a:pPr>
            <a:r>
              <a:rPr lang="en-GB" sz="1600" dirty="0">
                <a:latin typeface="Segoe UI" panose="020B0502040204020203" pitchFamily="34" charset="0"/>
              </a:rPr>
              <a:t>Updated CMD to v1.00</a:t>
            </a:r>
          </a:p>
        </p:txBody>
      </p:sp>
      <p:sp>
        <p:nvSpPr>
          <p:cNvPr id="6" name="TextBox 5">
            <a:extLst>
              <a:ext uri="{FF2B5EF4-FFF2-40B4-BE49-F238E27FC236}">
                <a16:creationId xmlns:a16="http://schemas.microsoft.com/office/drawing/2014/main" id="{E09340DA-E089-4766-85F5-3C0DE9C16BBE}"/>
              </a:ext>
            </a:extLst>
          </p:cNvPr>
          <p:cNvSpPr txBox="1"/>
          <p:nvPr/>
        </p:nvSpPr>
        <p:spPr>
          <a:xfrm>
            <a:off x="7740503" y="5568150"/>
            <a:ext cx="4451498" cy="830997"/>
          </a:xfrm>
          <a:prstGeom prst="rect">
            <a:avLst/>
          </a:prstGeom>
          <a:noFill/>
        </p:spPr>
        <p:txBody>
          <a:bodyPr wrap="square" rtlCol="0">
            <a:spAutoFit/>
          </a:bodyPr>
          <a:lstStyle/>
          <a:p>
            <a:pPr algn="r"/>
            <a:r>
              <a:rPr lang="en-GB" sz="1600" dirty="0">
                <a:latin typeface="Segoe UI" panose="020B0502040204020203" pitchFamily="34" charset="0"/>
              </a:rPr>
              <a:t>Windos XP beta 4</a:t>
            </a:r>
          </a:p>
          <a:p>
            <a:pPr algn="r"/>
            <a:r>
              <a:rPr lang="en-GB" sz="1600" dirty="0">
                <a:latin typeface="Segoe UI" panose="020B0502040204020203" pitchFamily="34" charset="0"/>
              </a:rPr>
              <a:t>This version of Windos is not genuine</a:t>
            </a:r>
          </a:p>
          <a:p>
            <a:pPr algn="r"/>
            <a:r>
              <a:rPr lang="en-GB" sz="1600" dirty="0">
                <a:latin typeface="Segoe UI" panose="020B0502040204020203" pitchFamily="34" charset="0"/>
              </a:rPr>
              <a:t>Unstable OS build</a:t>
            </a:r>
          </a:p>
        </p:txBody>
      </p:sp>
      <p:pic>
        <p:nvPicPr>
          <p:cNvPr id="8" name="Graphic 7" descr="Flag">
            <a:hlinkClick r:id="rId4" action="ppaction://hlinksldjump"/>
            <a:extLst>
              <a:ext uri="{FF2B5EF4-FFF2-40B4-BE49-F238E27FC236}">
                <a16:creationId xmlns:a16="http://schemas.microsoft.com/office/drawing/2014/main" id="{E46F95A0-2044-4B59-BCF6-540D1D47FD3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827300" y="6462521"/>
            <a:ext cx="330032" cy="330032"/>
          </a:xfrm>
          <a:prstGeom prst="rect">
            <a:avLst/>
          </a:prstGeom>
        </p:spPr>
      </p:pic>
      <p:pic>
        <p:nvPicPr>
          <p:cNvPr id="7" name="Graphic 6">
            <a:hlinkClick r:id="rId3" action="ppaction://hlinksldjump"/>
            <a:extLst>
              <a:ext uri="{FF2B5EF4-FFF2-40B4-BE49-F238E27FC236}">
                <a16:creationId xmlns:a16="http://schemas.microsoft.com/office/drawing/2014/main" id="{2D2CF065-7C33-4120-AC9E-71C43251368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4668" y="6499264"/>
            <a:ext cx="334700" cy="334700"/>
          </a:xfrm>
          <a:prstGeom prst="rect">
            <a:avLst/>
          </a:prstGeom>
        </p:spPr>
      </p:pic>
    </p:spTree>
    <p:extLst>
      <p:ext uri="{BB962C8B-B14F-4D97-AF65-F5344CB8AC3E}">
        <p14:creationId xmlns:p14="http://schemas.microsoft.com/office/powerpoint/2010/main" val="3285646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hlinkClick r:id="rId3" action="ppaction://hlinksldjump"/>
            <a:extLst>
              <a:ext uri="{FF2B5EF4-FFF2-40B4-BE49-F238E27FC236}">
                <a16:creationId xmlns:a16="http://schemas.microsoft.com/office/drawing/2014/main" id="{DFBF8AC3-EFB1-49E9-8822-6B523527D9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DD2BBC6-8E68-4F26-89C4-700CC3D89F70}"/>
              </a:ext>
            </a:extLst>
          </p:cNvPr>
          <p:cNvSpPr/>
          <p:nvPr/>
        </p:nvSpPr>
        <p:spPr>
          <a:xfrm>
            <a:off x="0" y="6443331"/>
            <a:ext cx="12192000" cy="414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0" name="Freeform: Shape 19">
            <a:extLst>
              <a:ext uri="{FF2B5EF4-FFF2-40B4-BE49-F238E27FC236}">
                <a16:creationId xmlns:a16="http://schemas.microsoft.com/office/drawing/2014/main" id="{14E20256-A742-4023-B1FA-EA7CE4F4AC6B}"/>
              </a:ext>
            </a:extLst>
          </p:cNvPr>
          <p:cNvSpPr/>
          <p:nvPr/>
        </p:nvSpPr>
        <p:spPr>
          <a:xfrm>
            <a:off x="-4" y="1466256"/>
            <a:ext cx="3271287" cy="4975001"/>
          </a:xfrm>
          <a:custGeom>
            <a:avLst/>
            <a:gdLst>
              <a:gd name="connsiteX0" fmla="*/ 0 w 6592190"/>
              <a:gd name="connsiteY0" fmla="*/ 0 h 2485945"/>
              <a:gd name="connsiteX1" fmla="*/ 3296095 w 6592190"/>
              <a:gd name="connsiteY1" fmla="*/ 0 h 2485945"/>
              <a:gd name="connsiteX2" fmla="*/ 6592190 w 6592190"/>
              <a:gd name="connsiteY2" fmla="*/ 0 h 2485945"/>
              <a:gd name="connsiteX3" fmla="*/ 6592190 w 6592190"/>
              <a:gd name="connsiteY3" fmla="*/ 2485945 h 2485945"/>
              <a:gd name="connsiteX4" fmla="*/ 3296095 w 6592190"/>
              <a:gd name="connsiteY4" fmla="*/ 2485945 h 2485945"/>
              <a:gd name="connsiteX5" fmla="*/ 0 w 6592190"/>
              <a:gd name="connsiteY5" fmla="*/ 2485945 h 2485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92190" h="2485945">
                <a:moveTo>
                  <a:pt x="0" y="0"/>
                </a:moveTo>
                <a:lnTo>
                  <a:pt x="3296095" y="0"/>
                </a:lnTo>
                <a:lnTo>
                  <a:pt x="6592190" y="0"/>
                </a:lnTo>
                <a:lnTo>
                  <a:pt x="6592190" y="2485945"/>
                </a:lnTo>
                <a:lnTo>
                  <a:pt x="3296095" y="2485945"/>
                </a:lnTo>
                <a:lnTo>
                  <a:pt x="0" y="2485945"/>
                </a:lnTo>
                <a:close/>
              </a:path>
            </a:pathLst>
          </a:custGeom>
          <a:solidFill>
            <a:schemeClr val="tx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latin typeface="Segoe UI" panose="020B0502040204020203" pitchFamily="34" charset="0"/>
            </a:endParaRPr>
          </a:p>
        </p:txBody>
      </p:sp>
      <p:sp>
        <p:nvSpPr>
          <p:cNvPr id="11" name="Rectangle 10">
            <a:extLst>
              <a:ext uri="{FF2B5EF4-FFF2-40B4-BE49-F238E27FC236}">
                <a16:creationId xmlns:a16="http://schemas.microsoft.com/office/drawing/2014/main" id="{0D54C5E7-5969-4B9E-A43D-EF1F7E9BAD9A}"/>
              </a:ext>
            </a:extLst>
          </p:cNvPr>
          <p:cNvSpPr/>
          <p:nvPr/>
        </p:nvSpPr>
        <p:spPr>
          <a:xfrm>
            <a:off x="3250021" y="3946300"/>
            <a:ext cx="3296095" cy="2485945"/>
          </a:xfrm>
          <a:prstGeom prst="rect">
            <a:avLst/>
          </a:prstGeom>
          <a:solidFill>
            <a:schemeClr val="tx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12" name="Rectangle 11">
            <a:extLst>
              <a:ext uri="{FF2B5EF4-FFF2-40B4-BE49-F238E27FC236}">
                <a16:creationId xmlns:a16="http://schemas.microsoft.com/office/drawing/2014/main" id="{9E809AD3-76BC-4BAC-AE47-A907B6171558}"/>
              </a:ext>
            </a:extLst>
          </p:cNvPr>
          <p:cNvSpPr/>
          <p:nvPr/>
        </p:nvSpPr>
        <p:spPr>
          <a:xfrm>
            <a:off x="3250022" y="1477342"/>
            <a:ext cx="3296095" cy="2485945"/>
          </a:xfrm>
          <a:prstGeom prst="rect">
            <a:avLst/>
          </a:prstGeom>
          <a:solidFill>
            <a:schemeClr val="tx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5" name="Rectangle 4">
            <a:extLst>
              <a:ext uri="{FF2B5EF4-FFF2-40B4-BE49-F238E27FC236}">
                <a16:creationId xmlns:a16="http://schemas.microsoft.com/office/drawing/2014/main" id="{333710B8-6EEF-4F1C-82FD-25DDE22565A4}"/>
              </a:ext>
            </a:extLst>
          </p:cNvPr>
          <p:cNvSpPr/>
          <p:nvPr/>
        </p:nvSpPr>
        <p:spPr>
          <a:xfrm>
            <a:off x="-1" y="551856"/>
            <a:ext cx="6549657"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Administrator***standard user***Users</a:t>
            </a:r>
          </a:p>
        </p:txBody>
      </p:sp>
      <p:sp>
        <p:nvSpPr>
          <p:cNvPr id="13" name="Rectangle 12">
            <a:hlinkClick r:id="rId5" action="ppaction://hlinksldjump"/>
            <a:extLst>
              <a:ext uri="{FF2B5EF4-FFF2-40B4-BE49-F238E27FC236}">
                <a16:creationId xmlns:a16="http://schemas.microsoft.com/office/drawing/2014/main" id="{328905B9-66BE-48DA-A02F-2533F8A48CE6}"/>
              </a:ext>
            </a:extLst>
          </p:cNvPr>
          <p:cNvSpPr/>
          <p:nvPr/>
        </p:nvSpPr>
        <p:spPr>
          <a:xfrm>
            <a:off x="3398877" y="4039919"/>
            <a:ext cx="3019647" cy="5880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Web browser</a:t>
            </a:r>
          </a:p>
          <a:p>
            <a:pPr algn="ctr"/>
            <a:r>
              <a:rPr lang="en-GB" dirty="0">
                <a:latin typeface="Segoe UI" panose="020B0502040204020203" pitchFamily="34" charset="0"/>
              </a:rPr>
              <a:t>EDGE v1.04</a:t>
            </a:r>
          </a:p>
        </p:txBody>
      </p:sp>
      <p:sp>
        <p:nvSpPr>
          <p:cNvPr id="15" name="Rectangle 14">
            <a:hlinkClick r:id="rId6" action="ppaction://hlinksldjump"/>
            <a:extLst>
              <a:ext uri="{FF2B5EF4-FFF2-40B4-BE49-F238E27FC236}">
                <a16:creationId xmlns:a16="http://schemas.microsoft.com/office/drawing/2014/main" id="{093A4847-883A-43FD-8749-1EABD73565D1}"/>
              </a:ext>
            </a:extLst>
          </p:cNvPr>
          <p:cNvSpPr/>
          <p:nvPr/>
        </p:nvSpPr>
        <p:spPr>
          <a:xfrm>
            <a:off x="3324449" y="3292662"/>
            <a:ext cx="3019647" cy="5830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CMDs</a:t>
            </a:r>
          </a:p>
        </p:txBody>
      </p:sp>
      <p:sp>
        <p:nvSpPr>
          <p:cNvPr id="17" name="Rectangle 16">
            <a:hlinkClick r:id="rId7" action="ppaction://hlinksldjump"/>
            <a:extLst>
              <a:ext uri="{FF2B5EF4-FFF2-40B4-BE49-F238E27FC236}">
                <a16:creationId xmlns:a16="http://schemas.microsoft.com/office/drawing/2014/main" id="{C79D7F67-6265-4841-8D1F-72699F70EF09}"/>
              </a:ext>
            </a:extLst>
          </p:cNvPr>
          <p:cNvSpPr/>
          <p:nvPr/>
        </p:nvSpPr>
        <p:spPr>
          <a:xfrm>
            <a:off x="3271287" y="1570961"/>
            <a:ext cx="3125972"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Explorer</a:t>
            </a:r>
          </a:p>
        </p:txBody>
      </p:sp>
      <p:sp>
        <p:nvSpPr>
          <p:cNvPr id="18" name="Rectangle 17">
            <a:hlinkClick r:id="rId8" action="ppaction://hlinksldjump"/>
            <a:extLst>
              <a:ext uri="{FF2B5EF4-FFF2-40B4-BE49-F238E27FC236}">
                <a16:creationId xmlns:a16="http://schemas.microsoft.com/office/drawing/2014/main" id="{62082E32-3D4E-477B-9EF8-9470783E2EA0}"/>
              </a:ext>
            </a:extLst>
          </p:cNvPr>
          <p:cNvSpPr/>
          <p:nvPr/>
        </p:nvSpPr>
        <p:spPr>
          <a:xfrm>
            <a:off x="3324449" y="2104793"/>
            <a:ext cx="3125972"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All Apps</a:t>
            </a:r>
          </a:p>
        </p:txBody>
      </p:sp>
      <p:pic>
        <p:nvPicPr>
          <p:cNvPr id="21" name="Picture 20">
            <a:extLst>
              <a:ext uri="{FF2B5EF4-FFF2-40B4-BE49-F238E27FC236}">
                <a16:creationId xmlns:a16="http://schemas.microsoft.com/office/drawing/2014/main" id="{F10E06F8-7275-42AD-BED4-C2487C2CED98}"/>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10000" b="90000" l="10000" r="90000">
                        <a14:backgroundMark x1="47500" y1="19697" x2="47500" y2="19697"/>
                        <a14:backgroundMark x1="47500" y1="17424" x2="41500" y2="38636"/>
                      </a14:backgroundRemoval>
                    </a14:imgEffect>
                  </a14:imgLayer>
                </a14:imgProps>
              </a:ext>
              <a:ext uri="{28A0092B-C50C-407E-A947-70E740481C1C}">
                <a14:useLocalDpi xmlns:a14="http://schemas.microsoft.com/office/drawing/2010/main" val="0"/>
              </a:ext>
            </a:extLst>
          </a:blip>
          <a:stretch>
            <a:fillRect/>
          </a:stretch>
        </p:blipFill>
        <p:spPr>
          <a:xfrm rot="3673807">
            <a:off x="96166" y="4395532"/>
            <a:ext cx="2699038" cy="1781365"/>
          </a:xfrm>
          <a:prstGeom prst="rect">
            <a:avLst/>
          </a:prstGeom>
        </p:spPr>
      </p:pic>
      <p:pic>
        <p:nvPicPr>
          <p:cNvPr id="23" name="Graphic 22" descr="Folder Search">
            <a:extLst>
              <a:ext uri="{FF2B5EF4-FFF2-40B4-BE49-F238E27FC236}">
                <a16:creationId xmlns:a16="http://schemas.microsoft.com/office/drawing/2014/main" id="{B42B9261-E319-4317-B9F0-95FA12CDA0C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787023" y="1522098"/>
            <a:ext cx="506063" cy="506063"/>
          </a:xfrm>
          <a:prstGeom prst="rect">
            <a:avLst/>
          </a:prstGeom>
        </p:spPr>
      </p:pic>
      <p:sp>
        <p:nvSpPr>
          <p:cNvPr id="6" name="Rectangle 5">
            <a:hlinkClick r:id="rId13" action="ppaction://hlinksldjump"/>
            <a:extLst>
              <a:ext uri="{FF2B5EF4-FFF2-40B4-BE49-F238E27FC236}">
                <a16:creationId xmlns:a16="http://schemas.microsoft.com/office/drawing/2014/main" id="{63766C3C-F1BA-4DF5-8E42-B8343705CAA8}"/>
              </a:ext>
            </a:extLst>
          </p:cNvPr>
          <p:cNvSpPr/>
          <p:nvPr/>
        </p:nvSpPr>
        <p:spPr>
          <a:xfrm>
            <a:off x="-1" y="6441257"/>
            <a:ext cx="1201480" cy="41467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2">
                    <a:lumMod val="10000"/>
                  </a:schemeClr>
                </a:solidFill>
                <a:latin typeface="Segoe UI" panose="020B0502040204020203" pitchFamily="34" charset="0"/>
              </a:rPr>
              <a:t>start</a:t>
            </a:r>
          </a:p>
        </p:txBody>
      </p:sp>
      <p:pic>
        <p:nvPicPr>
          <p:cNvPr id="7" name="Graphic 6">
            <a:hlinkClick r:id="rId13" action="ppaction://hlinksldjump"/>
            <a:extLst>
              <a:ext uri="{FF2B5EF4-FFF2-40B4-BE49-F238E27FC236}">
                <a16:creationId xmlns:a16="http://schemas.microsoft.com/office/drawing/2014/main" id="{EF4B2564-1461-4D1F-85A3-00DDC02E968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4668" y="6499264"/>
            <a:ext cx="334700" cy="334700"/>
          </a:xfrm>
          <a:prstGeom prst="rect">
            <a:avLst/>
          </a:prstGeom>
        </p:spPr>
      </p:pic>
      <p:sp>
        <p:nvSpPr>
          <p:cNvPr id="8" name="Rectangle 7">
            <a:hlinkClick r:id="rId16" action="ppaction://hlinksldjump"/>
            <a:extLst>
              <a:ext uri="{FF2B5EF4-FFF2-40B4-BE49-F238E27FC236}">
                <a16:creationId xmlns:a16="http://schemas.microsoft.com/office/drawing/2014/main" id="{14BE8A54-B8AE-44EF-B2F5-3A8255664F6C}"/>
              </a:ext>
            </a:extLst>
          </p:cNvPr>
          <p:cNvSpPr/>
          <p:nvPr/>
        </p:nvSpPr>
        <p:spPr>
          <a:xfrm>
            <a:off x="3398877" y="4792654"/>
            <a:ext cx="3084582" cy="5880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Windos Security Essentials</a:t>
            </a:r>
          </a:p>
        </p:txBody>
      </p:sp>
      <p:sp>
        <p:nvSpPr>
          <p:cNvPr id="9" name="Rectangle 8">
            <a:extLst>
              <a:ext uri="{FF2B5EF4-FFF2-40B4-BE49-F238E27FC236}">
                <a16:creationId xmlns:a16="http://schemas.microsoft.com/office/drawing/2014/main" id="{7752EEBA-1876-4743-9B5E-08F8770C96C8}"/>
              </a:ext>
            </a:extLst>
          </p:cNvPr>
          <p:cNvSpPr/>
          <p:nvPr/>
        </p:nvSpPr>
        <p:spPr>
          <a:xfrm>
            <a:off x="3324449" y="2658656"/>
            <a:ext cx="3019647" cy="506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Run…</a:t>
            </a:r>
          </a:p>
        </p:txBody>
      </p:sp>
      <p:pic>
        <p:nvPicPr>
          <p:cNvPr id="14" name="Graphic 13" descr="Chess pieces">
            <a:extLst>
              <a:ext uri="{FF2B5EF4-FFF2-40B4-BE49-F238E27FC236}">
                <a16:creationId xmlns:a16="http://schemas.microsoft.com/office/drawing/2014/main" id="{3064FEA2-8DDC-43B5-9F5A-3B55FED6FB4D}"/>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958649" y="2117861"/>
            <a:ext cx="476692" cy="476692"/>
          </a:xfrm>
          <a:prstGeom prst="rect">
            <a:avLst/>
          </a:prstGeom>
        </p:spPr>
      </p:pic>
      <p:grpSp>
        <p:nvGrpSpPr>
          <p:cNvPr id="29" name="Running4" descr="{&quot;Key&quot;:&quot;POWER_USER_SHAPE_ICON&quot;,&quot;Value&quot;:&quot;POWER_USER_SHAPE_ICON_STYLE_1&quot;}">
            <a:extLst>
              <a:ext uri="{FF2B5EF4-FFF2-40B4-BE49-F238E27FC236}">
                <a16:creationId xmlns:a16="http://schemas.microsoft.com/office/drawing/2014/main" id="{8F641917-E774-4B3A-AAA6-91CADE87C2F5}"/>
              </a:ext>
            </a:extLst>
          </p:cNvPr>
          <p:cNvGrpSpPr>
            <a:grpSpLocks noChangeAspect="1"/>
          </p:cNvGrpSpPr>
          <p:nvPr>
            <p:custDataLst>
              <p:tags r:id="rId1"/>
            </p:custDataLst>
          </p:nvPr>
        </p:nvGrpSpPr>
        <p:grpSpPr bwMode="auto">
          <a:xfrm>
            <a:off x="5859565" y="2612036"/>
            <a:ext cx="427648" cy="542925"/>
            <a:chOff x="2720" y="728"/>
            <a:chExt cx="2096" cy="2661"/>
          </a:xfrm>
          <a:solidFill>
            <a:schemeClr val="bg2">
              <a:lumMod val="10000"/>
            </a:schemeClr>
          </a:solidFill>
        </p:grpSpPr>
        <p:sp>
          <p:nvSpPr>
            <p:cNvPr id="30" name="Freeform 635">
              <a:extLst>
                <a:ext uri="{FF2B5EF4-FFF2-40B4-BE49-F238E27FC236}">
                  <a16:creationId xmlns:a16="http://schemas.microsoft.com/office/drawing/2014/main" id="{F4D3953C-39B9-4376-A13A-A512A2D0BC26}"/>
                </a:ext>
              </a:extLst>
            </p:cNvPr>
            <p:cNvSpPr>
              <a:spLocks/>
            </p:cNvSpPr>
            <p:nvPr/>
          </p:nvSpPr>
          <p:spPr bwMode="auto">
            <a:xfrm>
              <a:off x="2720" y="1511"/>
              <a:ext cx="2096" cy="1878"/>
            </a:xfrm>
            <a:custGeom>
              <a:avLst/>
              <a:gdLst>
                <a:gd name="T0" fmla="*/ 462 w 528"/>
                <a:gd name="T1" fmla="*/ 66 h 472"/>
                <a:gd name="T2" fmla="*/ 271 w 528"/>
                <a:gd name="T3" fmla="*/ 16 h 472"/>
                <a:gd name="T4" fmla="*/ 233 w 528"/>
                <a:gd name="T5" fmla="*/ 2 h 472"/>
                <a:gd name="T6" fmla="*/ 54 w 528"/>
                <a:gd name="T7" fmla="*/ 187 h 472"/>
                <a:gd name="T8" fmla="*/ 95 w 528"/>
                <a:gd name="T9" fmla="*/ 229 h 472"/>
                <a:gd name="T10" fmla="*/ 137 w 528"/>
                <a:gd name="T11" fmla="*/ 187 h 472"/>
                <a:gd name="T12" fmla="*/ 184 w 528"/>
                <a:gd name="T13" fmla="*/ 109 h 472"/>
                <a:gd name="T14" fmla="*/ 198 w 528"/>
                <a:gd name="T15" fmla="*/ 216 h 472"/>
                <a:gd name="T16" fmla="*/ 199 w 528"/>
                <a:gd name="T17" fmla="*/ 220 h 472"/>
                <a:gd name="T18" fmla="*/ 30 w 528"/>
                <a:gd name="T19" fmla="*/ 389 h 472"/>
                <a:gd name="T20" fmla="*/ 9 w 528"/>
                <a:gd name="T21" fmla="*/ 444 h 472"/>
                <a:gd name="T22" fmla="*/ 47 w 528"/>
                <a:gd name="T23" fmla="*/ 469 h 472"/>
                <a:gd name="T24" fmla="*/ 64 w 528"/>
                <a:gd name="T25" fmla="*/ 466 h 472"/>
                <a:gd name="T26" fmla="*/ 274 w 528"/>
                <a:gd name="T27" fmla="*/ 269 h 472"/>
                <a:gd name="T28" fmla="*/ 414 w 528"/>
                <a:gd name="T29" fmla="*/ 433 h 472"/>
                <a:gd name="T30" fmla="*/ 461 w 528"/>
                <a:gd name="T31" fmla="*/ 469 h 472"/>
                <a:gd name="T32" fmla="*/ 497 w 528"/>
                <a:gd name="T33" fmla="*/ 422 h 472"/>
                <a:gd name="T34" fmla="*/ 310 w 528"/>
                <a:gd name="T35" fmla="*/ 193 h 472"/>
                <a:gd name="T36" fmla="*/ 310 w 528"/>
                <a:gd name="T37" fmla="*/ 193 h 472"/>
                <a:gd name="T38" fmla="*/ 294 w 528"/>
                <a:gd name="T39" fmla="*/ 137 h 472"/>
                <a:gd name="T40" fmla="*/ 499 w 528"/>
                <a:gd name="T41" fmla="*/ 141 h 472"/>
                <a:gd name="T42" fmla="*/ 518 w 528"/>
                <a:gd name="T43" fmla="*/ 85 h 472"/>
                <a:gd name="T44" fmla="*/ 462 w 528"/>
                <a:gd name="T45" fmla="*/ 66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28" h="472">
                  <a:moveTo>
                    <a:pt x="462" y="66"/>
                  </a:moveTo>
                  <a:cubicBezTo>
                    <a:pt x="360" y="117"/>
                    <a:pt x="275" y="20"/>
                    <a:pt x="271" y="16"/>
                  </a:cubicBezTo>
                  <a:cubicBezTo>
                    <a:pt x="262" y="5"/>
                    <a:pt x="247" y="0"/>
                    <a:pt x="233" y="2"/>
                  </a:cubicBezTo>
                  <a:cubicBezTo>
                    <a:pt x="171" y="13"/>
                    <a:pt x="54" y="65"/>
                    <a:pt x="54" y="187"/>
                  </a:cubicBezTo>
                  <a:cubicBezTo>
                    <a:pt x="54" y="210"/>
                    <a:pt x="72" y="229"/>
                    <a:pt x="95" y="229"/>
                  </a:cubicBezTo>
                  <a:cubicBezTo>
                    <a:pt x="118" y="229"/>
                    <a:pt x="137" y="210"/>
                    <a:pt x="137" y="187"/>
                  </a:cubicBezTo>
                  <a:cubicBezTo>
                    <a:pt x="137" y="149"/>
                    <a:pt x="160" y="124"/>
                    <a:pt x="184" y="109"/>
                  </a:cubicBezTo>
                  <a:cubicBezTo>
                    <a:pt x="181" y="138"/>
                    <a:pt x="184" y="174"/>
                    <a:pt x="198" y="216"/>
                  </a:cubicBezTo>
                  <a:cubicBezTo>
                    <a:pt x="198" y="217"/>
                    <a:pt x="198" y="218"/>
                    <a:pt x="199" y="220"/>
                  </a:cubicBezTo>
                  <a:cubicBezTo>
                    <a:pt x="199" y="220"/>
                    <a:pt x="208" y="310"/>
                    <a:pt x="30" y="389"/>
                  </a:cubicBezTo>
                  <a:cubicBezTo>
                    <a:pt x="9" y="399"/>
                    <a:pt x="0" y="423"/>
                    <a:pt x="9" y="444"/>
                  </a:cubicBezTo>
                  <a:cubicBezTo>
                    <a:pt x="16" y="460"/>
                    <a:pt x="31" y="469"/>
                    <a:pt x="47" y="469"/>
                  </a:cubicBezTo>
                  <a:cubicBezTo>
                    <a:pt x="53" y="469"/>
                    <a:pt x="59" y="468"/>
                    <a:pt x="64" y="466"/>
                  </a:cubicBezTo>
                  <a:cubicBezTo>
                    <a:pt x="209" y="401"/>
                    <a:pt x="258" y="323"/>
                    <a:pt x="274" y="269"/>
                  </a:cubicBezTo>
                  <a:cubicBezTo>
                    <a:pt x="325" y="292"/>
                    <a:pt x="401" y="342"/>
                    <a:pt x="414" y="433"/>
                  </a:cubicBezTo>
                  <a:cubicBezTo>
                    <a:pt x="417" y="456"/>
                    <a:pt x="439" y="472"/>
                    <a:pt x="461" y="469"/>
                  </a:cubicBezTo>
                  <a:cubicBezTo>
                    <a:pt x="484" y="466"/>
                    <a:pt x="500" y="444"/>
                    <a:pt x="497" y="422"/>
                  </a:cubicBezTo>
                  <a:cubicBezTo>
                    <a:pt x="478" y="292"/>
                    <a:pt x="377" y="224"/>
                    <a:pt x="310" y="193"/>
                  </a:cubicBezTo>
                  <a:cubicBezTo>
                    <a:pt x="310" y="193"/>
                    <a:pt x="310" y="193"/>
                    <a:pt x="310" y="193"/>
                  </a:cubicBezTo>
                  <a:cubicBezTo>
                    <a:pt x="301" y="171"/>
                    <a:pt x="296" y="152"/>
                    <a:pt x="294" y="137"/>
                  </a:cubicBezTo>
                  <a:cubicBezTo>
                    <a:pt x="350" y="165"/>
                    <a:pt x="423" y="179"/>
                    <a:pt x="499" y="141"/>
                  </a:cubicBezTo>
                  <a:cubicBezTo>
                    <a:pt x="520" y="130"/>
                    <a:pt x="528" y="105"/>
                    <a:pt x="518" y="85"/>
                  </a:cubicBezTo>
                  <a:cubicBezTo>
                    <a:pt x="508" y="64"/>
                    <a:pt x="483" y="56"/>
                    <a:pt x="462" y="6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Oval 636">
              <a:extLst>
                <a:ext uri="{FF2B5EF4-FFF2-40B4-BE49-F238E27FC236}">
                  <a16:creationId xmlns:a16="http://schemas.microsoft.com/office/drawing/2014/main" id="{A44A2947-EB37-4376-8F56-8ECB8107C8DA}"/>
                </a:ext>
              </a:extLst>
            </p:cNvPr>
            <p:cNvSpPr>
              <a:spLocks noChangeArrowheads="1"/>
            </p:cNvSpPr>
            <p:nvPr/>
          </p:nvSpPr>
          <p:spPr bwMode="auto">
            <a:xfrm>
              <a:off x="3669" y="728"/>
              <a:ext cx="667" cy="668"/>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33" name="Picture 32">
            <a:extLst>
              <a:ext uri="{FF2B5EF4-FFF2-40B4-BE49-F238E27FC236}">
                <a16:creationId xmlns:a16="http://schemas.microsoft.com/office/drawing/2014/main" id="{5CC75A21-3853-4B48-AB73-B55A7949C455}"/>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6010038" y="4900578"/>
            <a:ext cx="425303" cy="425303"/>
          </a:xfrm>
          <a:prstGeom prst="rect">
            <a:avLst/>
          </a:prstGeom>
        </p:spPr>
      </p:pic>
      <p:sp>
        <p:nvSpPr>
          <p:cNvPr id="37" name="Rectangle 36">
            <a:hlinkClick r:id="rId20" action="ppaction://hlinksldjump"/>
            <a:extLst>
              <a:ext uri="{FF2B5EF4-FFF2-40B4-BE49-F238E27FC236}">
                <a16:creationId xmlns:a16="http://schemas.microsoft.com/office/drawing/2014/main" id="{9784CD68-C0DE-4D6D-937E-0D7592384AED}"/>
              </a:ext>
            </a:extLst>
          </p:cNvPr>
          <p:cNvSpPr/>
          <p:nvPr/>
        </p:nvSpPr>
        <p:spPr>
          <a:xfrm>
            <a:off x="-4" y="5954263"/>
            <a:ext cx="3230152" cy="472081"/>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Power off…</a:t>
            </a:r>
          </a:p>
        </p:txBody>
      </p:sp>
      <p:pic>
        <p:nvPicPr>
          <p:cNvPr id="38" name="Picture 37" descr="A close up of a logo&#10;&#10;Description automatically generated">
            <a:extLst>
              <a:ext uri="{FF2B5EF4-FFF2-40B4-BE49-F238E27FC236}">
                <a16:creationId xmlns:a16="http://schemas.microsoft.com/office/drawing/2014/main" id="{F69BC323-0213-4010-B562-22EB5CA7572F}"/>
              </a:ext>
            </a:extLst>
          </p:cNvPr>
          <p:cNvPicPr>
            <a:picLocks noChangeAspect="1"/>
          </p:cNvPicPr>
          <p:nvPr/>
        </p:nvPicPr>
        <p:blipFill rotWithShape="1">
          <a:blip r:embed="rId21">
            <a:biLevel thresh="50000"/>
            <a:extLst>
              <a:ext uri="{28A0092B-C50C-407E-A947-70E740481C1C}">
                <a14:useLocalDpi xmlns:a14="http://schemas.microsoft.com/office/drawing/2010/main" val="0"/>
              </a:ext>
            </a:extLst>
          </a:blip>
          <a:srcRect l="14352" t="14957" r="14957" b="15601"/>
          <a:stretch/>
        </p:blipFill>
        <p:spPr>
          <a:xfrm>
            <a:off x="5828331" y="4145255"/>
            <a:ext cx="425135" cy="417620"/>
          </a:xfrm>
          <a:prstGeom prst="rect">
            <a:avLst/>
          </a:prstGeom>
        </p:spPr>
      </p:pic>
      <mc:AlternateContent xmlns:mc="http://schemas.openxmlformats.org/markup-compatibility/2006">
        <mc:Choice xmlns:p14="http://schemas.microsoft.com/office/powerpoint/2010/main" Requires="p14">
          <p:contentPart p14:bwMode="auto" r:id="rId22">
            <p14:nvContentPartPr>
              <p14:cNvPr id="45" name="Ink 44">
                <a:extLst>
                  <a:ext uri="{FF2B5EF4-FFF2-40B4-BE49-F238E27FC236}">
                    <a16:creationId xmlns:a16="http://schemas.microsoft.com/office/drawing/2014/main" id="{BE9EACD7-A40B-4A9E-8EDB-A7D0B3707CBC}"/>
                  </a:ext>
                </a:extLst>
              </p14:cNvPr>
              <p14:cNvContentPartPr/>
              <p14:nvPr/>
            </p14:nvContentPartPr>
            <p14:xfrm>
              <a:off x="656908" y="4493009"/>
              <a:ext cx="1262160" cy="1351440"/>
            </p14:xfrm>
          </p:contentPart>
        </mc:Choice>
        <mc:Fallback>
          <p:pic>
            <p:nvPicPr>
              <p:cNvPr id="45" name="Ink 44">
                <a:extLst>
                  <a:ext uri="{FF2B5EF4-FFF2-40B4-BE49-F238E27FC236}">
                    <a16:creationId xmlns:a16="http://schemas.microsoft.com/office/drawing/2014/main" id="{BE9EACD7-A40B-4A9E-8EDB-A7D0B3707CBC}"/>
                  </a:ext>
                </a:extLst>
              </p:cNvPr>
              <p:cNvPicPr/>
              <p:nvPr/>
            </p:nvPicPr>
            <p:blipFill>
              <a:blip r:embed="rId23"/>
              <a:stretch>
                <a:fillRect/>
              </a:stretch>
            </p:blipFill>
            <p:spPr>
              <a:xfrm>
                <a:off x="648268" y="4484369"/>
                <a:ext cx="1279800" cy="1369080"/>
              </a:xfrm>
              <a:prstGeom prst="rect">
                <a:avLst/>
              </a:prstGeom>
            </p:spPr>
          </p:pic>
        </mc:Fallback>
      </mc:AlternateContent>
      <p:sp>
        <p:nvSpPr>
          <p:cNvPr id="49" name="Rectangle 48">
            <a:hlinkClick r:id="rId5" action="ppaction://hlinksldjump"/>
            <a:extLst>
              <a:ext uri="{FF2B5EF4-FFF2-40B4-BE49-F238E27FC236}">
                <a16:creationId xmlns:a16="http://schemas.microsoft.com/office/drawing/2014/main" id="{F61FC24D-0B98-4D0B-A44B-A35E97DB0A39}"/>
              </a:ext>
            </a:extLst>
          </p:cNvPr>
          <p:cNvSpPr/>
          <p:nvPr/>
        </p:nvSpPr>
        <p:spPr>
          <a:xfrm>
            <a:off x="3358685" y="5612449"/>
            <a:ext cx="3019647" cy="5880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Web browser</a:t>
            </a:r>
          </a:p>
          <a:p>
            <a:pPr algn="ctr"/>
            <a:r>
              <a:rPr lang="en-GB" dirty="0">
                <a:latin typeface="Segoe UI" panose="020B0502040204020203" pitchFamily="34" charset="0"/>
              </a:rPr>
              <a:t>INSIDER</a:t>
            </a:r>
          </a:p>
        </p:txBody>
      </p:sp>
      <p:pic>
        <p:nvPicPr>
          <p:cNvPr id="52" name="Picture 51" descr="A close up of a logo&#10;&#10;Description automatically generated">
            <a:extLst>
              <a:ext uri="{FF2B5EF4-FFF2-40B4-BE49-F238E27FC236}">
                <a16:creationId xmlns:a16="http://schemas.microsoft.com/office/drawing/2014/main" id="{DC6475D6-59A3-47BC-AA65-4CB6276D2E4C}"/>
              </a:ext>
            </a:extLst>
          </p:cNvPr>
          <p:cNvPicPr>
            <a:picLocks noChangeAspect="1"/>
          </p:cNvPicPr>
          <p:nvPr/>
        </p:nvPicPr>
        <p:blipFill rotWithShape="1">
          <a:blip r:embed="rId21">
            <a:duotone>
              <a:prstClr val="black"/>
              <a:srgbClr val="FFC000">
                <a:tint val="45000"/>
                <a:satMod val="400000"/>
              </a:srgbClr>
            </a:duotone>
            <a:extLst>
              <a:ext uri="{28A0092B-C50C-407E-A947-70E740481C1C}">
                <a14:useLocalDpi xmlns:a14="http://schemas.microsoft.com/office/drawing/2010/main" val="0"/>
              </a:ext>
            </a:extLst>
          </a:blip>
          <a:srcRect l="14352" t="14957" r="14957" b="15601"/>
          <a:stretch/>
        </p:blipFill>
        <p:spPr>
          <a:xfrm>
            <a:off x="5782000" y="5599286"/>
            <a:ext cx="582778" cy="572477"/>
          </a:xfrm>
          <a:prstGeom prst="rect">
            <a:avLst/>
          </a:prstGeom>
        </p:spPr>
      </p:pic>
    </p:spTree>
    <p:extLst>
      <p:ext uri="{BB962C8B-B14F-4D97-AF65-F5344CB8AC3E}">
        <p14:creationId xmlns:p14="http://schemas.microsoft.com/office/powerpoint/2010/main" val="29970898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B306948C-BDA1-482A-B1B9-A2648E29EE5F}"/>
              </a:ext>
            </a:extLst>
          </p:cNvPr>
          <p:cNvSpPr/>
          <p:nvPr/>
        </p:nvSpPr>
        <p:spPr>
          <a:xfrm>
            <a:off x="3221295" y="1823558"/>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Power menu</a:t>
            </a: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p:txBody>
      </p:sp>
      <p:pic>
        <p:nvPicPr>
          <p:cNvPr id="4" name="Graphic 3">
            <a:hlinkClick r:id="rId4"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87440" y="2015755"/>
            <a:ext cx="238346" cy="238346"/>
          </a:xfrm>
          <a:prstGeom prst="rect">
            <a:avLst/>
          </a:prstGeom>
        </p:spPr>
      </p:pic>
      <p:pic>
        <p:nvPicPr>
          <p:cNvPr id="3" name="Picture 2">
            <a:hlinkClick r:id="rId7" action="ppaction://hlinksldjump"/>
            <a:extLst>
              <a:ext uri="{FF2B5EF4-FFF2-40B4-BE49-F238E27FC236}">
                <a16:creationId xmlns:a16="http://schemas.microsoft.com/office/drawing/2014/main" id="{D3E8D1B4-6D76-4E8B-91A2-93A319D0BD7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48868" y="2899643"/>
            <a:ext cx="528319" cy="528319"/>
          </a:xfrm>
          <a:prstGeom prst="rect">
            <a:avLst/>
          </a:prstGeom>
        </p:spPr>
      </p:pic>
      <p:sp>
        <p:nvSpPr>
          <p:cNvPr id="6" name="Hard_Drive" descr="{&quot;Key&quot;:&quot;POWER_USER_SHAPE_ICON&quot;,&quot;Value&quot;:&quot;POWER_USER_SHAPE_ICON_STYLE_1&quot;}">
            <a:hlinkClick r:id="rId9" action="ppaction://hlinksldjump"/>
            <a:extLst>
              <a:ext uri="{FF2B5EF4-FFF2-40B4-BE49-F238E27FC236}">
                <a16:creationId xmlns:a16="http://schemas.microsoft.com/office/drawing/2014/main" id="{CE96197E-FD60-44DE-AAF8-2063EC222C66}"/>
              </a:ext>
            </a:extLst>
          </p:cNvPr>
          <p:cNvSpPr>
            <a:spLocks noChangeAspect="1" noEditPoints="1"/>
          </p:cNvSpPr>
          <p:nvPr>
            <p:custDataLst>
              <p:tags r:id="rId1"/>
            </p:custDataLst>
          </p:nvPr>
        </p:nvSpPr>
        <p:spPr bwMode="auto">
          <a:xfrm>
            <a:off x="6546586" y="2857513"/>
            <a:ext cx="445845" cy="542925"/>
          </a:xfrm>
          <a:custGeom>
            <a:avLst/>
            <a:gdLst>
              <a:gd name="T0" fmla="*/ 2 w 808"/>
              <a:gd name="T1" fmla="*/ 67 h 979"/>
              <a:gd name="T2" fmla="*/ 55 w 808"/>
              <a:gd name="T3" fmla="*/ 970 h 979"/>
              <a:gd name="T4" fmla="*/ 39 w 808"/>
              <a:gd name="T5" fmla="*/ 3 h 979"/>
              <a:gd name="T6" fmla="*/ 109 w 808"/>
              <a:gd name="T7" fmla="*/ 889 h 979"/>
              <a:gd name="T8" fmla="*/ 50 w 808"/>
              <a:gd name="T9" fmla="*/ 1 h 979"/>
              <a:gd name="T10" fmla="*/ 84 w 808"/>
              <a:gd name="T11" fmla="*/ 55 h 979"/>
              <a:gd name="T12" fmla="*/ 344 w 808"/>
              <a:gd name="T13" fmla="*/ 66 h 979"/>
              <a:gd name="T14" fmla="*/ 480 w 808"/>
              <a:gd name="T15" fmla="*/ 624 h 979"/>
              <a:gd name="T16" fmla="*/ 313 w 808"/>
              <a:gd name="T17" fmla="*/ 699 h 979"/>
              <a:gd name="T18" fmla="*/ 290 w 808"/>
              <a:gd name="T19" fmla="*/ 606 h 979"/>
              <a:gd name="T20" fmla="*/ 344 w 808"/>
              <a:gd name="T21" fmla="*/ 66 h 979"/>
              <a:gd name="T22" fmla="*/ 637 w 808"/>
              <a:gd name="T23" fmla="*/ 93 h 979"/>
              <a:gd name="T24" fmla="*/ 623 w 808"/>
              <a:gd name="T25" fmla="*/ 116 h 979"/>
              <a:gd name="T26" fmla="*/ 379 w 808"/>
              <a:gd name="T27" fmla="*/ 222 h 979"/>
              <a:gd name="T28" fmla="*/ 490 w 808"/>
              <a:gd name="T29" fmla="*/ 386 h 979"/>
              <a:gd name="T30" fmla="*/ 379 w 808"/>
              <a:gd name="T31" fmla="*/ 222 h 979"/>
              <a:gd name="T32" fmla="*/ 435 w 808"/>
              <a:gd name="T33" fmla="*/ 325 h 979"/>
              <a:gd name="T34" fmla="*/ 355 w 808"/>
              <a:gd name="T35" fmla="*/ 296 h 979"/>
              <a:gd name="T36" fmla="*/ 294 w 808"/>
              <a:gd name="T37" fmla="*/ 625 h 979"/>
              <a:gd name="T38" fmla="*/ 368 w 808"/>
              <a:gd name="T39" fmla="*/ 702 h 979"/>
              <a:gd name="T40" fmla="*/ 459 w 808"/>
              <a:gd name="T41" fmla="*/ 525 h 979"/>
              <a:gd name="T42" fmla="*/ 446 w 808"/>
              <a:gd name="T43" fmla="*/ 539 h 979"/>
              <a:gd name="T44" fmla="*/ 440 w 808"/>
              <a:gd name="T45" fmla="*/ 578 h 979"/>
              <a:gd name="T46" fmla="*/ 418 w 808"/>
              <a:gd name="T47" fmla="*/ 559 h 979"/>
              <a:gd name="T48" fmla="*/ 242 w 808"/>
              <a:gd name="T49" fmla="*/ 617 h 979"/>
              <a:gd name="T50" fmla="*/ 261 w 808"/>
              <a:gd name="T51" fmla="*/ 649 h 979"/>
              <a:gd name="T52" fmla="*/ 310 w 808"/>
              <a:gd name="T53" fmla="*/ 718 h 979"/>
              <a:gd name="T54" fmla="*/ 392 w 808"/>
              <a:gd name="T55" fmla="*/ 759 h 979"/>
              <a:gd name="T56" fmla="*/ 344 w 808"/>
              <a:gd name="T57" fmla="*/ 810 h 979"/>
              <a:gd name="T58" fmla="*/ 234 w 808"/>
              <a:gd name="T59" fmla="*/ 765 h 979"/>
              <a:gd name="T60" fmla="*/ 188 w 808"/>
              <a:gd name="T61" fmla="*/ 772 h 979"/>
              <a:gd name="T62" fmla="*/ 173 w 808"/>
              <a:gd name="T63" fmla="*/ 665 h 979"/>
              <a:gd name="T64" fmla="*/ 162 w 808"/>
              <a:gd name="T65" fmla="*/ 577 h 979"/>
              <a:gd name="T66" fmla="*/ 199 w 808"/>
              <a:gd name="T67" fmla="*/ 559 h 979"/>
              <a:gd name="T68" fmla="*/ 184 w 808"/>
              <a:gd name="T69" fmla="*/ 585 h 979"/>
              <a:gd name="T70" fmla="*/ 223 w 808"/>
              <a:gd name="T71" fmla="*/ 584 h 979"/>
              <a:gd name="T72" fmla="*/ 234 w 808"/>
              <a:gd name="T73" fmla="*/ 595 h 979"/>
              <a:gd name="T74" fmla="*/ 404 w 808"/>
              <a:gd name="T75" fmla="*/ 622 h 979"/>
              <a:gd name="T76" fmla="*/ 370 w 808"/>
              <a:gd name="T77" fmla="*/ 591 h 979"/>
              <a:gd name="T78" fmla="*/ 208 w 808"/>
              <a:gd name="T79" fmla="*/ 640 h 979"/>
              <a:gd name="T80" fmla="*/ 309 w 808"/>
              <a:gd name="T81" fmla="*/ 641 h 979"/>
              <a:gd name="T82" fmla="*/ 302 w 808"/>
              <a:gd name="T83" fmla="*/ 649 h 979"/>
              <a:gd name="T84" fmla="*/ 344 w 808"/>
              <a:gd name="T85" fmla="*/ 675 h 979"/>
              <a:gd name="T86" fmla="*/ 336 w 808"/>
              <a:gd name="T87" fmla="*/ 668 h 979"/>
              <a:gd name="T88" fmla="*/ 207 w 808"/>
              <a:gd name="T89" fmla="*/ 713 h 979"/>
              <a:gd name="T90" fmla="*/ 261 w 808"/>
              <a:gd name="T91" fmla="*/ 753 h 979"/>
              <a:gd name="T92" fmla="*/ 272 w 808"/>
              <a:gd name="T93" fmla="*/ 764 h 979"/>
              <a:gd name="T94" fmla="*/ 457 w 808"/>
              <a:gd name="T95" fmla="*/ 766 h 979"/>
              <a:gd name="T96" fmla="*/ 421 w 808"/>
              <a:gd name="T97" fmla="*/ 845 h 979"/>
              <a:gd name="T98" fmla="*/ 413 w 808"/>
              <a:gd name="T99" fmla="*/ 760 h 979"/>
              <a:gd name="T100" fmla="*/ 412 w 808"/>
              <a:gd name="T101" fmla="*/ 784 h 979"/>
              <a:gd name="T102" fmla="*/ 429 w 808"/>
              <a:gd name="T103" fmla="*/ 767 h 979"/>
              <a:gd name="T104" fmla="*/ 156 w 808"/>
              <a:gd name="T105" fmla="*/ 845 h 979"/>
              <a:gd name="T106" fmla="*/ 135 w 808"/>
              <a:gd name="T107" fmla="*/ 862 h 979"/>
              <a:gd name="T108" fmla="*/ 753 w 808"/>
              <a:gd name="T109" fmla="*/ 867 h 979"/>
              <a:gd name="T110" fmla="*/ 768 w 808"/>
              <a:gd name="T111" fmla="*/ 882 h 979"/>
              <a:gd name="T112" fmla="*/ 753 w 808"/>
              <a:gd name="T113" fmla="*/ 867 h 979"/>
              <a:gd name="T114" fmla="*/ 60 w 808"/>
              <a:gd name="T115" fmla="*/ 974 h 979"/>
              <a:gd name="T116" fmla="*/ 731 w 808"/>
              <a:gd name="T117" fmla="*/ 976 h 979"/>
              <a:gd name="T118" fmla="*/ 805 w 808"/>
              <a:gd name="T119" fmla="*/ 926 h 979"/>
              <a:gd name="T120" fmla="*/ 490 w 808"/>
              <a:gd name="T121" fmla="*/ 951 h 979"/>
              <a:gd name="T122" fmla="*/ 108 w 808"/>
              <a:gd name="T123" fmla="*/ 941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08" h="979">
                <a:moveTo>
                  <a:pt x="37" y="0"/>
                </a:moveTo>
                <a:cubicBezTo>
                  <a:pt x="36" y="0"/>
                  <a:pt x="36" y="0"/>
                  <a:pt x="36" y="1"/>
                </a:cubicBezTo>
                <a:lnTo>
                  <a:pt x="2" y="67"/>
                </a:lnTo>
                <a:cubicBezTo>
                  <a:pt x="2" y="68"/>
                  <a:pt x="0" y="68"/>
                  <a:pt x="0" y="70"/>
                </a:cubicBezTo>
                <a:lnTo>
                  <a:pt x="52" y="968"/>
                </a:lnTo>
                <a:cubicBezTo>
                  <a:pt x="52" y="969"/>
                  <a:pt x="54" y="972"/>
                  <a:pt x="55" y="970"/>
                </a:cubicBezTo>
                <a:lnTo>
                  <a:pt x="89" y="905"/>
                </a:lnTo>
                <a:cubicBezTo>
                  <a:pt x="89" y="903"/>
                  <a:pt x="91" y="903"/>
                  <a:pt x="91" y="902"/>
                </a:cubicBezTo>
                <a:lnTo>
                  <a:pt x="39" y="3"/>
                </a:lnTo>
                <a:cubicBezTo>
                  <a:pt x="39" y="2"/>
                  <a:pt x="38" y="1"/>
                  <a:pt x="37" y="0"/>
                </a:cubicBezTo>
                <a:close/>
                <a:moveTo>
                  <a:pt x="50" y="1"/>
                </a:moveTo>
                <a:lnTo>
                  <a:pt x="109" y="889"/>
                </a:lnTo>
                <a:lnTo>
                  <a:pt x="802" y="912"/>
                </a:lnTo>
                <a:lnTo>
                  <a:pt x="665" y="67"/>
                </a:lnTo>
                <a:lnTo>
                  <a:pt x="50" y="1"/>
                </a:lnTo>
                <a:close/>
                <a:moveTo>
                  <a:pt x="82" y="30"/>
                </a:moveTo>
                <a:cubicBezTo>
                  <a:pt x="90" y="30"/>
                  <a:pt x="96" y="35"/>
                  <a:pt x="96" y="42"/>
                </a:cubicBezTo>
                <a:cubicBezTo>
                  <a:pt x="97" y="48"/>
                  <a:pt x="91" y="54"/>
                  <a:pt x="84" y="55"/>
                </a:cubicBezTo>
                <a:cubicBezTo>
                  <a:pt x="77" y="55"/>
                  <a:pt x="70" y="50"/>
                  <a:pt x="70" y="43"/>
                </a:cubicBezTo>
                <a:cubicBezTo>
                  <a:pt x="69" y="37"/>
                  <a:pt x="75" y="31"/>
                  <a:pt x="82" y="30"/>
                </a:cubicBezTo>
                <a:close/>
                <a:moveTo>
                  <a:pt x="344" y="66"/>
                </a:moveTo>
                <a:cubicBezTo>
                  <a:pt x="481" y="63"/>
                  <a:pt x="617" y="152"/>
                  <a:pt x="664" y="285"/>
                </a:cubicBezTo>
                <a:cubicBezTo>
                  <a:pt x="673" y="311"/>
                  <a:pt x="679" y="337"/>
                  <a:pt x="680" y="363"/>
                </a:cubicBezTo>
                <a:cubicBezTo>
                  <a:pt x="687" y="486"/>
                  <a:pt x="609" y="595"/>
                  <a:pt x="480" y="624"/>
                </a:cubicBezTo>
                <a:cubicBezTo>
                  <a:pt x="465" y="627"/>
                  <a:pt x="449" y="629"/>
                  <a:pt x="433" y="630"/>
                </a:cubicBezTo>
                <a:lnTo>
                  <a:pt x="374" y="718"/>
                </a:lnTo>
                <a:lnTo>
                  <a:pt x="313" y="699"/>
                </a:lnTo>
                <a:lnTo>
                  <a:pt x="287" y="677"/>
                </a:lnTo>
                <a:lnTo>
                  <a:pt x="275" y="615"/>
                </a:lnTo>
                <a:lnTo>
                  <a:pt x="290" y="606"/>
                </a:lnTo>
                <a:cubicBezTo>
                  <a:pt x="205" y="571"/>
                  <a:pt x="133" y="501"/>
                  <a:pt x="102" y="412"/>
                </a:cubicBezTo>
                <a:cubicBezTo>
                  <a:pt x="48" y="260"/>
                  <a:pt x="130" y="109"/>
                  <a:pt x="285" y="74"/>
                </a:cubicBezTo>
                <a:cubicBezTo>
                  <a:pt x="305" y="69"/>
                  <a:pt x="325" y="67"/>
                  <a:pt x="344" y="66"/>
                </a:cubicBezTo>
                <a:close/>
                <a:moveTo>
                  <a:pt x="629" y="92"/>
                </a:moveTo>
                <a:cubicBezTo>
                  <a:pt x="631" y="92"/>
                  <a:pt x="632" y="92"/>
                  <a:pt x="633" y="92"/>
                </a:cubicBezTo>
                <a:cubicBezTo>
                  <a:pt x="634" y="92"/>
                  <a:pt x="636" y="92"/>
                  <a:pt x="637" y="93"/>
                </a:cubicBezTo>
                <a:cubicBezTo>
                  <a:pt x="640" y="95"/>
                  <a:pt x="642" y="99"/>
                  <a:pt x="643" y="103"/>
                </a:cubicBezTo>
                <a:cubicBezTo>
                  <a:pt x="643" y="106"/>
                  <a:pt x="642" y="108"/>
                  <a:pt x="640" y="111"/>
                </a:cubicBezTo>
                <a:cubicBezTo>
                  <a:pt x="636" y="117"/>
                  <a:pt x="628" y="119"/>
                  <a:pt x="623" y="116"/>
                </a:cubicBezTo>
                <a:cubicBezTo>
                  <a:pt x="617" y="112"/>
                  <a:pt x="616" y="104"/>
                  <a:pt x="620" y="98"/>
                </a:cubicBezTo>
                <a:cubicBezTo>
                  <a:pt x="622" y="95"/>
                  <a:pt x="626" y="92"/>
                  <a:pt x="629" y="92"/>
                </a:cubicBezTo>
                <a:close/>
                <a:moveTo>
                  <a:pt x="379" y="222"/>
                </a:moveTo>
                <a:cubicBezTo>
                  <a:pt x="337" y="221"/>
                  <a:pt x="299" y="241"/>
                  <a:pt x="280" y="277"/>
                </a:cubicBezTo>
                <a:cubicBezTo>
                  <a:pt x="253" y="329"/>
                  <a:pt x="278" y="396"/>
                  <a:pt x="336" y="426"/>
                </a:cubicBezTo>
                <a:cubicBezTo>
                  <a:pt x="394" y="457"/>
                  <a:pt x="463" y="439"/>
                  <a:pt x="490" y="386"/>
                </a:cubicBezTo>
                <a:cubicBezTo>
                  <a:pt x="499" y="370"/>
                  <a:pt x="502" y="353"/>
                  <a:pt x="501" y="335"/>
                </a:cubicBezTo>
                <a:cubicBezTo>
                  <a:pt x="499" y="296"/>
                  <a:pt x="475" y="258"/>
                  <a:pt x="435" y="237"/>
                </a:cubicBezTo>
                <a:cubicBezTo>
                  <a:pt x="417" y="228"/>
                  <a:pt x="397" y="223"/>
                  <a:pt x="379" y="222"/>
                </a:cubicBezTo>
                <a:close/>
                <a:moveTo>
                  <a:pt x="382" y="282"/>
                </a:moveTo>
                <a:cubicBezTo>
                  <a:pt x="392" y="281"/>
                  <a:pt x="405" y="284"/>
                  <a:pt x="415" y="290"/>
                </a:cubicBezTo>
                <a:cubicBezTo>
                  <a:pt x="428" y="299"/>
                  <a:pt x="435" y="312"/>
                  <a:pt x="435" y="325"/>
                </a:cubicBezTo>
                <a:cubicBezTo>
                  <a:pt x="436" y="332"/>
                  <a:pt x="434" y="340"/>
                  <a:pt x="429" y="346"/>
                </a:cubicBezTo>
                <a:cubicBezTo>
                  <a:pt x="417" y="363"/>
                  <a:pt x="390" y="366"/>
                  <a:pt x="369" y="352"/>
                </a:cubicBezTo>
                <a:cubicBezTo>
                  <a:pt x="349" y="338"/>
                  <a:pt x="342" y="313"/>
                  <a:pt x="355" y="296"/>
                </a:cubicBezTo>
                <a:cubicBezTo>
                  <a:pt x="361" y="287"/>
                  <a:pt x="371" y="283"/>
                  <a:pt x="382" y="282"/>
                </a:cubicBezTo>
                <a:close/>
                <a:moveTo>
                  <a:pt x="508" y="484"/>
                </a:moveTo>
                <a:lnTo>
                  <a:pt x="294" y="625"/>
                </a:lnTo>
                <a:lnTo>
                  <a:pt x="299" y="670"/>
                </a:lnTo>
                <a:lnTo>
                  <a:pt x="321" y="690"/>
                </a:lnTo>
                <a:lnTo>
                  <a:pt x="368" y="702"/>
                </a:lnTo>
                <a:lnTo>
                  <a:pt x="514" y="492"/>
                </a:lnTo>
                <a:lnTo>
                  <a:pt x="508" y="484"/>
                </a:lnTo>
                <a:close/>
                <a:moveTo>
                  <a:pt x="459" y="525"/>
                </a:moveTo>
                <a:cubicBezTo>
                  <a:pt x="466" y="525"/>
                  <a:pt x="472" y="530"/>
                  <a:pt x="472" y="537"/>
                </a:cubicBezTo>
                <a:cubicBezTo>
                  <a:pt x="473" y="544"/>
                  <a:pt x="467" y="550"/>
                  <a:pt x="460" y="550"/>
                </a:cubicBezTo>
                <a:cubicBezTo>
                  <a:pt x="453" y="551"/>
                  <a:pt x="447" y="545"/>
                  <a:pt x="446" y="539"/>
                </a:cubicBezTo>
                <a:cubicBezTo>
                  <a:pt x="446" y="532"/>
                  <a:pt x="451" y="526"/>
                  <a:pt x="459" y="525"/>
                </a:cubicBezTo>
                <a:close/>
                <a:moveTo>
                  <a:pt x="418" y="559"/>
                </a:moveTo>
                <a:cubicBezTo>
                  <a:pt x="430" y="558"/>
                  <a:pt x="439" y="567"/>
                  <a:pt x="440" y="578"/>
                </a:cubicBezTo>
                <a:cubicBezTo>
                  <a:pt x="440" y="589"/>
                  <a:pt x="432" y="599"/>
                  <a:pt x="421" y="600"/>
                </a:cubicBezTo>
                <a:cubicBezTo>
                  <a:pt x="409" y="600"/>
                  <a:pt x="400" y="592"/>
                  <a:pt x="399" y="580"/>
                </a:cubicBezTo>
                <a:cubicBezTo>
                  <a:pt x="398" y="569"/>
                  <a:pt x="407" y="559"/>
                  <a:pt x="418" y="559"/>
                </a:cubicBezTo>
                <a:close/>
                <a:moveTo>
                  <a:pt x="199" y="559"/>
                </a:moveTo>
                <a:lnTo>
                  <a:pt x="250" y="597"/>
                </a:lnTo>
                <a:lnTo>
                  <a:pt x="242" y="617"/>
                </a:lnTo>
                <a:lnTo>
                  <a:pt x="246" y="623"/>
                </a:lnTo>
                <a:lnTo>
                  <a:pt x="258" y="633"/>
                </a:lnTo>
                <a:lnTo>
                  <a:pt x="261" y="649"/>
                </a:lnTo>
                <a:lnTo>
                  <a:pt x="270" y="677"/>
                </a:lnTo>
                <a:lnTo>
                  <a:pt x="288" y="703"/>
                </a:lnTo>
                <a:lnTo>
                  <a:pt x="310" y="718"/>
                </a:lnTo>
                <a:lnTo>
                  <a:pt x="347" y="732"/>
                </a:lnTo>
                <a:lnTo>
                  <a:pt x="365" y="746"/>
                </a:lnTo>
                <a:lnTo>
                  <a:pt x="392" y="759"/>
                </a:lnTo>
                <a:lnTo>
                  <a:pt x="384" y="799"/>
                </a:lnTo>
                <a:lnTo>
                  <a:pt x="373" y="795"/>
                </a:lnTo>
                <a:lnTo>
                  <a:pt x="344" y="810"/>
                </a:lnTo>
                <a:lnTo>
                  <a:pt x="314" y="810"/>
                </a:lnTo>
                <a:lnTo>
                  <a:pt x="272" y="792"/>
                </a:lnTo>
                <a:lnTo>
                  <a:pt x="234" y="765"/>
                </a:lnTo>
                <a:lnTo>
                  <a:pt x="232" y="757"/>
                </a:lnTo>
                <a:lnTo>
                  <a:pt x="205" y="789"/>
                </a:lnTo>
                <a:lnTo>
                  <a:pt x="188" y="772"/>
                </a:lnTo>
                <a:lnTo>
                  <a:pt x="198" y="757"/>
                </a:lnTo>
                <a:lnTo>
                  <a:pt x="205" y="736"/>
                </a:lnTo>
                <a:lnTo>
                  <a:pt x="173" y="665"/>
                </a:lnTo>
                <a:lnTo>
                  <a:pt x="164" y="662"/>
                </a:lnTo>
                <a:lnTo>
                  <a:pt x="175" y="598"/>
                </a:lnTo>
                <a:lnTo>
                  <a:pt x="162" y="577"/>
                </a:lnTo>
                <a:lnTo>
                  <a:pt x="172" y="564"/>
                </a:lnTo>
                <a:lnTo>
                  <a:pt x="196" y="564"/>
                </a:lnTo>
                <a:lnTo>
                  <a:pt x="199" y="559"/>
                </a:lnTo>
                <a:close/>
                <a:moveTo>
                  <a:pt x="184" y="571"/>
                </a:moveTo>
                <a:cubicBezTo>
                  <a:pt x="178" y="571"/>
                  <a:pt x="174" y="575"/>
                  <a:pt x="174" y="579"/>
                </a:cubicBezTo>
                <a:cubicBezTo>
                  <a:pt x="174" y="582"/>
                  <a:pt x="179" y="585"/>
                  <a:pt x="184" y="585"/>
                </a:cubicBezTo>
                <a:cubicBezTo>
                  <a:pt x="190" y="585"/>
                  <a:pt x="194" y="581"/>
                  <a:pt x="194" y="577"/>
                </a:cubicBezTo>
                <a:cubicBezTo>
                  <a:pt x="194" y="574"/>
                  <a:pt x="189" y="571"/>
                  <a:pt x="184" y="571"/>
                </a:cubicBezTo>
                <a:close/>
                <a:moveTo>
                  <a:pt x="223" y="584"/>
                </a:moveTo>
                <a:cubicBezTo>
                  <a:pt x="217" y="584"/>
                  <a:pt x="213" y="590"/>
                  <a:pt x="214" y="596"/>
                </a:cubicBezTo>
                <a:cubicBezTo>
                  <a:pt x="214" y="603"/>
                  <a:pt x="219" y="608"/>
                  <a:pt x="224" y="607"/>
                </a:cubicBezTo>
                <a:cubicBezTo>
                  <a:pt x="230" y="607"/>
                  <a:pt x="234" y="601"/>
                  <a:pt x="234" y="595"/>
                </a:cubicBezTo>
                <a:cubicBezTo>
                  <a:pt x="233" y="588"/>
                  <a:pt x="228" y="583"/>
                  <a:pt x="223" y="584"/>
                </a:cubicBezTo>
                <a:close/>
                <a:moveTo>
                  <a:pt x="370" y="591"/>
                </a:moveTo>
                <a:cubicBezTo>
                  <a:pt x="388" y="590"/>
                  <a:pt x="403" y="604"/>
                  <a:pt x="404" y="622"/>
                </a:cubicBezTo>
                <a:cubicBezTo>
                  <a:pt x="405" y="640"/>
                  <a:pt x="391" y="655"/>
                  <a:pt x="374" y="656"/>
                </a:cubicBezTo>
                <a:cubicBezTo>
                  <a:pt x="356" y="657"/>
                  <a:pt x="341" y="643"/>
                  <a:pt x="339" y="625"/>
                </a:cubicBezTo>
                <a:cubicBezTo>
                  <a:pt x="338" y="608"/>
                  <a:pt x="352" y="592"/>
                  <a:pt x="370" y="591"/>
                </a:cubicBezTo>
                <a:close/>
                <a:moveTo>
                  <a:pt x="206" y="617"/>
                </a:moveTo>
                <a:cubicBezTo>
                  <a:pt x="201" y="617"/>
                  <a:pt x="197" y="623"/>
                  <a:pt x="197" y="629"/>
                </a:cubicBezTo>
                <a:cubicBezTo>
                  <a:pt x="197" y="636"/>
                  <a:pt x="202" y="641"/>
                  <a:pt x="208" y="640"/>
                </a:cubicBezTo>
                <a:cubicBezTo>
                  <a:pt x="213" y="640"/>
                  <a:pt x="217" y="635"/>
                  <a:pt x="217" y="628"/>
                </a:cubicBezTo>
                <a:cubicBezTo>
                  <a:pt x="216" y="622"/>
                  <a:pt x="212" y="617"/>
                  <a:pt x="206" y="617"/>
                </a:cubicBezTo>
                <a:close/>
                <a:moveTo>
                  <a:pt x="309" y="641"/>
                </a:moveTo>
                <a:cubicBezTo>
                  <a:pt x="314" y="641"/>
                  <a:pt x="317" y="644"/>
                  <a:pt x="317" y="649"/>
                </a:cubicBezTo>
                <a:cubicBezTo>
                  <a:pt x="318" y="653"/>
                  <a:pt x="315" y="657"/>
                  <a:pt x="310" y="657"/>
                </a:cubicBezTo>
                <a:cubicBezTo>
                  <a:pt x="306" y="657"/>
                  <a:pt x="303" y="654"/>
                  <a:pt x="302" y="649"/>
                </a:cubicBezTo>
                <a:cubicBezTo>
                  <a:pt x="302" y="645"/>
                  <a:pt x="305" y="641"/>
                  <a:pt x="309" y="641"/>
                </a:cubicBezTo>
                <a:close/>
                <a:moveTo>
                  <a:pt x="336" y="668"/>
                </a:moveTo>
                <a:cubicBezTo>
                  <a:pt x="340" y="668"/>
                  <a:pt x="343" y="671"/>
                  <a:pt x="344" y="675"/>
                </a:cubicBezTo>
                <a:cubicBezTo>
                  <a:pt x="344" y="680"/>
                  <a:pt x="341" y="684"/>
                  <a:pt x="337" y="684"/>
                </a:cubicBezTo>
                <a:cubicBezTo>
                  <a:pt x="333" y="684"/>
                  <a:pt x="329" y="681"/>
                  <a:pt x="329" y="676"/>
                </a:cubicBezTo>
                <a:cubicBezTo>
                  <a:pt x="329" y="672"/>
                  <a:pt x="332" y="668"/>
                  <a:pt x="336" y="668"/>
                </a:cubicBezTo>
                <a:close/>
                <a:moveTo>
                  <a:pt x="205" y="689"/>
                </a:moveTo>
                <a:cubicBezTo>
                  <a:pt x="200" y="690"/>
                  <a:pt x="196" y="695"/>
                  <a:pt x="196" y="701"/>
                </a:cubicBezTo>
                <a:cubicBezTo>
                  <a:pt x="196" y="708"/>
                  <a:pt x="201" y="713"/>
                  <a:pt x="207" y="713"/>
                </a:cubicBezTo>
                <a:cubicBezTo>
                  <a:pt x="212" y="712"/>
                  <a:pt x="216" y="707"/>
                  <a:pt x="216" y="700"/>
                </a:cubicBezTo>
                <a:cubicBezTo>
                  <a:pt x="216" y="694"/>
                  <a:pt x="211" y="689"/>
                  <a:pt x="205" y="689"/>
                </a:cubicBezTo>
                <a:close/>
                <a:moveTo>
                  <a:pt x="261" y="753"/>
                </a:moveTo>
                <a:cubicBezTo>
                  <a:pt x="256" y="753"/>
                  <a:pt x="252" y="759"/>
                  <a:pt x="252" y="765"/>
                </a:cubicBezTo>
                <a:cubicBezTo>
                  <a:pt x="252" y="772"/>
                  <a:pt x="257" y="777"/>
                  <a:pt x="263" y="776"/>
                </a:cubicBezTo>
                <a:cubicBezTo>
                  <a:pt x="268" y="776"/>
                  <a:pt x="272" y="771"/>
                  <a:pt x="272" y="764"/>
                </a:cubicBezTo>
                <a:cubicBezTo>
                  <a:pt x="271" y="758"/>
                  <a:pt x="267" y="753"/>
                  <a:pt x="261" y="753"/>
                </a:cubicBezTo>
                <a:close/>
                <a:moveTo>
                  <a:pt x="429" y="757"/>
                </a:moveTo>
                <a:lnTo>
                  <a:pt x="457" y="766"/>
                </a:lnTo>
                <a:lnTo>
                  <a:pt x="449" y="808"/>
                </a:lnTo>
                <a:lnTo>
                  <a:pt x="437" y="809"/>
                </a:lnTo>
                <a:lnTo>
                  <a:pt x="421" y="845"/>
                </a:lnTo>
                <a:lnTo>
                  <a:pt x="392" y="837"/>
                </a:lnTo>
                <a:lnTo>
                  <a:pt x="397" y="781"/>
                </a:lnTo>
                <a:lnTo>
                  <a:pt x="413" y="760"/>
                </a:lnTo>
                <a:lnTo>
                  <a:pt x="429" y="757"/>
                </a:lnTo>
                <a:close/>
                <a:moveTo>
                  <a:pt x="429" y="767"/>
                </a:moveTo>
                <a:cubicBezTo>
                  <a:pt x="419" y="767"/>
                  <a:pt x="411" y="775"/>
                  <a:pt x="412" y="784"/>
                </a:cubicBezTo>
                <a:cubicBezTo>
                  <a:pt x="412" y="793"/>
                  <a:pt x="421" y="800"/>
                  <a:pt x="431" y="799"/>
                </a:cubicBezTo>
                <a:cubicBezTo>
                  <a:pt x="441" y="798"/>
                  <a:pt x="448" y="791"/>
                  <a:pt x="448" y="782"/>
                </a:cubicBezTo>
                <a:cubicBezTo>
                  <a:pt x="447" y="773"/>
                  <a:pt x="439" y="766"/>
                  <a:pt x="429" y="767"/>
                </a:cubicBezTo>
                <a:close/>
                <a:moveTo>
                  <a:pt x="145" y="841"/>
                </a:moveTo>
                <a:cubicBezTo>
                  <a:pt x="146" y="841"/>
                  <a:pt x="146" y="841"/>
                  <a:pt x="147" y="841"/>
                </a:cubicBezTo>
                <a:cubicBezTo>
                  <a:pt x="151" y="841"/>
                  <a:pt x="154" y="843"/>
                  <a:pt x="156" y="845"/>
                </a:cubicBezTo>
                <a:cubicBezTo>
                  <a:pt x="158" y="847"/>
                  <a:pt x="158" y="850"/>
                  <a:pt x="159" y="852"/>
                </a:cubicBezTo>
                <a:cubicBezTo>
                  <a:pt x="159" y="856"/>
                  <a:pt x="157" y="860"/>
                  <a:pt x="153" y="863"/>
                </a:cubicBezTo>
                <a:cubicBezTo>
                  <a:pt x="148" y="868"/>
                  <a:pt x="140" y="868"/>
                  <a:pt x="135" y="862"/>
                </a:cubicBezTo>
                <a:cubicBezTo>
                  <a:pt x="131" y="857"/>
                  <a:pt x="132" y="849"/>
                  <a:pt x="138" y="845"/>
                </a:cubicBezTo>
                <a:cubicBezTo>
                  <a:pt x="140" y="843"/>
                  <a:pt x="142" y="842"/>
                  <a:pt x="145" y="841"/>
                </a:cubicBezTo>
                <a:close/>
                <a:moveTo>
                  <a:pt x="753" y="867"/>
                </a:moveTo>
                <a:cubicBezTo>
                  <a:pt x="754" y="867"/>
                  <a:pt x="756" y="867"/>
                  <a:pt x="758" y="867"/>
                </a:cubicBezTo>
                <a:cubicBezTo>
                  <a:pt x="764" y="868"/>
                  <a:pt x="768" y="873"/>
                  <a:pt x="768" y="878"/>
                </a:cubicBezTo>
                <a:cubicBezTo>
                  <a:pt x="768" y="880"/>
                  <a:pt x="769" y="881"/>
                  <a:pt x="768" y="882"/>
                </a:cubicBezTo>
                <a:cubicBezTo>
                  <a:pt x="767" y="888"/>
                  <a:pt x="759" y="892"/>
                  <a:pt x="752" y="890"/>
                </a:cubicBezTo>
                <a:cubicBezTo>
                  <a:pt x="745" y="889"/>
                  <a:pt x="741" y="882"/>
                  <a:pt x="742" y="875"/>
                </a:cubicBezTo>
                <a:cubicBezTo>
                  <a:pt x="743" y="871"/>
                  <a:pt x="748" y="867"/>
                  <a:pt x="753" y="867"/>
                </a:cubicBezTo>
                <a:close/>
                <a:moveTo>
                  <a:pt x="98" y="908"/>
                </a:moveTo>
                <a:cubicBezTo>
                  <a:pt x="96" y="908"/>
                  <a:pt x="96" y="910"/>
                  <a:pt x="95" y="911"/>
                </a:cubicBezTo>
                <a:lnTo>
                  <a:pt x="60" y="974"/>
                </a:lnTo>
                <a:cubicBezTo>
                  <a:pt x="59" y="975"/>
                  <a:pt x="61" y="976"/>
                  <a:pt x="62" y="976"/>
                </a:cubicBezTo>
                <a:lnTo>
                  <a:pt x="728" y="979"/>
                </a:lnTo>
                <a:cubicBezTo>
                  <a:pt x="730" y="979"/>
                  <a:pt x="730" y="977"/>
                  <a:pt x="731" y="976"/>
                </a:cubicBezTo>
                <a:lnTo>
                  <a:pt x="808" y="929"/>
                </a:lnTo>
                <a:cubicBezTo>
                  <a:pt x="808" y="929"/>
                  <a:pt x="808" y="929"/>
                  <a:pt x="808" y="929"/>
                </a:cubicBezTo>
                <a:cubicBezTo>
                  <a:pt x="808" y="928"/>
                  <a:pt x="806" y="926"/>
                  <a:pt x="805" y="926"/>
                </a:cubicBezTo>
                <a:lnTo>
                  <a:pt x="98" y="908"/>
                </a:lnTo>
                <a:close/>
                <a:moveTo>
                  <a:pt x="108" y="941"/>
                </a:moveTo>
                <a:lnTo>
                  <a:pt x="490" y="951"/>
                </a:lnTo>
                <a:lnTo>
                  <a:pt x="482" y="965"/>
                </a:lnTo>
                <a:lnTo>
                  <a:pt x="94" y="960"/>
                </a:lnTo>
                <a:lnTo>
                  <a:pt x="108" y="94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FE10726D-FF3E-4942-AD28-005A76EC6558}"/>
              </a:ext>
            </a:extLst>
          </p:cNvPr>
          <p:cNvSpPr txBox="1"/>
          <p:nvPr/>
        </p:nvSpPr>
        <p:spPr>
          <a:xfrm>
            <a:off x="3398035" y="3519377"/>
            <a:ext cx="1354718" cy="369332"/>
          </a:xfrm>
          <a:prstGeom prst="rect">
            <a:avLst/>
          </a:prstGeom>
          <a:noFill/>
        </p:spPr>
        <p:txBody>
          <a:bodyPr wrap="square" rtlCol="0">
            <a:spAutoFit/>
          </a:bodyPr>
          <a:lstStyle/>
          <a:p>
            <a:pPr algn="l"/>
            <a:r>
              <a:rPr lang="en-GB" dirty="0">
                <a:latin typeface="Segoe UI" panose="020B0502040204020203" pitchFamily="34" charset="0"/>
              </a:rPr>
              <a:t>Shut down</a:t>
            </a:r>
          </a:p>
        </p:txBody>
      </p:sp>
      <p:sp>
        <p:nvSpPr>
          <p:cNvPr id="25" name="TextBox 24">
            <a:extLst>
              <a:ext uri="{FF2B5EF4-FFF2-40B4-BE49-F238E27FC236}">
                <a16:creationId xmlns:a16="http://schemas.microsoft.com/office/drawing/2014/main" id="{64D23F11-8A6F-402E-A634-5D231B21D137}"/>
              </a:ext>
            </a:extLst>
          </p:cNvPr>
          <p:cNvSpPr txBox="1"/>
          <p:nvPr/>
        </p:nvSpPr>
        <p:spPr>
          <a:xfrm>
            <a:off x="5061098" y="3519377"/>
            <a:ext cx="1354718" cy="369332"/>
          </a:xfrm>
          <a:prstGeom prst="rect">
            <a:avLst/>
          </a:prstGeom>
          <a:noFill/>
        </p:spPr>
        <p:txBody>
          <a:bodyPr wrap="square" rtlCol="0">
            <a:spAutoFit/>
          </a:bodyPr>
          <a:lstStyle/>
          <a:p>
            <a:pPr algn="l"/>
            <a:r>
              <a:rPr lang="en-GB" dirty="0">
                <a:latin typeface="Segoe UI" panose="020B0502040204020203" pitchFamily="34" charset="0"/>
              </a:rPr>
              <a:t>reboot</a:t>
            </a:r>
          </a:p>
        </p:txBody>
      </p:sp>
      <p:sp>
        <p:nvSpPr>
          <p:cNvPr id="26" name="TextBox 25">
            <a:extLst>
              <a:ext uri="{FF2B5EF4-FFF2-40B4-BE49-F238E27FC236}">
                <a16:creationId xmlns:a16="http://schemas.microsoft.com/office/drawing/2014/main" id="{FD473ECB-41B6-42EF-B38C-18FDC311FE93}"/>
              </a:ext>
            </a:extLst>
          </p:cNvPr>
          <p:cNvSpPr txBox="1"/>
          <p:nvPr/>
        </p:nvSpPr>
        <p:spPr>
          <a:xfrm>
            <a:off x="6415816" y="3439707"/>
            <a:ext cx="1354718" cy="369332"/>
          </a:xfrm>
          <a:prstGeom prst="rect">
            <a:avLst/>
          </a:prstGeom>
          <a:noFill/>
        </p:spPr>
        <p:txBody>
          <a:bodyPr wrap="square" rtlCol="0">
            <a:spAutoFit/>
          </a:bodyPr>
          <a:lstStyle/>
          <a:p>
            <a:pPr algn="l"/>
            <a:r>
              <a:rPr lang="en-GB" dirty="0">
                <a:latin typeface="Segoe UI" panose="020B0502040204020203" pitchFamily="34" charset="0"/>
              </a:rPr>
              <a:t>scandisk</a:t>
            </a:r>
          </a:p>
        </p:txBody>
      </p:sp>
      <p:sp>
        <p:nvSpPr>
          <p:cNvPr id="27" name="TextBox 26">
            <a:extLst>
              <a:ext uri="{FF2B5EF4-FFF2-40B4-BE49-F238E27FC236}">
                <a16:creationId xmlns:a16="http://schemas.microsoft.com/office/drawing/2014/main" id="{1067E7C1-55A5-403B-A027-62E354C34A57}"/>
              </a:ext>
            </a:extLst>
          </p:cNvPr>
          <p:cNvSpPr txBox="1"/>
          <p:nvPr/>
        </p:nvSpPr>
        <p:spPr>
          <a:xfrm>
            <a:off x="7505846" y="3519377"/>
            <a:ext cx="1619406" cy="646331"/>
          </a:xfrm>
          <a:prstGeom prst="rect">
            <a:avLst/>
          </a:prstGeom>
          <a:noFill/>
        </p:spPr>
        <p:txBody>
          <a:bodyPr wrap="square" rtlCol="0">
            <a:spAutoFit/>
          </a:bodyPr>
          <a:lstStyle/>
          <a:p>
            <a:pPr algn="l"/>
            <a:r>
              <a:rPr lang="en-GB" dirty="0">
                <a:latin typeface="Segoe UI" panose="020B0502040204020203" pitchFamily="34" charset="0"/>
              </a:rPr>
              <a:t>Real mode DOS</a:t>
            </a:r>
          </a:p>
        </p:txBody>
      </p:sp>
      <p:pic>
        <p:nvPicPr>
          <p:cNvPr id="28" name="Picture 27">
            <a:hlinkClick r:id="rId10" action="ppaction://hlinksldjump"/>
            <a:extLst>
              <a:ext uri="{FF2B5EF4-FFF2-40B4-BE49-F238E27FC236}">
                <a16:creationId xmlns:a16="http://schemas.microsoft.com/office/drawing/2014/main" id="{4EA9CE7B-0B5E-485E-9E1D-B8641E623E7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126859" y="2768569"/>
            <a:ext cx="570054" cy="570054"/>
          </a:xfrm>
          <a:prstGeom prst="rect">
            <a:avLst/>
          </a:prstGeom>
        </p:spPr>
      </p:pic>
      <p:pic>
        <p:nvPicPr>
          <p:cNvPr id="30" name="Picture 2" descr="Image result for terminal icon">
            <a:hlinkClick r:id="rId12" action="ppaction://hlinksldjump"/>
            <a:extLst>
              <a:ext uri="{FF2B5EF4-FFF2-40B4-BE49-F238E27FC236}">
                <a16:creationId xmlns:a16="http://schemas.microsoft.com/office/drawing/2014/main" id="{41546BBE-EA44-4D48-BA08-EB032067F61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641204" y="2749656"/>
            <a:ext cx="650216" cy="650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5918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All apps</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9"/>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953654" y="-36329"/>
            <a:ext cx="238346" cy="238346"/>
          </a:xfrm>
          <a:prstGeom prst="rect">
            <a:avLst/>
          </a:prstGeom>
        </p:spPr>
      </p:pic>
      <p:sp>
        <p:nvSpPr>
          <p:cNvPr id="10" name="TextBox 9">
            <a:extLst>
              <a:ext uri="{FF2B5EF4-FFF2-40B4-BE49-F238E27FC236}">
                <a16:creationId xmlns:a16="http://schemas.microsoft.com/office/drawing/2014/main" id="{04A29A78-CA10-4DA3-B348-2A97933F64F0}"/>
              </a:ext>
            </a:extLst>
          </p:cNvPr>
          <p:cNvSpPr txBox="1"/>
          <p:nvPr/>
        </p:nvSpPr>
        <p:spPr>
          <a:xfrm>
            <a:off x="193229" y="949734"/>
            <a:ext cx="1850065" cy="276999"/>
          </a:xfrm>
          <a:prstGeom prst="rect">
            <a:avLst/>
          </a:prstGeom>
          <a:noFill/>
        </p:spPr>
        <p:txBody>
          <a:bodyPr wrap="square" rtlCol="0">
            <a:spAutoFit/>
          </a:bodyPr>
          <a:lstStyle/>
          <a:p>
            <a:pPr algn="l"/>
            <a:r>
              <a:rPr lang="en-GB" sz="1200" dirty="0">
                <a:latin typeface="Segoe UI" panose="020B0502040204020203" pitchFamily="34" charset="0"/>
              </a:rPr>
              <a:t>EDGE</a:t>
            </a:r>
          </a:p>
        </p:txBody>
      </p:sp>
      <p:pic>
        <p:nvPicPr>
          <p:cNvPr id="11" name="Graphic 10" descr="Folder Search">
            <a:extLst>
              <a:ext uri="{FF2B5EF4-FFF2-40B4-BE49-F238E27FC236}">
                <a16:creationId xmlns:a16="http://schemas.microsoft.com/office/drawing/2014/main" id="{938EB825-01AB-49B4-8145-A02FC2970AD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99717" y="355993"/>
            <a:ext cx="506063" cy="506063"/>
          </a:xfrm>
          <a:prstGeom prst="rect">
            <a:avLst/>
          </a:prstGeom>
        </p:spPr>
      </p:pic>
      <p:sp>
        <p:nvSpPr>
          <p:cNvPr id="12" name="TextBox 11">
            <a:extLst>
              <a:ext uri="{FF2B5EF4-FFF2-40B4-BE49-F238E27FC236}">
                <a16:creationId xmlns:a16="http://schemas.microsoft.com/office/drawing/2014/main" id="{DDC4A8DC-5E98-44C2-8C53-43612C48DD9A}"/>
              </a:ext>
            </a:extLst>
          </p:cNvPr>
          <p:cNvSpPr txBox="1"/>
          <p:nvPr/>
        </p:nvSpPr>
        <p:spPr>
          <a:xfrm>
            <a:off x="1222744" y="862056"/>
            <a:ext cx="3115340" cy="276999"/>
          </a:xfrm>
          <a:prstGeom prst="rect">
            <a:avLst/>
          </a:prstGeom>
          <a:noFill/>
        </p:spPr>
        <p:txBody>
          <a:bodyPr wrap="square" rtlCol="0">
            <a:spAutoFit/>
          </a:bodyPr>
          <a:lstStyle/>
          <a:p>
            <a:pPr algn="l"/>
            <a:r>
              <a:rPr lang="en-GB" sz="1200" dirty="0">
                <a:latin typeface="Segoe UI" panose="020B0502040204020203" pitchFamily="34" charset="0"/>
              </a:rPr>
              <a:t>Explorer</a:t>
            </a:r>
          </a:p>
        </p:txBody>
      </p:sp>
      <p:pic>
        <p:nvPicPr>
          <p:cNvPr id="5" name="Picture 4">
            <a:hlinkClick r:id="rId8" action="ppaction://hlinksldjump"/>
            <a:extLst>
              <a:ext uri="{FF2B5EF4-FFF2-40B4-BE49-F238E27FC236}">
                <a16:creationId xmlns:a16="http://schemas.microsoft.com/office/drawing/2014/main" id="{5AC4F393-A781-49EB-9C48-A2A65A55D85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567762" y="396372"/>
            <a:ext cx="425303" cy="425303"/>
          </a:xfrm>
          <a:prstGeom prst="rect">
            <a:avLst/>
          </a:prstGeom>
        </p:spPr>
      </p:pic>
      <p:sp>
        <p:nvSpPr>
          <p:cNvPr id="6" name="TextBox 5">
            <a:extLst>
              <a:ext uri="{FF2B5EF4-FFF2-40B4-BE49-F238E27FC236}">
                <a16:creationId xmlns:a16="http://schemas.microsoft.com/office/drawing/2014/main" id="{2476E8D8-7BA2-45F7-A3BD-8D06F214B9AA}"/>
              </a:ext>
            </a:extLst>
          </p:cNvPr>
          <p:cNvSpPr txBox="1"/>
          <p:nvPr/>
        </p:nvSpPr>
        <p:spPr>
          <a:xfrm>
            <a:off x="2137144" y="862056"/>
            <a:ext cx="2662867" cy="369332"/>
          </a:xfrm>
          <a:prstGeom prst="rect">
            <a:avLst/>
          </a:prstGeom>
          <a:noFill/>
        </p:spPr>
        <p:txBody>
          <a:bodyPr wrap="square" rtlCol="0">
            <a:spAutoFit/>
          </a:bodyPr>
          <a:lstStyle/>
          <a:p>
            <a:pPr algn="l"/>
            <a:r>
              <a:rPr lang="en-GB" dirty="0">
                <a:latin typeface="Segoe UI" panose="020B0502040204020203" pitchFamily="34" charset="0"/>
              </a:rPr>
              <a:t>WSE v1.00</a:t>
            </a:r>
          </a:p>
        </p:txBody>
      </p:sp>
      <p:pic>
        <p:nvPicPr>
          <p:cNvPr id="2050" name="Picture 2" descr="Image result for terminal icon">
            <a:hlinkClick r:id="rId10" action="ppaction://hlinksldjump"/>
            <a:extLst>
              <a:ext uri="{FF2B5EF4-FFF2-40B4-BE49-F238E27FC236}">
                <a16:creationId xmlns:a16="http://schemas.microsoft.com/office/drawing/2014/main" id="{B6FEA85F-4733-492F-A3E0-4A50D20EAA1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75705" y="281221"/>
            <a:ext cx="650216" cy="65021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4021A26-B985-4F93-AD26-0CA9883DAAE8}"/>
              </a:ext>
            </a:extLst>
          </p:cNvPr>
          <p:cNvSpPr txBox="1"/>
          <p:nvPr/>
        </p:nvSpPr>
        <p:spPr>
          <a:xfrm>
            <a:off x="3381153" y="949734"/>
            <a:ext cx="2179675" cy="369332"/>
          </a:xfrm>
          <a:prstGeom prst="rect">
            <a:avLst/>
          </a:prstGeom>
          <a:noFill/>
        </p:spPr>
        <p:txBody>
          <a:bodyPr wrap="square" rtlCol="0">
            <a:spAutoFit/>
          </a:bodyPr>
          <a:lstStyle/>
          <a:p>
            <a:pPr algn="l"/>
            <a:r>
              <a:rPr lang="en-GB" dirty="0">
                <a:latin typeface="Segoe UI" panose="020B0502040204020203" pitchFamily="34" charset="0"/>
              </a:rPr>
              <a:t>SSH client</a:t>
            </a:r>
          </a:p>
        </p:txBody>
      </p:sp>
      <p:pic>
        <p:nvPicPr>
          <p:cNvPr id="8" name="Picture 7">
            <a:hlinkClick r:id="rId12" action="ppaction://hlinksldjump"/>
            <a:extLst>
              <a:ext uri="{FF2B5EF4-FFF2-40B4-BE49-F238E27FC236}">
                <a16:creationId xmlns:a16="http://schemas.microsoft.com/office/drawing/2014/main" id="{B31EEC26-D206-4BA1-9324-9CB79C55AE3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341279" y="328106"/>
            <a:ext cx="609604" cy="609604"/>
          </a:xfrm>
          <a:prstGeom prst="rect">
            <a:avLst/>
          </a:prstGeom>
        </p:spPr>
      </p:pic>
      <p:sp>
        <p:nvSpPr>
          <p:cNvPr id="15" name="TextBox 14">
            <a:extLst>
              <a:ext uri="{FF2B5EF4-FFF2-40B4-BE49-F238E27FC236}">
                <a16:creationId xmlns:a16="http://schemas.microsoft.com/office/drawing/2014/main" id="{7E614BE6-75D5-4652-95F0-D6010C477B06}"/>
              </a:ext>
            </a:extLst>
          </p:cNvPr>
          <p:cNvSpPr txBox="1"/>
          <p:nvPr/>
        </p:nvSpPr>
        <p:spPr>
          <a:xfrm>
            <a:off x="4710223" y="1000555"/>
            <a:ext cx="2913321" cy="369332"/>
          </a:xfrm>
          <a:prstGeom prst="rect">
            <a:avLst/>
          </a:prstGeom>
          <a:noFill/>
        </p:spPr>
        <p:txBody>
          <a:bodyPr wrap="square" rtlCol="0">
            <a:spAutoFit/>
          </a:bodyPr>
          <a:lstStyle/>
          <a:p>
            <a:pPr algn="l"/>
            <a:r>
              <a:rPr lang="en-GB" dirty="0">
                <a:latin typeface="Segoe UI" panose="020B0502040204020203" pitchFamily="34" charset="0"/>
              </a:rPr>
              <a:t>Resource monitor</a:t>
            </a:r>
          </a:p>
        </p:txBody>
      </p:sp>
      <p:sp>
        <p:nvSpPr>
          <p:cNvPr id="16" name="Hard_Drive" descr="{&quot;Key&quot;:&quot;POWER_USER_SHAPE_ICON&quot;,&quot;Value&quot;:&quot;POWER_USER_SHAPE_ICON_STYLE_1&quot;}">
            <a:hlinkClick r:id="rId14" action="ppaction://hlinksldjump"/>
            <a:extLst>
              <a:ext uri="{FF2B5EF4-FFF2-40B4-BE49-F238E27FC236}">
                <a16:creationId xmlns:a16="http://schemas.microsoft.com/office/drawing/2014/main" id="{95172126-8DBF-4FF5-9ED2-01476DD2D191}"/>
              </a:ext>
            </a:extLst>
          </p:cNvPr>
          <p:cNvSpPr>
            <a:spLocks noChangeAspect="1" noEditPoints="1"/>
          </p:cNvSpPr>
          <p:nvPr>
            <p:custDataLst>
              <p:tags r:id="rId1"/>
            </p:custDataLst>
          </p:nvPr>
        </p:nvSpPr>
        <p:spPr bwMode="auto">
          <a:xfrm>
            <a:off x="6987971" y="350021"/>
            <a:ext cx="445845" cy="542925"/>
          </a:xfrm>
          <a:custGeom>
            <a:avLst/>
            <a:gdLst>
              <a:gd name="T0" fmla="*/ 2 w 808"/>
              <a:gd name="T1" fmla="*/ 67 h 979"/>
              <a:gd name="T2" fmla="*/ 55 w 808"/>
              <a:gd name="T3" fmla="*/ 970 h 979"/>
              <a:gd name="T4" fmla="*/ 39 w 808"/>
              <a:gd name="T5" fmla="*/ 3 h 979"/>
              <a:gd name="T6" fmla="*/ 109 w 808"/>
              <a:gd name="T7" fmla="*/ 889 h 979"/>
              <a:gd name="T8" fmla="*/ 50 w 808"/>
              <a:gd name="T9" fmla="*/ 1 h 979"/>
              <a:gd name="T10" fmla="*/ 84 w 808"/>
              <a:gd name="T11" fmla="*/ 55 h 979"/>
              <a:gd name="T12" fmla="*/ 344 w 808"/>
              <a:gd name="T13" fmla="*/ 66 h 979"/>
              <a:gd name="T14" fmla="*/ 480 w 808"/>
              <a:gd name="T15" fmla="*/ 624 h 979"/>
              <a:gd name="T16" fmla="*/ 313 w 808"/>
              <a:gd name="T17" fmla="*/ 699 h 979"/>
              <a:gd name="T18" fmla="*/ 290 w 808"/>
              <a:gd name="T19" fmla="*/ 606 h 979"/>
              <a:gd name="T20" fmla="*/ 344 w 808"/>
              <a:gd name="T21" fmla="*/ 66 h 979"/>
              <a:gd name="T22" fmla="*/ 637 w 808"/>
              <a:gd name="T23" fmla="*/ 93 h 979"/>
              <a:gd name="T24" fmla="*/ 623 w 808"/>
              <a:gd name="T25" fmla="*/ 116 h 979"/>
              <a:gd name="T26" fmla="*/ 379 w 808"/>
              <a:gd name="T27" fmla="*/ 222 h 979"/>
              <a:gd name="T28" fmla="*/ 490 w 808"/>
              <a:gd name="T29" fmla="*/ 386 h 979"/>
              <a:gd name="T30" fmla="*/ 379 w 808"/>
              <a:gd name="T31" fmla="*/ 222 h 979"/>
              <a:gd name="T32" fmla="*/ 435 w 808"/>
              <a:gd name="T33" fmla="*/ 325 h 979"/>
              <a:gd name="T34" fmla="*/ 355 w 808"/>
              <a:gd name="T35" fmla="*/ 296 h 979"/>
              <a:gd name="T36" fmla="*/ 294 w 808"/>
              <a:gd name="T37" fmla="*/ 625 h 979"/>
              <a:gd name="T38" fmla="*/ 368 w 808"/>
              <a:gd name="T39" fmla="*/ 702 h 979"/>
              <a:gd name="T40" fmla="*/ 459 w 808"/>
              <a:gd name="T41" fmla="*/ 525 h 979"/>
              <a:gd name="T42" fmla="*/ 446 w 808"/>
              <a:gd name="T43" fmla="*/ 539 h 979"/>
              <a:gd name="T44" fmla="*/ 440 w 808"/>
              <a:gd name="T45" fmla="*/ 578 h 979"/>
              <a:gd name="T46" fmla="*/ 418 w 808"/>
              <a:gd name="T47" fmla="*/ 559 h 979"/>
              <a:gd name="T48" fmla="*/ 242 w 808"/>
              <a:gd name="T49" fmla="*/ 617 h 979"/>
              <a:gd name="T50" fmla="*/ 261 w 808"/>
              <a:gd name="T51" fmla="*/ 649 h 979"/>
              <a:gd name="T52" fmla="*/ 310 w 808"/>
              <a:gd name="T53" fmla="*/ 718 h 979"/>
              <a:gd name="T54" fmla="*/ 392 w 808"/>
              <a:gd name="T55" fmla="*/ 759 h 979"/>
              <a:gd name="T56" fmla="*/ 344 w 808"/>
              <a:gd name="T57" fmla="*/ 810 h 979"/>
              <a:gd name="T58" fmla="*/ 234 w 808"/>
              <a:gd name="T59" fmla="*/ 765 h 979"/>
              <a:gd name="T60" fmla="*/ 188 w 808"/>
              <a:gd name="T61" fmla="*/ 772 h 979"/>
              <a:gd name="T62" fmla="*/ 173 w 808"/>
              <a:gd name="T63" fmla="*/ 665 h 979"/>
              <a:gd name="T64" fmla="*/ 162 w 808"/>
              <a:gd name="T65" fmla="*/ 577 h 979"/>
              <a:gd name="T66" fmla="*/ 199 w 808"/>
              <a:gd name="T67" fmla="*/ 559 h 979"/>
              <a:gd name="T68" fmla="*/ 184 w 808"/>
              <a:gd name="T69" fmla="*/ 585 h 979"/>
              <a:gd name="T70" fmla="*/ 223 w 808"/>
              <a:gd name="T71" fmla="*/ 584 h 979"/>
              <a:gd name="T72" fmla="*/ 234 w 808"/>
              <a:gd name="T73" fmla="*/ 595 h 979"/>
              <a:gd name="T74" fmla="*/ 404 w 808"/>
              <a:gd name="T75" fmla="*/ 622 h 979"/>
              <a:gd name="T76" fmla="*/ 370 w 808"/>
              <a:gd name="T77" fmla="*/ 591 h 979"/>
              <a:gd name="T78" fmla="*/ 208 w 808"/>
              <a:gd name="T79" fmla="*/ 640 h 979"/>
              <a:gd name="T80" fmla="*/ 309 w 808"/>
              <a:gd name="T81" fmla="*/ 641 h 979"/>
              <a:gd name="T82" fmla="*/ 302 w 808"/>
              <a:gd name="T83" fmla="*/ 649 h 979"/>
              <a:gd name="T84" fmla="*/ 344 w 808"/>
              <a:gd name="T85" fmla="*/ 675 h 979"/>
              <a:gd name="T86" fmla="*/ 336 w 808"/>
              <a:gd name="T87" fmla="*/ 668 h 979"/>
              <a:gd name="T88" fmla="*/ 207 w 808"/>
              <a:gd name="T89" fmla="*/ 713 h 979"/>
              <a:gd name="T90" fmla="*/ 261 w 808"/>
              <a:gd name="T91" fmla="*/ 753 h 979"/>
              <a:gd name="T92" fmla="*/ 272 w 808"/>
              <a:gd name="T93" fmla="*/ 764 h 979"/>
              <a:gd name="T94" fmla="*/ 457 w 808"/>
              <a:gd name="T95" fmla="*/ 766 h 979"/>
              <a:gd name="T96" fmla="*/ 421 w 808"/>
              <a:gd name="T97" fmla="*/ 845 h 979"/>
              <a:gd name="T98" fmla="*/ 413 w 808"/>
              <a:gd name="T99" fmla="*/ 760 h 979"/>
              <a:gd name="T100" fmla="*/ 412 w 808"/>
              <a:gd name="T101" fmla="*/ 784 h 979"/>
              <a:gd name="T102" fmla="*/ 429 w 808"/>
              <a:gd name="T103" fmla="*/ 767 h 979"/>
              <a:gd name="T104" fmla="*/ 156 w 808"/>
              <a:gd name="T105" fmla="*/ 845 h 979"/>
              <a:gd name="T106" fmla="*/ 135 w 808"/>
              <a:gd name="T107" fmla="*/ 862 h 979"/>
              <a:gd name="T108" fmla="*/ 753 w 808"/>
              <a:gd name="T109" fmla="*/ 867 h 979"/>
              <a:gd name="T110" fmla="*/ 768 w 808"/>
              <a:gd name="T111" fmla="*/ 882 h 979"/>
              <a:gd name="T112" fmla="*/ 753 w 808"/>
              <a:gd name="T113" fmla="*/ 867 h 979"/>
              <a:gd name="T114" fmla="*/ 60 w 808"/>
              <a:gd name="T115" fmla="*/ 974 h 979"/>
              <a:gd name="T116" fmla="*/ 731 w 808"/>
              <a:gd name="T117" fmla="*/ 976 h 979"/>
              <a:gd name="T118" fmla="*/ 805 w 808"/>
              <a:gd name="T119" fmla="*/ 926 h 979"/>
              <a:gd name="T120" fmla="*/ 490 w 808"/>
              <a:gd name="T121" fmla="*/ 951 h 979"/>
              <a:gd name="T122" fmla="*/ 108 w 808"/>
              <a:gd name="T123" fmla="*/ 941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08" h="979">
                <a:moveTo>
                  <a:pt x="37" y="0"/>
                </a:moveTo>
                <a:cubicBezTo>
                  <a:pt x="36" y="0"/>
                  <a:pt x="36" y="0"/>
                  <a:pt x="36" y="1"/>
                </a:cubicBezTo>
                <a:lnTo>
                  <a:pt x="2" y="67"/>
                </a:lnTo>
                <a:cubicBezTo>
                  <a:pt x="2" y="68"/>
                  <a:pt x="0" y="68"/>
                  <a:pt x="0" y="70"/>
                </a:cubicBezTo>
                <a:lnTo>
                  <a:pt x="52" y="968"/>
                </a:lnTo>
                <a:cubicBezTo>
                  <a:pt x="52" y="969"/>
                  <a:pt x="54" y="972"/>
                  <a:pt x="55" y="970"/>
                </a:cubicBezTo>
                <a:lnTo>
                  <a:pt x="89" y="905"/>
                </a:lnTo>
                <a:cubicBezTo>
                  <a:pt x="89" y="903"/>
                  <a:pt x="91" y="903"/>
                  <a:pt x="91" y="902"/>
                </a:cubicBezTo>
                <a:lnTo>
                  <a:pt x="39" y="3"/>
                </a:lnTo>
                <a:cubicBezTo>
                  <a:pt x="39" y="2"/>
                  <a:pt x="38" y="1"/>
                  <a:pt x="37" y="0"/>
                </a:cubicBezTo>
                <a:close/>
                <a:moveTo>
                  <a:pt x="50" y="1"/>
                </a:moveTo>
                <a:lnTo>
                  <a:pt x="109" y="889"/>
                </a:lnTo>
                <a:lnTo>
                  <a:pt x="802" y="912"/>
                </a:lnTo>
                <a:lnTo>
                  <a:pt x="665" y="67"/>
                </a:lnTo>
                <a:lnTo>
                  <a:pt x="50" y="1"/>
                </a:lnTo>
                <a:close/>
                <a:moveTo>
                  <a:pt x="82" y="30"/>
                </a:moveTo>
                <a:cubicBezTo>
                  <a:pt x="90" y="30"/>
                  <a:pt x="96" y="35"/>
                  <a:pt x="96" y="42"/>
                </a:cubicBezTo>
                <a:cubicBezTo>
                  <a:pt x="97" y="48"/>
                  <a:pt x="91" y="54"/>
                  <a:pt x="84" y="55"/>
                </a:cubicBezTo>
                <a:cubicBezTo>
                  <a:pt x="77" y="55"/>
                  <a:pt x="70" y="50"/>
                  <a:pt x="70" y="43"/>
                </a:cubicBezTo>
                <a:cubicBezTo>
                  <a:pt x="69" y="37"/>
                  <a:pt x="75" y="31"/>
                  <a:pt x="82" y="30"/>
                </a:cubicBezTo>
                <a:close/>
                <a:moveTo>
                  <a:pt x="344" y="66"/>
                </a:moveTo>
                <a:cubicBezTo>
                  <a:pt x="481" y="63"/>
                  <a:pt x="617" y="152"/>
                  <a:pt x="664" y="285"/>
                </a:cubicBezTo>
                <a:cubicBezTo>
                  <a:pt x="673" y="311"/>
                  <a:pt x="679" y="337"/>
                  <a:pt x="680" y="363"/>
                </a:cubicBezTo>
                <a:cubicBezTo>
                  <a:pt x="687" y="486"/>
                  <a:pt x="609" y="595"/>
                  <a:pt x="480" y="624"/>
                </a:cubicBezTo>
                <a:cubicBezTo>
                  <a:pt x="465" y="627"/>
                  <a:pt x="449" y="629"/>
                  <a:pt x="433" y="630"/>
                </a:cubicBezTo>
                <a:lnTo>
                  <a:pt x="374" y="718"/>
                </a:lnTo>
                <a:lnTo>
                  <a:pt x="313" y="699"/>
                </a:lnTo>
                <a:lnTo>
                  <a:pt x="287" y="677"/>
                </a:lnTo>
                <a:lnTo>
                  <a:pt x="275" y="615"/>
                </a:lnTo>
                <a:lnTo>
                  <a:pt x="290" y="606"/>
                </a:lnTo>
                <a:cubicBezTo>
                  <a:pt x="205" y="571"/>
                  <a:pt x="133" y="501"/>
                  <a:pt x="102" y="412"/>
                </a:cubicBezTo>
                <a:cubicBezTo>
                  <a:pt x="48" y="260"/>
                  <a:pt x="130" y="109"/>
                  <a:pt x="285" y="74"/>
                </a:cubicBezTo>
                <a:cubicBezTo>
                  <a:pt x="305" y="69"/>
                  <a:pt x="325" y="67"/>
                  <a:pt x="344" y="66"/>
                </a:cubicBezTo>
                <a:close/>
                <a:moveTo>
                  <a:pt x="629" y="92"/>
                </a:moveTo>
                <a:cubicBezTo>
                  <a:pt x="631" y="92"/>
                  <a:pt x="632" y="92"/>
                  <a:pt x="633" y="92"/>
                </a:cubicBezTo>
                <a:cubicBezTo>
                  <a:pt x="634" y="92"/>
                  <a:pt x="636" y="92"/>
                  <a:pt x="637" y="93"/>
                </a:cubicBezTo>
                <a:cubicBezTo>
                  <a:pt x="640" y="95"/>
                  <a:pt x="642" y="99"/>
                  <a:pt x="643" y="103"/>
                </a:cubicBezTo>
                <a:cubicBezTo>
                  <a:pt x="643" y="106"/>
                  <a:pt x="642" y="108"/>
                  <a:pt x="640" y="111"/>
                </a:cubicBezTo>
                <a:cubicBezTo>
                  <a:pt x="636" y="117"/>
                  <a:pt x="628" y="119"/>
                  <a:pt x="623" y="116"/>
                </a:cubicBezTo>
                <a:cubicBezTo>
                  <a:pt x="617" y="112"/>
                  <a:pt x="616" y="104"/>
                  <a:pt x="620" y="98"/>
                </a:cubicBezTo>
                <a:cubicBezTo>
                  <a:pt x="622" y="95"/>
                  <a:pt x="626" y="92"/>
                  <a:pt x="629" y="92"/>
                </a:cubicBezTo>
                <a:close/>
                <a:moveTo>
                  <a:pt x="379" y="222"/>
                </a:moveTo>
                <a:cubicBezTo>
                  <a:pt x="337" y="221"/>
                  <a:pt x="299" y="241"/>
                  <a:pt x="280" y="277"/>
                </a:cubicBezTo>
                <a:cubicBezTo>
                  <a:pt x="253" y="329"/>
                  <a:pt x="278" y="396"/>
                  <a:pt x="336" y="426"/>
                </a:cubicBezTo>
                <a:cubicBezTo>
                  <a:pt x="394" y="457"/>
                  <a:pt x="463" y="439"/>
                  <a:pt x="490" y="386"/>
                </a:cubicBezTo>
                <a:cubicBezTo>
                  <a:pt x="499" y="370"/>
                  <a:pt x="502" y="353"/>
                  <a:pt x="501" y="335"/>
                </a:cubicBezTo>
                <a:cubicBezTo>
                  <a:pt x="499" y="296"/>
                  <a:pt x="475" y="258"/>
                  <a:pt x="435" y="237"/>
                </a:cubicBezTo>
                <a:cubicBezTo>
                  <a:pt x="417" y="228"/>
                  <a:pt x="397" y="223"/>
                  <a:pt x="379" y="222"/>
                </a:cubicBezTo>
                <a:close/>
                <a:moveTo>
                  <a:pt x="382" y="282"/>
                </a:moveTo>
                <a:cubicBezTo>
                  <a:pt x="392" y="281"/>
                  <a:pt x="405" y="284"/>
                  <a:pt x="415" y="290"/>
                </a:cubicBezTo>
                <a:cubicBezTo>
                  <a:pt x="428" y="299"/>
                  <a:pt x="435" y="312"/>
                  <a:pt x="435" y="325"/>
                </a:cubicBezTo>
                <a:cubicBezTo>
                  <a:pt x="436" y="332"/>
                  <a:pt x="434" y="340"/>
                  <a:pt x="429" y="346"/>
                </a:cubicBezTo>
                <a:cubicBezTo>
                  <a:pt x="417" y="363"/>
                  <a:pt x="390" y="366"/>
                  <a:pt x="369" y="352"/>
                </a:cubicBezTo>
                <a:cubicBezTo>
                  <a:pt x="349" y="338"/>
                  <a:pt x="342" y="313"/>
                  <a:pt x="355" y="296"/>
                </a:cubicBezTo>
                <a:cubicBezTo>
                  <a:pt x="361" y="287"/>
                  <a:pt x="371" y="283"/>
                  <a:pt x="382" y="282"/>
                </a:cubicBezTo>
                <a:close/>
                <a:moveTo>
                  <a:pt x="508" y="484"/>
                </a:moveTo>
                <a:lnTo>
                  <a:pt x="294" y="625"/>
                </a:lnTo>
                <a:lnTo>
                  <a:pt x="299" y="670"/>
                </a:lnTo>
                <a:lnTo>
                  <a:pt x="321" y="690"/>
                </a:lnTo>
                <a:lnTo>
                  <a:pt x="368" y="702"/>
                </a:lnTo>
                <a:lnTo>
                  <a:pt x="514" y="492"/>
                </a:lnTo>
                <a:lnTo>
                  <a:pt x="508" y="484"/>
                </a:lnTo>
                <a:close/>
                <a:moveTo>
                  <a:pt x="459" y="525"/>
                </a:moveTo>
                <a:cubicBezTo>
                  <a:pt x="466" y="525"/>
                  <a:pt x="472" y="530"/>
                  <a:pt x="472" y="537"/>
                </a:cubicBezTo>
                <a:cubicBezTo>
                  <a:pt x="473" y="544"/>
                  <a:pt x="467" y="550"/>
                  <a:pt x="460" y="550"/>
                </a:cubicBezTo>
                <a:cubicBezTo>
                  <a:pt x="453" y="551"/>
                  <a:pt x="447" y="545"/>
                  <a:pt x="446" y="539"/>
                </a:cubicBezTo>
                <a:cubicBezTo>
                  <a:pt x="446" y="532"/>
                  <a:pt x="451" y="526"/>
                  <a:pt x="459" y="525"/>
                </a:cubicBezTo>
                <a:close/>
                <a:moveTo>
                  <a:pt x="418" y="559"/>
                </a:moveTo>
                <a:cubicBezTo>
                  <a:pt x="430" y="558"/>
                  <a:pt x="439" y="567"/>
                  <a:pt x="440" y="578"/>
                </a:cubicBezTo>
                <a:cubicBezTo>
                  <a:pt x="440" y="589"/>
                  <a:pt x="432" y="599"/>
                  <a:pt x="421" y="600"/>
                </a:cubicBezTo>
                <a:cubicBezTo>
                  <a:pt x="409" y="600"/>
                  <a:pt x="400" y="592"/>
                  <a:pt x="399" y="580"/>
                </a:cubicBezTo>
                <a:cubicBezTo>
                  <a:pt x="398" y="569"/>
                  <a:pt x="407" y="559"/>
                  <a:pt x="418" y="559"/>
                </a:cubicBezTo>
                <a:close/>
                <a:moveTo>
                  <a:pt x="199" y="559"/>
                </a:moveTo>
                <a:lnTo>
                  <a:pt x="250" y="597"/>
                </a:lnTo>
                <a:lnTo>
                  <a:pt x="242" y="617"/>
                </a:lnTo>
                <a:lnTo>
                  <a:pt x="246" y="623"/>
                </a:lnTo>
                <a:lnTo>
                  <a:pt x="258" y="633"/>
                </a:lnTo>
                <a:lnTo>
                  <a:pt x="261" y="649"/>
                </a:lnTo>
                <a:lnTo>
                  <a:pt x="270" y="677"/>
                </a:lnTo>
                <a:lnTo>
                  <a:pt x="288" y="703"/>
                </a:lnTo>
                <a:lnTo>
                  <a:pt x="310" y="718"/>
                </a:lnTo>
                <a:lnTo>
                  <a:pt x="347" y="732"/>
                </a:lnTo>
                <a:lnTo>
                  <a:pt x="365" y="746"/>
                </a:lnTo>
                <a:lnTo>
                  <a:pt x="392" y="759"/>
                </a:lnTo>
                <a:lnTo>
                  <a:pt x="384" y="799"/>
                </a:lnTo>
                <a:lnTo>
                  <a:pt x="373" y="795"/>
                </a:lnTo>
                <a:lnTo>
                  <a:pt x="344" y="810"/>
                </a:lnTo>
                <a:lnTo>
                  <a:pt x="314" y="810"/>
                </a:lnTo>
                <a:lnTo>
                  <a:pt x="272" y="792"/>
                </a:lnTo>
                <a:lnTo>
                  <a:pt x="234" y="765"/>
                </a:lnTo>
                <a:lnTo>
                  <a:pt x="232" y="757"/>
                </a:lnTo>
                <a:lnTo>
                  <a:pt x="205" y="789"/>
                </a:lnTo>
                <a:lnTo>
                  <a:pt x="188" y="772"/>
                </a:lnTo>
                <a:lnTo>
                  <a:pt x="198" y="757"/>
                </a:lnTo>
                <a:lnTo>
                  <a:pt x="205" y="736"/>
                </a:lnTo>
                <a:lnTo>
                  <a:pt x="173" y="665"/>
                </a:lnTo>
                <a:lnTo>
                  <a:pt x="164" y="662"/>
                </a:lnTo>
                <a:lnTo>
                  <a:pt x="175" y="598"/>
                </a:lnTo>
                <a:lnTo>
                  <a:pt x="162" y="577"/>
                </a:lnTo>
                <a:lnTo>
                  <a:pt x="172" y="564"/>
                </a:lnTo>
                <a:lnTo>
                  <a:pt x="196" y="564"/>
                </a:lnTo>
                <a:lnTo>
                  <a:pt x="199" y="559"/>
                </a:lnTo>
                <a:close/>
                <a:moveTo>
                  <a:pt x="184" y="571"/>
                </a:moveTo>
                <a:cubicBezTo>
                  <a:pt x="178" y="571"/>
                  <a:pt x="174" y="575"/>
                  <a:pt x="174" y="579"/>
                </a:cubicBezTo>
                <a:cubicBezTo>
                  <a:pt x="174" y="582"/>
                  <a:pt x="179" y="585"/>
                  <a:pt x="184" y="585"/>
                </a:cubicBezTo>
                <a:cubicBezTo>
                  <a:pt x="190" y="585"/>
                  <a:pt x="194" y="581"/>
                  <a:pt x="194" y="577"/>
                </a:cubicBezTo>
                <a:cubicBezTo>
                  <a:pt x="194" y="574"/>
                  <a:pt x="189" y="571"/>
                  <a:pt x="184" y="571"/>
                </a:cubicBezTo>
                <a:close/>
                <a:moveTo>
                  <a:pt x="223" y="584"/>
                </a:moveTo>
                <a:cubicBezTo>
                  <a:pt x="217" y="584"/>
                  <a:pt x="213" y="590"/>
                  <a:pt x="214" y="596"/>
                </a:cubicBezTo>
                <a:cubicBezTo>
                  <a:pt x="214" y="603"/>
                  <a:pt x="219" y="608"/>
                  <a:pt x="224" y="607"/>
                </a:cubicBezTo>
                <a:cubicBezTo>
                  <a:pt x="230" y="607"/>
                  <a:pt x="234" y="601"/>
                  <a:pt x="234" y="595"/>
                </a:cubicBezTo>
                <a:cubicBezTo>
                  <a:pt x="233" y="588"/>
                  <a:pt x="228" y="583"/>
                  <a:pt x="223" y="584"/>
                </a:cubicBezTo>
                <a:close/>
                <a:moveTo>
                  <a:pt x="370" y="591"/>
                </a:moveTo>
                <a:cubicBezTo>
                  <a:pt x="388" y="590"/>
                  <a:pt x="403" y="604"/>
                  <a:pt x="404" y="622"/>
                </a:cubicBezTo>
                <a:cubicBezTo>
                  <a:pt x="405" y="640"/>
                  <a:pt x="391" y="655"/>
                  <a:pt x="374" y="656"/>
                </a:cubicBezTo>
                <a:cubicBezTo>
                  <a:pt x="356" y="657"/>
                  <a:pt x="341" y="643"/>
                  <a:pt x="339" y="625"/>
                </a:cubicBezTo>
                <a:cubicBezTo>
                  <a:pt x="338" y="608"/>
                  <a:pt x="352" y="592"/>
                  <a:pt x="370" y="591"/>
                </a:cubicBezTo>
                <a:close/>
                <a:moveTo>
                  <a:pt x="206" y="617"/>
                </a:moveTo>
                <a:cubicBezTo>
                  <a:pt x="201" y="617"/>
                  <a:pt x="197" y="623"/>
                  <a:pt x="197" y="629"/>
                </a:cubicBezTo>
                <a:cubicBezTo>
                  <a:pt x="197" y="636"/>
                  <a:pt x="202" y="641"/>
                  <a:pt x="208" y="640"/>
                </a:cubicBezTo>
                <a:cubicBezTo>
                  <a:pt x="213" y="640"/>
                  <a:pt x="217" y="635"/>
                  <a:pt x="217" y="628"/>
                </a:cubicBezTo>
                <a:cubicBezTo>
                  <a:pt x="216" y="622"/>
                  <a:pt x="212" y="617"/>
                  <a:pt x="206" y="617"/>
                </a:cubicBezTo>
                <a:close/>
                <a:moveTo>
                  <a:pt x="309" y="641"/>
                </a:moveTo>
                <a:cubicBezTo>
                  <a:pt x="314" y="641"/>
                  <a:pt x="317" y="644"/>
                  <a:pt x="317" y="649"/>
                </a:cubicBezTo>
                <a:cubicBezTo>
                  <a:pt x="318" y="653"/>
                  <a:pt x="315" y="657"/>
                  <a:pt x="310" y="657"/>
                </a:cubicBezTo>
                <a:cubicBezTo>
                  <a:pt x="306" y="657"/>
                  <a:pt x="303" y="654"/>
                  <a:pt x="302" y="649"/>
                </a:cubicBezTo>
                <a:cubicBezTo>
                  <a:pt x="302" y="645"/>
                  <a:pt x="305" y="641"/>
                  <a:pt x="309" y="641"/>
                </a:cubicBezTo>
                <a:close/>
                <a:moveTo>
                  <a:pt x="336" y="668"/>
                </a:moveTo>
                <a:cubicBezTo>
                  <a:pt x="340" y="668"/>
                  <a:pt x="343" y="671"/>
                  <a:pt x="344" y="675"/>
                </a:cubicBezTo>
                <a:cubicBezTo>
                  <a:pt x="344" y="680"/>
                  <a:pt x="341" y="684"/>
                  <a:pt x="337" y="684"/>
                </a:cubicBezTo>
                <a:cubicBezTo>
                  <a:pt x="333" y="684"/>
                  <a:pt x="329" y="681"/>
                  <a:pt x="329" y="676"/>
                </a:cubicBezTo>
                <a:cubicBezTo>
                  <a:pt x="329" y="672"/>
                  <a:pt x="332" y="668"/>
                  <a:pt x="336" y="668"/>
                </a:cubicBezTo>
                <a:close/>
                <a:moveTo>
                  <a:pt x="205" y="689"/>
                </a:moveTo>
                <a:cubicBezTo>
                  <a:pt x="200" y="690"/>
                  <a:pt x="196" y="695"/>
                  <a:pt x="196" y="701"/>
                </a:cubicBezTo>
                <a:cubicBezTo>
                  <a:pt x="196" y="708"/>
                  <a:pt x="201" y="713"/>
                  <a:pt x="207" y="713"/>
                </a:cubicBezTo>
                <a:cubicBezTo>
                  <a:pt x="212" y="712"/>
                  <a:pt x="216" y="707"/>
                  <a:pt x="216" y="700"/>
                </a:cubicBezTo>
                <a:cubicBezTo>
                  <a:pt x="216" y="694"/>
                  <a:pt x="211" y="689"/>
                  <a:pt x="205" y="689"/>
                </a:cubicBezTo>
                <a:close/>
                <a:moveTo>
                  <a:pt x="261" y="753"/>
                </a:moveTo>
                <a:cubicBezTo>
                  <a:pt x="256" y="753"/>
                  <a:pt x="252" y="759"/>
                  <a:pt x="252" y="765"/>
                </a:cubicBezTo>
                <a:cubicBezTo>
                  <a:pt x="252" y="772"/>
                  <a:pt x="257" y="777"/>
                  <a:pt x="263" y="776"/>
                </a:cubicBezTo>
                <a:cubicBezTo>
                  <a:pt x="268" y="776"/>
                  <a:pt x="272" y="771"/>
                  <a:pt x="272" y="764"/>
                </a:cubicBezTo>
                <a:cubicBezTo>
                  <a:pt x="271" y="758"/>
                  <a:pt x="267" y="753"/>
                  <a:pt x="261" y="753"/>
                </a:cubicBezTo>
                <a:close/>
                <a:moveTo>
                  <a:pt x="429" y="757"/>
                </a:moveTo>
                <a:lnTo>
                  <a:pt x="457" y="766"/>
                </a:lnTo>
                <a:lnTo>
                  <a:pt x="449" y="808"/>
                </a:lnTo>
                <a:lnTo>
                  <a:pt x="437" y="809"/>
                </a:lnTo>
                <a:lnTo>
                  <a:pt x="421" y="845"/>
                </a:lnTo>
                <a:lnTo>
                  <a:pt x="392" y="837"/>
                </a:lnTo>
                <a:lnTo>
                  <a:pt x="397" y="781"/>
                </a:lnTo>
                <a:lnTo>
                  <a:pt x="413" y="760"/>
                </a:lnTo>
                <a:lnTo>
                  <a:pt x="429" y="757"/>
                </a:lnTo>
                <a:close/>
                <a:moveTo>
                  <a:pt x="429" y="767"/>
                </a:moveTo>
                <a:cubicBezTo>
                  <a:pt x="419" y="767"/>
                  <a:pt x="411" y="775"/>
                  <a:pt x="412" y="784"/>
                </a:cubicBezTo>
                <a:cubicBezTo>
                  <a:pt x="412" y="793"/>
                  <a:pt x="421" y="800"/>
                  <a:pt x="431" y="799"/>
                </a:cubicBezTo>
                <a:cubicBezTo>
                  <a:pt x="441" y="798"/>
                  <a:pt x="448" y="791"/>
                  <a:pt x="448" y="782"/>
                </a:cubicBezTo>
                <a:cubicBezTo>
                  <a:pt x="447" y="773"/>
                  <a:pt x="439" y="766"/>
                  <a:pt x="429" y="767"/>
                </a:cubicBezTo>
                <a:close/>
                <a:moveTo>
                  <a:pt x="145" y="841"/>
                </a:moveTo>
                <a:cubicBezTo>
                  <a:pt x="146" y="841"/>
                  <a:pt x="146" y="841"/>
                  <a:pt x="147" y="841"/>
                </a:cubicBezTo>
                <a:cubicBezTo>
                  <a:pt x="151" y="841"/>
                  <a:pt x="154" y="843"/>
                  <a:pt x="156" y="845"/>
                </a:cubicBezTo>
                <a:cubicBezTo>
                  <a:pt x="158" y="847"/>
                  <a:pt x="158" y="850"/>
                  <a:pt x="159" y="852"/>
                </a:cubicBezTo>
                <a:cubicBezTo>
                  <a:pt x="159" y="856"/>
                  <a:pt x="157" y="860"/>
                  <a:pt x="153" y="863"/>
                </a:cubicBezTo>
                <a:cubicBezTo>
                  <a:pt x="148" y="868"/>
                  <a:pt x="140" y="868"/>
                  <a:pt x="135" y="862"/>
                </a:cubicBezTo>
                <a:cubicBezTo>
                  <a:pt x="131" y="857"/>
                  <a:pt x="132" y="849"/>
                  <a:pt x="138" y="845"/>
                </a:cubicBezTo>
                <a:cubicBezTo>
                  <a:pt x="140" y="843"/>
                  <a:pt x="142" y="842"/>
                  <a:pt x="145" y="841"/>
                </a:cubicBezTo>
                <a:close/>
                <a:moveTo>
                  <a:pt x="753" y="867"/>
                </a:moveTo>
                <a:cubicBezTo>
                  <a:pt x="754" y="867"/>
                  <a:pt x="756" y="867"/>
                  <a:pt x="758" y="867"/>
                </a:cubicBezTo>
                <a:cubicBezTo>
                  <a:pt x="764" y="868"/>
                  <a:pt x="768" y="873"/>
                  <a:pt x="768" y="878"/>
                </a:cubicBezTo>
                <a:cubicBezTo>
                  <a:pt x="768" y="880"/>
                  <a:pt x="769" y="881"/>
                  <a:pt x="768" y="882"/>
                </a:cubicBezTo>
                <a:cubicBezTo>
                  <a:pt x="767" y="888"/>
                  <a:pt x="759" y="892"/>
                  <a:pt x="752" y="890"/>
                </a:cubicBezTo>
                <a:cubicBezTo>
                  <a:pt x="745" y="889"/>
                  <a:pt x="741" y="882"/>
                  <a:pt x="742" y="875"/>
                </a:cubicBezTo>
                <a:cubicBezTo>
                  <a:pt x="743" y="871"/>
                  <a:pt x="748" y="867"/>
                  <a:pt x="753" y="867"/>
                </a:cubicBezTo>
                <a:close/>
                <a:moveTo>
                  <a:pt x="98" y="908"/>
                </a:moveTo>
                <a:cubicBezTo>
                  <a:pt x="96" y="908"/>
                  <a:pt x="96" y="910"/>
                  <a:pt x="95" y="911"/>
                </a:cubicBezTo>
                <a:lnTo>
                  <a:pt x="60" y="974"/>
                </a:lnTo>
                <a:cubicBezTo>
                  <a:pt x="59" y="975"/>
                  <a:pt x="61" y="976"/>
                  <a:pt x="62" y="976"/>
                </a:cubicBezTo>
                <a:lnTo>
                  <a:pt x="728" y="979"/>
                </a:lnTo>
                <a:cubicBezTo>
                  <a:pt x="730" y="979"/>
                  <a:pt x="730" y="977"/>
                  <a:pt x="731" y="976"/>
                </a:cubicBezTo>
                <a:lnTo>
                  <a:pt x="808" y="929"/>
                </a:lnTo>
                <a:cubicBezTo>
                  <a:pt x="808" y="929"/>
                  <a:pt x="808" y="929"/>
                  <a:pt x="808" y="929"/>
                </a:cubicBezTo>
                <a:cubicBezTo>
                  <a:pt x="808" y="928"/>
                  <a:pt x="806" y="926"/>
                  <a:pt x="805" y="926"/>
                </a:cubicBezTo>
                <a:lnTo>
                  <a:pt x="98" y="908"/>
                </a:lnTo>
                <a:close/>
                <a:moveTo>
                  <a:pt x="108" y="941"/>
                </a:moveTo>
                <a:lnTo>
                  <a:pt x="490" y="951"/>
                </a:lnTo>
                <a:lnTo>
                  <a:pt x="482" y="965"/>
                </a:lnTo>
                <a:lnTo>
                  <a:pt x="94" y="960"/>
                </a:lnTo>
                <a:lnTo>
                  <a:pt x="108" y="94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12160319-42B6-4CFB-8A38-6736ABE69581}"/>
              </a:ext>
            </a:extLst>
          </p:cNvPr>
          <p:cNvSpPr txBox="1"/>
          <p:nvPr/>
        </p:nvSpPr>
        <p:spPr>
          <a:xfrm>
            <a:off x="6831510" y="958771"/>
            <a:ext cx="2405136" cy="369332"/>
          </a:xfrm>
          <a:prstGeom prst="rect">
            <a:avLst/>
          </a:prstGeom>
          <a:noFill/>
        </p:spPr>
        <p:txBody>
          <a:bodyPr wrap="square" rtlCol="0">
            <a:spAutoFit/>
          </a:bodyPr>
          <a:lstStyle/>
          <a:p>
            <a:pPr algn="l"/>
            <a:r>
              <a:rPr lang="en-GB" dirty="0">
                <a:latin typeface="Segoe UI" panose="020B0502040204020203" pitchFamily="34" charset="0"/>
              </a:rPr>
              <a:t>Scandisk</a:t>
            </a:r>
          </a:p>
        </p:txBody>
      </p:sp>
      <p:pic>
        <p:nvPicPr>
          <p:cNvPr id="19" name="Picture 18" descr="A close up of a logo&#10;&#10;Description automatically generated">
            <a:hlinkClick r:id="rId15" action="ppaction://hlinksldjump"/>
            <a:extLst>
              <a:ext uri="{FF2B5EF4-FFF2-40B4-BE49-F238E27FC236}">
                <a16:creationId xmlns:a16="http://schemas.microsoft.com/office/drawing/2014/main" id="{F08A382A-92F6-47F6-B195-25739FB281CF}"/>
              </a:ext>
            </a:extLst>
          </p:cNvPr>
          <p:cNvPicPr>
            <a:picLocks noChangeAspect="1"/>
          </p:cNvPicPr>
          <p:nvPr/>
        </p:nvPicPr>
        <p:blipFill rotWithShape="1">
          <a:blip r:embed="rId16">
            <a:biLevel thresh="50000"/>
            <a:extLst>
              <a:ext uri="{28A0092B-C50C-407E-A947-70E740481C1C}">
                <a14:useLocalDpi xmlns:a14="http://schemas.microsoft.com/office/drawing/2010/main" val="0"/>
              </a:ext>
            </a:extLst>
          </a:blip>
          <a:srcRect l="14352" t="14957" r="14957" b="15601"/>
          <a:stretch/>
        </p:blipFill>
        <p:spPr>
          <a:xfrm>
            <a:off x="140192" y="323440"/>
            <a:ext cx="582778" cy="572477"/>
          </a:xfrm>
          <a:prstGeom prst="rect">
            <a:avLst/>
          </a:prstGeom>
        </p:spPr>
      </p:pic>
      <p:pic>
        <p:nvPicPr>
          <p:cNvPr id="21" name="Picture 2" descr="Image result for terminal icon">
            <a:hlinkClick r:id="rId17" action="ppaction://hlinksldjump"/>
            <a:extLst>
              <a:ext uri="{FF2B5EF4-FFF2-40B4-BE49-F238E27FC236}">
                <a16:creationId xmlns:a16="http://schemas.microsoft.com/office/drawing/2014/main" id="{E4C88116-16FD-4082-B029-58B82C2E2E4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57942" y="404038"/>
            <a:ext cx="650216" cy="650216"/>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5AF1CA31-08C8-4166-9FF8-855FD3844AB7}"/>
              </a:ext>
            </a:extLst>
          </p:cNvPr>
          <p:cNvSpPr txBox="1"/>
          <p:nvPr/>
        </p:nvSpPr>
        <p:spPr>
          <a:xfrm>
            <a:off x="8288170" y="1071607"/>
            <a:ext cx="2913321" cy="369332"/>
          </a:xfrm>
          <a:prstGeom prst="rect">
            <a:avLst/>
          </a:prstGeom>
          <a:noFill/>
        </p:spPr>
        <p:txBody>
          <a:bodyPr wrap="square" rtlCol="0">
            <a:spAutoFit/>
          </a:bodyPr>
          <a:lstStyle/>
          <a:p>
            <a:pPr algn="l"/>
            <a:r>
              <a:rPr lang="en-GB" dirty="0">
                <a:latin typeface="Segoe UI" panose="020B0502040204020203" pitchFamily="34" charset="0"/>
              </a:rPr>
              <a:t>CMD</a:t>
            </a:r>
          </a:p>
        </p:txBody>
      </p:sp>
      <p:sp>
        <p:nvSpPr>
          <p:cNvPr id="24" name="TextBox 23">
            <a:extLst>
              <a:ext uri="{FF2B5EF4-FFF2-40B4-BE49-F238E27FC236}">
                <a16:creationId xmlns:a16="http://schemas.microsoft.com/office/drawing/2014/main" id="{0AA058F6-3B34-4445-ADE2-01D883B722CB}"/>
              </a:ext>
            </a:extLst>
          </p:cNvPr>
          <p:cNvSpPr txBox="1"/>
          <p:nvPr/>
        </p:nvSpPr>
        <p:spPr>
          <a:xfrm>
            <a:off x="9335386" y="1226733"/>
            <a:ext cx="1866105" cy="369332"/>
          </a:xfrm>
          <a:prstGeom prst="rect">
            <a:avLst/>
          </a:prstGeom>
          <a:noFill/>
        </p:spPr>
        <p:txBody>
          <a:bodyPr wrap="square" rtlCol="0">
            <a:spAutoFit/>
          </a:bodyPr>
          <a:lstStyle/>
          <a:p>
            <a:pPr algn="l"/>
            <a:r>
              <a:rPr lang="en-GB" dirty="0">
                <a:latin typeface="Segoe UI" panose="020B0502040204020203" pitchFamily="34" charset="0"/>
              </a:rPr>
              <a:t>AIM</a:t>
            </a:r>
          </a:p>
        </p:txBody>
      </p:sp>
      <p:pic>
        <p:nvPicPr>
          <p:cNvPr id="28" name="Graphic 27">
            <a:hlinkClick r:id="rId18" action="ppaction://hlinksldjump"/>
            <a:extLst>
              <a:ext uri="{FF2B5EF4-FFF2-40B4-BE49-F238E27FC236}">
                <a16:creationId xmlns:a16="http://schemas.microsoft.com/office/drawing/2014/main" id="{524BFA6B-44C6-4312-80C7-D5FF4D98F96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395638" y="536844"/>
            <a:ext cx="457200" cy="457200"/>
          </a:xfrm>
          <a:prstGeom prst="rect">
            <a:avLst/>
          </a:prstGeom>
        </p:spPr>
      </p:pic>
    </p:spTree>
    <p:extLst>
      <p:ext uri="{BB962C8B-B14F-4D97-AF65-F5344CB8AC3E}">
        <p14:creationId xmlns:p14="http://schemas.microsoft.com/office/powerpoint/2010/main" val="4178771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hlinkClick r:id="rId3" action="ppaction://hlinksldjump"/>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a:p>
            <a:pPr algn="ctr"/>
            <a:r>
              <a:rPr lang="en-GB" dirty="0">
                <a:latin typeface="Segoe UI" panose="020B0502040204020203" pitchFamily="34" charset="0"/>
              </a:rPr>
              <a:t>EDGE 1</a:t>
            </a:r>
          </a:p>
          <a:p>
            <a:pPr algn="ctr"/>
            <a:r>
              <a:rPr lang="en-GB" dirty="0">
                <a:latin typeface="Segoe UI" panose="020B0502040204020203" pitchFamily="34" charset="0"/>
              </a:rPr>
              <a:t>Registered to:</a:t>
            </a:r>
          </a:p>
          <a:p>
            <a:pPr algn="ctr"/>
            <a:r>
              <a:rPr lang="en-GB" dirty="0">
                <a:latin typeface="Segoe UI" panose="020B0502040204020203" pitchFamily="34" charset="0"/>
              </a:rPr>
              <a:t>Username</a:t>
            </a:r>
          </a:p>
          <a:p>
            <a:pPr algn="ctr"/>
            <a:r>
              <a:rPr lang="en-GB" dirty="0">
                <a:latin typeface="Segoe UI" panose="020B0502040204020203" pitchFamily="34" charset="0"/>
              </a:rPr>
              <a:t>Company</a:t>
            </a:r>
          </a:p>
          <a:p>
            <a:pPr algn="ctr"/>
            <a:endParaRPr lang="en-GB" dirty="0">
              <a:latin typeface="Segoe UI" panose="020B0502040204020203" pitchFamily="34" charset="0"/>
            </a:endParaRPr>
          </a:p>
          <a:p>
            <a:pPr algn="ctr"/>
            <a:endParaRPr lang="en-GB" dirty="0">
              <a:latin typeface="Segoe UI" panose="020B0502040204020203" pitchFamily="34" charset="0"/>
            </a:endParaRPr>
          </a:p>
        </p:txBody>
      </p:sp>
      <p:pic>
        <p:nvPicPr>
          <p:cNvPr id="4" name="Graphic 3">
            <a:hlinkClick r:id="rId4"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87440" y="2015755"/>
            <a:ext cx="238346" cy="238346"/>
          </a:xfrm>
          <a:prstGeom prst="rect">
            <a:avLst/>
          </a:prstGeom>
        </p:spPr>
      </p:pic>
      <p:sp>
        <p:nvSpPr>
          <p:cNvPr id="3" name="TextBox 2">
            <a:extLst>
              <a:ext uri="{FF2B5EF4-FFF2-40B4-BE49-F238E27FC236}">
                <a16:creationId xmlns:a16="http://schemas.microsoft.com/office/drawing/2014/main" id="{1BCE7B19-EEE1-4B57-995D-2EEC780BA894}"/>
              </a:ext>
            </a:extLst>
          </p:cNvPr>
          <p:cNvSpPr txBox="1"/>
          <p:nvPr/>
        </p:nvSpPr>
        <p:spPr>
          <a:xfrm>
            <a:off x="3338623" y="4582633"/>
            <a:ext cx="1786270" cy="369332"/>
          </a:xfrm>
          <a:prstGeom prst="rect">
            <a:avLst/>
          </a:prstGeom>
          <a:noFill/>
        </p:spPr>
        <p:txBody>
          <a:bodyPr wrap="square" rtlCol="0">
            <a:spAutoFit/>
          </a:bodyPr>
          <a:lstStyle/>
          <a:p>
            <a:pPr algn="l"/>
            <a:r>
              <a:rPr lang="en-GB" dirty="0">
                <a:latin typeface="Segoe UI" panose="020B0502040204020203" pitchFamily="34" charset="0"/>
              </a:rPr>
              <a:t>V1. 04</a:t>
            </a:r>
          </a:p>
        </p:txBody>
      </p:sp>
      <p:pic>
        <p:nvPicPr>
          <p:cNvPr id="6" name="Picture 5" descr="A close up of a logo&#10;&#10;Description automatically generated">
            <a:extLst>
              <a:ext uri="{FF2B5EF4-FFF2-40B4-BE49-F238E27FC236}">
                <a16:creationId xmlns:a16="http://schemas.microsoft.com/office/drawing/2014/main" id="{52A2775E-540C-44CF-B1E7-3341BCFB8C54}"/>
              </a:ext>
            </a:extLst>
          </p:cNvPr>
          <p:cNvPicPr>
            <a:picLocks noChangeAspect="1"/>
          </p:cNvPicPr>
          <p:nvPr/>
        </p:nvPicPr>
        <p:blipFill rotWithShape="1">
          <a:blip r:embed="rId7">
            <a:biLevel thresh="50000"/>
            <a:extLst>
              <a:ext uri="{28A0092B-C50C-407E-A947-70E740481C1C}">
                <a14:useLocalDpi xmlns:a14="http://schemas.microsoft.com/office/drawing/2010/main" val="0"/>
              </a:ext>
            </a:extLst>
          </a:blip>
          <a:srcRect l="14352" t="14957" r="14957" b="15601"/>
          <a:stretch/>
        </p:blipFill>
        <p:spPr>
          <a:xfrm>
            <a:off x="4371356" y="3141723"/>
            <a:ext cx="582778" cy="572477"/>
          </a:xfrm>
          <a:prstGeom prst="rect">
            <a:avLst/>
          </a:prstGeom>
        </p:spPr>
      </p:pic>
    </p:spTree>
    <p:extLst>
      <p:ext uri="{BB962C8B-B14F-4D97-AF65-F5344CB8AC3E}">
        <p14:creationId xmlns:p14="http://schemas.microsoft.com/office/powerpoint/2010/main" val="2992698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EDGE v1.04***stable browser***stable OS build</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Welcome to the Internet, Administrator!</a:t>
            </a:r>
          </a:p>
          <a:p>
            <a:pPr algn="ctr"/>
            <a:r>
              <a:rPr lang="en-GB" dirty="0">
                <a:latin typeface="Segoe UI" panose="020B0502040204020203" pitchFamily="34" charset="0"/>
              </a:rPr>
              <a:t>Click on a link to go to the corresponding website:</a:t>
            </a:r>
          </a:p>
          <a:p>
            <a:pPr algn="ctr"/>
            <a:r>
              <a:rPr lang="en-GB" dirty="0">
                <a:latin typeface="Segoe UI" panose="020B0502040204020203" pitchFamily="34" charset="0"/>
                <a:hlinkClick r:id="rId2" action="ppaction://hlinksldjump"/>
              </a:rPr>
              <a:t>Google</a:t>
            </a:r>
            <a:endParaRPr lang="en-GB" dirty="0">
              <a:latin typeface="Segoe UI" panose="020B0502040204020203" pitchFamily="34" charset="0"/>
            </a:endParaRPr>
          </a:p>
          <a:p>
            <a:pPr algn="ctr"/>
            <a:r>
              <a:rPr lang="en-GB" dirty="0">
                <a:latin typeface="Segoe UI" panose="020B0502040204020203" pitchFamily="34" charset="0"/>
                <a:hlinkClick r:id="rId3" action="ppaction://hlinksldjump"/>
              </a:rPr>
              <a:t>Bing</a:t>
            </a:r>
            <a:endParaRPr lang="en-GB" dirty="0">
              <a:latin typeface="Segoe UI" panose="020B0502040204020203" pitchFamily="34" charset="0"/>
            </a:endParaRPr>
          </a:p>
          <a:p>
            <a:pPr algn="ctr"/>
            <a:r>
              <a:rPr lang="en-GB" dirty="0">
                <a:latin typeface="Segoe UI" panose="020B0502040204020203" pitchFamily="34" charset="0"/>
                <a:hlinkClick r:id="rId4" action="ppaction://hlinksldjump"/>
              </a:rPr>
              <a:t>Ask Jeeves</a:t>
            </a:r>
            <a:endParaRPr lang="en-GB" dirty="0">
              <a:latin typeface="Segoe UI" panose="020B0502040204020203" pitchFamily="34" charset="0"/>
            </a:endParaRPr>
          </a:p>
          <a:p>
            <a:pPr algn="ctr"/>
            <a:r>
              <a:rPr lang="en-GB" dirty="0">
                <a:latin typeface="Segoe UI" panose="020B0502040204020203" pitchFamily="34" charset="0"/>
                <a:hlinkClick r:id="rId5" action="ppaction://hlinksldjump"/>
              </a:rPr>
              <a:t>Windos official</a:t>
            </a:r>
            <a:endParaRPr lang="en-GB" dirty="0">
              <a:latin typeface="Segoe UI" panose="020B0502040204020203" pitchFamily="34" charset="0"/>
            </a:endParaRPr>
          </a:p>
          <a:p>
            <a:pPr algn="ctr"/>
            <a:r>
              <a:rPr lang="en-GB" dirty="0">
                <a:latin typeface="Segoe UI" panose="020B0502040204020203" pitchFamily="34" charset="0"/>
                <a:hlinkClick r:id="rId6" action="ppaction://hlinksldjump"/>
              </a:rPr>
              <a:t>Version Plan XP</a:t>
            </a:r>
            <a:endParaRPr lang="en-GB" dirty="0">
              <a:latin typeface="Segoe UI" panose="020B0502040204020203" pitchFamily="34" charset="0"/>
            </a:endParaRPr>
          </a:p>
          <a:p>
            <a:pPr algn="ctr"/>
            <a:r>
              <a:rPr lang="en-GB" dirty="0">
                <a:latin typeface="Segoe UI" panose="020B0502040204020203" pitchFamily="34" charset="0"/>
                <a:hlinkClick r:id="rId7" action="ppaction://hlinksldjump"/>
              </a:rPr>
              <a:t>EDGE insider</a:t>
            </a:r>
            <a:endParaRPr lang="en-GB" dirty="0">
              <a:latin typeface="Segoe UI" panose="020B0502040204020203" pitchFamily="34" charset="0"/>
            </a:endParaRPr>
          </a:p>
          <a:p>
            <a:pPr algn="ctr"/>
            <a:r>
              <a:rPr lang="en-GB" dirty="0">
                <a:latin typeface="Segoe UI" panose="020B0502040204020203" pitchFamily="34" charset="0"/>
                <a:hlinkClick r:id="rId8" action="ppaction://hlinksldjump"/>
              </a:rPr>
              <a:t>Google Krom</a:t>
            </a:r>
            <a:endParaRPr lang="en-GB" dirty="0">
              <a:latin typeface="Segoe UI" panose="020B0502040204020203" pitchFamily="34" charset="0"/>
            </a:endParaRPr>
          </a:p>
          <a:p>
            <a:pPr algn="ctr"/>
            <a:endParaRPr lang="en-GB" dirty="0">
              <a:latin typeface="Segoe UI" panose="020B0502040204020203" pitchFamily="34" charset="0"/>
            </a:endParaRPr>
          </a:p>
        </p:txBody>
      </p:sp>
      <p:pic>
        <p:nvPicPr>
          <p:cNvPr id="4" name="Graphic 3">
            <a:hlinkClick r:id="rId9"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953654" y="-36329"/>
            <a:ext cx="238346" cy="238346"/>
          </a:xfrm>
          <a:prstGeom prst="rect">
            <a:avLst/>
          </a:prstGeom>
        </p:spPr>
      </p:pic>
      <p:sp>
        <p:nvSpPr>
          <p:cNvPr id="10" name="Rectangle 9">
            <a:extLst>
              <a:ext uri="{FF2B5EF4-FFF2-40B4-BE49-F238E27FC236}">
                <a16:creationId xmlns:a16="http://schemas.microsoft.com/office/drawing/2014/main" id="{39CBD43C-2188-477B-9BA9-5DED4E9E2691}"/>
              </a:ext>
            </a:extLst>
          </p:cNvPr>
          <p:cNvSpPr/>
          <p:nvPr/>
        </p:nvSpPr>
        <p:spPr>
          <a:xfrm>
            <a:off x="0" y="6507126"/>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12" action="ppaction://hlinksldjump"/>
              </a:rPr>
              <a:t>Home</a:t>
            </a:r>
            <a:r>
              <a:rPr lang="en-GB" dirty="0"/>
              <a:t>******</a:t>
            </a:r>
            <a:r>
              <a:rPr lang="en-GB" dirty="0">
                <a:hlinkClick r:id="rId13" action="ppaction://hlinksldjump"/>
              </a:rPr>
              <a:t>CMD</a:t>
            </a:r>
            <a:r>
              <a:rPr lang="en-GB" dirty="0"/>
              <a:t>***add-ins***</a:t>
            </a:r>
            <a:r>
              <a:rPr lang="en-GB" dirty="0">
                <a:hlinkClick r:id="rId14" action="ppaction://hlinksldjump"/>
              </a:rPr>
              <a:t>launch INSIDER</a:t>
            </a:r>
            <a:r>
              <a:rPr lang="en-GB" dirty="0"/>
              <a:t>***</a:t>
            </a:r>
            <a:r>
              <a:rPr lang="en-GB" dirty="0">
                <a:hlinkClick r:id="rId9" action="ppaction://hlinksldjump"/>
              </a:rPr>
              <a:t>exit</a:t>
            </a:r>
            <a:endParaRPr lang="en-GB" dirty="0"/>
          </a:p>
        </p:txBody>
      </p:sp>
      <p:sp>
        <p:nvSpPr>
          <p:cNvPr id="11" name="Rectangle 10">
            <a:extLst>
              <a:ext uri="{FF2B5EF4-FFF2-40B4-BE49-F238E27FC236}">
                <a16:creationId xmlns:a16="http://schemas.microsoft.com/office/drawing/2014/main" id="{EF00D0E3-0309-4AC9-A8B8-2D74EDFF9FF9}"/>
              </a:ext>
            </a:extLst>
          </p:cNvPr>
          <p:cNvSpPr/>
          <p:nvPr/>
        </p:nvSpPr>
        <p:spPr>
          <a:xfrm>
            <a:off x="0" y="202017"/>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Edge://home</a:t>
            </a:r>
          </a:p>
        </p:txBody>
      </p:sp>
      <p:pic>
        <p:nvPicPr>
          <p:cNvPr id="13" name="Picture 12" descr="A close up of a logo&#10;&#10;Description automatically generated">
            <a:extLst>
              <a:ext uri="{FF2B5EF4-FFF2-40B4-BE49-F238E27FC236}">
                <a16:creationId xmlns:a16="http://schemas.microsoft.com/office/drawing/2014/main" id="{E792C1A1-2727-4F45-B8AA-2873ABACCC2A}"/>
              </a:ext>
            </a:extLst>
          </p:cNvPr>
          <p:cNvPicPr>
            <a:picLocks noChangeAspect="1"/>
          </p:cNvPicPr>
          <p:nvPr/>
        </p:nvPicPr>
        <p:blipFill rotWithShape="1">
          <a:blip r:embed="rId15">
            <a:biLevel thresh="50000"/>
            <a:extLst>
              <a:ext uri="{28A0092B-C50C-407E-A947-70E740481C1C}">
                <a14:useLocalDpi xmlns:a14="http://schemas.microsoft.com/office/drawing/2010/main" val="0"/>
              </a:ext>
            </a:extLst>
          </a:blip>
          <a:srcRect l="14352" t="14957" r="14957" b="15601"/>
          <a:stretch/>
        </p:blipFill>
        <p:spPr>
          <a:xfrm>
            <a:off x="0" y="222396"/>
            <a:ext cx="361507" cy="355117"/>
          </a:xfrm>
          <a:prstGeom prst="rect">
            <a:avLst/>
          </a:prstGeom>
        </p:spPr>
      </p:pic>
      <p:sp>
        <p:nvSpPr>
          <p:cNvPr id="14" name="TextBox 13">
            <a:extLst>
              <a:ext uri="{FF2B5EF4-FFF2-40B4-BE49-F238E27FC236}">
                <a16:creationId xmlns:a16="http://schemas.microsoft.com/office/drawing/2014/main" id="{6C8BE9E7-011A-4939-B7D3-3736FBDEF720}"/>
              </a:ext>
            </a:extLst>
          </p:cNvPr>
          <p:cNvSpPr txBox="1"/>
          <p:nvPr/>
        </p:nvSpPr>
        <p:spPr>
          <a:xfrm>
            <a:off x="74428" y="577513"/>
            <a:ext cx="11430000" cy="369332"/>
          </a:xfrm>
          <a:prstGeom prst="rect">
            <a:avLst/>
          </a:prstGeom>
          <a:noFill/>
        </p:spPr>
        <p:txBody>
          <a:bodyPr wrap="square" rtlCol="0">
            <a:spAutoFit/>
          </a:bodyPr>
          <a:lstStyle/>
          <a:p>
            <a:pPr algn="l"/>
            <a:r>
              <a:rPr lang="en-GB" dirty="0">
                <a:latin typeface="Segoe UI" panose="020B0502040204020203" pitchFamily="34" charset="0"/>
              </a:rPr>
              <a:t>INSIDER is now built into EDGE! </a:t>
            </a:r>
          </a:p>
        </p:txBody>
      </p:sp>
    </p:spTree>
    <p:extLst>
      <p:ext uri="{BB962C8B-B14F-4D97-AF65-F5344CB8AC3E}">
        <p14:creationId xmlns:p14="http://schemas.microsoft.com/office/powerpoint/2010/main" val="4097018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hlinkClick r:id="rId3" action="ppaction://hlinksldjump"/>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Windos help utility</a:t>
            </a:r>
          </a:p>
          <a:p>
            <a:pPr algn="ctr"/>
            <a:r>
              <a:rPr lang="en-GB" dirty="0">
                <a:latin typeface="Segoe UI" panose="020B0502040204020203" pitchFamily="34" charset="0"/>
              </a:rPr>
              <a:t>V1.01</a:t>
            </a:r>
          </a:p>
          <a:p>
            <a:pPr algn="ctr"/>
            <a:r>
              <a:rPr lang="en-GB" dirty="0">
                <a:latin typeface="Segoe UI" panose="020B0502040204020203" pitchFamily="34" charset="0"/>
              </a:rPr>
              <a:t>For Windos XP</a:t>
            </a:r>
          </a:p>
        </p:txBody>
      </p:sp>
      <p:pic>
        <p:nvPicPr>
          <p:cNvPr id="4" name="Graphic 3">
            <a:hlinkClick r:id="rId4"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87440" y="2015755"/>
            <a:ext cx="238346" cy="238346"/>
          </a:xfrm>
          <a:prstGeom prst="rect">
            <a:avLst/>
          </a:prstGeom>
        </p:spPr>
      </p:pic>
    </p:spTree>
    <p:extLst>
      <p:ext uri="{BB962C8B-B14F-4D97-AF65-F5344CB8AC3E}">
        <p14:creationId xmlns:p14="http://schemas.microsoft.com/office/powerpoint/2010/main" val="40915227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Help error</a:t>
            </a: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Help cannot find windos.hlp in \Windos\system\</a:t>
            </a:r>
          </a:p>
          <a:p>
            <a:pPr algn="ctr"/>
            <a:r>
              <a:rPr lang="en-GB" dirty="0">
                <a:latin typeface="Segoe UI" panose="020B0502040204020203" pitchFamily="34" charset="0"/>
              </a:rPr>
              <a:t>Please update and try again. </a:t>
            </a: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Tree>
    <p:extLst>
      <p:ext uri="{BB962C8B-B14F-4D97-AF65-F5344CB8AC3E}">
        <p14:creationId xmlns:p14="http://schemas.microsoft.com/office/powerpoint/2010/main" val="39437203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Explorer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5" name="Rectangle 4">
            <a:extLst>
              <a:ext uri="{FF2B5EF4-FFF2-40B4-BE49-F238E27FC236}">
                <a16:creationId xmlns:a16="http://schemas.microsoft.com/office/drawing/2014/main" id="{390645DD-7382-41E7-818B-03F100D4983F}"/>
              </a:ext>
            </a:extLst>
          </p:cNvPr>
          <p:cNvSpPr/>
          <p:nvPr/>
        </p:nvSpPr>
        <p:spPr>
          <a:xfrm>
            <a:off x="0" y="213534"/>
            <a:ext cx="12192000" cy="2020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6" name="Graphic 5">
            <a:hlinkClick r:id="rId5" action="ppaction://hlinksldjump"/>
            <a:extLst>
              <a:ext uri="{FF2B5EF4-FFF2-40B4-BE49-F238E27FC236}">
                <a16:creationId xmlns:a16="http://schemas.microsoft.com/office/drawing/2014/main" id="{94D2F450-89D1-4D48-B68C-CAB249F59C4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7003" y="427068"/>
            <a:ext cx="457200" cy="457200"/>
          </a:xfrm>
          <a:prstGeom prst="rect">
            <a:avLst/>
          </a:prstGeom>
        </p:spPr>
      </p:pic>
      <p:sp>
        <p:nvSpPr>
          <p:cNvPr id="7" name="TextBox 6">
            <a:extLst>
              <a:ext uri="{FF2B5EF4-FFF2-40B4-BE49-F238E27FC236}">
                <a16:creationId xmlns:a16="http://schemas.microsoft.com/office/drawing/2014/main" id="{C3E46A11-18D1-4E5C-B239-CA5B19CF2458}"/>
              </a:ext>
            </a:extLst>
          </p:cNvPr>
          <p:cNvSpPr txBox="1"/>
          <p:nvPr/>
        </p:nvSpPr>
        <p:spPr>
          <a:xfrm>
            <a:off x="95693" y="884268"/>
            <a:ext cx="2498651" cy="276999"/>
          </a:xfrm>
          <a:prstGeom prst="rect">
            <a:avLst/>
          </a:prstGeom>
          <a:noFill/>
        </p:spPr>
        <p:txBody>
          <a:bodyPr wrap="square" rtlCol="0">
            <a:spAutoFit/>
          </a:bodyPr>
          <a:lstStyle/>
          <a:p>
            <a:pPr algn="l"/>
            <a:r>
              <a:rPr lang="en-GB" sz="1200" dirty="0">
                <a:latin typeface="Segoe UI" panose="020B0502040204020203" pitchFamily="34" charset="0"/>
              </a:rPr>
              <a:t>\</a:t>
            </a:r>
          </a:p>
        </p:txBody>
      </p:sp>
    </p:spTree>
    <p:extLst>
      <p:ext uri="{BB962C8B-B14F-4D97-AF65-F5344CB8AC3E}">
        <p14:creationId xmlns:p14="http://schemas.microsoft.com/office/powerpoint/2010/main" val="1376991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Explorer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5" name="Rectangle 4">
            <a:extLst>
              <a:ext uri="{FF2B5EF4-FFF2-40B4-BE49-F238E27FC236}">
                <a16:creationId xmlns:a16="http://schemas.microsoft.com/office/drawing/2014/main" id="{390645DD-7382-41E7-818B-03F100D4983F}"/>
              </a:ext>
            </a:extLst>
          </p:cNvPr>
          <p:cNvSpPr/>
          <p:nvPr/>
        </p:nvSpPr>
        <p:spPr>
          <a:xfrm>
            <a:off x="0" y="213534"/>
            <a:ext cx="12192000" cy="2020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a:t>
            </a:r>
          </a:p>
        </p:txBody>
      </p:sp>
      <p:pic>
        <p:nvPicPr>
          <p:cNvPr id="6" name="Graphic 5">
            <a:hlinkClick r:id="rId5" action="ppaction://hlinksldjump"/>
            <a:extLst>
              <a:ext uri="{FF2B5EF4-FFF2-40B4-BE49-F238E27FC236}">
                <a16:creationId xmlns:a16="http://schemas.microsoft.com/office/drawing/2014/main" id="{8B2E72F6-C5EF-45C3-AFE6-398902305F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6540" y="427068"/>
            <a:ext cx="536707" cy="536707"/>
          </a:xfrm>
          <a:prstGeom prst="rect">
            <a:avLst/>
          </a:prstGeom>
        </p:spPr>
      </p:pic>
      <p:sp>
        <p:nvSpPr>
          <p:cNvPr id="7" name="TextBox 6">
            <a:extLst>
              <a:ext uri="{FF2B5EF4-FFF2-40B4-BE49-F238E27FC236}">
                <a16:creationId xmlns:a16="http://schemas.microsoft.com/office/drawing/2014/main" id="{A6546E7C-C0A6-41B1-8AD7-8AF6C935F2F8}"/>
              </a:ext>
            </a:extLst>
          </p:cNvPr>
          <p:cNvSpPr txBox="1"/>
          <p:nvPr/>
        </p:nvSpPr>
        <p:spPr>
          <a:xfrm>
            <a:off x="85060" y="963775"/>
            <a:ext cx="1690577" cy="276999"/>
          </a:xfrm>
          <a:prstGeom prst="rect">
            <a:avLst/>
          </a:prstGeom>
          <a:noFill/>
        </p:spPr>
        <p:txBody>
          <a:bodyPr wrap="square" rtlCol="0">
            <a:spAutoFit/>
          </a:bodyPr>
          <a:lstStyle/>
          <a:p>
            <a:pPr algn="l"/>
            <a:r>
              <a:rPr lang="en-GB" sz="1200" dirty="0">
                <a:latin typeface="Segoe UI" panose="020B0502040204020203" pitchFamily="34" charset="0"/>
              </a:rPr>
              <a:t>Windos</a:t>
            </a:r>
          </a:p>
        </p:txBody>
      </p:sp>
      <p:pic>
        <p:nvPicPr>
          <p:cNvPr id="8" name="Graphic 7">
            <a:hlinkClick r:id="rId8" action="ppaction://hlinksldjump"/>
            <a:extLst>
              <a:ext uri="{FF2B5EF4-FFF2-40B4-BE49-F238E27FC236}">
                <a16:creationId xmlns:a16="http://schemas.microsoft.com/office/drawing/2014/main" id="{1C41CE48-090A-4E5D-87ED-ABBA50BE2C1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208978" y="457075"/>
            <a:ext cx="476692" cy="476692"/>
          </a:xfrm>
          <a:prstGeom prst="rect">
            <a:avLst/>
          </a:prstGeom>
        </p:spPr>
      </p:pic>
      <p:sp>
        <p:nvSpPr>
          <p:cNvPr id="9" name="TextBox 8">
            <a:extLst>
              <a:ext uri="{FF2B5EF4-FFF2-40B4-BE49-F238E27FC236}">
                <a16:creationId xmlns:a16="http://schemas.microsoft.com/office/drawing/2014/main" id="{91E4146E-56F6-4B42-9551-3F50F733EFDF}"/>
              </a:ext>
            </a:extLst>
          </p:cNvPr>
          <p:cNvSpPr txBox="1"/>
          <p:nvPr/>
        </p:nvSpPr>
        <p:spPr>
          <a:xfrm>
            <a:off x="818707" y="933767"/>
            <a:ext cx="1818167" cy="276999"/>
          </a:xfrm>
          <a:prstGeom prst="rect">
            <a:avLst/>
          </a:prstGeom>
          <a:noFill/>
        </p:spPr>
        <p:txBody>
          <a:bodyPr wrap="square" rtlCol="0">
            <a:spAutoFit/>
          </a:bodyPr>
          <a:lstStyle/>
          <a:p>
            <a:pPr algn="l"/>
            <a:r>
              <a:rPr lang="en-GB" sz="1200" dirty="0">
                <a:latin typeface="Segoe UI" panose="020B0502040204020203" pitchFamily="34" charset="0"/>
              </a:rPr>
              <a:t>User</a:t>
            </a:r>
          </a:p>
        </p:txBody>
      </p:sp>
      <p:pic>
        <p:nvPicPr>
          <p:cNvPr id="10" name="Graphic 9" descr="Chess pieces">
            <a:extLst>
              <a:ext uri="{FF2B5EF4-FFF2-40B4-BE49-F238E27FC236}">
                <a16:creationId xmlns:a16="http://schemas.microsoft.com/office/drawing/2014/main" id="{040BF4B3-0A1C-49D7-9795-A29A71C227C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321406" y="451318"/>
            <a:ext cx="476692" cy="476692"/>
          </a:xfrm>
          <a:prstGeom prst="rect">
            <a:avLst/>
          </a:prstGeom>
        </p:spPr>
      </p:pic>
      <p:sp>
        <p:nvSpPr>
          <p:cNvPr id="11" name="TextBox 10">
            <a:extLst>
              <a:ext uri="{FF2B5EF4-FFF2-40B4-BE49-F238E27FC236}">
                <a16:creationId xmlns:a16="http://schemas.microsoft.com/office/drawing/2014/main" id="{FD0C3902-E428-4F57-9604-D3F111283C44}"/>
              </a:ext>
            </a:extLst>
          </p:cNvPr>
          <p:cNvSpPr txBox="1"/>
          <p:nvPr/>
        </p:nvSpPr>
        <p:spPr>
          <a:xfrm>
            <a:off x="2062716" y="928010"/>
            <a:ext cx="2052084" cy="276999"/>
          </a:xfrm>
          <a:prstGeom prst="rect">
            <a:avLst/>
          </a:prstGeom>
          <a:noFill/>
        </p:spPr>
        <p:txBody>
          <a:bodyPr wrap="square" rtlCol="0">
            <a:spAutoFit/>
          </a:bodyPr>
          <a:lstStyle/>
          <a:p>
            <a:pPr algn="l"/>
            <a:r>
              <a:rPr lang="en-GB" sz="1200" dirty="0">
                <a:latin typeface="Segoe UI" panose="020B0502040204020203" pitchFamily="34" charset="0"/>
              </a:rPr>
              <a:t>ALLAPPS</a:t>
            </a:r>
          </a:p>
        </p:txBody>
      </p:sp>
    </p:spTree>
    <p:extLst>
      <p:ext uri="{BB962C8B-B14F-4D97-AF65-F5344CB8AC3E}">
        <p14:creationId xmlns:p14="http://schemas.microsoft.com/office/powerpoint/2010/main" val="24701311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Explorer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5" name="Rectangle 4">
            <a:extLst>
              <a:ext uri="{FF2B5EF4-FFF2-40B4-BE49-F238E27FC236}">
                <a16:creationId xmlns:a16="http://schemas.microsoft.com/office/drawing/2014/main" id="{390645DD-7382-41E7-818B-03F100D4983F}"/>
              </a:ext>
            </a:extLst>
          </p:cNvPr>
          <p:cNvSpPr/>
          <p:nvPr/>
        </p:nvSpPr>
        <p:spPr>
          <a:xfrm>
            <a:off x="0" y="213534"/>
            <a:ext cx="12192000" cy="2020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\Windos</a:t>
            </a:r>
          </a:p>
        </p:txBody>
      </p:sp>
      <p:pic>
        <p:nvPicPr>
          <p:cNvPr id="6" name="Graphic 5">
            <a:hlinkClick r:id="rId5" action="ppaction://hlinksldjump"/>
            <a:extLst>
              <a:ext uri="{FF2B5EF4-FFF2-40B4-BE49-F238E27FC236}">
                <a16:creationId xmlns:a16="http://schemas.microsoft.com/office/drawing/2014/main" id="{FC1CC71A-434C-4526-9948-253BF9B8FFC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070" y="415553"/>
            <a:ext cx="536707" cy="536707"/>
          </a:xfrm>
          <a:prstGeom prst="rect">
            <a:avLst/>
          </a:prstGeom>
        </p:spPr>
      </p:pic>
      <p:sp>
        <p:nvSpPr>
          <p:cNvPr id="7" name="TextBox 6">
            <a:extLst>
              <a:ext uri="{FF2B5EF4-FFF2-40B4-BE49-F238E27FC236}">
                <a16:creationId xmlns:a16="http://schemas.microsoft.com/office/drawing/2014/main" id="{99DF91B8-AD03-428D-BD6C-422F2E937AAD}"/>
              </a:ext>
            </a:extLst>
          </p:cNvPr>
          <p:cNvSpPr txBox="1"/>
          <p:nvPr/>
        </p:nvSpPr>
        <p:spPr>
          <a:xfrm>
            <a:off x="0" y="786809"/>
            <a:ext cx="1998921" cy="276999"/>
          </a:xfrm>
          <a:prstGeom prst="rect">
            <a:avLst/>
          </a:prstGeom>
          <a:noFill/>
        </p:spPr>
        <p:txBody>
          <a:bodyPr wrap="square" rtlCol="0">
            <a:spAutoFit/>
          </a:bodyPr>
          <a:lstStyle/>
          <a:p>
            <a:pPr algn="l"/>
            <a:r>
              <a:rPr lang="en-GB" sz="1200" dirty="0">
                <a:latin typeface="Segoe UI" panose="020B0502040204020203" pitchFamily="34" charset="0"/>
              </a:rPr>
              <a:t>system32</a:t>
            </a:r>
          </a:p>
        </p:txBody>
      </p:sp>
      <p:pic>
        <p:nvPicPr>
          <p:cNvPr id="8" name="Graphic 7">
            <a:hlinkClick r:id="rId8" action="ppaction://hlinksldjump"/>
            <a:extLst>
              <a:ext uri="{FF2B5EF4-FFF2-40B4-BE49-F238E27FC236}">
                <a16:creationId xmlns:a16="http://schemas.microsoft.com/office/drawing/2014/main" id="{11BD8933-115F-4970-9DA9-47F77D1AEF2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319791" y="516556"/>
            <a:ext cx="334700" cy="334700"/>
          </a:xfrm>
          <a:prstGeom prst="rect">
            <a:avLst/>
          </a:prstGeom>
        </p:spPr>
      </p:pic>
      <p:sp>
        <p:nvSpPr>
          <p:cNvPr id="9" name="TextBox 8">
            <a:extLst>
              <a:ext uri="{FF2B5EF4-FFF2-40B4-BE49-F238E27FC236}">
                <a16:creationId xmlns:a16="http://schemas.microsoft.com/office/drawing/2014/main" id="{38F6979A-BF7E-486E-942E-22D9DEC04FBF}"/>
              </a:ext>
            </a:extLst>
          </p:cNvPr>
          <p:cNvSpPr txBox="1"/>
          <p:nvPr/>
        </p:nvSpPr>
        <p:spPr>
          <a:xfrm>
            <a:off x="1137684" y="786809"/>
            <a:ext cx="2519916" cy="276999"/>
          </a:xfrm>
          <a:prstGeom prst="rect">
            <a:avLst/>
          </a:prstGeom>
          <a:noFill/>
        </p:spPr>
        <p:txBody>
          <a:bodyPr wrap="square" rtlCol="0">
            <a:spAutoFit/>
          </a:bodyPr>
          <a:lstStyle/>
          <a:p>
            <a:pPr algn="l"/>
            <a:r>
              <a:rPr lang="en-GB" sz="1200" dirty="0">
                <a:latin typeface="Segoe UI" panose="020B0502040204020203" pitchFamily="34" charset="0"/>
              </a:rPr>
              <a:t>Windos.exe</a:t>
            </a:r>
          </a:p>
        </p:txBody>
      </p:sp>
      <p:pic>
        <p:nvPicPr>
          <p:cNvPr id="10" name="Graphic 9">
            <a:hlinkClick r:id="rId11" action="ppaction://hlinksldjump"/>
            <a:extLst>
              <a:ext uri="{FF2B5EF4-FFF2-40B4-BE49-F238E27FC236}">
                <a16:creationId xmlns:a16="http://schemas.microsoft.com/office/drawing/2014/main" id="{8A8BA0AA-F1F9-4A75-8EC3-7662CC89045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228505" y="448984"/>
            <a:ext cx="536707" cy="536707"/>
          </a:xfrm>
          <a:prstGeom prst="rect">
            <a:avLst/>
          </a:prstGeom>
        </p:spPr>
      </p:pic>
      <p:sp>
        <p:nvSpPr>
          <p:cNvPr id="11" name="TextBox 10">
            <a:extLst>
              <a:ext uri="{FF2B5EF4-FFF2-40B4-BE49-F238E27FC236}">
                <a16:creationId xmlns:a16="http://schemas.microsoft.com/office/drawing/2014/main" id="{E0356C6E-7275-4803-A23D-56A68701B1A4}"/>
              </a:ext>
            </a:extLst>
          </p:cNvPr>
          <p:cNvSpPr txBox="1"/>
          <p:nvPr/>
        </p:nvSpPr>
        <p:spPr>
          <a:xfrm>
            <a:off x="2228505" y="952260"/>
            <a:ext cx="1998921" cy="276999"/>
          </a:xfrm>
          <a:prstGeom prst="rect">
            <a:avLst/>
          </a:prstGeom>
          <a:noFill/>
        </p:spPr>
        <p:txBody>
          <a:bodyPr wrap="square" rtlCol="0">
            <a:spAutoFit/>
          </a:bodyPr>
          <a:lstStyle/>
          <a:p>
            <a:pPr algn="l"/>
            <a:r>
              <a:rPr lang="en-GB" sz="1200" dirty="0">
                <a:latin typeface="Segoe UI" panose="020B0502040204020203" pitchFamily="34" charset="0"/>
              </a:rPr>
              <a:t>icon</a:t>
            </a:r>
          </a:p>
        </p:txBody>
      </p:sp>
    </p:spTree>
    <p:extLst>
      <p:ext uri="{BB962C8B-B14F-4D97-AF65-F5344CB8AC3E}">
        <p14:creationId xmlns:p14="http://schemas.microsoft.com/office/powerpoint/2010/main" val="113526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Explorer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5" name="Rectangle 4">
            <a:extLst>
              <a:ext uri="{FF2B5EF4-FFF2-40B4-BE49-F238E27FC236}">
                <a16:creationId xmlns:a16="http://schemas.microsoft.com/office/drawing/2014/main" id="{390645DD-7382-41E7-818B-03F100D4983F}"/>
              </a:ext>
            </a:extLst>
          </p:cNvPr>
          <p:cNvSpPr/>
          <p:nvPr/>
        </p:nvSpPr>
        <p:spPr>
          <a:xfrm>
            <a:off x="0" y="213534"/>
            <a:ext cx="12192000" cy="2020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\Windos\icons</a:t>
            </a:r>
          </a:p>
        </p:txBody>
      </p:sp>
      <p:pic>
        <p:nvPicPr>
          <p:cNvPr id="6" name="Graphic 5">
            <a:hlinkClick r:id="rId5" action="ppaction://hlinksldjump"/>
            <a:extLst>
              <a:ext uri="{FF2B5EF4-FFF2-40B4-BE49-F238E27FC236}">
                <a16:creationId xmlns:a16="http://schemas.microsoft.com/office/drawing/2014/main" id="{B902438E-BC56-4932-82A4-D460777D03D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8469" y="617889"/>
            <a:ext cx="476692" cy="476692"/>
          </a:xfrm>
          <a:prstGeom prst="rect">
            <a:avLst/>
          </a:prstGeom>
        </p:spPr>
      </p:pic>
      <p:sp>
        <p:nvSpPr>
          <p:cNvPr id="7" name="TextBox 6">
            <a:extLst>
              <a:ext uri="{FF2B5EF4-FFF2-40B4-BE49-F238E27FC236}">
                <a16:creationId xmlns:a16="http://schemas.microsoft.com/office/drawing/2014/main" id="{367153B5-68C1-49CB-BAA1-9C06952E7EAC}"/>
              </a:ext>
            </a:extLst>
          </p:cNvPr>
          <p:cNvSpPr txBox="1"/>
          <p:nvPr/>
        </p:nvSpPr>
        <p:spPr>
          <a:xfrm>
            <a:off x="212651" y="1094581"/>
            <a:ext cx="2690037" cy="276999"/>
          </a:xfrm>
          <a:prstGeom prst="rect">
            <a:avLst/>
          </a:prstGeom>
          <a:noFill/>
        </p:spPr>
        <p:txBody>
          <a:bodyPr wrap="square" rtlCol="0">
            <a:spAutoFit/>
          </a:bodyPr>
          <a:lstStyle/>
          <a:p>
            <a:pPr algn="l"/>
            <a:r>
              <a:rPr lang="en-GB" sz="1200" dirty="0">
                <a:latin typeface="Segoe UI" panose="020B0502040204020203" pitchFamily="34" charset="0"/>
              </a:rPr>
              <a:t>Legacy.dll</a:t>
            </a:r>
          </a:p>
        </p:txBody>
      </p:sp>
      <p:pic>
        <p:nvPicPr>
          <p:cNvPr id="8" name="Graphic 7">
            <a:hlinkClick r:id="rId8" action="ppaction://hlinksldjump"/>
            <a:extLst>
              <a:ext uri="{FF2B5EF4-FFF2-40B4-BE49-F238E27FC236}">
                <a16:creationId xmlns:a16="http://schemas.microsoft.com/office/drawing/2014/main" id="{70C48C62-4658-4957-97E4-C253E989F29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83432" y="515831"/>
            <a:ext cx="476692" cy="476692"/>
          </a:xfrm>
          <a:prstGeom prst="rect">
            <a:avLst/>
          </a:prstGeom>
        </p:spPr>
      </p:pic>
      <p:sp>
        <p:nvSpPr>
          <p:cNvPr id="9" name="TextBox 8">
            <a:extLst>
              <a:ext uri="{FF2B5EF4-FFF2-40B4-BE49-F238E27FC236}">
                <a16:creationId xmlns:a16="http://schemas.microsoft.com/office/drawing/2014/main" id="{D07269D8-1DFE-415B-91DC-D76E82AF0084}"/>
              </a:ext>
            </a:extLst>
          </p:cNvPr>
          <p:cNvSpPr txBox="1"/>
          <p:nvPr/>
        </p:nvSpPr>
        <p:spPr>
          <a:xfrm>
            <a:off x="1483432" y="992523"/>
            <a:ext cx="1174708" cy="276999"/>
          </a:xfrm>
          <a:prstGeom prst="rect">
            <a:avLst/>
          </a:prstGeom>
          <a:noFill/>
        </p:spPr>
        <p:txBody>
          <a:bodyPr wrap="square" rtlCol="0">
            <a:spAutoFit/>
          </a:bodyPr>
          <a:lstStyle/>
          <a:p>
            <a:pPr algn="l"/>
            <a:r>
              <a:rPr lang="en-GB" sz="1200" dirty="0">
                <a:latin typeface="Segoe UI" panose="020B0502040204020203" pitchFamily="34" charset="0"/>
              </a:rPr>
              <a:t>current.dll</a:t>
            </a:r>
          </a:p>
        </p:txBody>
      </p:sp>
      <p:pic>
        <p:nvPicPr>
          <p:cNvPr id="10" name="Graphic 9">
            <a:hlinkClick r:id="rId9" action="ppaction://hlinksldjump"/>
            <a:extLst>
              <a:ext uri="{FF2B5EF4-FFF2-40B4-BE49-F238E27FC236}">
                <a16:creationId xmlns:a16="http://schemas.microsoft.com/office/drawing/2014/main" id="{7FEEAB6A-7350-454F-B7A8-620A5F572E4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66864" y="515831"/>
            <a:ext cx="476692" cy="476692"/>
          </a:xfrm>
          <a:prstGeom prst="rect">
            <a:avLst/>
          </a:prstGeom>
        </p:spPr>
      </p:pic>
      <p:sp>
        <p:nvSpPr>
          <p:cNvPr id="11" name="TextBox 10">
            <a:extLst>
              <a:ext uri="{FF2B5EF4-FFF2-40B4-BE49-F238E27FC236}">
                <a16:creationId xmlns:a16="http://schemas.microsoft.com/office/drawing/2014/main" id="{2EA78FC1-FF52-4517-A6E9-F201A99D6633}"/>
              </a:ext>
            </a:extLst>
          </p:cNvPr>
          <p:cNvSpPr txBox="1"/>
          <p:nvPr/>
        </p:nvSpPr>
        <p:spPr>
          <a:xfrm>
            <a:off x="2902688" y="992523"/>
            <a:ext cx="1562986" cy="276999"/>
          </a:xfrm>
          <a:prstGeom prst="rect">
            <a:avLst/>
          </a:prstGeom>
          <a:noFill/>
        </p:spPr>
        <p:txBody>
          <a:bodyPr wrap="square" rtlCol="0">
            <a:spAutoFit/>
          </a:bodyPr>
          <a:lstStyle/>
          <a:p>
            <a:pPr algn="l"/>
            <a:r>
              <a:rPr lang="en-GB" sz="1200" dirty="0">
                <a:latin typeface="Segoe UI" panose="020B0502040204020203" pitchFamily="34" charset="0"/>
              </a:rPr>
              <a:t>ess1.dll</a:t>
            </a:r>
          </a:p>
        </p:txBody>
      </p:sp>
      <p:pic>
        <p:nvPicPr>
          <p:cNvPr id="12" name="Graphic 11">
            <a:hlinkClick r:id="rId10" action="ppaction://hlinksldjump"/>
            <a:extLst>
              <a:ext uri="{FF2B5EF4-FFF2-40B4-BE49-F238E27FC236}">
                <a16:creationId xmlns:a16="http://schemas.microsoft.com/office/drawing/2014/main" id="{65CCD608-A066-4FEA-A1E6-C8455CDE596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50296" y="598576"/>
            <a:ext cx="476692" cy="476692"/>
          </a:xfrm>
          <a:prstGeom prst="rect">
            <a:avLst/>
          </a:prstGeom>
        </p:spPr>
      </p:pic>
      <p:sp>
        <p:nvSpPr>
          <p:cNvPr id="13" name="TextBox 12">
            <a:extLst>
              <a:ext uri="{FF2B5EF4-FFF2-40B4-BE49-F238E27FC236}">
                <a16:creationId xmlns:a16="http://schemas.microsoft.com/office/drawing/2014/main" id="{9BED14F2-D46E-4892-B6AC-97108FED3E60}"/>
              </a:ext>
            </a:extLst>
          </p:cNvPr>
          <p:cNvSpPr txBox="1"/>
          <p:nvPr/>
        </p:nvSpPr>
        <p:spPr>
          <a:xfrm>
            <a:off x="4276251" y="1135270"/>
            <a:ext cx="1881963" cy="276999"/>
          </a:xfrm>
          <a:prstGeom prst="rect">
            <a:avLst/>
          </a:prstGeom>
          <a:noFill/>
        </p:spPr>
        <p:txBody>
          <a:bodyPr wrap="square" rtlCol="0">
            <a:spAutoFit/>
          </a:bodyPr>
          <a:lstStyle/>
          <a:p>
            <a:pPr algn="l"/>
            <a:r>
              <a:rPr lang="en-GB" sz="1200" dirty="0">
                <a:latin typeface="Segoe UI" panose="020B0502040204020203" pitchFamily="34" charset="0"/>
              </a:rPr>
              <a:t>interface.dll</a:t>
            </a:r>
          </a:p>
        </p:txBody>
      </p:sp>
      <p:pic>
        <p:nvPicPr>
          <p:cNvPr id="14" name="Graphic 13">
            <a:hlinkClick r:id="rId11" action="ppaction://hlinksldjump"/>
            <a:extLst>
              <a:ext uri="{FF2B5EF4-FFF2-40B4-BE49-F238E27FC236}">
                <a16:creationId xmlns:a16="http://schemas.microsoft.com/office/drawing/2014/main" id="{592B1445-7455-4B17-A7F0-2DB70900ECB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72414" y="561726"/>
            <a:ext cx="476692" cy="476692"/>
          </a:xfrm>
          <a:prstGeom prst="rect">
            <a:avLst/>
          </a:prstGeom>
        </p:spPr>
      </p:pic>
      <p:sp>
        <p:nvSpPr>
          <p:cNvPr id="15" name="TextBox 14">
            <a:extLst>
              <a:ext uri="{FF2B5EF4-FFF2-40B4-BE49-F238E27FC236}">
                <a16:creationId xmlns:a16="http://schemas.microsoft.com/office/drawing/2014/main" id="{E7022BEF-529F-4F1E-947F-B07575BBE1BB}"/>
              </a:ext>
            </a:extLst>
          </p:cNvPr>
          <p:cNvSpPr txBox="1"/>
          <p:nvPr/>
        </p:nvSpPr>
        <p:spPr>
          <a:xfrm>
            <a:off x="5217233" y="1202836"/>
            <a:ext cx="2253914" cy="276999"/>
          </a:xfrm>
          <a:prstGeom prst="rect">
            <a:avLst/>
          </a:prstGeom>
          <a:noFill/>
        </p:spPr>
        <p:txBody>
          <a:bodyPr wrap="square" rtlCol="0">
            <a:spAutoFit/>
          </a:bodyPr>
          <a:lstStyle/>
          <a:p>
            <a:pPr algn="l"/>
            <a:r>
              <a:rPr lang="en-GB" sz="1200" dirty="0">
                <a:latin typeface="Segoe UI" panose="020B0502040204020203" pitchFamily="34" charset="0"/>
              </a:rPr>
              <a:t>adobe.dll</a:t>
            </a:r>
          </a:p>
        </p:txBody>
      </p:sp>
    </p:spTree>
    <p:extLst>
      <p:ext uri="{BB962C8B-B14F-4D97-AF65-F5344CB8AC3E}">
        <p14:creationId xmlns:p14="http://schemas.microsoft.com/office/powerpoint/2010/main" val="17282910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site***Windos XP Official Site</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7" name="Rectangle 6">
            <a:extLst>
              <a:ext uri="{FF2B5EF4-FFF2-40B4-BE49-F238E27FC236}">
                <a16:creationId xmlns:a16="http://schemas.microsoft.com/office/drawing/2014/main" id="{665750A0-7DAB-4658-A7ED-DADC8733A3F1}"/>
              </a:ext>
            </a:extLst>
          </p:cNvPr>
          <p:cNvSpPr/>
          <p:nvPr/>
        </p:nvSpPr>
        <p:spPr>
          <a:xfrm>
            <a:off x="0" y="6071190"/>
            <a:ext cx="1201480" cy="41467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2">
                    <a:lumMod val="10000"/>
                  </a:schemeClr>
                </a:solidFill>
                <a:latin typeface="Segoe UI" panose="020B0502040204020203" pitchFamily="34" charset="0"/>
              </a:rPr>
              <a:t>start</a:t>
            </a:r>
          </a:p>
        </p:txBody>
      </p:sp>
      <p:pic>
        <p:nvPicPr>
          <p:cNvPr id="9" name="Graphic 8">
            <a:hlinkClick r:id="rId5" action="ppaction://hlinksldjump"/>
            <a:extLst>
              <a:ext uri="{FF2B5EF4-FFF2-40B4-BE49-F238E27FC236}">
                <a16:creationId xmlns:a16="http://schemas.microsoft.com/office/drawing/2014/main" id="{4D0C1722-5373-484D-92C4-25BE65F9BFA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669" y="6129197"/>
            <a:ext cx="334700" cy="334700"/>
          </a:xfrm>
          <a:prstGeom prst="rect">
            <a:avLst/>
          </a:prstGeom>
        </p:spPr>
      </p:pic>
      <p:sp>
        <p:nvSpPr>
          <p:cNvPr id="10" name="Rectangle 9">
            <a:extLst>
              <a:ext uri="{FF2B5EF4-FFF2-40B4-BE49-F238E27FC236}">
                <a16:creationId xmlns:a16="http://schemas.microsoft.com/office/drawing/2014/main" id="{6F337603-1C17-4313-9F87-B6C48F6057A5}"/>
              </a:ext>
            </a:extLst>
          </p:cNvPr>
          <p:cNvSpPr/>
          <p:nvPr/>
        </p:nvSpPr>
        <p:spPr>
          <a:xfrm>
            <a:off x="1201480" y="6071190"/>
            <a:ext cx="10990520" cy="41466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Windos XP beta</a:t>
            </a:r>
          </a:p>
        </p:txBody>
      </p:sp>
      <p:sp>
        <p:nvSpPr>
          <p:cNvPr id="12" name="Speech Bubble: Rectangle with Corners Rounded 11">
            <a:extLst>
              <a:ext uri="{FF2B5EF4-FFF2-40B4-BE49-F238E27FC236}">
                <a16:creationId xmlns:a16="http://schemas.microsoft.com/office/drawing/2014/main" id="{D8D60D06-BD2D-4424-97BE-EB303720291B}"/>
              </a:ext>
            </a:extLst>
          </p:cNvPr>
          <p:cNvSpPr/>
          <p:nvPr/>
        </p:nvSpPr>
        <p:spPr>
          <a:xfrm>
            <a:off x="202019" y="2941641"/>
            <a:ext cx="3519376" cy="1414130"/>
          </a:xfrm>
          <a:prstGeom prst="wedgeRoundRectCallout">
            <a:avLst>
              <a:gd name="adj1" fmla="val -38350"/>
              <a:gd name="adj2" fmla="val 12039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Discover Windos XP, the next version of Windos! </a:t>
            </a:r>
          </a:p>
        </p:txBody>
      </p:sp>
      <p:pic>
        <p:nvPicPr>
          <p:cNvPr id="14" name="Picture 13">
            <a:extLst>
              <a:ext uri="{FF2B5EF4-FFF2-40B4-BE49-F238E27FC236}">
                <a16:creationId xmlns:a16="http://schemas.microsoft.com/office/drawing/2014/main" id="{C5A39A2F-3FA7-4CD6-866F-48291C604C9B}"/>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backgroundMark x1="47500" y1="19697" x2="47500" y2="19697"/>
                        <a14:backgroundMark x1="47500" y1="17424" x2="41500" y2="38636"/>
                      </a14:backgroundRemoval>
                    </a14:imgEffect>
                  </a14:imgLayer>
                </a14:imgProps>
              </a:ext>
              <a:ext uri="{28A0092B-C50C-407E-A947-70E740481C1C}">
                <a14:useLocalDpi xmlns:a14="http://schemas.microsoft.com/office/drawing/2010/main" val="0"/>
              </a:ext>
            </a:extLst>
          </a:blip>
          <a:stretch>
            <a:fillRect/>
          </a:stretch>
        </p:blipFill>
        <p:spPr>
          <a:xfrm>
            <a:off x="34669" y="5270171"/>
            <a:ext cx="1169721" cy="772016"/>
          </a:xfrm>
          <a:prstGeom prst="rect">
            <a:avLst/>
          </a:prstGeom>
        </p:spPr>
      </p:pic>
      <p:sp>
        <p:nvSpPr>
          <p:cNvPr id="15" name="TextBox 14">
            <a:extLst>
              <a:ext uri="{FF2B5EF4-FFF2-40B4-BE49-F238E27FC236}">
                <a16:creationId xmlns:a16="http://schemas.microsoft.com/office/drawing/2014/main" id="{17A8F91D-F2E5-465A-85A5-393804939EE9}"/>
              </a:ext>
            </a:extLst>
          </p:cNvPr>
          <p:cNvSpPr txBox="1"/>
          <p:nvPr/>
        </p:nvSpPr>
        <p:spPr>
          <a:xfrm>
            <a:off x="5380075" y="988828"/>
            <a:ext cx="5816009" cy="3693319"/>
          </a:xfrm>
          <a:prstGeom prst="rect">
            <a:avLst/>
          </a:prstGeom>
          <a:noFill/>
        </p:spPr>
        <p:txBody>
          <a:bodyPr wrap="square" rtlCol="0">
            <a:spAutoFit/>
          </a:bodyPr>
          <a:lstStyle/>
          <a:p>
            <a:pPr algn="l"/>
            <a:r>
              <a:rPr lang="en-GB" dirty="0">
                <a:latin typeface="Segoe UI" panose="020B0502040204020203" pitchFamily="34" charset="0"/>
              </a:rPr>
              <a:t>&gt;get Windos XP alpha &lt;blocked by site&gt;</a:t>
            </a:r>
          </a:p>
          <a:p>
            <a:pPr algn="l"/>
            <a:endParaRPr lang="en-GB" dirty="0">
              <a:latin typeface="Segoe UI" panose="020B0502040204020203" pitchFamily="34" charset="0"/>
            </a:endParaRPr>
          </a:p>
          <a:p>
            <a:pPr algn="l"/>
            <a:r>
              <a:rPr lang="en-GB" dirty="0">
                <a:latin typeface="Segoe UI" panose="020B0502040204020203" pitchFamily="34" charset="0"/>
              </a:rPr>
              <a:t>&gt;discover Windos XP &lt;invalid URL&gt;</a:t>
            </a:r>
          </a:p>
          <a:p>
            <a:pPr algn="l"/>
            <a:endParaRPr lang="en-GB" dirty="0">
              <a:latin typeface="Segoe UI" panose="020B0502040204020203" pitchFamily="34" charset="0"/>
            </a:endParaRPr>
          </a:p>
          <a:p>
            <a:pPr algn="l"/>
            <a:r>
              <a:rPr lang="en-GB" dirty="0">
                <a:latin typeface="Segoe UI" panose="020B0502040204020203" pitchFamily="34" charset="0"/>
              </a:rPr>
              <a:t>&gt;features &lt;invalid URL&gt;</a:t>
            </a:r>
          </a:p>
          <a:p>
            <a:pPr algn="l"/>
            <a:endParaRPr lang="en-GB" dirty="0">
              <a:latin typeface="Segoe UI" panose="020B0502040204020203" pitchFamily="34" charset="0"/>
            </a:endParaRPr>
          </a:p>
          <a:p>
            <a:pPr algn="l"/>
            <a:r>
              <a:rPr lang="en-GB" dirty="0">
                <a:latin typeface="Segoe UI" panose="020B0502040204020203" pitchFamily="34" charset="0"/>
              </a:rPr>
              <a:t>&gt;security standards &lt;invalid URL&gt;</a:t>
            </a:r>
          </a:p>
          <a:p>
            <a:pPr algn="l"/>
            <a:endParaRPr lang="en-GB" dirty="0">
              <a:latin typeface="Segoe UI" panose="020B0502040204020203" pitchFamily="34" charset="0"/>
            </a:endParaRPr>
          </a:p>
          <a:p>
            <a:pPr algn="l"/>
            <a:r>
              <a:rPr lang="en-GB" dirty="0">
                <a:latin typeface="Segoe UI" panose="020B0502040204020203" pitchFamily="34" charset="0"/>
              </a:rPr>
              <a:t>&gt;become an Insider &lt;invalid URL&gt;</a:t>
            </a:r>
          </a:p>
          <a:p>
            <a:pPr algn="l"/>
            <a:endParaRPr lang="en-GB" dirty="0">
              <a:latin typeface="Segoe UI" panose="020B0502040204020203" pitchFamily="34" charset="0"/>
            </a:endParaRPr>
          </a:p>
          <a:p>
            <a:pPr algn="l"/>
            <a:r>
              <a:rPr lang="en-GB" dirty="0">
                <a:latin typeface="Segoe UI" panose="020B0502040204020203" pitchFamily="34" charset="0"/>
              </a:rPr>
              <a:t>&gt;Windos 2000 &lt;invalid URL&gt;</a:t>
            </a:r>
          </a:p>
          <a:p>
            <a:pPr algn="l"/>
            <a:endParaRPr lang="en-GB" dirty="0">
              <a:latin typeface="Segoe UI" panose="020B0502040204020203" pitchFamily="34" charset="0"/>
            </a:endParaRPr>
          </a:p>
          <a:p>
            <a:pPr algn="l"/>
            <a:r>
              <a:rPr lang="en-GB" dirty="0">
                <a:latin typeface="Segoe UI" panose="020B0502040204020203" pitchFamily="34" charset="0"/>
              </a:rPr>
              <a:t>&gt;Windos Vista &lt;invalid URL&gt;</a:t>
            </a:r>
          </a:p>
        </p:txBody>
      </p:sp>
      <p:sp>
        <p:nvSpPr>
          <p:cNvPr id="16" name="Rectangle 15">
            <a:extLst>
              <a:ext uri="{FF2B5EF4-FFF2-40B4-BE49-F238E27FC236}">
                <a16:creationId xmlns:a16="http://schemas.microsoft.com/office/drawing/2014/main" id="{E3EE4BD0-4B16-4F6C-9CC6-C7FA6708A183}"/>
              </a:ext>
            </a:extLst>
          </p:cNvPr>
          <p:cNvSpPr/>
          <p:nvPr/>
        </p:nvSpPr>
        <p:spPr>
          <a:xfrm>
            <a:off x="0" y="202017"/>
            <a:ext cx="12192000" cy="712382"/>
          </a:xfrm>
          <a:prstGeom prst="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Become an insider and get a free copy when it comes out! </a:t>
            </a:r>
          </a:p>
        </p:txBody>
      </p:sp>
      <p:sp>
        <p:nvSpPr>
          <p:cNvPr id="17" name="Speech Bubble: Rectangle 16">
            <a:extLst>
              <a:ext uri="{FF2B5EF4-FFF2-40B4-BE49-F238E27FC236}">
                <a16:creationId xmlns:a16="http://schemas.microsoft.com/office/drawing/2014/main" id="{A681875E-48A6-48F7-8E88-E70B73FC49D2}"/>
              </a:ext>
            </a:extLst>
          </p:cNvPr>
          <p:cNvSpPr/>
          <p:nvPr/>
        </p:nvSpPr>
        <p:spPr>
          <a:xfrm>
            <a:off x="8973879" y="3859619"/>
            <a:ext cx="2307265" cy="988828"/>
          </a:xfrm>
          <a:prstGeom prst="wedgeRectCallout">
            <a:avLst>
              <a:gd name="adj1" fmla="val 86540"/>
              <a:gd name="adj2" fmla="val -95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tells you if a link is invalid so you can save time! </a:t>
            </a:r>
          </a:p>
        </p:txBody>
      </p:sp>
      <p:sp>
        <p:nvSpPr>
          <p:cNvPr id="19" name="Rectangle 18">
            <a:extLst>
              <a:ext uri="{FF2B5EF4-FFF2-40B4-BE49-F238E27FC236}">
                <a16:creationId xmlns:a16="http://schemas.microsoft.com/office/drawing/2014/main" id="{A9A74E9F-7669-4531-8EBF-61617D74C27D}"/>
              </a:ext>
            </a:extLst>
          </p:cNvPr>
          <p:cNvSpPr/>
          <p:nvPr/>
        </p:nvSpPr>
        <p:spPr>
          <a:xfrm>
            <a:off x="0" y="6507126"/>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10" action="ppaction://hlinksldjump"/>
              </a:rPr>
              <a:t>Home</a:t>
            </a:r>
            <a:r>
              <a:rPr lang="en-GB" dirty="0"/>
              <a:t>***</a:t>
            </a:r>
            <a:r>
              <a:rPr lang="en-GB" dirty="0">
                <a:hlinkClick r:id="rId11" action="ppaction://hlinksldjump"/>
              </a:rPr>
              <a:t>about</a:t>
            </a:r>
            <a:r>
              <a:rPr lang="en-GB" dirty="0"/>
              <a:t>***</a:t>
            </a:r>
            <a:r>
              <a:rPr lang="en-GB" dirty="0">
                <a:hlinkClick r:id="rId12" action="ppaction://hlinksldjump"/>
              </a:rPr>
              <a:t>CMD</a:t>
            </a:r>
            <a:r>
              <a:rPr lang="en-GB" dirty="0"/>
              <a:t>***help*** </a:t>
            </a:r>
            <a:r>
              <a:rPr lang="en-GB" dirty="0">
                <a:hlinkClick r:id="rId13" action="ppaction://hlinksldjump"/>
              </a:rPr>
              <a:t>Hacker</a:t>
            </a:r>
            <a:r>
              <a:rPr lang="en-GB" dirty="0"/>
              <a:t>***</a:t>
            </a:r>
            <a:r>
              <a:rPr lang="en-GB" dirty="0">
                <a:hlinkClick r:id="rId2" action="ppaction://hlinksldjump"/>
              </a:rPr>
              <a:t>exit</a:t>
            </a:r>
            <a:endParaRPr lang="en-GB" dirty="0"/>
          </a:p>
        </p:txBody>
      </p:sp>
    </p:spTree>
    <p:extLst>
      <p:ext uri="{BB962C8B-B14F-4D97-AF65-F5344CB8AC3E}">
        <p14:creationId xmlns:p14="http://schemas.microsoft.com/office/powerpoint/2010/main" val="39506710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site***XP version plan</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Version plan:</a:t>
            </a:r>
          </a:p>
          <a:p>
            <a:pPr algn="ctr"/>
            <a:r>
              <a:rPr lang="en-GB" dirty="0">
                <a:latin typeface="Segoe UI" panose="020B0502040204020203" pitchFamily="34" charset="0"/>
              </a:rPr>
              <a:t>Beta 1 is the Internet Update</a:t>
            </a:r>
          </a:p>
          <a:p>
            <a:pPr algn="ctr"/>
            <a:r>
              <a:rPr lang="en-GB" dirty="0">
                <a:latin typeface="Segoe UI" panose="020B0502040204020203" pitchFamily="34" charset="0"/>
              </a:rPr>
              <a:t>beta 2  App Update</a:t>
            </a:r>
          </a:p>
          <a:p>
            <a:pPr algn="ctr"/>
            <a:r>
              <a:rPr lang="en-GB" dirty="0">
                <a:latin typeface="Segoe UI" panose="020B0502040204020203" pitchFamily="34" charset="0"/>
              </a:rPr>
              <a:t>Beta 3 Security update </a:t>
            </a:r>
          </a:p>
          <a:p>
            <a:pPr algn="ctr"/>
            <a:r>
              <a:rPr lang="en-GB" dirty="0">
                <a:latin typeface="Segoe UI" panose="020B0502040204020203" pitchFamily="34" charset="0"/>
              </a:rPr>
              <a:t>Beta 4- final update</a:t>
            </a:r>
          </a:p>
          <a:p>
            <a:pPr algn="ctr"/>
            <a:r>
              <a:rPr lang="en-GB" dirty="0">
                <a:latin typeface="Segoe UI" panose="020B0502040204020203" pitchFamily="34" charset="0"/>
              </a:rPr>
              <a:t>V1. 00 launch update</a:t>
            </a:r>
          </a:p>
          <a:p>
            <a:pPr algn="ctr"/>
            <a:r>
              <a:rPr lang="en-GB" dirty="0">
                <a:latin typeface="Segoe UI" panose="020B0502040204020203" pitchFamily="34" charset="0"/>
              </a:rPr>
              <a:t>V1. 01 new tech</a:t>
            </a:r>
          </a:p>
          <a:p>
            <a:pPr algn="ctr"/>
            <a:r>
              <a:rPr lang="en-GB" dirty="0">
                <a:latin typeface="Segoe UI" panose="020B0502040204020203" pitchFamily="34" charset="0"/>
              </a:rPr>
              <a:t>V1. 02 new tech + features</a:t>
            </a:r>
          </a:p>
          <a:p>
            <a:pPr algn="ctr"/>
            <a:r>
              <a:rPr lang="en-GB" dirty="0">
                <a:latin typeface="Segoe UI" panose="020B0502040204020203" pitchFamily="34" charset="0"/>
              </a:rPr>
              <a:t>V1. 03 new features</a:t>
            </a:r>
          </a:p>
          <a:p>
            <a:pPr algn="ctr"/>
            <a:r>
              <a:rPr lang="en-GB" dirty="0">
                <a:latin typeface="Segoe UI" panose="020B0502040204020203" pitchFamily="34" charset="0"/>
              </a:rPr>
              <a:t>SP1</a:t>
            </a:r>
          </a:p>
          <a:p>
            <a:pPr algn="ctr"/>
            <a:r>
              <a:rPr lang="en-GB" dirty="0">
                <a:latin typeface="Segoe UI" panose="020B0502040204020203" pitchFamily="34" charset="0"/>
              </a:rPr>
              <a:t>SP2</a:t>
            </a:r>
          </a:p>
          <a:p>
            <a:pPr algn="ctr"/>
            <a:r>
              <a:rPr lang="en-GB" dirty="0">
                <a:latin typeface="Segoe UI" panose="020B0502040204020203" pitchFamily="34" charset="0"/>
              </a:rPr>
              <a:t>SP3</a:t>
            </a:r>
          </a:p>
          <a:p>
            <a:pPr algn="ctr"/>
            <a:r>
              <a:rPr lang="en-GB" dirty="0">
                <a:latin typeface="Segoe UI" panose="020B0502040204020203" pitchFamily="34" charset="0"/>
              </a:rPr>
              <a:t>V1.04 final update</a:t>
            </a:r>
          </a:p>
          <a:p>
            <a:pPr algn="ctr"/>
            <a:r>
              <a:rPr lang="en-GB" dirty="0">
                <a:latin typeface="Segoe UI" panose="020B0502040204020203" pitchFamily="34" charset="0"/>
              </a:rPr>
              <a:t>V1. 05 discontinuation update</a:t>
            </a:r>
          </a:p>
          <a:p>
            <a:pPr algn="ctr"/>
            <a:endParaRPr lang="en-GB" dirty="0">
              <a:latin typeface="Segoe UI" panose="020B0502040204020203" pitchFamily="34" charset="0"/>
            </a:endParaRPr>
          </a:p>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7" name="Rectangle 6">
            <a:extLst>
              <a:ext uri="{FF2B5EF4-FFF2-40B4-BE49-F238E27FC236}">
                <a16:creationId xmlns:a16="http://schemas.microsoft.com/office/drawing/2014/main" id="{006D076B-2BB9-4894-BC58-F12E2FA16B63}"/>
              </a:ext>
            </a:extLst>
          </p:cNvPr>
          <p:cNvSpPr/>
          <p:nvPr/>
        </p:nvSpPr>
        <p:spPr>
          <a:xfrm>
            <a:off x="0" y="6507126"/>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5" action="ppaction://hlinksldjump"/>
              </a:rPr>
              <a:t>Home</a:t>
            </a:r>
            <a:r>
              <a:rPr lang="en-GB" dirty="0"/>
              <a:t>***</a:t>
            </a:r>
            <a:r>
              <a:rPr lang="en-GB" dirty="0">
                <a:hlinkClick r:id="rId6" action="ppaction://hlinksldjump"/>
              </a:rPr>
              <a:t>about</a:t>
            </a:r>
            <a:r>
              <a:rPr lang="en-GB" dirty="0"/>
              <a:t>***</a:t>
            </a:r>
            <a:r>
              <a:rPr lang="en-GB" dirty="0">
                <a:hlinkClick r:id="rId7" action="ppaction://hlinksldjump"/>
              </a:rPr>
              <a:t>CMD</a:t>
            </a:r>
            <a:r>
              <a:rPr lang="en-GB" dirty="0"/>
              <a:t>***help*** </a:t>
            </a:r>
            <a:r>
              <a:rPr lang="en-GB" dirty="0">
                <a:hlinkClick r:id="rId8" action="ppaction://hlinksldjump"/>
              </a:rPr>
              <a:t>Hacker</a:t>
            </a:r>
            <a:r>
              <a:rPr lang="en-GB" dirty="0"/>
              <a:t>***</a:t>
            </a:r>
            <a:r>
              <a:rPr lang="en-GB" dirty="0">
                <a:hlinkClick r:id="rId2" action="ppaction://hlinksldjump"/>
              </a:rPr>
              <a:t>exit</a:t>
            </a:r>
            <a:endParaRPr lang="en-GB" dirty="0"/>
          </a:p>
        </p:txBody>
      </p:sp>
    </p:spTree>
    <p:extLst>
      <p:ext uri="{BB962C8B-B14F-4D97-AF65-F5344CB8AC3E}">
        <p14:creationId xmlns:p14="http://schemas.microsoft.com/office/powerpoint/2010/main" val="28141951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Windos Security Essentials v1.01</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5" name="Rectangle 4">
            <a:hlinkClick r:id="rId5" action="ppaction://hlinksldjump"/>
            <a:extLst>
              <a:ext uri="{FF2B5EF4-FFF2-40B4-BE49-F238E27FC236}">
                <a16:creationId xmlns:a16="http://schemas.microsoft.com/office/drawing/2014/main" id="{DE88A8D5-C573-4431-AE26-301E3BA8CBE2}"/>
              </a:ext>
            </a:extLst>
          </p:cNvPr>
          <p:cNvSpPr/>
          <p:nvPr/>
        </p:nvSpPr>
        <p:spPr>
          <a:xfrm>
            <a:off x="669851" y="1329070"/>
            <a:ext cx="4518837" cy="606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Antivirus ON</a:t>
            </a:r>
          </a:p>
        </p:txBody>
      </p:sp>
      <p:sp>
        <p:nvSpPr>
          <p:cNvPr id="7" name="Rectangle 6">
            <a:hlinkClick r:id="rId6" action="ppaction://hlinksldjump"/>
            <a:extLst>
              <a:ext uri="{FF2B5EF4-FFF2-40B4-BE49-F238E27FC236}">
                <a16:creationId xmlns:a16="http://schemas.microsoft.com/office/drawing/2014/main" id="{D802F0D5-3D04-4E00-85CB-BF0E9A06A4C5}"/>
              </a:ext>
            </a:extLst>
          </p:cNvPr>
          <p:cNvSpPr/>
          <p:nvPr/>
        </p:nvSpPr>
        <p:spPr>
          <a:xfrm>
            <a:off x="669851" y="2456121"/>
            <a:ext cx="4518837" cy="606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Ransom Protect</a:t>
            </a:r>
          </a:p>
        </p:txBody>
      </p:sp>
      <p:sp>
        <p:nvSpPr>
          <p:cNvPr id="9" name="Rectangle 8">
            <a:hlinkClick r:id="rId7" action="ppaction://hlinksldjump"/>
            <a:extLst>
              <a:ext uri="{FF2B5EF4-FFF2-40B4-BE49-F238E27FC236}">
                <a16:creationId xmlns:a16="http://schemas.microsoft.com/office/drawing/2014/main" id="{A2031EC1-0A03-4884-88BE-4D81DD11ACC3}"/>
              </a:ext>
            </a:extLst>
          </p:cNvPr>
          <p:cNvSpPr/>
          <p:nvPr/>
        </p:nvSpPr>
        <p:spPr>
          <a:xfrm>
            <a:off x="669850" y="3492796"/>
            <a:ext cx="4518837" cy="606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Firewall</a:t>
            </a:r>
          </a:p>
        </p:txBody>
      </p:sp>
      <p:sp>
        <p:nvSpPr>
          <p:cNvPr id="11" name="Rectangle 10">
            <a:hlinkClick r:id="rId2" action="ppaction://hlinksldjump"/>
            <a:extLst>
              <a:ext uri="{FF2B5EF4-FFF2-40B4-BE49-F238E27FC236}">
                <a16:creationId xmlns:a16="http://schemas.microsoft.com/office/drawing/2014/main" id="{6F91FF19-66EC-4B3D-97D4-DB2BF13E2E0E}"/>
              </a:ext>
            </a:extLst>
          </p:cNvPr>
          <p:cNvSpPr/>
          <p:nvPr/>
        </p:nvSpPr>
        <p:spPr>
          <a:xfrm>
            <a:off x="669849" y="4354032"/>
            <a:ext cx="4518837" cy="606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VPN</a:t>
            </a:r>
          </a:p>
        </p:txBody>
      </p:sp>
      <p:sp>
        <p:nvSpPr>
          <p:cNvPr id="13" name="Rectangle 12">
            <a:hlinkClick r:id="rId8" action="ppaction://hlinksldjump"/>
            <a:extLst>
              <a:ext uri="{FF2B5EF4-FFF2-40B4-BE49-F238E27FC236}">
                <a16:creationId xmlns:a16="http://schemas.microsoft.com/office/drawing/2014/main" id="{D75FC2A5-5CFC-4A19-B670-72D65D567222}"/>
              </a:ext>
            </a:extLst>
          </p:cNvPr>
          <p:cNvSpPr/>
          <p:nvPr/>
        </p:nvSpPr>
        <p:spPr>
          <a:xfrm>
            <a:off x="669849" y="5528930"/>
            <a:ext cx="4518837" cy="606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Internet Blocker ON</a:t>
            </a:r>
          </a:p>
        </p:txBody>
      </p:sp>
      <p:sp>
        <p:nvSpPr>
          <p:cNvPr id="15" name="Rectangle 14">
            <a:extLst>
              <a:ext uri="{FF2B5EF4-FFF2-40B4-BE49-F238E27FC236}">
                <a16:creationId xmlns:a16="http://schemas.microsoft.com/office/drawing/2014/main" id="{65C683C8-CD35-4E38-96F4-662B4A756D99}"/>
              </a:ext>
            </a:extLst>
          </p:cNvPr>
          <p:cNvSpPr/>
          <p:nvPr/>
        </p:nvSpPr>
        <p:spPr>
          <a:xfrm>
            <a:off x="0" y="188730"/>
            <a:ext cx="12192000" cy="473148"/>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Security essentials for Windos 2000 SP2 and XP V1. 00</a:t>
            </a:r>
          </a:p>
        </p:txBody>
      </p:sp>
      <p:pic>
        <p:nvPicPr>
          <p:cNvPr id="25" name="Picture 24">
            <a:extLst>
              <a:ext uri="{FF2B5EF4-FFF2-40B4-BE49-F238E27FC236}">
                <a16:creationId xmlns:a16="http://schemas.microsoft.com/office/drawing/2014/main" id="{689B405B-60C8-4F57-8821-291FE6CBDA6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711994" y="5619306"/>
            <a:ext cx="425303" cy="425303"/>
          </a:xfrm>
          <a:prstGeom prst="rect">
            <a:avLst/>
          </a:prstGeom>
        </p:spPr>
      </p:pic>
      <p:pic>
        <p:nvPicPr>
          <p:cNvPr id="27" name="Picture 26">
            <a:extLst>
              <a:ext uri="{FF2B5EF4-FFF2-40B4-BE49-F238E27FC236}">
                <a16:creationId xmlns:a16="http://schemas.microsoft.com/office/drawing/2014/main" id="{1AF60B67-891E-4C38-9A91-986EE9B54C4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711994" y="1384890"/>
            <a:ext cx="425303" cy="425303"/>
          </a:xfrm>
          <a:prstGeom prst="rect">
            <a:avLst/>
          </a:prstGeom>
        </p:spPr>
      </p:pic>
      <p:pic>
        <p:nvPicPr>
          <p:cNvPr id="31" name="Picture 30">
            <a:extLst>
              <a:ext uri="{FF2B5EF4-FFF2-40B4-BE49-F238E27FC236}">
                <a16:creationId xmlns:a16="http://schemas.microsoft.com/office/drawing/2014/main" id="{1466D83E-9FA9-4E7C-AE28-BC42CF13128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696044" y="4439093"/>
            <a:ext cx="457201" cy="457201"/>
          </a:xfrm>
          <a:prstGeom prst="rect">
            <a:avLst/>
          </a:prstGeom>
        </p:spPr>
      </p:pic>
      <p:pic>
        <p:nvPicPr>
          <p:cNvPr id="33" name="Picture 32">
            <a:extLst>
              <a:ext uri="{FF2B5EF4-FFF2-40B4-BE49-F238E27FC236}">
                <a16:creationId xmlns:a16="http://schemas.microsoft.com/office/drawing/2014/main" id="{01E8FD1A-3A81-417E-8A05-8B06FF71A1A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680095" y="2541182"/>
            <a:ext cx="457201" cy="457201"/>
          </a:xfrm>
          <a:prstGeom prst="rect">
            <a:avLst/>
          </a:prstGeom>
        </p:spPr>
      </p:pic>
      <p:pic>
        <p:nvPicPr>
          <p:cNvPr id="35" name="Picture 34">
            <a:extLst>
              <a:ext uri="{FF2B5EF4-FFF2-40B4-BE49-F238E27FC236}">
                <a16:creationId xmlns:a16="http://schemas.microsoft.com/office/drawing/2014/main" id="{186A9F60-FD08-4550-ABA4-0E55BEBEE99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727942" y="3588488"/>
            <a:ext cx="425303" cy="425303"/>
          </a:xfrm>
          <a:prstGeom prst="rect">
            <a:avLst/>
          </a:prstGeom>
        </p:spPr>
      </p:pic>
    </p:spTree>
    <p:extLst>
      <p:ext uri="{BB962C8B-B14F-4D97-AF65-F5344CB8AC3E}">
        <p14:creationId xmlns:p14="http://schemas.microsoft.com/office/powerpoint/2010/main" val="37514908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hlinkClick r:id="rId3" action="ppaction://hlinksldjump"/>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Scanning for malware…</a:t>
            </a:r>
          </a:p>
        </p:txBody>
      </p:sp>
      <p:pic>
        <p:nvPicPr>
          <p:cNvPr id="4" name="Graphic 3">
            <a:hlinkClick r:id="rId4"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87440" y="2015755"/>
            <a:ext cx="238346" cy="238346"/>
          </a:xfrm>
          <a:prstGeom prst="rect">
            <a:avLst/>
          </a:prstGeom>
        </p:spPr>
      </p:pic>
    </p:spTree>
    <p:extLst>
      <p:ext uri="{BB962C8B-B14F-4D97-AF65-F5344CB8AC3E}">
        <p14:creationId xmlns:p14="http://schemas.microsoft.com/office/powerpoint/2010/main" val="4797832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Results:</a:t>
            </a: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NaN</a:t>
            </a: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Tree>
    <p:extLst>
      <p:ext uri="{BB962C8B-B14F-4D97-AF65-F5344CB8AC3E}">
        <p14:creationId xmlns:p14="http://schemas.microsoft.com/office/powerpoint/2010/main" val="27326441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Internet Blocker 1.0</a:t>
            </a: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Internet Blocker is the replacement for the age old Web Protection standard.</a:t>
            </a:r>
          </a:p>
          <a:p>
            <a:pPr algn="ctr"/>
            <a:r>
              <a:rPr lang="en-GB" dirty="0">
                <a:latin typeface="Segoe UI" panose="020B0502040204020203" pitchFamily="34" charset="0"/>
              </a:rPr>
              <a:t>This blocker uses advanced tech to detect if a suite is a scam, virus, or PUP and does  NOT let you through.</a:t>
            </a:r>
          </a:p>
          <a:p>
            <a:pPr algn="ctr"/>
            <a:r>
              <a:rPr lang="en-GB" dirty="0">
                <a:latin typeface="Segoe UI" panose="020B0502040204020203" pitchFamily="34" charset="0"/>
              </a:rPr>
              <a:t>It is enabled by default and even blocks fake ads!</a:t>
            </a:r>
          </a:p>
          <a:p>
            <a:pPr algn="ctr"/>
            <a:endParaRPr lang="en-GB" dirty="0">
              <a:latin typeface="Segoe UI" panose="020B0502040204020203" pitchFamily="34" charset="0"/>
            </a:endParaRPr>
          </a:p>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Tree>
    <p:extLst>
      <p:ext uri="{BB962C8B-B14F-4D97-AF65-F5344CB8AC3E}">
        <p14:creationId xmlns:p14="http://schemas.microsoft.com/office/powerpoint/2010/main" val="4886950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Ransom Protect</a:t>
            </a: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Ransom Protect is OFF.</a:t>
            </a:r>
          </a:p>
          <a:p>
            <a:pPr algn="ctr"/>
            <a:r>
              <a:rPr lang="en-GB" dirty="0">
                <a:latin typeface="Segoe UI" panose="020B0502040204020203" pitchFamily="34" charset="0"/>
              </a:rPr>
              <a:t>You are at risk of being attacked by ransomware.</a:t>
            </a:r>
          </a:p>
          <a:p>
            <a:pPr algn="ctr"/>
            <a:r>
              <a:rPr lang="en-GB" dirty="0">
                <a:latin typeface="Segoe UI" panose="020B0502040204020203" pitchFamily="34" charset="0"/>
              </a:rPr>
              <a:t>These viruses encrypt your data and hold it for ransom.</a:t>
            </a:r>
          </a:p>
          <a:p>
            <a:pPr algn="ctr"/>
            <a:r>
              <a:rPr lang="en-GB" dirty="0">
                <a:latin typeface="Segoe UI" panose="020B0502040204020203" pitchFamily="34" charset="0"/>
              </a:rPr>
              <a:t>Turn it on and never have to deal with it again! </a:t>
            </a:r>
          </a:p>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Tree>
    <p:extLst>
      <p:ext uri="{BB962C8B-B14F-4D97-AF65-F5344CB8AC3E}">
        <p14:creationId xmlns:p14="http://schemas.microsoft.com/office/powerpoint/2010/main" val="9322325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firewall</a:t>
            </a: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Firewall is a firewall.</a:t>
            </a:r>
          </a:p>
          <a:p>
            <a:pPr algn="ctr"/>
            <a:r>
              <a:rPr lang="en-GB" dirty="0">
                <a:latin typeface="Segoe UI" panose="020B0502040204020203" pitchFamily="34" charset="0"/>
              </a:rPr>
              <a:t>It monitors and manages Internet traffic.</a:t>
            </a:r>
          </a:p>
          <a:p>
            <a:pPr algn="ctr"/>
            <a:r>
              <a:rPr lang="en-GB" dirty="0">
                <a:latin typeface="Segoe UI" panose="020B0502040204020203" pitchFamily="34" charset="0"/>
              </a:rPr>
              <a:t>That way viruses cannot be installed, or be install other apps. Worms will not be able to spread and ransomware will not contact the developer and just give you an Internet error. </a:t>
            </a:r>
          </a:p>
          <a:p>
            <a:pPr algn="ctr"/>
            <a:r>
              <a:rPr lang="en-GB" dirty="0">
                <a:latin typeface="Segoe UI" panose="020B0502040204020203" pitchFamily="34" charset="0"/>
              </a:rPr>
              <a:t>Good job, it’s on! </a:t>
            </a:r>
          </a:p>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Tree>
    <p:extLst>
      <p:ext uri="{BB962C8B-B14F-4D97-AF65-F5344CB8AC3E}">
        <p14:creationId xmlns:p14="http://schemas.microsoft.com/office/powerpoint/2010/main" val="35699966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hlinkClick r:id="rId2" action="ppaction://hlinksldjump"/>
            <a:extLst>
              <a:ext uri="{FF2B5EF4-FFF2-40B4-BE49-F238E27FC236}">
                <a16:creationId xmlns:a16="http://schemas.microsoft.com/office/drawing/2014/main" id="{DFBF8AC3-EFB1-49E9-8822-6B523527D9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Speech Bubble: Rectangle 1">
            <a:extLst>
              <a:ext uri="{FF2B5EF4-FFF2-40B4-BE49-F238E27FC236}">
                <a16:creationId xmlns:a16="http://schemas.microsoft.com/office/drawing/2014/main" id="{CF9E14DA-B94A-4B38-82F2-18F986D88AB8}"/>
              </a:ext>
            </a:extLst>
          </p:cNvPr>
          <p:cNvSpPr/>
          <p:nvPr/>
        </p:nvSpPr>
        <p:spPr>
          <a:xfrm>
            <a:off x="8782493" y="329609"/>
            <a:ext cx="3317358" cy="5720317"/>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A8BB5DA0-5D72-40D2-8C5C-4F583C74E8AA}"/>
              </a:ext>
            </a:extLst>
          </p:cNvPr>
          <p:cNvSpPr txBox="1"/>
          <p:nvPr/>
        </p:nvSpPr>
        <p:spPr>
          <a:xfrm>
            <a:off x="8782493" y="329609"/>
            <a:ext cx="3317359" cy="6186309"/>
          </a:xfrm>
          <a:prstGeom prst="rect">
            <a:avLst/>
          </a:prstGeom>
          <a:noFill/>
        </p:spPr>
        <p:txBody>
          <a:bodyPr wrap="square" rtlCol="0">
            <a:spAutoFit/>
          </a:bodyPr>
          <a:lstStyle/>
          <a:p>
            <a:pPr algn="l"/>
            <a:r>
              <a:rPr lang="en-GB" dirty="0">
                <a:latin typeface="Segoe UI" panose="020B0502040204020203" pitchFamily="34" charset="0"/>
              </a:rPr>
              <a:t>System summary:</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beta OS installed</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hlinkClick r:id="rId4" action="ppaction://hlinksldjump"/>
              </a:rPr>
              <a:t>Internet Blocker 1.0 ON</a:t>
            </a:r>
          </a:p>
          <a:p>
            <a:pPr algn="l"/>
            <a:endParaRPr lang="en-GB" dirty="0">
              <a:latin typeface="Segoe UI" panose="020B0502040204020203" pitchFamily="34" charset="0"/>
              <a:hlinkClick r:id="rId4" action="ppaction://hlinksldjump"/>
            </a:endParaRPr>
          </a:p>
          <a:p>
            <a:pPr algn="l"/>
            <a:r>
              <a:rPr lang="en-GB" dirty="0">
                <a:latin typeface="Segoe UI" panose="020B0502040204020203" pitchFamily="34" charset="0"/>
                <a:hlinkClick r:id="rId4" action="ppaction://hlinksldjump"/>
              </a:rPr>
              <a:t>Antivirus ON</a:t>
            </a:r>
          </a:p>
          <a:p>
            <a:pPr algn="l"/>
            <a:endParaRPr lang="en-GB" dirty="0">
              <a:latin typeface="Segoe UI" panose="020B0502040204020203" pitchFamily="34" charset="0"/>
              <a:hlinkClick r:id="rId4" action="ppaction://hlinksldjump"/>
            </a:endParaRPr>
          </a:p>
          <a:p>
            <a:pPr algn="l"/>
            <a:r>
              <a:rPr lang="en-GB" dirty="0">
                <a:latin typeface="Segoe UI" panose="020B0502040204020203" pitchFamily="34" charset="0"/>
                <a:hlinkClick r:id="rId4" action="ppaction://hlinksldjump"/>
              </a:rPr>
              <a:t>Firewall ON</a:t>
            </a:r>
          </a:p>
          <a:p>
            <a:pPr algn="l"/>
            <a:endParaRPr lang="en-GB" dirty="0">
              <a:latin typeface="Segoe UI" panose="020B0502040204020203" pitchFamily="34" charset="0"/>
              <a:hlinkClick r:id="rId4" action="ppaction://hlinksldjump"/>
            </a:endParaRPr>
          </a:p>
          <a:p>
            <a:pPr algn="l"/>
            <a:r>
              <a:rPr lang="en-GB" dirty="0">
                <a:latin typeface="Segoe UI" panose="020B0502040204020203" pitchFamily="34" charset="0"/>
                <a:hlinkClick r:id="rId4" action="ppaction://hlinksldjump"/>
              </a:rPr>
              <a:t>VPN OFF</a:t>
            </a:r>
          </a:p>
          <a:p>
            <a:pPr algn="l"/>
            <a:endParaRPr lang="en-GB" dirty="0">
              <a:latin typeface="Segoe UI" panose="020B0502040204020203" pitchFamily="34" charset="0"/>
              <a:hlinkClick r:id="rId4" action="ppaction://hlinksldjump"/>
            </a:endParaRPr>
          </a:p>
          <a:p>
            <a:pPr algn="l"/>
            <a:r>
              <a:rPr lang="en-GB" dirty="0">
                <a:latin typeface="Segoe UI" panose="020B0502040204020203" pitchFamily="34" charset="0"/>
                <a:hlinkClick r:id="rId4" action="ppaction://hlinksldjump"/>
              </a:rPr>
              <a:t>Ransom Protect OFF</a:t>
            </a:r>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Legacy BIOS  ON</a:t>
            </a:r>
          </a:p>
          <a:p>
            <a:pPr algn="l"/>
            <a:endParaRPr lang="en-GB" dirty="0">
              <a:latin typeface="Segoe UI" panose="020B0502040204020203" pitchFamily="34" charset="0"/>
            </a:endParaRPr>
          </a:p>
          <a:p>
            <a:pPr algn="l"/>
            <a:r>
              <a:rPr lang="en-GB" dirty="0">
                <a:latin typeface="Segoe UI" panose="020B0502040204020203" pitchFamily="34" charset="0"/>
              </a:rPr>
              <a:t>WP3 ON</a:t>
            </a:r>
          </a:p>
          <a:p>
            <a:pPr algn="l"/>
            <a:endParaRPr lang="en-GB" dirty="0">
              <a:latin typeface="Segoe UI" panose="020B0502040204020203" pitchFamily="34" charset="0"/>
            </a:endParaRPr>
          </a:p>
          <a:p>
            <a:pPr algn="l"/>
            <a:br>
              <a:rPr lang="en-GB" dirty="0">
                <a:latin typeface="Segoe UI" panose="020B0502040204020203" pitchFamily="34" charset="0"/>
              </a:rPr>
            </a:br>
            <a:endParaRPr lang="en-GB" dirty="0">
              <a:latin typeface="Segoe UI" panose="020B0502040204020203" pitchFamily="34" charset="0"/>
            </a:endParaRPr>
          </a:p>
        </p:txBody>
      </p:sp>
      <p:pic>
        <p:nvPicPr>
          <p:cNvPr id="4" name="Picture 3">
            <a:extLst>
              <a:ext uri="{FF2B5EF4-FFF2-40B4-BE49-F238E27FC236}">
                <a16:creationId xmlns:a16="http://schemas.microsoft.com/office/drawing/2014/main" id="{F12F9B9A-A86C-4B42-9138-0234030B3B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30590" y="1049432"/>
            <a:ext cx="457201" cy="457201"/>
          </a:xfrm>
          <a:prstGeom prst="rect">
            <a:avLst/>
          </a:prstGeom>
        </p:spPr>
      </p:pic>
      <p:pic>
        <p:nvPicPr>
          <p:cNvPr id="8" name="Picture 7">
            <a:extLst>
              <a:ext uri="{FF2B5EF4-FFF2-40B4-BE49-F238E27FC236}">
                <a16:creationId xmlns:a16="http://schemas.microsoft.com/office/drawing/2014/main" id="{A070EFD7-834A-4000-AAAE-36F842FB95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34350" y="3523771"/>
            <a:ext cx="457201" cy="457201"/>
          </a:xfrm>
          <a:prstGeom prst="rect">
            <a:avLst/>
          </a:prstGeom>
        </p:spPr>
      </p:pic>
      <p:pic>
        <p:nvPicPr>
          <p:cNvPr id="10" name="Picture 9">
            <a:extLst>
              <a:ext uri="{FF2B5EF4-FFF2-40B4-BE49-F238E27FC236}">
                <a16:creationId xmlns:a16="http://schemas.microsoft.com/office/drawing/2014/main" id="{C603300B-4921-4890-A906-8478E441B7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79445" y="4111609"/>
            <a:ext cx="457201" cy="457201"/>
          </a:xfrm>
          <a:prstGeom prst="rect">
            <a:avLst/>
          </a:prstGeom>
        </p:spPr>
      </p:pic>
      <p:pic>
        <p:nvPicPr>
          <p:cNvPr id="12" name="Picture 11">
            <a:extLst>
              <a:ext uri="{FF2B5EF4-FFF2-40B4-BE49-F238E27FC236}">
                <a16:creationId xmlns:a16="http://schemas.microsoft.com/office/drawing/2014/main" id="{1431E76B-26CC-4833-A17C-A36347EEF8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50844" y="4669818"/>
            <a:ext cx="457201" cy="457201"/>
          </a:xfrm>
          <a:prstGeom prst="rect">
            <a:avLst/>
          </a:prstGeom>
        </p:spPr>
      </p:pic>
      <p:pic>
        <p:nvPicPr>
          <p:cNvPr id="14" name="Picture 13">
            <a:extLst>
              <a:ext uri="{FF2B5EF4-FFF2-40B4-BE49-F238E27FC236}">
                <a16:creationId xmlns:a16="http://schemas.microsoft.com/office/drawing/2014/main" id="{58E0E185-A307-4EC6-B61D-E7CF377B66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55370" y="5217395"/>
            <a:ext cx="457201" cy="457201"/>
          </a:xfrm>
          <a:prstGeom prst="rect">
            <a:avLst/>
          </a:prstGeom>
        </p:spPr>
      </p:pic>
      <p:pic>
        <p:nvPicPr>
          <p:cNvPr id="16" name="Picture 15">
            <a:extLst>
              <a:ext uri="{FF2B5EF4-FFF2-40B4-BE49-F238E27FC236}">
                <a16:creationId xmlns:a16="http://schemas.microsoft.com/office/drawing/2014/main" id="{0F6F9AAF-33D0-4DC0-9AB1-C4F308CD78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28519" y="2489755"/>
            <a:ext cx="425303" cy="425303"/>
          </a:xfrm>
          <a:prstGeom prst="rect">
            <a:avLst/>
          </a:prstGeom>
        </p:spPr>
      </p:pic>
      <p:pic>
        <p:nvPicPr>
          <p:cNvPr id="18" name="Picture 17">
            <a:extLst>
              <a:ext uri="{FF2B5EF4-FFF2-40B4-BE49-F238E27FC236}">
                <a16:creationId xmlns:a16="http://schemas.microsoft.com/office/drawing/2014/main" id="{627F5B3B-96DB-40A5-9FCC-70FBA32D06F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36646" y="1919529"/>
            <a:ext cx="425303" cy="425303"/>
          </a:xfrm>
          <a:prstGeom prst="rect">
            <a:avLst/>
          </a:prstGeom>
        </p:spPr>
      </p:pic>
      <p:pic>
        <p:nvPicPr>
          <p:cNvPr id="20" name="Picture 19">
            <a:extLst>
              <a:ext uri="{FF2B5EF4-FFF2-40B4-BE49-F238E27FC236}">
                <a16:creationId xmlns:a16="http://schemas.microsoft.com/office/drawing/2014/main" id="{BF45207A-9568-4B24-8C86-546C47FD18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62950" y="3057779"/>
            <a:ext cx="425303" cy="425303"/>
          </a:xfrm>
          <a:prstGeom prst="rect">
            <a:avLst/>
          </a:prstGeom>
        </p:spPr>
      </p:pic>
    </p:spTree>
    <p:extLst>
      <p:ext uri="{BB962C8B-B14F-4D97-AF65-F5344CB8AC3E}">
        <p14:creationId xmlns:p14="http://schemas.microsoft.com/office/powerpoint/2010/main" val="33785969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site***Google as of 5/8/2020</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pic>
        <p:nvPicPr>
          <p:cNvPr id="7" name="Picture 6">
            <a:extLst>
              <a:ext uri="{FF2B5EF4-FFF2-40B4-BE49-F238E27FC236}">
                <a16:creationId xmlns:a16="http://schemas.microsoft.com/office/drawing/2014/main" id="{E2EC1AEB-02DD-4D20-A083-6097FBCB2FC5}"/>
              </a:ext>
            </a:extLst>
          </p:cNvPr>
          <p:cNvPicPr>
            <a:picLocks noChangeAspect="1"/>
          </p:cNvPicPr>
          <p:nvPr/>
        </p:nvPicPr>
        <p:blipFill>
          <a:blip r:embed="rId5"/>
          <a:stretch>
            <a:fillRect/>
          </a:stretch>
        </p:blipFill>
        <p:spPr>
          <a:xfrm>
            <a:off x="0" y="544830"/>
            <a:ext cx="12192000" cy="5768340"/>
          </a:xfrm>
          <a:prstGeom prst="rect">
            <a:avLst/>
          </a:prstGeom>
        </p:spPr>
      </p:pic>
      <p:sp>
        <p:nvSpPr>
          <p:cNvPr id="9" name="Rectangle 8">
            <a:extLst>
              <a:ext uri="{FF2B5EF4-FFF2-40B4-BE49-F238E27FC236}">
                <a16:creationId xmlns:a16="http://schemas.microsoft.com/office/drawing/2014/main" id="{1256BE50-3BD5-4B4E-8BA2-985E70A98A13}"/>
              </a:ext>
            </a:extLst>
          </p:cNvPr>
          <p:cNvSpPr/>
          <p:nvPr/>
        </p:nvSpPr>
        <p:spPr>
          <a:xfrm>
            <a:off x="0" y="6507126"/>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6" action="ppaction://hlinksldjump"/>
              </a:rPr>
              <a:t>Home</a:t>
            </a:r>
            <a:r>
              <a:rPr lang="en-GB" dirty="0"/>
              <a:t>***</a:t>
            </a:r>
            <a:r>
              <a:rPr lang="en-GB" dirty="0">
                <a:hlinkClick r:id="rId7" action="ppaction://hlinksldjump"/>
              </a:rPr>
              <a:t>about</a:t>
            </a:r>
            <a:r>
              <a:rPr lang="en-GB" dirty="0"/>
              <a:t>***</a:t>
            </a:r>
            <a:r>
              <a:rPr lang="en-GB" dirty="0">
                <a:hlinkClick r:id="rId8" action="ppaction://hlinksldjump"/>
              </a:rPr>
              <a:t>CMD</a:t>
            </a:r>
            <a:r>
              <a:rPr lang="en-GB" dirty="0"/>
              <a:t>***help*** </a:t>
            </a:r>
            <a:r>
              <a:rPr lang="en-GB" dirty="0">
                <a:hlinkClick r:id="rId9" action="ppaction://hlinksldjump"/>
              </a:rPr>
              <a:t>Hacker</a:t>
            </a:r>
            <a:r>
              <a:rPr lang="en-GB" dirty="0"/>
              <a:t>***</a:t>
            </a:r>
            <a:r>
              <a:rPr lang="en-GB" dirty="0">
                <a:hlinkClick r:id="rId2" action="ppaction://hlinksldjump"/>
              </a:rPr>
              <a:t>exit</a:t>
            </a:r>
            <a:endParaRPr lang="en-GB" dirty="0"/>
          </a:p>
        </p:txBody>
      </p:sp>
    </p:spTree>
    <p:extLst>
      <p:ext uri="{BB962C8B-B14F-4D97-AF65-F5344CB8AC3E}">
        <p14:creationId xmlns:p14="http://schemas.microsoft.com/office/powerpoint/2010/main" val="34925382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site***Bing as of 5/8/2020</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pic>
        <p:nvPicPr>
          <p:cNvPr id="7" name="Picture 6">
            <a:extLst>
              <a:ext uri="{FF2B5EF4-FFF2-40B4-BE49-F238E27FC236}">
                <a16:creationId xmlns:a16="http://schemas.microsoft.com/office/drawing/2014/main" id="{0B43D71D-372D-4CC0-AB11-45ED6C2FF407}"/>
              </a:ext>
            </a:extLst>
          </p:cNvPr>
          <p:cNvPicPr>
            <a:picLocks noChangeAspect="1"/>
          </p:cNvPicPr>
          <p:nvPr/>
        </p:nvPicPr>
        <p:blipFill>
          <a:blip r:embed="rId5"/>
          <a:stretch>
            <a:fillRect/>
          </a:stretch>
        </p:blipFill>
        <p:spPr>
          <a:xfrm>
            <a:off x="0" y="1291590"/>
            <a:ext cx="12192000" cy="4274820"/>
          </a:xfrm>
          <a:prstGeom prst="rect">
            <a:avLst/>
          </a:prstGeom>
        </p:spPr>
      </p:pic>
      <p:sp>
        <p:nvSpPr>
          <p:cNvPr id="9" name="Rectangle 8">
            <a:extLst>
              <a:ext uri="{FF2B5EF4-FFF2-40B4-BE49-F238E27FC236}">
                <a16:creationId xmlns:a16="http://schemas.microsoft.com/office/drawing/2014/main" id="{FFCBBBF4-B15D-464B-9FEB-5BE8F50B6829}"/>
              </a:ext>
            </a:extLst>
          </p:cNvPr>
          <p:cNvSpPr/>
          <p:nvPr/>
        </p:nvSpPr>
        <p:spPr>
          <a:xfrm>
            <a:off x="0" y="6507126"/>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6" action="ppaction://hlinksldjump"/>
              </a:rPr>
              <a:t>Home</a:t>
            </a:r>
            <a:r>
              <a:rPr lang="en-GB" dirty="0"/>
              <a:t>***</a:t>
            </a:r>
            <a:r>
              <a:rPr lang="en-GB" dirty="0">
                <a:hlinkClick r:id="rId7" action="ppaction://hlinksldjump"/>
              </a:rPr>
              <a:t>about</a:t>
            </a:r>
            <a:r>
              <a:rPr lang="en-GB" dirty="0"/>
              <a:t>***</a:t>
            </a:r>
            <a:r>
              <a:rPr lang="en-GB" dirty="0">
                <a:hlinkClick r:id="rId8" action="ppaction://hlinksldjump"/>
              </a:rPr>
              <a:t>CMD</a:t>
            </a:r>
            <a:r>
              <a:rPr lang="en-GB" dirty="0"/>
              <a:t>***help*** </a:t>
            </a:r>
            <a:r>
              <a:rPr lang="en-GB" dirty="0">
                <a:hlinkClick r:id="rId9" action="ppaction://hlinksldjump"/>
              </a:rPr>
              <a:t>Hacker</a:t>
            </a:r>
            <a:r>
              <a:rPr lang="en-GB" dirty="0"/>
              <a:t>***</a:t>
            </a:r>
            <a:r>
              <a:rPr lang="en-GB" dirty="0">
                <a:hlinkClick r:id="rId2" action="ppaction://hlinksldjump"/>
              </a:rPr>
              <a:t>exit</a:t>
            </a:r>
            <a:endParaRPr lang="en-GB" dirty="0"/>
          </a:p>
        </p:txBody>
      </p:sp>
    </p:spTree>
    <p:extLst>
      <p:ext uri="{BB962C8B-B14F-4D97-AF65-F5344CB8AC3E}">
        <p14:creationId xmlns:p14="http://schemas.microsoft.com/office/powerpoint/2010/main" val="2378978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site***Ask Jeeves</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pic>
        <p:nvPicPr>
          <p:cNvPr id="1026" name="Picture 2" descr="Ask.com wants users to ask each other, not Jeeves - Technology ...">
            <a:extLst>
              <a:ext uri="{FF2B5EF4-FFF2-40B4-BE49-F238E27FC236}">
                <a16:creationId xmlns:a16="http://schemas.microsoft.com/office/drawing/2014/main" id="{FF56AA02-2F99-492A-A880-BA618260E3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9741" y="202017"/>
            <a:ext cx="10412518" cy="624751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5DBD8F10-56AA-41D7-A287-7F2E7699D7E1}"/>
              </a:ext>
            </a:extLst>
          </p:cNvPr>
          <p:cNvSpPr/>
          <p:nvPr/>
        </p:nvSpPr>
        <p:spPr>
          <a:xfrm>
            <a:off x="0" y="6507126"/>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6" action="ppaction://hlinksldjump"/>
              </a:rPr>
              <a:t>Home</a:t>
            </a:r>
            <a:r>
              <a:rPr lang="en-GB" dirty="0"/>
              <a:t>***</a:t>
            </a:r>
            <a:r>
              <a:rPr lang="en-GB" dirty="0">
                <a:hlinkClick r:id="rId7" action="ppaction://hlinksldjump"/>
              </a:rPr>
              <a:t>about</a:t>
            </a:r>
            <a:r>
              <a:rPr lang="en-GB" dirty="0"/>
              <a:t>***</a:t>
            </a:r>
            <a:r>
              <a:rPr lang="en-GB" dirty="0">
                <a:hlinkClick r:id="rId8" action="ppaction://hlinksldjump"/>
              </a:rPr>
              <a:t>CMD</a:t>
            </a:r>
            <a:r>
              <a:rPr lang="en-GB" dirty="0"/>
              <a:t>***help*** </a:t>
            </a:r>
            <a:r>
              <a:rPr lang="en-GB" dirty="0">
                <a:hlinkClick r:id="rId9" action="ppaction://hlinksldjump"/>
              </a:rPr>
              <a:t>Hacker</a:t>
            </a:r>
            <a:r>
              <a:rPr lang="en-GB" dirty="0"/>
              <a:t>***</a:t>
            </a:r>
            <a:r>
              <a:rPr lang="en-GB" dirty="0">
                <a:hlinkClick r:id="rId2" action="ppaction://hlinksldjump"/>
              </a:rPr>
              <a:t>exit</a:t>
            </a:r>
            <a:endParaRPr lang="en-GB" dirty="0"/>
          </a:p>
        </p:txBody>
      </p:sp>
    </p:spTree>
    <p:extLst>
      <p:ext uri="{BB962C8B-B14F-4D97-AF65-F5344CB8AC3E}">
        <p14:creationId xmlns:p14="http://schemas.microsoft.com/office/powerpoint/2010/main" val="37177789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Run. ..</a:t>
            </a: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
        <p:nvSpPr>
          <p:cNvPr id="6" name="Rectangle 5">
            <a:extLst>
              <a:ext uri="{FF2B5EF4-FFF2-40B4-BE49-F238E27FC236}">
                <a16:creationId xmlns:a16="http://schemas.microsoft.com/office/drawing/2014/main" id="{3DC43811-90AB-4F36-9A89-D29BBFAC6B22}"/>
              </a:ext>
            </a:extLst>
          </p:cNvPr>
          <p:cNvSpPr/>
          <p:nvPr/>
        </p:nvSpPr>
        <p:spPr>
          <a:xfrm>
            <a:off x="303027" y="3859618"/>
            <a:ext cx="5013251"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Winver</a:t>
            </a:r>
          </a:p>
        </p:txBody>
      </p:sp>
      <p:sp>
        <p:nvSpPr>
          <p:cNvPr id="8" name="Rectangle 7">
            <a:hlinkClick r:id="rId6" action="ppaction://hlinksldjump"/>
            <a:extLst>
              <a:ext uri="{FF2B5EF4-FFF2-40B4-BE49-F238E27FC236}">
                <a16:creationId xmlns:a16="http://schemas.microsoft.com/office/drawing/2014/main" id="{8B354B69-740C-4B56-8F78-245B5D25D8FB}"/>
              </a:ext>
            </a:extLst>
          </p:cNvPr>
          <p:cNvSpPr/>
          <p:nvPr/>
        </p:nvSpPr>
        <p:spPr>
          <a:xfrm>
            <a:off x="3200400" y="5959691"/>
            <a:ext cx="2658140" cy="9144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a:t>
            </a:r>
          </a:p>
        </p:txBody>
      </p:sp>
      <p:sp>
        <p:nvSpPr>
          <p:cNvPr id="10" name="Rectangle 9">
            <a:hlinkClick r:id="rId3" action="ppaction://hlinksldjump"/>
            <a:extLst>
              <a:ext uri="{FF2B5EF4-FFF2-40B4-BE49-F238E27FC236}">
                <a16:creationId xmlns:a16="http://schemas.microsoft.com/office/drawing/2014/main" id="{7A04200F-5689-477B-B84C-38DE7A3CB2AF}"/>
              </a:ext>
            </a:extLst>
          </p:cNvPr>
          <p:cNvSpPr/>
          <p:nvPr/>
        </p:nvSpPr>
        <p:spPr>
          <a:xfrm>
            <a:off x="1520456" y="5939455"/>
            <a:ext cx="1679944" cy="914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sp>
        <p:nvSpPr>
          <p:cNvPr id="12" name="Rectangle 11">
            <a:hlinkClick r:id="rId7" action="ppaction://hlinksldjump"/>
            <a:extLst>
              <a:ext uri="{FF2B5EF4-FFF2-40B4-BE49-F238E27FC236}">
                <a16:creationId xmlns:a16="http://schemas.microsoft.com/office/drawing/2014/main" id="{8A810DB2-8F84-48B6-995A-D591B0F64633}"/>
              </a:ext>
            </a:extLst>
          </p:cNvPr>
          <p:cNvSpPr/>
          <p:nvPr/>
        </p:nvSpPr>
        <p:spPr>
          <a:xfrm>
            <a:off x="0" y="5941527"/>
            <a:ext cx="1520456" cy="914400"/>
          </a:xfrm>
          <a:prstGeom prst="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Tree>
    <p:extLst>
      <p:ext uri="{BB962C8B-B14F-4D97-AF65-F5344CB8AC3E}">
        <p14:creationId xmlns:p14="http://schemas.microsoft.com/office/powerpoint/2010/main" val="14194283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About Windos</a:t>
            </a: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Micr0$0ft Windos XP</a:t>
            </a:r>
          </a:p>
          <a:p>
            <a:pPr algn="ctr"/>
            <a:r>
              <a:rPr lang="en-GB" dirty="0">
                <a:latin typeface="Segoe UI" panose="020B0502040204020203" pitchFamily="34" charset="0"/>
              </a:rPr>
              <a:t>Beta –</a:t>
            </a:r>
          </a:p>
          <a:p>
            <a:pPr algn="ctr"/>
            <a:r>
              <a:rPr lang="en-GB" dirty="0">
                <a:latin typeface="Segoe UI" panose="020B0502040204020203" pitchFamily="34" charset="0"/>
              </a:rPr>
              <a:t>2020 Micr0$0ft c0rp</a:t>
            </a:r>
          </a:p>
          <a:p>
            <a:pPr algn="ctr"/>
            <a:r>
              <a:rPr lang="en-GB" dirty="0">
                <a:latin typeface="Segoe UI" panose="020B0502040204020203" pitchFamily="34" charset="0"/>
              </a:rPr>
              <a:t>Registered to:</a:t>
            </a:r>
          </a:p>
          <a:p>
            <a:pPr algn="ctr"/>
            <a:endParaRPr lang="en-GB" dirty="0">
              <a:latin typeface="Segoe UI" panose="020B0502040204020203" pitchFamily="34" charset="0"/>
            </a:endParaRPr>
          </a:p>
          <a:p>
            <a:pPr algn="ctr"/>
            <a:r>
              <a:rPr lang="en-GB" dirty="0">
                <a:latin typeface="Segoe UI" panose="020B0502040204020203" pitchFamily="34" charset="0"/>
              </a:rPr>
              <a:t>Administrator</a:t>
            </a:r>
          </a:p>
          <a:p>
            <a:pPr algn="ctr"/>
            <a:r>
              <a:rPr lang="en-GB" dirty="0">
                <a:latin typeface="Segoe UI" panose="020B0502040204020203" pitchFamily="34" charset="0"/>
              </a:rPr>
              <a:t>Company</a:t>
            </a: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pic>
        <p:nvPicPr>
          <p:cNvPr id="7" name="Graphic 6">
            <a:extLst>
              <a:ext uri="{FF2B5EF4-FFF2-40B4-BE49-F238E27FC236}">
                <a16:creationId xmlns:a16="http://schemas.microsoft.com/office/drawing/2014/main" id="{2E8006E5-A0E2-4CD0-9AB2-F0876F16688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73494" y="4563327"/>
            <a:ext cx="1178254" cy="1178254"/>
          </a:xfrm>
          <a:prstGeom prst="rect">
            <a:avLst/>
          </a:prstGeom>
        </p:spPr>
      </p:pic>
    </p:spTree>
    <p:extLst>
      <p:ext uri="{BB962C8B-B14F-4D97-AF65-F5344CB8AC3E}">
        <p14:creationId xmlns:p14="http://schemas.microsoft.com/office/powerpoint/2010/main" val="23139120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site***EDGE insider</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7"/>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pic>
        <p:nvPicPr>
          <p:cNvPr id="7" name="Picture 6" descr="A close up of a logo&#10;&#10;Description automatically generated">
            <a:extLst>
              <a:ext uri="{FF2B5EF4-FFF2-40B4-BE49-F238E27FC236}">
                <a16:creationId xmlns:a16="http://schemas.microsoft.com/office/drawing/2014/main" id="{9EFEB69E-D2DB-40C9-BFC1-3B5B8D2FBEDF}"/>
              </a:ext>
            </a:extLst>
          </p:cNvPr>
          <p:cNvPicPr>
            <a:picLocks noChangeAspect="1"/>
          </p:cNvPicPr>
          <p:nvPr/>
        </p:nvPicPr>
        <p:blipFill rotWithShape="1">
          <a:blip r:embed="rId5">
            <a:duotone>
              <a:prstClr val="black"/>
              <a:srgbClr val="FFC000">
                <a:tint val="45000"/>
                <a:satMod val="400000"/>
              </a:srgbClr>
            </a:duotone>
            <a:extLst>
              <a:ext uri="{28A0092B-C50C-407E-A947-70E740481C1C}">
                <a14:useLocalDpi xmlns:a14="http://schemas.microsoft.com/office/drawing/2010/main" val="0"/>
              </a:ext>
            </a:extLst>
          </a:blip>
          <a:srcRect l="14352" t="14957" r="14957" b="15601"/>
          <a:stretch/>
        </p:blipFill>
        <p:spPr>
          <a:xfrm>
            <a:off x="117934" y="305492"/>
            <a:ext cx="582778" cy="572477"/>
          </a:xfrm>
          <a:prstGeom prst="rect">
            <a:avLst/>
          </a:prstGeom>
        </p:spPr>
      </p:pic>
      <p:sp>
        <p:nvSpPr>
          <p:cNvPr id="8" name="TextBox 7">
            <a:extLst>
              <a:ext uri="{FF2B5EF4-FFF2-40B4-BE49-F238E27FC236}">
                <a16:creationId xmlns:a16="http://schemas.microsoft.com/office/drawing/2014/main" id="{58D67012-84B8-4BDD-B870-6D1ECC35B613}"/>
              </a:ext>
            </a:extLst>
          </p:cNvPr>
          <p:cNvSpPr txBox="1"/>
          <p:nvPr/>
        </p:nvSpPr>
        <p:spPr>
          <a:xfrm>
            <a:off x="914400" y="407064"/>
            <a:ext cx="4646428" cy="369332"/>
          </a:xfrm>
          <a:prstGeom prst="rect">
            <a:avLst/>
          </a:prstGeom>
          <a:noFill/>
        </p:spPr>
        <p:txBody>
          <a:bodyPr wrap="square" rtlCol="0">
            <a:spAutoFit/>
          </a:bodyPr>
          <a:lstStyle/>
          <a:p>
            <a:pPr algn="l"/>
            <a:r>
              <a:rPr lang="en-GB" dirty="0">
                <a:latin typeface="Segoe UI" panose="020B0502040204020203" pitchFamily="34" charset="0"/>
              </a:rPr>
              <a:t>launch EDGE beta and test features out! </a:t>
            </a:r>
          </a:p>
        </p:txBody>
      </p:sp>
      <p:sp>
        <p:nvSpPr>
          <p:cNvPr id="9" name="Rectangle 8">
            <a:hlinkClick r:id="rId6" action="ppaction://hlinksldjump"/>
            <a:extLst>
              <a:ext uri="{FF2B5EF4-FFF2-40B4-BE49-F238E27FC236}">
                <a16:creationId xmlns:a16="http://schemas.microsoft.com/office/drawing/2014/main" id="{F31C9D3E-015A-493C-ADF3-C15D944F7DFF}"/>
              </a:ext>
            </a:extLst>
          </p:cNvPr>
          <p:cNvSpPr/>
          <p:nvPr/>
        </p:nvSpPr>
        <p:spPr>
          <a:xfrm>
            <a:off x="914400" y="4678326"/>
            <a:ext cx="5528931" cy="8027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Fire that baby up! </a:t>
            </a:r>
          </a:p>
        </p:txBody>
      </p:sp>
      <p:sp>
        <p:nvSpPr>
          <p:cNvPr id="11" name="Rectangle 10">
            <a:extLst>
              <a:ext uri="{FF2B5EF4-FFF2-40B4-BE49-F238E27FC236}">
                <a16:creationId xmlns:a16="http://schemas.microsoft.com/office/drawing/2014/main" id="{9B1D7935-C028-4AA5-B43D-C42074F5041C}"/>
              </a:ext>
            </a:extLst>
          </p:cNvPr>
          <p:cNvSpPr/>
          <p:nvPr/>
        </p:nvSpPr>
        <p:spPr>
          <a:xfrm>
            <a:off x="8229600" y="202017"/>
            <a:ext cx="3962400" cy="628384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a:p>
            <a:pPr algn="ctr"/>
            <a:endParaRPr lang="en-GB" sz="1600" dirty="0"/>
          </a:p>
          <a:p>
            <a:pPr algn="ctr"/>
            <a:endParaRPr lang="en-GB" sz="1600" dirty="0"/>
          </a:p>
          <a:p>
            <a:pPr algn="ctr"/>
            <a:endParaRPr lang="en-GB" sz="1600" dirty="0"/>
          </a:p>
        </p:txBody>
      </p:sp>
      <p:sp>
        <p:nvSpPr>
          <p:cNvPr id="12" name="TextBox 11">
            <a:extLst>
              <a:ext uri="{FF2B5EF4-FFF2-40B4-BE49-F238E27FC236}">
                <a16:creationId xmlns:a16="http://schemas.microsoft.com/office/drawing/2014/main" id="{87D2523A-82EA-4A24-9D27-D992CFD8FB1B}"/>
              </a:ext>
            </a:extLst>
          </p:cNvPr>
          <p:cNvSpPr txBox="1"/>
          <p:nvPr/>
        </p:nvSpPr>
        <p:spPr>
          <a:xfrm>
            <a:off x="8229600" y="305492"/>
            <a:ext cx="3962400" cy="5693866"/>
          </a:xfrm>
          <a:prstGeom prst="rect">
            <a:avLst/>
          </a:prstGeom>
          <a:noFill/>
        </p:spPr>
        <p:txBody>
          <a:bodyPr wrap="square" rtlCol="0">
            <a:spAutoFit/>
          </a:bodyPr>
          <a:lstStyle/>
          <a:p>
            <a:r>
              <a:rPr lang="en-GB" sz="1400" dirty="0"/>
              <a:t>&gt;Data-insert</a:t>
            </a:r>
          </a:p>
          <a:p>
            <a:r>
              <a:rPr lang="en-GB" sz="1400" dirty="0"/>
              <a:t>&gt;browser=kromv42</a:t>
            </a:r>
          </a:p>
          <a:p>
            <a:r>
              <a:rPr lang="en-GB" sz="1400" dirty="0"/>
              <a:t>&gt;AdBlock=false</a:t>
            </a:r>
          </a:p>
          <a:p>
            <a:r>
              <a:rPr lang="en-GB" sz="1400" dirty="0"/>
              <a:t>&gt;OS=win2k v1.00</a:t>
            </a:r>
          </a:p>
          <a:p>
            <a:r>
              <a:rPr lang="en-GB" sz="1400" dirty="0"/>
              <a:t>&gt;region=UK</a:t>
            </a:r>
          </a:p>
          <a:p>
            <a:r>
              <a:rPr lang="en-GB" sz="1400" dirty="0"/>
              <a:t>&gt;date=5/8/2020</a:t>
            </a:r>
          </a:p>
          <a:p>
            <a:r>
              <a:rPr lang="en-GB" sz="1400" dirty="0"/>
              <a:t>&gt;apply-all</a:t>
            </a:r>
          </a:p>
          <a:p>
            <a:r>
              <a:rPr lang="en-GB" sz="1400" dirty="0"/>
              <a:t>&gt;close</a:t>
            </a:r>
          </a:p>
          <a:p>
            <a:r>
              <a:rPr lang="en-GB" sz="1400" dirty="0"/>
              <a:t>&gt;keep-settings-1</a:t>
            </a:r>
          </a:p>
          <a:p>
            <a:r>
              <a:rPr lang="en-GB" sz="1400" dirty="0"/>
              <a:t>&gt;login admin pass</a:t>
            </a:r>
          </a:p>
          <a:p>
            <a:r>
              <a:rPr lang="en-GB" sz="1400" dirty="0"/>
              <a:t>LOGIN INCORRECT</a:t>
            </a:r>
          </a:p>
          <a:p>
            <a:r>
              <a:rPr lang="en-GB" sz="1400" dirty="0"/>
              <a:t>&gt;exit</a:t>
            </a:r>
          </a:p>
          <a:p>
            <a:r>
              <a:rPr lang="en-GB" sz="1400" dirty="0"/>
              <a:t>&gt;hack edgeinsider.com login </a:t>
            </a:r>
          </a:p>
          <a:p>
            <a:r>
              <a:rPr lang="en-GB" sz="1400" dirty="0"/>
              <a:t>Enter username</a:t>
            </a:r>
          </a:p>
          <a:p>
            <a:r>
              <a:rPr lang="en-GB" sz="1400" dirty="0"/>
              <a:t>&gt;admin</a:t>
            </a:r>
          </a:p>
          <a:p>
            <a:r>
              <a:rPr lang="en-GB" sz="1400" dirty="0"/>
              <a:t>Searching. ..</a:t>
            </a:r>
          </a:p>
          <a:p>
            <a:r>
              <a:rPr lang="en-GB" sz="1400" dirty="0"/>
              <a:t>Found user admin</a:t>
            </a:r>
          </a:p>
          <a:p>
            <a:r>
              <a:rPr lang="en-GB" sz="1400" dirty="0"/>
              <a:t>Password=password</a:t>
            </a:r>
          </a:p>
          <a:p>
            <a:r>
              <a:rPr lang="en-GB" sz="1400" dirty="0"/>
              <a:t>&gt;login admin password</a:t>
            </a:r>
          </a:p>
          <a:p>
            <a:r>
              <a:rPr lang="en-GB" sz="1400" dirty="0"/>
              <a:t>Logged in</a:t>
            </a:r>
          </a:p>
          <a:p>
            <a:pPr algn="l"/>
            <a:r>
              <a:rPr lang="en-GB" sz="1400" dirty="0">
                <a:latin typeface="Segoe UI" panose="020B0502040204020203" pitchFamily="34" charset="0"/>
              </a:rPr>
              <a:t>&gt;plugin-AdBlock=on</a:t>
            </a:r>
          </a:p>
          <a:p>
            <a:pPr algn="l"/>
            <a:r>
              <a:rPr lang="en-GB" sz="1400" dirty="0">
                <a:latin typeface="Segoe UI" panose="020B0502040204020203" pitchFamily="34" charset="0"/>
              </a:rPr>
              <a:t>AdBlock is on</a:t>
            </a:r>
          </a:p>
          <a:p>
            <a:pPr algn="l"/>
            <a:r>
              <a:rPr lang="en-GB" sz="1400" dirty="0">
                <a:latin typeface="Segoe UI" panose="020B0502040204020203" pitchFamily="34" charset="0"/>
              </a:rPr>
              <a:t>&gt;exit</a:t>
            </a:r>
          </a:p>
          <a:p>
            <a:pPr algn="l"/>
            <a:r>
              <a:rPr lang="en-GB" sz="1400" dirty="0">
                <a:latin typeface="Segoe UI" panose="020B0502040204020203" pitchFamily="34" charset="0"/>
              </a:rPr>
              <a:t>&gt;set &lt;site&gt; EDGE Insider</a:t>
            </a:r>
          </a:p>
          <a:p>
            <a:pPr algn="l"/>
            <a:r>
              <a:rPr lang="en-GB" sz="1400" dirty="0">
                <a:latin typeface="Segoe UI" panose="020B0502040204020203" pitchFamily="34" charset="0"/>
              </a:rPr>
              <a:t>&gt;exit</a:t>
            </a:r>
          </a:p>
          <a:p>
            <a:pPr algn="l"/>
            <a:r>
              <a:rPr lang="en-GB" sz="1400" dirty="0">
                <a:latin typeface="Segoe UI" panose="020B0502040204020203" pitchFamily="34" charset="0"/>
              </a:rPr>
              <a:t>&gt;quit</a:t>
            </a:r>
          </a:p>
        </p:txBody>
      </p:sp>
      <p:sp>
        <p:nvSpPr>
          <p:cNvPr id="15" name="Rectangle 14">
            <a:extLst>
              <a:ext uri="{FF2B5EF4-FFF2-40B4-BE49-F238E27FC236}">
                <a16:creationId xmlns:a16="http://schemas.microsoft.com/office/drawing/2014/main" id="{FCCC671D-F258-4550-881C-D86B27706B72}"/>
              </a:ext>
            </a:extLst>
          </p:cNvPr>
          <p:cNvSpPr/>
          <p:nvPr/>
        </p:nvSpPr>
        <p:spPr>
          <a:xfrm>
            <a:off x="0" y="6507126"/>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7" action="ppaction://hlinksldjump"/>
              </a:rPr>
              <a:t>Home</a:t>
            </a:r>
            <a:r>
              <a:rPr lang="en-GB" dirty="0"/>
              <a:t>***</a:t>
            </a:r>
            <a:r>
              <a:rPr lang="en-GB" dirty="0">
                <a:hlinkClick r:id="rId8" action="ppaction://hlinksldjump"/>
              </a:rPr>
              <a:t>about</a:t>
            </a:r>
            <a:r>
              <a:rPr lang="en-GB" dirty="0"/>
              <a:t>***</a:t>
            </a:r>
            <a:r>
              <a:rPr lang="en-GB" dirty="0">
                <a:hlinkClick r:id="rId9" action="ppaction://hlinksldjump"/>
              </a:rPr>
              <a:t>CMD</a:t>
            </a:r>
            <a:r>
              <a:rPr lang="en-GB" dirty="0"/>
              <a:t>***help*** </a:t>
            </a:r>
            <a:r>
              <a:rPr lang="en-GB" dirty="0">
                <a:hlinkClick r:id="rId10" action="ppaction://hlinksldjump"/>
              </a:rPr>
              <a:t>Hacker</a:t>
            </a:r>
            <a:r>
              <a:rPr lang="en-GB" dirty="0"/>
              <a:t>***</a:t>
            </a:r>
            <a:r>
              <a:rPr lang="en-GB" dirty="0">
                <a:hlinkClick r:id="rId2" action="ppaction://hlinksldjump"/>
              </a:rPr>
              <a:t>exit</a:t>
            </a:r>
            <a:endParaRPr lang="en-GB" dirty="0"/>
          </a:p>
        </p:txBody>
      </p:sp>
    </p:spTree>
    <p:extLst>
      <p:ext uri="{BB962C8B-B14F-4D97-AF65-F5344CB8AC3E}">
        <p14:creationId xmlns:p14="http://schemas.microsoft.com/office/powerpoint/2010/main" val="28744042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hlinkClick r:id="rId3" action="ppaction://hlinksldjump"/>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Insider preview</a:t>
            </a:r>
          </a:p>
          <a:p>
            <a:pPr algn="ctr"/>
            <a:r>
              <a:rPr lang="en-GB" dirty="0">
                <a:latin typeface="Segoe UI" panose="020B0502040204020203" pitchFamily="34" charset="0"/>
              </a:rPr>
              <a:t>V1. 02</a:t>
            </a:r>
          </a:p>
          <a:p>
            <a:pPr algn="ctr"/>
            <a:r>
              <a:rPr lang="en-GB" dirty="0">
                <a:latin typeface="Segoe UI" panose="020B0502040204020203" pitchFamily="34" charset="0"/>
              </a:rPr>
              <a:t>Registered to insider:</a:t>
            </a:r>
          </a:p>
          <a:p>
            <a:pPr algn="ctr"/>
            <a:r>
              <a:rPr lang="en-GB" dirty="0">
                <a:latin typeface="Segoe UI" panose="020B0502040204020203" pitchFamily="34" charset="0"/>
              </a:rPr>
              <a:t>Admin</a:t>
            </a:r>
          </a:p>
          <a:p>
            <a:pPr algn="ctr"/>
            <a:r>
              <a:rPr lang="en-GB" dirty="0">
                <a:latin typeface="Segoe UI" panose="020B0502040204020203" pitchFamily="34" charset="0"/>
              </a:rPr>
              <a:t>********</a:t>
            </a:r>
          </a:p>
        </p:txBody>
      </p:sp>
      <p:pic>
        <p:nvPicPr>
          <p:cNvPr id="4" name="Graphic 3">
            <a:hlinkClick r:id="rId4"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87440" y="2015755"/>
            <a:ext cx="238346" cy="238346"/>
          </a:xfrm>
          <a:prstGeom prst="rect">
            <a:avLst/>
          </a:prstGeom>
        </p:spPr>
      </p:pic>
      <p:pic>
        <p:nvPicPr>
          <p:cNvPr id="5" name="Picture 4" descr="A close up of a logo&#10;&#10;Description automatically generated">
            <a:extLst>
              <a:ext uri="{FF2B5EF4-FFF2-40B4-BE49-F238E27FC236}">
                <a16:creationId xmlns:a16="http://schemas.microsoft.com/office/drawing/2014/main" id="{F7ACD9B9-B48A-4C1E-A117-CEFFAADC6666}"/>
              </a:ext>
            </a:extLst>
          </p:cNvPr>
          <p:cNvPicPr>
            <a:picLocks noChangeAspect="1"/>
          </p:cNvPicPr>
          <p:nvPr/>
        </p:nvPicPr>
        <p:blipFill rotWithShape="1">
          <a:blip r:embed="rId7">
            <a:duotone>
              <a:prstClr val="black"/>
              <a:srgbClr val="FFC000">
                <a:tint val="45000"/>
                <a:satMod val="400000"/>
              </a:srgbClr>
            </a:duotone>
            <a:extLst>
              <a:ext uri="{28A0092B-C50C-407E-A947-70E740481C1C}">
                <a14:useLocalDpi xmlns:a14="http://schemas.microsoft.com/office/drawing/2010/main" val="0"/>
              </a:ext>
            </a:extLst>
          </a:blip>
          <a:srcRect l="14352" t="14957" r="14957" b="15601"/>
          <a:stretch/>
        </p:blipFill>
        <p:spPr>
          <a:xfrm>
            <a:off x="3894353" y="3141723"/>
            <a:ext cx="582778" cy="572477"/>
          </a:xfrm>
          <a:prstGeom prst="rect">
            <a:avLst/>
          </a:prstGeom>
        </p:spPr>
      </p:pic>
    </p:spTree>
    <p:extLst>
      <p:ext uri="{BB962C8B-B14F-4D97-AF65-F5344CB8AC3E}">
        <p14:creationId xmlns:p14="http://schemas.microsoft.com/office/powerpoint/2010/main" val="1587637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insider v1.01***stable OS****unstable browser***Insider Mode</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Select a web page to view:</a:t>
            </a: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r>
              <a:rPr lang="en-GB" dirty="0">
                <a:latin typeface="Segoe UI" panose="020B0502040204020203" pitchFamily="34" charset="0"/>
                <a:hlinkClick r:id="rId2" action="ppaction://hlinksldjump"/>
              </a:rPr>
              <a:t>EDGE insider test page</a:t>
            </a:r>
            <a:endParaRPr lang="en-GB" dirty="0">
              <a:latin typeface="Segoe UI" panose="020B0502040204020203" pitchFamily="34" charset="0"/>
            </a:endParaRPr>
          </a:p>
          <a:p>
            <a:pPr algn="ctr"/>
            <a:endParaRPr lang="en-GB" dirty="0">
              <a:latin typeface="Segoe UI" panose="020B0502040204020203" pitchFamily="34" charset="0"/>
            </a:endParaRPr>
          </a:p>
          <a:p>
            <a:pPr algn="ctr"/>
            <a:r>
              <a:rPr lang="en-GB" dirty="0">
                <a:latin typeface="Segoe UI" panose="020B0502040204020203" pitchFamily="34" charset="0"/>
              </a:rPr>
              <a:t>What’s new in INSIDER preview</a:t>
            </a:r>
          </a:p>
          <a:p>
            <a:pPr algn="ctr"/>
            <a:endParaRPr lang="en-GB" dirty="0">
              <a:latin typeface="Segoe UI" panose="020B0502040204020203" pitchFamily="34" charset="0"/>
            </a:endParaRPr>
          </a:p>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953654" y="-36329"/>
            <a:ext cx="238346" cy="238346"/>
          </a:xfrm>
          <a:prstGeom prst="rect">
            <a:avLst/>
          </a:prstGeom>
        </p:spPr>
      </p:pic>
      <p:sp>
        <p:nvSpPr>
          <p:cNvPr id="8" name="TextBox 7">
            <a:extLst>
              <a:ext uri="{FF2B5EF4-FFF2-40B4-BE49-F238E27FC236}">
                <a16:creationId xmlns:a16="http://schemas.microsoft.com/office/drawing/2014/main" id="{99025485-247B-4323-BEEB-95B318970CDF}"/>
              </a:ext>
            </a:extLst>
          </p:cNvPr>
          <p:cNvSpPr txBox="1"/>
          <p:nvPr/>
        </p:nvSpPr>
        <p:spPr>
          <a:xfrm>
            <a:off x="0" y="691116"/>
            <a:ext cx="6549390" cy="369332"/>
          </a:xfrm>
          <a:prstGeom prst="rect">
            <a:avLst/>
          </a:prstGeom>
          <a:noFill/>
        </p:spPr>
        <p:txBody>
          <a:bodyPr wrap="square" rtlCol="0">
            <a:spAutoFit/>
          </a:bodyPr>
          <a:lstStyle/>
          <a:p>
            <a:pPr algn="l"/>
            <a:r>
              <a:rPr lang="en-GB" dirty="0">
                <a:latin typeface="Segoe UI" panose="020B0502040204020203" pitchFamily="34" charset="0"/>
              </a:rPr>
              <a:t>EDGE insider is for test purposes only! </a:t>
            </a:r>
          </a:p>
        </p:txBody>
      </p:sp>
      <p:sp>
        <p:nvSpPr>
          <p:cNvPr id="9" name="Rectangle 8">
            <a:extLst>
              <a:ext uri="{FF2B5EF4-FFF2-40B4-BE49-F238E27FC236}">
                <a16:creationId xmlns:a16="http://schemas.microsoft.com/office/drawing/2014/main" id="{C956E54B-B784-42D4-9523-C3E2C772C91E}"/>
              </a:ext>
            </a:extLst>
          </p:cNvPr>
          <p:cNvSpPr/>
          <p:nvPr/>
        </p:nvSpPr>
        <p:spPr>
          <a:xfrm>
            <a:off x="0" y="6198781"/>
            <a:ext cx="12192000" cy="6592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Home***</a:t>
            </a:r>
            <a:r>
              <a:rPr lang="en-GB" dirty="0">
                <a:hlinkClick r:id="rId6" action="ppaction://hlinksldjump"/>
              </a:rPr>
              <a:t>CMD</a:t>
            </a:r>
            <a:r>
              <a:rPr lang="en-GB" dirty="0"/>
              <a:t>***back to normal EDGE***</a:t>
            </a:r>
            <a:r>
              <a:rPr lang="en-GB" dirty="0">
                <a:hlinkClick r:id="rId7" action="ppaction://hlinksldjump"/>
              </a:rPr>
              <a:t>add-ins</a:t>
            </a:r>
            <a:r>
              <a:rPr lang="en-GB" dirty="0"/>
              <a:t>***exit</a:t>
            </a:r>
          </a:p>
        </p:txBody>
      </p:sp>
      <p:sp>
        <p:nvSpPr>
          <p:cNvPr id="10" name="Rectangle 9">
            <a:extLst>
              <a:ext uri="{FF2B5EF4-FFF2-40B4-BE49-F238E27FC236}">
                <a16:creationId xmlns:a16="http://schemas.microsoft.com/office/drawing/2014/main" id="{E54BFFC8-9BCE-4713-8AC3-5811FE7C8A7A}"/>
              </a:ext>
            </a:extLst>
          </p:cNvPr>
          <p:cNvSpPr/>
          <p:nvPr/>
        </p:nvSpPr>
        <p:spPr>
          <a:xfrm>
            <a:off x="0" y="238348"/>
            <a:ext cx="12192000" cy="452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Edge://home</a:t>
            </a:r>
          </a:p>
        </p:txBody>
      </p:sp>
      <p:pic>
        <p:nvPicPr>
          <p:cNvPr id="7" name="Picture 6" descr="A close up of a logo&#10;&#10;Description automatically generated">
            <a:extLst>
              <a:ext uri="{FF2B5EF4-FFF2-40B4-BE49-F238E27FC236}">
                <a16:creationId xmlns:a16="http://schemas.microsoft.com/office/drawing/2014/main" id="{C791A9F3-C70A-416E-B620-C3388FC6CD92}"/>
              </a:ext>
            </a:extLst>
          </p:cNvPr>
          <p:cNvPicPr>
            <a:picLocks noChangeAspect="1"/>
          </p:cNvPicPr>
          <p:nvPr/>
        </p:nvPicPr>
        <p:blipFill rotWithShape="1">
          <a:blip r:embed="rId8">
            <a:duotone>
              <a:prstClr val="black"/>
              <a:srgbClr val="FFC000">
                <a:tint val="45000"/>
                <a:satMod val="400000"/>
              </a:srgbClr>
            </a:duotone>
            <a:extLst>
              <a:ext uri="{28A0092B-C50C-407E-A947-70E740481C1C}">
                <a14:useLocalDpi xmlns:a14="http://schemas.microsoft.com/office/drawing/2010/main" val="0"/>
              </a:ext>
            </a:extLst>
          </a:blip>
          <a:srcRect l="14352" t="14957" r="14957" b="15601"/>
          <a:stretch/>
        </p:blipFill>
        <p:spPr>
          <a:xfrm>
            <a:off x="0" y="253969"/>
            <a:ext cx="445013" cy="437147"/>
          </a:xfrm>
          <a:prstGeom prst="rect">
            <a:avLst/>
          </a:prstGeom>
        </p:spPr>
      </p:pic>
    </p:spTree>
    <p:extLst>
      <p:ext uri="{BB962C8B-B14F-4D97-AF65-F5344CB8AC3E}">
        <p14:creationId xmlns:p14="http://schemas.microsoft.com/office/powerpoint/2010/main" val="37464450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Insider Site</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Hello world</a:t>
            </a:r>
          </a:p>
          <a:p>
            <a:pPr algn="ctr"/>
            <a:r>
              <a:rPr lang="en-GB" dirty="0">
                <a:latin typeface="Segoe UI" panose="020B0502040204020203" pitchFamily="34" charset="0"/>
              </a:rPr>
              <a:t>Sample text</a:t>
            </a:r>
          </a:p>
          <a:p>
            <a:pPr algn="ctr"/>
            <a:r>
              <a:rPr lang="en-GB" dirty="0">
                <a:latin typeface="Segoe UI" panose="020B0502040204020203" pitchFamily="34" charset="0"/>
              </a:rPr>
              <a:t>Lorem ipsum</a:t>
            </a:r>
          </a:p>
          <a:p>
            <a:pPr algn="ctr"/>
            <a:r>
              <a:rPr lang="en-GB" dirty="0">
                <a:latin typeface="Segoe UI" panose="020B0502040204020203" pitchFamily="34" charset="0"/>
              </a:rPr>
              <a:t>bye</a:t>
            </a: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7" name="Rectangle 6">
            <a:extLst>
              <a:ext uri="{FF2B5EF4-FFF2-40B4-BE49-F238E27FC236}">
                <a16:creationId xmlns:a16="http://schemas.microsoft.com/office/drawing/2014/main" id="{3D752E3B-1E13-4CF8-8D1D-DBD3985EA685}"/>
              </a:ext>
            </a:extLst>
          </p:cNvPr>
          <p:cNvSpPr/>
          <p:nvPr/>
        </p:nvSpPr>
        <p:spPr>
          <a:xfrm>
            <a:off x="0" y="6198781"/>
            <a:ext cx="12192000" cy="6592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5" action="ppaction://hlinksldjump"/>
              </a:rPr>
              <a:t>Home</a:t>
            </a:r>
            <a:r>
              <a:rPr lang="en-GB" dirty="0"/>
              <a:t>***</a:t>
            </a:r>
            <a:r>
              <a:rPr lang="en-GB" dirty="0">
                <a:hlinkClick r:id="rId6" action="ppaction://hlinksldjump"/>
              </a:rPr>
              <a:t>CMD</a:t>
            </a:r>
            <a:r>
              <a:rPr lang="en-GB" dirty="0"/>
              <a:t>***</a:t>
            </a:r>
            <a:r>
              <a:rPr lang="en-GB" dirty="0">
                <a:hlinkClick r:id="rId7" action="ppaction://hlinksldjump"/>
              </a:rPr>
              <a:t>back to normal EDGE</a:t>
            </a:r>
            <a:r>
              <a:rPr lang="en-GB" dirty="0"/>
              <a:t>***add-ins***</a:t>
            </a:r>
            <a:r>
              <a:rPr lang="en-GB" dirty="0">
                <a:hlinkClick r:id="rId2" action="ppaction://hlinksldjump"/>
              </a:rPr>
              <a:t>exit</a:t>
            </a:r>
            <a:endParaRPr lang="en-GB" dirty="0"/>
          </a:p>
        </p:txBody>
      </p:sp>
      <p:sp>
        <p:nvSpPr>
          <p:cNvPr id="8" name="Rectangle 7">
            <a:extLst>
              <a:ext uri="{FF2B5EF4-FFF2-40B4-BE49-F238E27FC236}">
                <a16:creationId xmlns:a16="http://schemas.microsoft.com/office/drawing/2014/main" id="{0429433B-95C1-4620-9D2C-B1FECF04AACF}"/>
              </a:ext>
            </a:extLst>
          </p:cNvPr>
          <p:cNvSpPr/>
          <p:nvPr/>
        </p:nvSpPr>
        <p:spPr>
          <a:xfrm>
            <a:off x="0" y="202016"/>
            <a:ext cx="12192000" cy="420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https://www.insiderte.st</a:t>
            </a:r>
          </a:p>
        </p:txBody>
      </p:sp>
      <p:pic>
        <p:nvPicPr>
          <p:cNvPr id="10" name="Graphic 9">
            <a:extLst>
              <a:ext uri="{FF2B5EF4-FFF2-40B4-BE49-F238E27FC236}">
                <a16:creationId xmlns:a16="http://schemas.microsoft.com/office/drawing/2014/main" id="{5D4665B6-32C2-40B4-A5DB-730E0808012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203" y="202016"/>
            <a:ext cx="476692" cy="476692"/>
          </a:xfrm>
          <a:prstGeom prst="rect">
            <a:avLst/>
          </a:prstGeom>
        </p:spPr>
      </p:pic>
      <p:pic>
        <p:nvPicPr>
          <p:cNvPr id="12" name="Picture 11">
            <a:extLst>
              <a:ext uri="{FF2B5EF4-FFF2-40B4-BE49-F238E27FC236}">
                <a16:creationId xmlns:a16="http://schemas.microsoft.com/office/drawing/2014/main" id="{7C3F0B14-9530-4F06-A570-B7CD9FA9EB5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55549" y="202016"/>
            <a:ext cx="420872" cy="420872"/>
          </a:xfrm>
          <a:prstGeom prst="rect">
            <a:avLst/>
          </a:prstGeom>
        </p:spPr>
      </p:pic>
    </p:spTree>
    <p:extLst>
      <p:ext uri="{BB962C8B-B14F-4D97-AF65-F5344CB8AC3E}">
        <p14:creationId xmlns:p14="http://schemas.microsoft.com/office/powerpoint/2010/main" val="33981486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Insider Site</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What’s new in insider preview v1.02?</a:t>
            </a:r>
          </a:p>
          <a:p>
            <a:pPr algn="ctr"/>
            <a:endParaRPr lang="en-GB" dirty="0">
              <a:latin typeface="Segoe UI" panose="020B0502040204020203" pitchFamily="34" charset="0"/>
            </a:endParaRPr>
          </a:p>
          <a:p>
            <a:pPr marL="285750" indent="-285750" algn="ctr">
              <a:buFont typeface="Arial" panose="020B0604020202020204" pitchFamily="34" charset="0"/>
              <a:buChar char="•"/>
            </a:pPr>
            <a:r>
              <a:rPr lang="en-GB" dirty="0">
                <a:latin typeface="Segoe UI" panose="020B0502040204020203" pitchFamily="34" charset="0"/>
              </a:rPr>
              <a:t>Added add-ins page</a:t>
            </a:r>
          </a:p>
          <a:p>
            <a:pPr marL="285750" indent="-285750" algn="ctr">
              <a:buFont typeface="Arial" panose="020B0604020202020204" pitchFamily="34" charset="0"/>
              <a:buChar char="•"/>
            </a:pPr>
            <a:r>
              <a:rPr lang="en-GB" dirty="0">
                <a:latin typeface="Segoe UI" panose="020B0502040204020203" pitchFamily="34" charset="0"/>
              </a:rPr>
              <a:t>Added support for HTTP3 protocols</a:t>
            </a:r>
          </a:p>
          <a:p>
            <a:pPr marL="285750" indent="-285750" algn="ctr">
              <a:buFont typeface="Arial" panose="020B0604020202020204" pitchFamily="34" charset="0"/>
              <a:buChar char="•"/>
            </a:pPr>
            <a:r>
              <a:rPr lang="en-GB" dirty="0">
                <a:latin typeface="Segoe UI" panose="020B0502040204020203" pitchFamily="34" charset="0"/>
              </a:rPr>
              <a:t>Added </a:t>
            </a:r>
          </a:p>
          <a:p>
            <a:pPr algn="ctr"/>
            <a:endParaRPr lang="en-GB" dirty="0">
              <a:latin typeface="Segoe UI" panose="020B0502040204020203" pitchFamily="34" charset="0"/>
            </a:endParaRPr>
          </a:p>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7" name="Rectangle 6">
            <a:extLst>
              <a:ext uri="{FF2B5EF4-FFF2-40B4-BE49-F238E27FC236}">
                <a16:creationId xmlns:a16="http://schemas.microsoft.com/office/drawing/2014/main" id="{3D752E3B-1E13-4CF8-8D1D-DBD3985EA685}"/>
              </a:ext>
            </a:extLst>
          </p:cNvPr>
          <p:cNvSpPr/>
          <p:nvPr/>
        </p:nvSpPr>
        <p:spPr>
          <a:xfrm>
            <a:off x="0" y="6198781"/>
            <a:ext cx="12192000" cy="6592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5" action="ppaction://hlinksldjump"/>
              </a:rPr>
              <a:t>Home</a:t>
            </a:r>
            <a:r>
              <a:rPr lang="en-GB" dirty="0"/>
              <a:t>***</a:t>
            </a:r>
            <a:r>
              <a:rPr lang="en-GB" dirty="0">
                <a:hlinkClick r:id="rId6" action="ppaction://hlinksldjump"/>
              </a:rPr>
              <a:t>CMD</a:t>
            </a:r>
            <a:r>
              <a:rPr lang="en-GB" dirty="0"/>
              <a:t>***</a:t>
            </a:r>
            <a:r>
              <a:rPr lang="en-GB" dirty="0">
                <a:hlinkClick r:id="rId7" action="ppaction://hlinksldjump"/>
              </a:rPr>
              <a:t>back to normal EDGE</a:t>
            </a:r>
            <a:r>
              <a:rPr lang="en-GB" dirty="0"/>
              <a:t>***add-ins***</a:t>
            </a:r>
            <a:r>
              <a:rPr lang="en-GB" dirty="0">
                <a:hlinkClick r:id="rId2" action="ppaction://hlinksldjump"/>
              </a:rPr>
              <a:t>exit</a:t>
            </a:r>
            <a:endParaRPr lang="en-GB" dirty="0"/>
          </a:p>
        </p:txBody>
      </p:sp>
      <p:sp>
        <p:nvSpPr>
          <p:cNvPr id="8" name="Rectangle 7">
            <a:extLst>
              <a:ext uri="{FF2B5EF4-FFF2-40B4-BE49-F238E27FC236}">
                <a16:creationId xmlns:a16="http://schemas.microsoft.com/office/drawing/2014/main" id="{0429433B-95C1-4620-9D2C-B1FECF04AACF}"/>
              </a:ext>
            </a:extLst>
          </p:cNvPr>
          <p:cNvSpPr/>
          <p:nvPr/>
        </p:nvSpPr>
        <p:spPr>
          <a:xfrm>
            <a:off x="0" y="202016"/>
            <a:ext cx="12192000" cy="420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https://www.insiderte.st/newstuff</a:t>
            </a:r>
          </a:p>
        </p:txBody>
      </p:sp>
      <p:pic>
        <p:nvPicPr>
          <p:cNvPr id="10" name="Graphic 9">
            <a:extLst>
              <a:ext uri="{FF2B5EF4-FFF2-40B4-BE49-F238E27FC236}">
                <a16:creationId xmlns:a16="http://schemas.microsoft.com/office/drawing/2014/main" id="{5D4665B6-32C2-40B4-A5DB-730E0808012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203" y="202016"/>
            <a:ext cx="476692" cy="476692"/>
          </a:xfrm>
          <a:prstGeom prst="rect">
            <a:avLst/>
          </a:prstGeom>
        </p:spPr>
      </p:pic>
      <p:pic>
        <p:nvPicPr>
          <p:cNvPr id="12" name="Picture 11">
            <a:extLst>
              <a:ext uri="{FF2B5EF4-FFF2-40B4-BE49-F238E27FC236}">
                <a16:creationId xmlns:a16="http://schemas.microsoft.com/office/drawing/2014/main" id="{7C3F0B14-9530-4F06-A570-B7CD9FA9EB5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55549" y="202016"/>
            <a:ext cx="420872" cy="420872"/>
          </a:xfrm>
          <a:prstGeom prst="rect">
            <a:avLst/>
          </a:prstGeom>
        </p:spPr>
      </p:pic>
    </p:spTree>
    <p:extLst>
      <p:ext uri="{BB962C8B-B14F-4D97-AF65-F5344CB8AC3E}">
        <p14:creationId xmlns:p14="http://schemas.microsoft.com/office/powerpoint/2010/main" val="21134645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Insider Site***add-ins</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7" name="Rectangle 6">
            <a:extLst>
              <a:ext uri="{FF2B5EF4-FFF2-40B4-BE49-F238E27FC236}">
                <a16:creationId xmlns:a16="http://schemas.microsoft.com/office/drawing/2014/main" id="{3D752E3B-1E13-4CF8-8D1D-DBD3985EA685}"/>
              </a:ext>
            </a:extLst>
          </p:cNvPr>
          <p:cNvSpPr/>
          <p:nvPr/>
        </p:nvSpPr>
        <p:spPr>
          <a:xfrm>
            <a:off x="0" y="6198781"/>
            <a:ext cx="12192000" cy="6592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5" action="ppaction://hlinksldjump"/>
              </a:rPr>
              <a:t>Home</a:t>
            </a:r>
            <a:r>
              <a:rPr lang="en-GB" dirty="0"/>
              <a:t>***</a:t>
            </a:r>
            <a:r>
              <a:rPr lang="en-GB" dirty="0">
                <a:hlinkClick r:id="rId6" action="ppaction://hlinksldjump"/>
              </a:rPr>
              <a:t>CMD</a:t>
            </a:r>
            <a:r>
              <a:rPr lang="en-GB" dirty="0"/>
              <a:t>***</a:t>
            </a:r>
            <a:r>
              <a:rPr lang="en-GB" dirty="0">
                <a:hlinkClick r:id="rId7" action="ppaction://hlinksldjump"/>
              </a:rPr>
              <a:t>back to normal EDGE</a:t>
            </a:r>
            <a:r>
              <a:rPr lang="en-GB" dirty="0"/>
              <a:t>***add-ins***</a:t>
            </a:r>
            <a:r>
              <a:rPr lang="en-GB" dirty="0">
                <a:hlinkClick r:id="rId2" action="ppaction://hlinksldjump"/>
              </a:rPr>
              <a:t>exit</a:t>
            </a:r>
            <a:endParaRPr lang="en-GB" dirty="0"/>
          </a:p>
        </p:txBody>
      </p:sp>
      <p:sp>
        <p:nvSpPr>
          <p:cNvPr id="8" name="Rectangle 7">
            <a:extLst>
              <a:ext uri="{FF2B5EF4-FFF2-40B4-BE49-F238E27FC236}">
                <a16:creationId xmlns:a16="http://schemas.microsoft.com/office/drawing/2014/main" id="{0429433B-95C1-4620-9D2C-B1FECF04AACF}"/>
              </a:ext>
            </a:extLst>
          </p:cNvPr>
          <p:cNvSpPr/>
          <p:nvPr/>
        </p:nvSpPr>
        <p:spPr>
          <a:xfrm>
            <a:off x="0" y="202016"/>
            <a:ext cx="12192000" cy="420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Edge://addins</a:t>
            </a:r>
          </a:p>
        </p:txBody>
      </p:sp>
      <p:pic>
        <p:nvPicPr>
          <p:cNvPr id="5" name="Picture 4" descr="A close up of a logo&#10;&#10;Description automatically generated">
            <a:extLst>
              <a:ext uri="{FF2B5EF4-FFF2-40B4-BE49-F238E27FC236}">
                <a16:creationId xmlns:a16="http://schemas.microsoft.com/office/drawing/2014/main" id="{00BE8162-4C47-4FA8-9A30-0031689F5D1E}"/>
              </a:ext>
            </a:extLst>
          </p:cNvPr>
          <p:cNvPicPr>
            <a:picLocks noChangeAspect="1"/>
          </p:cNvPicPr>
          <p:nvPr/>
        </p:nvPicPr>
        <p:blipFill rotWithShape="1">
          <a:blip r:embed="rId8">
            <a:duotone>
              <a:prstClr val="black"/>
              <a:srgbClr val="FFC000">
                <a:tint val="45000"/>
                <a:satMod val="400000"/>
              </a:srgbClr>
            </a:duotone>
            <a:extLst>
              <a:ext uri="{28A0092B-C50C-407E-A947-70E740481C1C}">
                <a14:useLocalDpi xmlns:a14="http://schemas.microsoft.com/office/drawing/2010/main" val="0"/>
              </a:ext>
            </a:extLst>
          </a:blip>
          <a:srcRect l="14352" t="14957" r="14957" b="15601"/>
          <a:stretch/>
        </p:blipFill>
        <p:spPr>
          <a:xfrm>
            <a:off x="0" y="200591"/>
            <a:ext cx="445013" cy="437147"/>
          </a:xfrm>
          <a:prstGeom prst="rect">
            <a:avLst/>
          </a:prstGeom>
        </p:spPr>
      </p:pic>
      <p:pic>
        <p:nvPicPr>
          <p:cNvPr id="6" name="Graphic 5">
            <a:extLst>
              <a:ext uri="{FF2B5EF4-FFF2-40B4-BE49-F238E27FC236}">
                <a16:creationId xmlns:a16="http://schemas.microsoft.com/office/drawing/2014/main" id="{30BD378D-B253-4BB4-AACB-175A871FF75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5404" y="1172315"/>
            <a:ext cx="659217" cy="659217"/>
          </a:xfrm>
          <a:prstGeom prst="rect">
            <a:avLst/>
          </a:prstGeom>
        </p:spPr>
      </p:pic>
      <p:sp>
        <p:nvSpPr>
          <p:cNvPr id="13" name="TextBox 12">
            <a:extLst>
              <a:ext uri="{FF2B5EF4-FFF2-40B4-BE49-F238E27FC236}">
                <a16:creationId xmlns:a16="http://schemas.microsoft.com/office/drawing/2014/main" id="{6AE30331-F116-4607-AE3B-39CF3AC3997B}"/>
              </a:ext>
            </a:extLst>
          </p:cNvPr>
          <p:cNvSpPr txBox="1"/>
          <p:nvPr/>
        </p:nvSpPr>
        <p:spPr>
          <a:xfrm>
            <a:off x="1084521" y="1185201"/>
            <a:ext cx="4532241" cy="923330"/>
          </a:xfrm>
          <a:prstGeom prst="rect">
            <a:avLst/>
          </a:prstGeom>
          <a:noFill/>
        </p:spPr>
        <p:txBody>
          <a:bodyPr wrap="square" rtlCol="0">
            <a:spAutoFit/>
          </a:bodyPr>
          <a:lstStyle/>
          <a:p>
            <a:pPr algn="l"/>
            <a:r>
              <a:rPr lang="en-GB" dirty="0">
                <a:latin typeface="Segoe UI" panose="020B0502040204020203" pitchFamily="34" charset="0"/>
              </a:rPr>
              <a:t>XP Compatible add-in</a:t>
            </a:r>
          </a:p>
          <a:p>
            <a:pPr algn="l"/>
            <a:r>
              <a:rPr lang="en-GB" dirty="0">
                <a:latin typeface="Segoe UI" panose="020B0502040204020203" pitchFamily="34" charset="0"/>
              </a:rPr>
              <a:t>Added by system</a:t>
            </a:r>
          </a:p>
          <a:p>
            <a:pPr algn="l"/>
            <a:r>
              <a:rPr lang="en-GB" dirty="0">
                <a:latin typeface="Segoe UI" panose="020B0502040204020203" pitchFamily="34" charset="0"/>
              </a:rPr>
              <a:t>No page available</a:t>
            </a:r>
          </a:p>
        </p:txBody>
      </p:sp>
      <p:pic>
        <p:nvPicPr>
          <p:cNvPr id="15" name="Picture 2" descr="Image result for terminal icon">
            <a:hlinkClick r:id="rId11" action="ppaction://hlinksldjump"/>
            <a:extLst>
              <a:ext uri="{FF2B5EF4-FFF2-40B4-BE49-F238E27FC236}">
                <a16:creationId xmlns:a16="http://schemas.microsoft.com/office/drawing/2014/main" id="{86B375F8-7D74-4D8A-B170-58DC447B28E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9905" y="2213873"/>
            <a:ext cx="650216" cy="650216"/>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275E2EEC-7C21-470A-806F-EF764F9B141A}"/>
              </a:ext>
            </a:extLst>
          </p:cNvPr>
          <p:cNvSpPr txBox="1"/>
          <p:nvPr/>
        </p:nvSpPr>
        <p:spPr>
          <a:xfrm>
            <a:off x="1084521" y="2213873"/>
            <a:ext cx="3806456" cy="646331"/>
          </a:xfrm>
          <a:prstGeom prst="rect">
            <a:avLst/>
          </a:prstGeom>
          <a:noFill/>
        </p:spPr>
        <p:txBody>
          <a:bodyPr wrap="square" rtlCol="0">
            <a:spAutoFit/>
          </a:bodyPr>
          <a:lstStyle/>
          <a:p>
            <a:pPr algn="l"/>
            <a:r>
              <a:rPr lang="en-GB" dirty="0">
                <a:latin typeface="Segoe UI" panose="020B0502040204020203" pitchFamily="34" charset="0"/>
              </a:rPr>
              <a:t>WEB HACKER</a:t>
            </a:r>
          </a:p>
          <a:p>
            <a:pPr algn="l"/>
            <a:r>
              <a:rPr lang="en-GB" dirty="0">
                <a:latin typeface="Segoe UI" panose="020B0502040204020203" pitchFamily="34" charset="0"/>
              </a:rPr>
              <a:t>Added by CMD add-in</a:t>
            </a:r>
          </a:p>
        </p:txBody>
      </p:sp>
      <p:pic>
        <p:nvPicPr>
          <p:cNvPr id="18" name="Picture 2" descr="Image result for terminal icon">
            <a:hlinkClick r:id="rId13" action="ppaction://hlinksldjump"/>
            <a:extLst>
              <a:ext uri="{FF2B5EF4-FFF2-40B4-BE49-F238E27FC236}">
                <a16:creationId xmlns:a16="http://schemas.microsoft.com/office/drawing/2014/main" id="{262D0D14-7E7D-4ECE-97A5-B3A415D65CA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9905" y="3131276"/>
            <a:ext cx="650216" cy="650216"/>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08D98DE2-A7C4-466B-8A0F-984224EF1C6E}"/>
              </a:ext>
            </a:extLst>
          </p:cNvPr>
          <p:cNvSpPr txBox="1"/>
          <p:nvPr/>
        </p:nvSpPr>
        <p:spPr>
          <a:xfrm>
            <a:off x="1084521" y="3075046"/>
            <a:ext cx="4019107" cy="923330"/>
          </a:xfrm>
          <a:prstGeom prst="rect">
            <a:avLst/>
          </a:prstGeom>
          <a:noFill/>
        </p:spPr>
        <p:txBody>
          <a:bodyPr wrap="square" rtlCol="0">
            <a:spAutoFit/>
          </a:bodyPr>
          <a:lstStyle/>
          <a:p>
            <a:pPr algn="l"/>
            <a:r>
              <a:rPr lang="en-GB" dirty="0">
                <a:latin typeface="Segoe UI" panose="020B0502040204020203" pitchFamily="34" charset="0"/>
              </a:rPr>
              <a:t>CMD add-in</a:t>
            </a:r>
          </a:p>
          <a:p>
            <a:pPr algn="l"/>
            <a:r>
              <a:rPr lang="en-GB" dirty="0">
                <a:latin typeface="Segoe UI" panose="020B0502040204020203" pitchFamily="34" charset="0"/>
              </a:rPr>
              <a:t>Added by system</a:t>
            </a:r>
          </a:p>
          <a:p>
            <a:pPr algn="l"/>
            <a:r>
              <a:rPr lang="en-GB" dirty="0">
                <a:latin typeface="Segoe UI" panose="020B0502040204020203" pitchFamily="34" charset="0"/>
              </a:rPr>
              <a:t>Admin add-in</a:t>
            </a:r>
          </a:p>
        </p:txBody>
      </p:sp>
      <p:pic>
        <p:nvPicPr>
          <p:cNvPr id="21" name="Picture 20" descr="A close up of a logo&#10;&#10;Description automatically generated">
            <a:extLst>
              <a:ext uri="{FF2B5EF4-FFF2-40B4-BE49-F238E27FC236}">
                <a16:creationId xmlns:a16="http://schemas.microsoft.com/office/drawing/2014/main" id="{6C1335EB-65C2-41CD-9018-B0E1502D8708}"/>
              </a:ext>
            </a:extLst>
          </p:cNvPr>
          <p:cNvPicPr>
            <a:picLocks noChangeAspect="1"/>
          </p:cNvPicPr>
          <p:nvPr/>
        </p:nvPicPr>
        <p:blipFill rotWithShape="1">
          <a:blip r:embed="rId8">
            <a:duotone>
              <a:prstClr val="black"/>
              <a:srgbClr val="FFC000">
                <a:tint val="45000"/>
                <a:satMod val="400000"/>
              </a:srgbClr>
            </a:duotone>
            <a:extLst>
              <a:ext uri="{28A0092B-C50C-407E-A947-70E740481C1C}">
                <a14:useLocalDpi xmlns:a14="http://schemas.microsoft.com/office/drawing/2010/main" val="0"/>
              </a:ext>
            </a:extLst>
          </a:blip>
          <a:srcRect l="14352" t="14957" r="14957" b="15601"/>
          <a:stretch/>
        </p:blipFill>
        <p:spPr>
          <a:xfrm>
            <a:off x="115404" y="4344219"/>
            <a:ext cx="445013" cy="437147"/>
          </a:xfrm>
          <a:prstGeom prst="rect">
            <a:avLst/>
          </a:prstGeom>
        </p:spPr>
      </p:pic>
      <p:sp>
        <p:nvSpPr>
          <p:cNvPr id="22" name="TextBox 21">
            <a:extLst>
              <a:ext uri="{FF2B5EF4-FFF2-40B4-BE49-F238E27FC236}">
                <a16:creationId xmlns:a16="http://schemas.microsoft.com/office/drawing/2014/main" id="{3B2C9671-9308-43D4-9B13-AB1C9D52BCF6}"/>
              </a:ext>
            </a:extLst>
          </p:cNvPr>
          <p:cNvSpPr txBox="1"/>
          <p:nvPr/>
        </p:nvSpPr>
        <p:spPr>
          <a:xfrm>
            <a:off x="1090728" y="4132180"/>
            <a:ext cx="2802419" cy="923330"/>
          </a:xfrm>
          <a:prstGeom prst="rect">
            <a:avLst/>
          </a:prstGeom>
          <a:noFill/>
        </p:spPr>
        <p:txBody>
          <a:bodyPr wrap="square" rtlCol="0">
            <a:spAutoFit/>
          </a:bodyPr>
          <a:lstStyle/>
          <a:p>
            <a:pPr algn="l"/>
            <a:r>
              <a:rPr lang="en-GB" dirty="0">
                <a:latin typeface="Segoe UI" panose="020B0502040204020203" pitchFamily="34" charset="0"/>
              </a:rPr>
              <a:t>INSIDER+</a:t>
            </a:r>
          </a:p>
          <a:p>
            <a:pPr algn="l"/>
            <a:r>
              <a:rPr lang="en-GB" dirty="0">
                <a:latin typeface="Segoe UI" panose="020B0502040204020203" pitchFamily="34" charset="0"/>
              </a:rPr>
              <a:t>Added by EDGE Insider</a:t>
            </a:r>
          </a:p>
          <a:p>
            <a:pPr algn="l"/>
            <a:r>
              <a:rPr lang="en-GB" dirty="0">
                <a:latin typeface="Segoe UI" panose="020B0502040204020203" pitchFamily="34" charset="0"/>
              </a:rPr>
              <a:t>Admin add-in</a:t>
            </a:r>
          </a:p>
        </p:txBody>
      </p:sp>
    </p:spTree>
    <p:extLst>
      <p:ext uri="{BB962C8B-B14F-4D97-AF65-F5344CB8AC3E}">
        <p14:creationId xmlns:p14="http://schemas.microsoft.com/office/powerpoint/2010/main" val="29228706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v1.00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5355312"/>
          </a:xfrm>
          <a:prstGeom prst="rect">
            <a:avLst/>
          </a:prstGeom>
          <a:noFill/>
        </p:spPr>
        <p:txBody>
          <a:bodyPr wrap="square" rtlCol="0">
            <a:spAutoFit/>
          </a:bodyPr>
          <a:lstStyle/>
          <a:p>
            <a:pPr algn="l"/>
            <a:r>
              <a:rPr lang="en-GB" dirty="0">
                <a:latin typeface="Segoe UI" panose="020B0502040204020203" pitchFamily="34" charset="0"/>
              </a:rPr>
              <a:t>\User\data\CMD\cmd.exe&gt;</a:t>
            </a:r>
          </a:p>
          <a:p>
            <a:pPr algn="l"/>
            <a:endParaRPr lang="en-GB" dirty="0">
              <a:latin typeface="Segoe UI" panose="020B0502040204020203" pitchFamily="34" charset="0"/>
            </a:endParaRPr>
          </a:p>
          <a:p>
            <a:pPr algn="l"/>
            <a:r>
              <a:rPr lang="en-GB" dirty="0">
                <a:latin typeface="Segoe UI" panose="020B0502040204020203" pitchFamily="34" charset="0"/>
              </a:rPr>
              <a:t>APPLIST</a:t>
            </a:r>
          </a:p>
          <a:p>
            <a:pPr algn="l"/>
            <a:r>
              <a:rPr lang="en-GB" dirty="0">
                <a:latin typeface="Segoe UI" panose="020B0502040204020203" pitchFamily="34" charset="0"/>
              </a:rPr>
              <a:t>POWEROPT</a:t>
            </a:r>
          </a:p>
          <a:p>
            <a:pPr algn="l"/>
            <a:r>
              <a:rPr lang="en-GB" dirty="0">
                <a:latin typeface="Segoe UI" panose="020B0502040204020203" pitchFamily="34" charset="0"/>
              </a:rPr>
              <a:t>CMD</a:t>
            </a:r>
          </a:p>
          <a:p>
            <a:pPr algn="l"/>
            <a:r>
              <a:rPr lang="en-GB" dirty="0">
                <a:latin typeface="Segoe UI" panose="020B0502040204020203" pitchFamily="34" charset="0"/>
              </a:rPr>
              <a:t>WEBHACK</a:t>
            </a:r>
          </a:p>
          <a:p>
            <a:pPr algn="l"/>
            <a:r>
              <a:rPr lang="en-GB" dirty="0">
                <a:latin typeface="Segoe UI" panose="020B0502040204020203" pitchFamily="34" charset="0"/>
              </a:rPr>
              <a:t>WINVER</a:t>
            </a:r>
          </a:p>
          <a:p>
            <a:pPr algn="l"/>
            <a:r>
              <a:rPr lang="en-GB" dirty="0">
                <a:latin typeface="Segoe UI" panose="020B0502040204020203" pitchFamily="34" charset="0"/>
              </a:rPr>
              <a:t>SSH</a:t>
            </a:r>
          </a:p>
          <a:p>
            <a:pPr algn="l"/>
            <a:r>
              <a:rPr lang="en-GB" dirty="0">
                <a:latin typeface="Segoe UI" panose="020B0502040204020203" pitchFamily="34" charset="0"/>
              </a:rPr>
              <a:t>EDGE</a:t>
            </a:r>
          </a:p>
          <a:p>
            <a:pPr algn="l"/>
            <a:r>
              <a:rPr lang="en-GB" dirty="0">
                <a:latin typeface="Segoe UI" panose="020B0502040204020203" pitchFamily="34" charset="0"/>
              </a:rPr>
              <a:t>INSIDER</a:t>
            </a:r>
          </a:p>
          <a:p>
            <a:pPr algn="l"/>
            <a:r>
              <a:rPr lang="en-GB" dirty="0">
                <a:latin typeface="Segoe UI" panose="020B0502040204020203" pitchFamily="34" charset="0"/>
              </a:rPr>
              <a:t>EXPLORER</a:t>
            </a:r>
          </a:p>
          <a:p>
            <a:pPr algn="l"/>
            <a:r>
              <a:rPr lang="en-GB" dirty="0">
                <a:latin typeface="Segoe UI" panose="020B0502040204020203" pitchFamily="34" charset="0"/>
              </a:rPr>
              <a:t>QUIT</a:t>
            </a:r>
          </a:p>
          <a:p>
            <a:pPr algn="l"/>
            <a:r>
              <a:rPr lang="en-GB" dirty="0">
                <a:latin typeface="Segoe UI" panose="020B0502040204020203" pitchFamily="34" charset="0"/>
              </a:rPr>
              <a:t>ACTIVATE</a:t>
            </a:r>
          </a:p>
          <a:p>
            <a:pPr algn="l"/>
            <a:r>
              <a:rPr lang="en-GB" dirty="0">
                <a:latin typeface="Segoe UI" panose="020B0502040204020203" pitchFamily="34" charset="0"/>
              </a:rPr>
              <a:t>ADVANCEDPOWEROPT</a:t>
            </a:r>
          </a:p>
          <a:p>
            <a:pPr algn="l"/>
            <a:r>
              <a:rPr lang="en-GB" dirty="0">
                <a:latin typeface="Segoe UI" panose="020B0502040204020203" pitchFamily="34" charset="0"/>
              </a:rPr>
              <a:t>SCANDISK</a:t>
            </a:r>
          </a:p>
          <a:p>
            <a:pPr algn="l"/>
            <a:r>
              <a:rPr lang="en-GB" dirty="0">
                <a:latin typeface="Segoe UI" panose="020B0502040204020203" pitchFamily="34" charset="0"/>
              </a:rPr>
              <a:t>STOREACCESS</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Tree>
    <p:extLst>
      <p:ext uri="{BB962C8B-B14F-4D97-AF65-F5344CB8AC3E}">
        <p14:creationId xmlns:p14="http://schemas.microsoft.com/office/powerpoint/2010/main" val="22571891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[ADMIN] CMD: Web Hacker v1.00***home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2308324"/>
          </a:xfrm>
          <a:prstGeom prst="rect">
            <a:avLst/>
          </a:prstGeom>
          <a:noFill/>
        </p:spPr>
        <p:txBody>
          <a:bodyPr wrap="square" rtlCol="0">
            <a:spAutoFit/>
          </a:bodyPr>
          <a:lstStyle/>
          <a:p>
            <a:pPr algn="l"/>
            <a:r>
              <a:rPr lang="en-GB" dirty="0">
                <a:latin typeface="Segoe UI" panose="020B0502040204020203" pitchFamily="34" charset="0"/>
              </a:rPr>
              <a:t>\Windos\system32\.hacks\web-hack\webhack.bat&gt;</a:t>
            </a:r>
          </a:p>
          <a:p>
            <a:pPr algn="l"/>
            <a:endParaRPr lang="en-GB" dirty="0">
              <a:latin typeface="Segoe UI" panose="020B0502040204020203" pitchFamily="34" charset="0"/>
            </a:endParaRPr>
          </a:p>
          <a:p>
            <a:pPr algn="l"/>
            <a:r>
              <a:rPr lang="en-GB" dirty="0">
                <a:latin typeface="Segoe UI" panose="020B0502040204020203" pitchFamily="34" charset="0"/>
                <a:hlinkClick r:id="rId5" action="ppaction://hlinksldjump"/>
              </a:rPr>
              <a:t>Google</a:t>
            </a:r>
            <a:endParaRPr lang="en-GB" dirty="0">
              <a:latin typeface="Segoe UI" panose="020B0502040204020203" pitchFamily="34" charset="0"/>
            </a:endParaRPr>
          </a:p>
          <a:p>
            <a:pPr algn="l"/>
            <a:r>
              <a:rPr lang="en-GB" dirty="0">
                <a:latin typeface="Segoe UI" panose="020B0502040204020203" pitchFamily="34" charset="0"/>
                <a:hlinkClick r:id="rId6" action="ppaction://hlinksldjump"/>
              </a:rPr>
              <a:t>Bing</a:t>
            </a:r>
            <a:endParaRPr lang="en-GB" dirty="0">
              <a:latin typeface="Segoe UI" panose="020B0502040204020203" pitchFamily="34" charset="0"/>
            </a:endParaRPr>
          </a:p>
          <a:p>
            <a:pPr algn="l"/>
            <a:r>
              <a:rPr lang="en-GB" dirty="0">
                <a:latin typeface="Segoe UI" panose="020B0502040204020203" pitchFamily="34" charset="0"/>
              </a:rPr>
              <a:t>Google Krom [console fitted in]</a:t>
            </a:r>
          </a:p>
          <a:p>
            <a:pPr algn="l"/>
            <a:r>
              <a:rPr lang="en-GB" dirty="0">
                <a:latin typeface="Segoe UI" panose="020B0502040204020203" pitchFamily="34" charset="0"/>
              </a:rPr>
              <a:t>EDGE Insider [console fitted in]</a:t>
            </a:r>
          </a:p>
          <a:p>
            <a:pPr algn="l"/>
            <a:r>
              <a:rPr lang="en-GB" dirty="0">
                <a:latin typeface="Segoe UI" panose="020B0502040204020203" pitchFamily="34" charset="0"/>
              </a:rPr>
              <a:t>Windos Official Site</a:t>
            </a:r>
          </a:p>
          <a:p>
            <a:pPr algn="l"/>
            <a:endParaRPr lang="en-GB" dirty="0">
              <a:latin typeface="Segoe UI" panose="020B0502040204020203" pitchFamily="34" charset="0"/>
            </a:endParaRPr>
          </a:p>
        </p:txBody>
      </p:sp>
    </p:spTree>
    <p:extLst>
      <p:ext uri="{BB962C8B-B14F-4D97-AF65-F5344CB8AC3E}">
        <p14:creationId xmlns:p14="http://schemas.microsoft.com/office/powerpoint/2010/main" val="31287530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hack google.com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6740307"/>
          </a:xfrm>
          <a:prstGeom prst="rect">
            <a:avLst/>
          </a:prstGeom>
          <a:noFill/>
        </p:spPr>
        <p:txBody>
          <a:bodyPr wrap="square" rtlCol="0">
            <a:spAutoFit/>
          </a:bodyPr>
          <a:lstStyle/>
          <a:p>
            <a:pPr algn="l"/>
            <a:r>
              <a:rPr lang="en-GB" dirty="0">
                <a:latin typeface="Segoe UI" panose="020B0502040204020203" pitchFamily="34" charset="0"/>
              </a:rPr>
              <a:t>&gt;google.com</a:t>
            </a:r>
          </a:p>
          <a:p>
            <a:pPr algn="l"/>
            <a:r>
              <a:rPr lang="en-GB" dirty="0">
                <a:latin typeface="Segoe UI" panose="020B0502040204020203" pitchFamily="34" charset="0"/>
              </a:rPr>
              <a:t>Connected to host google.com</a:t>
            </a:r>
          </a:p>
          <a:p>
            <a:pPr algn="l"/>
            <a:r>
              <a:rPr lang="en-GB" dirty="0">
                <a:latin typeface="Segoe UI" panose="020B0502040204020203" pitchFamily="34" charset="0"/>
              </a:rPr>
              <a:t>&gt;login admin password</a:t>
            </a:r>
          </a:p>
          <a:p>
            <a:pPr algn="l"/>
            <a:r>
              <a:rPr lang="en-GB" dirty="0">
                <a:latin typeface="Segoe UI" panose="020B0502040204020203" pitchFamily="34" charset="0"/>
              </a:rPr>
              <a:t>Username non existent</a:t>
            </a:r>
          </a:p>
          <a:p>
            <a:pPr algn="l"/>
            <a:r>
              <a:rPr lang="en-GB" dirty="0">
                <a:latin typeface="Segoe UI" panose="020B0502040204020203" pitchFamily="34" charset="0"/>
              </a:rPr>
              <a:t>&gt;net user create admin</a:t>
            </a:r>
          </a:p>
          <a:p>
            <a:pPr algn="l"/>
            <a:r>
              <a:rPr lang="en-GB" dirty="0">
                <a:latin typeface="Segoe UI" panose="020B0502040204020203" pitchFamily="34" charset="0"/>
              </a:rPr>
              <a:t>1.Admin</a:t>
            </a:r>
          </a:p>
          <a:p>
            <a:pPr algn="l"/>
            <a:r>
              <a:rPr lang="en-GB" dirty="0">
                <a:latin typeface="Segoe UI" panose="020B0502040204020203" pitchFamily="34" charset="0"/>
              </a:rPr>
              <a:t>2.User</a:t>
            </a:r>
          </a:p>
          <a:p>
            <a:pPr algn="l"/>
            <a:r>
              <a:rPr lang="en-GB" dirty="0">
                <a:latin typeface="Segoe UI" panose="020B0502040204020203" pitchFamily="34" charset="0"/>
              </a:rPr>
              <a:t>3.Premium user</a:t>
            </a:r>
          </a:p>
          <a:p>
            <a:pPr algn="l"/>
            <a:r>
              <a:rPr lang="en-GB" dirty="0">
                <a:latin typeface="Segoe UI" panose="020B0502040204020203" pitchFamily="34" charset="0"/>
              </a:rPr>
              <a:t>&gt;&gt;1</a:t>
            </a:r>
          </a:p>
          <a:p>
            <a:pPr algn="l"/>
            <a:r>
              <a:rPr lang="en-GB" dirty="0">
                <a:latin typeface="Segoe UI" panose="020B0502040204020203" pitchFamily="34" charset="0"/>
              </a:rPr>
              <a:t>Adding. ..</a:t>
            </a:r>
          </a:p>
          <a:p>
            <a:pPr algn="l"/>
            <a:r>
              <a:rPr lang="en-GB" dirty="0">
                <a:latin typeface="Segoe UI" panose="020B0502040204020203" pitchFamily="34" charset="0"/>
              </a:rPr>
              <a:t>Error access denied</a:t>
            </a:r>
          </a:p>
          <a:p>
            <a:pPr algn="l"/>
            <a:r>
              <a:rPr lang="en-GB" dirty="0">
                <a:latin typeface="Segoe UI" panose="020B0502040204020203" pitchFamily="34" charset="0"/>
              </a:rPr>
              <a:t>&gt;hack login type=admin</a:t>
            </a:r>
          </a:p>
          <a:p>
            <a:pPr algn="l"/>
            <a:r>
              <a:rPr lang="en-GB" dirty="0">
                <a:latin typeface="Segoe UI" panose="020B0502040204020203" pitchFamily="34" charset="0"/>
              </a:rPr>
              <a:t>Searching. ..found 223 admins.</a:t>
            </a:r>
          </a:p>
          <a:p>
            <a:pPr algn="l"/>
            <a:r>
              <a:rPr lang="en-GB" dirty="0">
                <a:latin typeface="Segoe UI" panose="020B0502040204020203" pitchFamily="34" charset="0"/>
              </a:rPr>
              <a:t>&gt;phish login type=admin no=1</a:t>
            </a:r>
          </a:p>
          <a:p>
            <a:pPr algn="l"/>
            <a:r>
              <a:rPr lang="en-GB" dirty="0">
                <a:latin typeface="Segoe UI" panose="020B0502040204020203" pitchFamily="34" charset="0"/>
              </a:rPr>
              <a:t>U: Akinator</a:t>
            </a:r>
          </a:p>
          <a:p>
            <a:pPr algn="l"/>
            <a:r>
              <a:rPr lang="en-GB" dirty="0">
                <a:latin typeface="Segoe UI" panose="020B0502040204020203" pitchFamily="34" charset="0"/>
              </a:rPr>
              <a:t>P: iamtoohard2beat</a:t>
            </a:r>
          </a:p>
          <a:p>
            <a:r>
              <a:rPr lang="en-GB" dirty="0">
                <a:latin typeface="Segoe UI" panose="020B0502040204020203" pitchFamily="34" charset="0"/>
              </a:rPr>
              <a:t>&gt;login Akinator iamtoohard2beat</a:t>
            </a:r>
          </a:p>
          <a:p>
            <a:pPr algn="l"/>
            <a:r>
              <a:rPr lang="en-GB" dirty="0">
                <a:latin typeface="Segoe UI" panose="020B0502040204020203" pitchFamily="34" charset="0"/>
              </a:rPr>
              <a:t>Logged in as Akinator.</a:t>
            </a:r>
          </a:p>
          <a:p>
            <a:pPr algn="l"/>
            <a:r>
              <a:rPr lang="en-GB" dirty="0">
                <a:latin typeface="Segoe UI" panose="020B0502040204020203" pitchFamily="34" charset="0"/>
              </a:rPr>
              <a:t>&gt;retrieve server data #private #project-x #top-secret #ceo</a:t>
            </a:r>
          </a:p>
          <a:p>
            <a:pPr algn="l"/>
            <a:r>
              <a:rPr lang="en-GB" dirty="0">
                <a:latin typeface="Segoe UI" panose="020B0502040204020203" pitchFamily="34" charset="0"/>
              </a:rPr>
              <a:t>Retrieving data…</a:t>
            </a:r>
          </a:p>
          <a:p>
            <a:pPr algn="l"/>
            <a:r>
              <a:rPr lang="en-GB" dirty="0">
                <a:latin typeface="Segoe UI" panose="020B0502040204020203" pitchFamily="34" charset="0"/>
              </a:rPr>
              <a:t>Save to?</a:t>
            </a:r>
          </a:p>
          <a:p>
            <a:pPr algn="l"/>
            <a:r>
              <a:rPr lang="en-GB" dirty="0">
                <a:latin typeface="Segoe UI" panose="020B0502040204020203" pitchFamily="34" charset="0"/>
              </a:rPr>
              <a:t>&gt;&gt;\hacks\google</a:t>
            </a:r>
          </a:p>
          <a:p>
            <a:pPr algn="l"/>
            <a:r>
              <a:rPr lang="en-GB" dirty="0">
                <a:latin typeface="Segoe UI" panose="020B0502040204020203" pitchFamily="34" charset="0"/>
              </a:rPr>
              <a:t>Saved. </a:t>
            </a:r>
          </a:p>
          <a:p>
            <a:pPr algn="l"/>
            <a:r>
              <a:rPr lang="en-GB" dirty="0">
                <a:latin typeface="Segoe UI" panose="020B0502040204020203" pitchFamily="34" charset="0"/>
              </a:rPr>
              <a:t>&gt;Sell \hacks\google</a:t>
            </a:r>
          </a:p>
        </p:txBody>
      </p:sp>
      <p:sp>
        <p:nvSpPr>
          <p:cNvPr id="7" name="TextBox 6">
            <a:extLst>
              <a:ext uri="{FF2B5EF4-FFF2-40B4-BE49-F238E27FC236}">
                <a16:creationId xmlns:a16="http://schemas.microsoft.com/office/drawing/2014/main" id="{754FB4F7-7DBD-4E9B-889D-EC95B1AE90F3}"/>
              </a:ext>
            </a:extLst>
          </p:cNvPr>
          <p:cNvSpPr txBox="1"/>
          <p:nvPr/>
        </p:nvSpPr>
        <p:spPr>
          <a:xfrm>
            <a:off x="6560288" y="308344"/>
            <a:ext cx="5631712" cy="5078313"/>
          </a:xfrm>
          <a:prstGeom prst="rect">
            <a:avLst/>
          </a:prstGeom>
          <a:noFill/>
        </p:spPr>
        <p:txBody>
          <a:bodyPr wrap="square" rtlCol="0">
            <a:spAutoFit/>
          </a:bodyPr>
          <a:lstStyle/>
          <a:p>
            <a:pPr algn="l"/>
            <a:r>
              <a:rPr lang="en-GB" dirty="0">
                <a:latin typeface="Segoe UI" panose="020B0502040204020203" pitchFamily="34" charset="0"/>
              </a:rPr>
              <a:t>Sell to?</a:t>
            </a:r>
          </a:p>
          <a:p>
            <a:pPr algn="l"/>
            <a:r>
              <a:rPr lang="en-GB" dirty="0">
                <a:latin typeface="Segoe UI" panose="020B0502040204020203" pitchFamily="34" charset="0"/>
              </a:rPr>
              <a:t>&gt;haxorz.com</a:t>
            </a:r>
          </a:p>
          <a:p>
            <a:pPr algn="l"/>
            <a:r>
              <a:rPr lang="en-GB" dirty="0">
                <a:latin typeface="Segoe UI" panose="020B0502040204020203" pitchFamily="34" charset="0"/>
              </a:rPr>
              <a:t>Searching. ..login needed</a:t>
            </a:r>
          </a:p>
          <a:p>
            <a:pPr algn="l"/>
            <a:r>
              <a:rPr lang="en-GB" dirty="0">
                <a:latin typeface="Segoe UI" panose="020B0502040204020203" pitchFamily="34" charset="0"/>
              </a:rPr>
              <a:t>&gt;disconnect</a:t>
            </a:r>
          </a:p>
          <a:p>
            <a:pPr algn="l"/>
            <a:r>
              <a:rPr lang="en-GB" dirty="0">
                <a:latin typeface="Segoe UI" panose="020B0502040204020203" pitchFamily="34" charset="0"/>
              </a:rPr>
              <a:t>Enter URL!</a:t>
            </a:r>
          </a:p>
          <a:p>
            <a:pPr algn="l"/>
            <a:r>
              <a:rPr lang="en-GB" dirty="0">
                <a:latin typeface="Segoe UI" panose="020B0502040204020203" pitchFamily="34" charset="0"/>
              </a:rPr>
              <a:t>&gt;haxorz.com</a:t>
            </a:r>
          </a:p>
          <a:p>
            <a:r>
              <a:rPr lang="en-GB" dirty="0">
                <a:latin typeface="Segoe UI" panose="020B0502040204020203" pitchFamily="34" charset="0"/>
              </a:rPr>
              <a:t>Connected to host haxorz.com</a:t>
            </a:r>
          </a:p>
          <a:p>
            <a:r>
              <a:rPr lang="en-GB" dirty="0">
                <a:latin typeface="Segoe UI" panose="020B0502040204020203" pitchFamily="34" charset="0"/>
              </a:rPr>
              <a:t>&gt;login Kevin-Mitnick AltaVista</a:t>
            </a:r>
          </a:p>
          <a:p>
            <a:r>
              <a:rPr lang="en-GB" dirty="0">
                <a:latin typeface="Segoe UI" panose="020B0502040204020203" pitchFamily="34" charset="0"/>
              </a:rPr>
              <a:t>Login success!</a:t>
            </a:r>
          </a:p>
          <a:p>
            <a:r>
              <a:rPr lang="en-GB" dirty="0">
                <a:latin typeface="Segoe UI" panose="020B0502040204020203" pitchFamily="34" charset="0"/>
              </a:rPr>
              <a:t>&gt;sell \hacks\Google</a:t>
            </a:r>
          </a:p>
          <a:p>
            <a:r>
              <a:rPr lang="en-GB" dirty="0">
                <a:latin typeface="Segoe UI" panose="020B0502040204020203" pitchFamily="34" charset="0"/>
              </a:rPr>
              <a:t>Sell for?</a:t>
            </a:r>
          </a:p>
          <a:p>
            <a:r>
              <a:rPr lang="en-GB" dirty="0">
                <a:latin typeface="Segoe UI" panose="020B0502040204020203" pitchFamily="34" charset="0"/>
              </a:rPr>
              <a:t>$100,000</a:t>
            </a:r>
          </a:p>
          <a:p>
            <a:r>
              <a:rPr lang="en-GB" dirty="0">
                <a:latin typeface="Segoe UI" panose="020B0502040204020203" pitchFamily="34" charset="0"/>
              </a:rPr>
              <a:t>Put on sale.</a:t>
            </a:r>
          </a:p>
          <a:p>
            <a:r>
              <a:rPr lang="en-GB" dirty="0">
                <a:latin typeface="Segoe UI" panose="020B0502040204020203" pitchFamily="34" charset="0"/>
              </a:rPr>
              <a:t>&gt;disconnect</a:t>
            </a:r>
          </a:p>
          <a:p>
            <a:r>
              <a:rPr lang="en-GB" dirty="0">
                <a:latin typeface="Segoe UI" panose="020B0502040204020203" pitchFamily="34" charset="0"/>
              </a:rPr>
              <a:t>&gt;quit</a:t>
            </a:r>
          </a:p>
          <a:p>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Tree>
    <p:extLst>
      <p:ext uri="{BB962C8B-B14F-4D97-AF65-F5344CB8AC3E}">
        <p14:creationId xmlns:p14="http://schemas.microsoft.com/office/powerpoint/2010/main" val="25011535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bing.com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6740307"/>
          </a:xfrm>
          <a:prstGeom prst="rect">
            <a:avLst/>
          </a:prstGeom>
          <a:noFill/>
        </p:spPr>
        <p:txBody>
          <a:bodyPr wrap="square" rtlCol="0">
            <a:spAutoFit/>
          </a:bodyPr>
          <a:lstStyle/>
          <a:p>
            <a:pPr algn="l"/>
            <a:r>
              <a:rPr lang="en-GB" dirty="0">
                <a:latin typeface="Segoe UI" panose="020B0502040204020203" pitchFamily="34" charset="0"/>
              </a:rPr>
              <a:t>&gt;bing.com</a:t>
            </a:r>
          </a:p>
          <a:p>
            <a:pPr algn="l"/>
            <a:r>
              <a:rPr lang="en-GB" dirty="0">
                <a:latin typeface="Segoe UI" panose="020B0502040204020203" pitchFamily="34" charset="0"/>
              </a:rPr>
              <a:t>Connected </a:t>
            </a:r>
          </a:p>
          <a:p>
            <a:pPr algn="l"/>
            <a:r>
              <a:rPr lang="en-GB" dirty="0">
                <a:latin typeface="Segoe UI" panose="020B0502040204020203" pitchFamily="34" charset="0"/>
              </a:rPr>
              <a:t>&gt;login user pass</a:t>
            </a:r>
          </a:p>
          <a:p>
            <a:pPr algn="l"/>
            <a:r>
              <a:rPr lang="en-GB" dirty="0">
                <a:latin typeface="Segoe UI" panose="020B0502040204020203" pitchFamily="34" charset="0"/>
              </a:rPr>
              <a:t>Login unavailable</a:t>
            </a:r>
          </a:p>
          <a:p>
            <a:pPr algn="l"/>
            <a:r>
              <a:rPr lang="en-GB" dirty="0">
                <a:latin typeface="Segoe UI" panose="020B0502040204020203" pitchFamily="34" charset="0"/>
              </a:rPr>
              <a:t>&gt;session 2</a:t>
            </a:r>
          </a:p>
          <a:p>
            <a:pPr algn="l"/>
            <a:endParaRPr lang="en-GB" dirty="0">
              <a:latin typeface="Segoe UI" panose="020B0502040204020203" pitchFamily="34" charset="0"/>
            </a:endParaRPr>
          </a:p>
          <a:p>
            <a:pPr algn="l"/>
            <a:r>
              <a:rPr lang="en-GB" dirty="0">
                <a:latin typeface="Segoe UI" panose="020B0502040204020203" pitchFamily="34" charset="0"/>
              </a:rPr>
              <a:t>&gt;microsoft.com</a:t>
            </a:r>
          </a:p>
          <a:p>
            <a:pPr algn="l"/>
            <a:r>
              <a:rPr lang="en-GB" dirty="0">
                <a:latin typeface="Segoe UI" panose="020B0502040204020203" pitchFamily="34" charset="0"/>
              </a:rPr>
              <a:t>Connected</a:t>
            </a:r>
          </a:p>
          <a:p>
            <a:pPr algn="l"/>
            <a:r>
              <a:rPr lang="en-GB" dirty="0">
                <a:latin typeface="Segoe UI" panose="020B0502040204020203" pitchFamily="34" charset="0"/>
              </a:rPr>
              <a:t>&gt;session 1</a:t>
            </a:r>
          </a:p>
          <a:p>
            <a:pPr algn="l"/>
            <a:endParaRPr lang="en-GB" dirty="0">
              <a:latin typeface="Segoe UI" panose="020B0502040204020203" pitchFamily="34" charset="0"/>
            </a:endParaRPr>
          </a:p>
          <a:p>
            <a:pPr algn="l"/>
            <a:r>
              <a:rPr lang="en-GB" dirty="0">
                <a:latin typeface="Segoe UI" panose="020B0502040204020203" pitchFamily="34" charset="0"/>
              </a:rPr>
              <a:t>&gt;login user pass @session2</a:t>
            </a:r>
          </a:p>
          <a:p>
            <a:pPr algn="l"/>
            <a:r>
              <a:rPr lang="en-GB" dirty="0">
                <a:latin typeface="Segoe UI" panose="020B0502040204020203" pitchFamily="34" charset="0"/>
              </a:rPr>
              <a:t>User invalid</a:t>
            </a:r>
          </a:p>
          <a:p>
            <a:pPr algn="l"/>
            <a:r>
              <a:rPr lang="en-GB" dirty="0">
                <a:latin typeface="Segoe UI" panose="020B0502040204020203" pitchFamily="34" charset="0"/>
              </a:rPr>
              <a:t>&gt;session 3</a:t>
            </a:r>
          </a:p>
          <a:p>
            <a:pPr algn="l"/>
            <a:endParaRPr lang="en-GB" dirty="0">
              <a:latin typeface="Segoe UI" panose="020B0502040204020203" pitchFamily="34" charset="0"/>
            </a:endParaRPr>
          </a:p>
          <a:p>
            <a:pPr algn="l"/>
            <a:r>
              <a:rPr lang="en-GB" dirty="0">
                <a:latin typeface="Segoe UI" panose="020B0502040204020203" pitchFamily="34" charset="0"/>
              </a:rPr>
              <a:t>&gt;haxorz.com</a:t>
            </a:r>
          </a:p>
          <a:p>
            <a:pPr algn="l"/>
            <a:r>
              <a:rPr lang="en-GB" dirty="0">
                <a:latin typeface="Segoe UI" panose="020B0502040204020203" pitchFamily="34" charset="0"/>
              </a:rPr>
              <a:t>Connected</a:t>
            </a:r>
          </a:p>
          <a:p>
            <a:pPr algn="l"/>
            <a:r>
              <a:rPr lang="en-GB" dirty="0">
                <a:latin typeface="Segoe UI" panose="020B0502040204020203" pitchFamily="34" charset="0"/>
              </a:rPr>
              <a:t>&gt;search [Microsoft admin login]</a:t>
            </a:r>
          </a:p>
          <a:p>
            <a:pPr algn="l"/>
            <a:r>
              <a:rPr lang="en-GB" dirty="0">
                <a:latin typeface="Segoe UI" panose="020B0502040204020203" pitchFamily="34" charset="0"/>
              </a:rPr>
              <a:t>Found Microsoft Admin Login 2020. product no. 1234567</a:t>
            </a:r>
          </a:p>
          <a:p>
            <a:pPr algn="l"/>
            <a:r>
              <a:rPr lang="en-GB" dirty="0">
                <a:latin typeface="Segoe UI" panose="020B0502040204020203" pitchFamily="34" charset="0"/>
              </a:rPr>
              <a:t>&gt;buy 1234567</a:t>
            </a:r>
          </a:p>
          <a:p>
            <a:pPr algn="l"/>
            <a:r>
              <a:rPr lang="en-GB" dirty="0">
                <a:latin typeface="Segoe UI" panose="020B0502040204020203" pitchFamily="34" charset="0"/>
              </a:rPr>
              <a:t>Price is $100. accept?</a:t>
            </a:r>
          </a:p>
          <a:p>
            <a:pPr algn="l"/>
            <a:r>
              <a:rPr lang="en-GB" dirty="0">
                <a:latin typeface="Segoe UI" panose="020B0502040204020203" pitchFamily="34" charset="0"/>
              </a:rPr>
              <a:t>&gt;&gt;yes</a:t>
            </a:r>
          </a:p>
          <a:p>
            <a:pPr algn="l"/>
            <a:r>
              <a:rPr lang="en-GB" dirty="0">
                <a:latin typeface="Segoe UI" panose="020B0502040204020203" pitchFamily="34" charset="0"/>
              </a:rPr>
              <a:t>Bought.  Username Adminz password Killer</a:t>
            </a:r>
          </a:p>
          <a:p>
            <a:pPr algn="l"/>
            <a:r>
              <a:rPr lang="en-GB" dirty="0">
                <a:latin typeface="Segoe UI" panose="020B0502040204020203" pitchFamily="34" charset="0"/>
              </a:rPr>
              <a:t>&gt;session 1</a:t>
            </a:r>
          </a:p>
          <a:p>
            <a:pPr algn="l"/>
            <a:endParaRPr lang="en-GB" dirty="0">
              <a:latin typeface="Segoe UI" panose="020B0502040204020203" pitchFamily="34" charset="0"/>
            </a:endParaRPr>
          </a:p>
        </p:txBody>
      </p:sp>
      <p:sp>
        <p:nvSpPr>
          <p:cNvPr id="5" name="TextBox 4">
            <a:extLst>
              <a:ext uri="{FF2B5EF4-FFF2-40B4-BE49-F238E27FC236}">
                <a16:creationId xmlns:a16="http://schemas.microsoft.com/office/drawing/2014/main" id="{6CA72EF5-5F95-42A3-A873-C5D12CC1E24E}"/>
              </a:ext>
            </a:extLst>
          </p:cNvPr>
          <p:cNvSpPr txBox="1"/>
          <p:nvPr/>
        </p:nvSpPr>
        <p:spPr>
          <a:xfrm>
            <a:off x="6273209" y="202017"/>
            <a:ext cx="5918791" cy="6463308"/>
          </a:xfrm>
          <a:prstGeom prst="rect">
            <a:avLst/>
          </a:prstGeom>
          <a:noFill/>
        </p:spPr>
        <p:txBody>
          <a:bodyPr wrap="square" rtlCol="0">
            <a:spAutoFit/>
          </a:bodyPr>
          <a:lstStyle/>
          <a:p>
            <a:pPr algn="l"/>
            <a:r>
              <a:rPr lang="en-GB" dirty="0">
                <a:latin typeface="Segoe UI" panose="020B0502040204020203" pitchFamily="34" charset="0"/>
              </a:rPr>
              <a:t>&gt;login Adminz Killer</a:t>
            </a:r>
          </a:p>
          <a:p>
            <a:pPr algn="l"/>
            <a:r>
              <a:rPr lang="en-GB" dirty="0">
                <a:latin typeface="Segoe UI" panose="020B0502040204020203" pitchFamily="34" charset="0"/>
              </a:rPr>
              <a:t>Logged in.</a:t>
            </a:r>
          </a:p>
          <a:p>
            <a:pPr algn="l"/>
            <a:r>
              <a:rPr lang="en-GB" dirty="0">
                <a:latin typeface="Segoe UI" panose="020B0502040204020203" pitchFamily="34" charset="0"/>
              </a:rPr>
              <a:t>&gt;phish #secret</a:t>
            </a:r>
          </a:p>
          <a:p>
            <a:pPr algn="l"/>
            <a:r>
              <a:rPr lang="en-GB" dirty="0">
                <a:latin typeface="Segoe UI" panose="020B0502040204020203" pitchFamily="34" charset="0"/>
              </a:rPr>
              <a:t>Searching. ..</a:t>
            </a:r>
          </a:p>
          <a:p>
            <a:pPr algn="l"/>
            <a:r>
              <a:rPr lang="en-GB" dirty="0">
                <a:latin typeface="Segoe UI" panose="020B0502040204020203" pitchFamily="34" charset="0"/>
              </a:rPr>
              <a:t>Save 25Tb to?</a:t>
            </a:r>
          </a:p>
          <a:p>
            <a:pPr algn="l"/>
            <a:r>
              <a:rPr lang="en-GB" dirty="0">
                <a:latin typeface="Segoe UI" panose="020B0502040204020203" pitchFamily="34" charset="0"/>
              </a:rPr>
              <a:t>&gt;\hacks\Bing</a:t>
            </a:r>
          </a:p>
          <a:p>
            <a:pPr algn="l"/>
            <a:r>
              <a:rPr lang="en-GB" dirty="0">
                <a:latin typeface="Segoe UI" panose="020B0502040204020203" pitchFamily="34" charset="0"/>
              </a:rPr>
              <a:t>Saving. ..</a:t>
            </a:r>
          </a:p>
          <a:p>
            <a:pPr algn="l"/>
            <a:r>
              <a:rPr lang="en-GB" dirty="0">
                <a:latin typeface="Segoe UI" panose="020B0502040204020203" pitchFamily="34" charset="0"/>
              </a:rPr>
              <a:t>Error. Firewall stopped transfer</a:t>
            </a:r>
          </a:p>
          <a:p>
            <a:pPr algn="l"/>
            <a:r>
              <a:rPr lang="en-GB" dirty="0">
                <a:latin typeface="Segoe UI" panose="020B0502040204020203" pitchFamily="34" charset="0"/>
              </a:rPr>
              <a:t>&gt;admin command </a:t>
            </a:r>
          </a:p>
          <a:p>
            <a:pPr algn="l"/>
            <a:r>
              <a:rPr lang="en-GB" dirty="0">
                <a:latin typeface="Segoe UI" panose="020B0502040204020203" pitchFamily="34" charset="0"/>
              </a:rPr>
              <a:t>&gt;&gt;&gt;firewall status</a:t>
            </a:r>
          </a:p>
          <a:p>
            <a:pPr algn="l"/>
            <a:r>
              <a:rPr lang="en-GB" dirty="0">
                <a:latin typeface="Segoe UI" panose="020B0502040204020203" pitchFamily="34" charset="0"/>
              </a:rPr>
              <a:t>25 firewalls active</a:t>
            </a:r>
          </a:p>
          <a:p>
            <a:pPr algn="l"/>
            <a:r>
              <a:rPr lang="en-GB" dirty="0">
                <a:latin typeface="Segoe UI" panose="020B0502040204020203" pitchFamily="34" charset="0"/>
              </a:rPr>
              <a:t>&gt;&gt;&gt;disable firewall 25</a:t>
            </a:r>
          </a:p>
          <a:p>
            <a:pPr algn="l"/>
            <a:r>
              <a:rPr lang="en-GB" dirty="0">
                <a:latin typeface="Segoe UI" panose="020B0502040204020203" pitchFamily="34" charset="0"/>
              </a:rPr>
              <a:t>22 disabled. 4 remain</a:t>
            </a:r>
          </a:p>
          <a:p>
            <a:pPr algn="l"/>
            <a:r>
              <a:rPr lang="en-GB" dirty="0">
                <a:latin typeface="Segoe UI" panose="020B0502040204020203" pitchFamily="34" charset="0"/>
              </a:rPr>
              <a:t>&gt;&gt;&gt;exit</a:t>
            </a:r>
          </a:p>
          <a:p>
            <a:pPr algn="l"/>
            <a:r>
              <a:rPr lang="en-GB" dirty="0">
                <a:latin typeface="Segoe UI" panose="020B0502040204020203" pitchFamily="34" charset="0"/>
              </a:rPr>
              <a:t>&gt;attack firewall 4</a:t>
            </a:r>
          </a:p>
          <a:p>
            <a:pPr algn="l"/>
            <a:r>
              <a:rPr lang="en-GB" dirty="0">
                <a:latin typeface="Segoe UI" panose="020B0502040204020203" pitchFamily="34" charset="0"/>
              </a:rPr>
              <a:t>Attack complete</a:t>
            </a:r>
          </a:p>
          <a:p>
            <a:pPr algn="l"/>
            <a:r>
              <a:rPr lang="en-GB" dirty="0">
                <a:latin typeface="Segoe UI" panose="020B0502040204020203" pitchFamily="34" charset="0"/>
              </a:rPr>
              <a:t>&gt;reattempt-dl</a:t>
            </a:r>
          </a:p>
          <a:p>
            <a:pPr algn="l"/>
            <a:r>
              <a:rPr lang="en-GB" dirty="0">
                <a:latin typeface="Segoe UI" panose="020B0502040204020203" pitchFamily="34" charset="0"/>
              </a:rPr>
              <a:t>Downloading. ..</a:t>
            </a:r>
          </a:p>
          <a:p>
            <a:pPr algn="l"/>
            <a:r>
              <a:rPr lang="en-GB" dirty="0">
                <a:latin typeface="Segoe UI" panose="020B0502040204020203" pitchFamily="34" charset="0"/>
              </a:rPr>
              <a:t>&gt;session 3</a:t>
            </a:r>
          </a:p>
          <a:p>
            <a:pPr algn="l"/>
            <a:endParaRPr lang="en-GB" dirty="0">
              <a:latin typeface="Segoe UI" panose="020B0502040204020203" pitchFamily="34" charset="0"/>
            </a:endParaRPr>
          </a:p>
          <a:p>
            <a:pPr algn="l"/>
            <a:r>
              <a:rPr lang="en-GB" dirty="0">
                <a:latin typeface="Segoe UI" panose="020B0502040204020203" pitchFamily="34" charset="0"/>
              </a:rPr>
              <a:t>&gt;sell \hacks\Bing $100,000</a:t>
            </a:r>
          </a:p>
          <a:p>
            <a:pPr algn="l"/>
            <a:r>
              <a:rPr lang="en-GB" dirty="0">
                <a:latin typeface="Segoe UI" panose="020B0502040204020203" pitchFamily="34" charset="0"/>
              </a:rPr>
              <a:t>Sold. </a:t>
            </a:r>
          </a:p>
          <a:p>
            <a:pPr algn="l"/>
            <a:r>
              <a:rPr lang="en-GB" dirty="0">
                <a:latin typeface="Segoe UI" panose="020B0502040204020203" pitchFamily="34" charset="0"/>
              </a:rPr>
              <a:t>&gt;exit</a:t>
            </a:r>
          </a:p>
        </p:txBody>
      </p:sp>
    </p:spTree>
    <p:extLst>
      <p:ext uri="{BB962C8B-B14F-4D97-AF65-F5344CB8AC3E}">
        <p14:creationId xmlns:p14="http://schemas.microsoft.com/office/powerpoint/2010/main" val="41447914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site***Google Krom</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953654" y="-36329"/>
            <a:ext cx="238346" cy="238346"/>
          </a:xfrm>
          <a:prstGeom prst="rect">
            <a:avLst/>
          </a:prstGeom>
        </p:spPr>
      </p:pic>
      <p:sp>
        <p:nvSpPr>
          <p:cNvPr id="5" name="Rectangle 4">
            <a:extLst>
              <a:ext uri="{FF2B5EF4-FFF2-40B4-BE49-F238E27FC236}">
                <a16:creationId xmlns:a16="http://schemas.microsoft.com/office/drawing/2014/main" id="{F8579149-D1C7-49D5-BE4B-E5FC61BAB9D3}"/>
              </a:ext>
            </a:extLst>
          </p:cNvPr>
          <p:cNvSpPr/>
          <p:nvPr/>
        </p:nvSpPr>
        <p:spPr>
          <a:xfrm>
            <a:off x="0" y="6485860"/>
            <a:ext cx="12192000" cy="372140"/>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hlinkClick r:id="rId6" action="ppaction://hlinksldjump"/>
              </a:rPr>
              <a:t>Home</a:t>
            </a:r>
            <a:r>
              <a:rPr lang="en-GB" dirty="0">
                <a:latin typeface="Segoe UI" panose="020B0502040204020203" pitchFamily="34" charset="0"/>
              </a:rPr>
              <a:t>***</a:t>
            </a:r>
            <a:r>
              <a:rPr lang="en-GB" dirty="0">
                <a:latin typeface="Segoe UI" panose="020B0502040204020203" pitchFamily="34" charset="0"/>
                <a:hlinkClick r:id="rId7" action="ppaction://hlinksldjump"/>
              </a:rPr>
              <a:t>about</a:t>
            </a:r>
            <a:r>
              <a:rPr lang="en-GB" dirty="0">
                <a:latin typeface="Segoe UI" panose="020B0502040204020203" pitchFamily="34" charset="0"/>
              </a:rPr>
              <a:t>***</a:t>
            </a:r>
            <a:r>
              <a:rPr lang="en-GB" dirty="0">
                <a:latin typeface="Segoe UI" panose="020B0502040204020203" pitchFamily="34" charset="0"/>
                <a:hlinkClick r:id="rId8" action="ppaction://hlinksldjump"/>
              </a:rPr>
              <a:t>help</a:t>
            </a:r>
            <a:r>
              <a:rPr lang="en-GB" dirty="0">
                <a:latin typeface="Segoe UI" panose="020B0502040204020203" pitchFamily="34" charset="0"/>
              </a:rPr>
              <a:t>***</a:t>
            </a:r>
            <a:r>
              <a:rPr lang="en-GB" dirty="0">
                <a:latin typeface="Segoe UI" panose="020B0502040204020203" pitchFamily="34" charset="0"/>
                <a:hlinkClick r:id="rId3" action="ppaction://hlinksldjump"/>
              </a:rPr>
              <a:t>quit</a:t>
            </a:r>
            <a:endParaRPr lang="en-GB" dirty="0">
              <a:latin typeface="Segoe UI" panose="020B0502040204020203" pitchFamily="34" charset="0"/>
            </a:endParaRPr>
          </a:p>
        </p:txBody>
      </p:sp>
      <p:sp>
        <p:nvSpPr>
          <p:cNvPr id="6" name="Rectangle 5">
            <a:extLst>
              <a:ext uri="{FF2B5EF4-FFF2-40B4-BE49-F238E27FC236}">
                <a16:creationId xmlns:a16="http://schemas.microsoft.com/office/drawing/2014/main" id="{2CFD07F0-6BA1-4F17-BC07-2E2816C80DA0}"/>
              </a:ext>
            </a:extLst>
          </p:cNvPr>
          <p:cNvSpPr/>
          <p:nvPr/>
        </p:nvSpPr>
        <p:spPr>
          <a:xfrm>
            <a:off x="8973879" y="202017"/>
            <a:ext cx="3218121" cy="6283842"/>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Box 6">
            <a:extLst>
              <a:ext uri="{FF2B5EF4-FFF2-40B4-BE49-F238E27FC236}">
                <a16:creationId xmlns:a16="http://schemas.microsoft.com/office/drawing/2014/main" id="{632A336C-8D78-46F2-B48E-F5EE7619B21D}"/>
              </a:ext>
            </a:extLst>
          </p:cNvPr>
          <p:cNvSpPr txBox="1"/>
          <p:nvPr/>
        </p:nvSpPr>
        <p:spPr>
          <a:xfrm>
            <a:off x="8973879" y="202017"/>
            <a:ext cx="3218121" cy="5078313"/>
          </a:xfrm>
          <a:prstGeom prst="rect">
            <a:avLst/>
          </a:prstGeom>
          <a:noFill/>
        </p:spPr>
        <p:txBody>
          <a:bodyPr wrap="square" rtlCol="0">
            <a:spAutoFit/>
          </a:bodyPr>
          <a:lstStyle/>
          <a:p>
            <a:pPr algn="l"/>
            <a:r>
              <a:rPr lang="en-GB" dirty="0">
                <a:latin typeface="Segoe UI" panose="020B0502040204020203" pitchFamily="34" charset="0"/>
              </a:rPr>
              <a:t>&gt;data set</a:t>
            </a:r>
          </a:p>
          <a:p>
            <a:pPr algn="l"/>
            <a:r>
              <a:rPr lang="en-GB" dirty="0">
                <a:latin typeface="Segoe UI" panose="020B0502040204020203" pitchFamily="34" charset="0"/>
              </a:rPr>
              <a:t>On</a:t>
            </a:r>
          </a:p>
          <a:p>
            <a:pPr algn="l"/>
            <a:r>
              <a:rPr lang="en-GB" dirty="0">
                <a:latin typeface="Segoe UI" panose="020B0502040204020203" pitchFamily="34" charset="0"/>
              </a:rPr>
              <a:t>&gt;browser=edge v1.00</a:t>
            </a:r>
          </a:p>
          <a:p>
            <a:pPr algn="l"/>
            <a:r>
              <a:rPr lang="en-GB" dirty="0">
                <a:latin typeface="Segoe UI" panose="020B0502040204020203" pitchFamily="34" charset="0"/>
              </a:rPr>
              <a:t>&gt;region=UK</a:t>
            </a:r>
          </a:p>
          <a:p>
            <a:pPr algn="l"/>
            <a:r>
              <a:rPr lang="en-GB" dirty="0">
                <a:latin typeface="Segoe UI" panose="020B0502040204020203" pitchFamily="34" charset="0"/>
              </a:rPr>
              <a:t>&gt;AdBlock=false</a:t>
            </a:r>
          </a:p>
          <a:p>
            <a:pPr algn="l"/>
            <a:r>
              <a:rPr lang="en-GB" dirty="0">
                <a:latin typeface="Segoe UI" panose="020B0502040204020203" pitchFamily="34" charset="0"/>
              </a:rPr>
              <a:t>Apply=all</a:t>
            </a:r>
          </a:p>
          <a:p>
            <a:pPr algn="l"/>
            <a:r>
              <a:rPr lang="en-GB" dirty="0">
                <a:latin typeface="Segoe UI" panose="020B0502040204020203" pitchFamily="34" charset="0"/>
              </a:rPr>
              <a:t>&gt;close </a:t>
            </a:r>
          </a:p>
          <a:p>
            <a:pPr algn="l"/>
            <a:r>
              <a:rPr lang="en-GB" dirty="0">
                <a:latin typeface="Segoe UI" panose="020B0502040204020203" pitchFamily="34" charset="0"/>
              </a:rPr>
              <a:t>Off. </a:t>
            </a:r>
          </a:p>
          <a:p>
            <a:pPr algn="l"/>
            <a:r>
              <a:rPr lang="en-GB" dirty="0">
                <a:latin typeface="Segoe UI" panose="020B0502040204020203" pitchFamily="34" charset="0"/>
              </a:rPr>
              <a:t>&gt;hack now</a:t>
            </a:r>
          </a:p>
          <a:p>
            <a:pPr algn="l"/>
            <a:r>
              <a:rPr lang="en-GB" dirty="0">
                <a:latin typeface="Segoe UI" panose="020B0502040204020203" pitchFamily="34" charset="0"/>
              </a:rPr>
              <a:t>Hacking. .. Stored on\hacks\Krom</a:t>
            </a:r>
          </a:p>
          <a:p>
            <a:pPr algn="l"/>
            <a:r>
              <a:rPr lang="en-GB" dirty="0">
                <a:latin typeface="Segoe UI" panose="020B0502040204020203" pitchFamily="34" charset="0"/>
              </a:rPr>
              <a:t>&gt;haxorz.com login auto</a:t>
            </a:r>
          </a:p>
          <a:p>
            <a:pPr algn="l"/>
            <a:r>
              <a:rPr lang="en-GB" dirty="0">
                <a:latin typeface="Segoe UI" panose="020B0502040204020203" pitchFamily="34" charset="0"/>
              </a:rPr>
              <a:t>OK</a:t>
            </a:r>
          </a:p>
          <a:p>
            <a:pPr algn="l"/>
            <a:r>
              <a:rPr lang="en-GB" dirty="0">
                <a:latin typeface="Segoe UI" panose="020B0502040204020203" pitchFamily="34" charset="0"/>
              </a:rPr>
              <a:t>&gt;sell \hacks\Krom $250,000</a:t>
            </a:r>
          </a:p>
          <a:p>
            <a:pPr algn="l"/>
            <a:r>
              <a:rPr lang="en-GB" dirty="0">
                <a:latin typeface="Segoe UI" panose="020B0502040204020203" pitchFamily="34" charset="0"/>
              </a:rPr>
              <a:t>Sold. </a:t>
            </a:r>
          </a:p>
          <a:p>
            <a:pPr algn="l"/>
            <a:r>
              <a:rPr lang="en-GB" dirty="0">
                <a:latin typeface="Segoe UI" panose="020B0502040204020203" pitchFamily="34" charset="0"/>
              </a:rPr>
              <a:t>&gt;stop console</a:t>
            </a:r>
          </a:p>
          <a:p>
            <a:pPr algn="l"/>
            <a:r>
              <a:rPr lang="en-GB" dirty="0">
                <a:latin typeface="Segoe UI" panose="020B0502040204020203" pitchFamily="34" charset="0"/>
              </a:rPr>
              <a:t>-------Console stopped------</a:t>
            </a:r>
          </a:p>
          <a:p>
            <a:pPr algn="l"/>
            <a:endParaRPr lang="en-GB" dirty="0">
              <a:latin typeface="Segoe UI" panose="020B0502040204020203" pitchFamily="34" charset="0"/>
            </a:endParaRPr>
          </a:p>
        </p:txBody>
      </p:sp>
      <p:sp>
        <p:nvSpPr>
          <p:cNvPr id="8" name="Arrow" descr="{&quot;Key&quot;:&quot;POWER_USER_SHAPE_ICON&quot;,&quot;Value&quot;:&quot;POWER_USER_SHAPE_ICON_STYLE_1&quot;}">
            <a:extLst>
              <a:ext uri="{FF2B5EF4-FFF2-40B4-BE49-F238E27FC236}">
                <a16:creationId xmlns:a16="http://schemas.microsoft.com/office/drawing/2014/main" id="{ADA635DE-D08B-477E-98A1-7A00F781D4D2}"/>
              </a:ext>
            </a:extLst>
          </p:cNvPr>
          <p:cNvSpPr>
            <a:spLocks noChangeAspect="1"/>
          </p:cNvSpPr>
          <p:nvPr>
            <p:custDataLst>
              <p:tags r:id="rId1"/>
            </p:custDataLst>
          </p:nvPr>
        </p:nvSpPr>
        <p:spPr bwMode="auto">
          <a:xfrm>
            <a:off x="1000897" y="1514089"/>
            <a:ext cx="516264" cy="542925"/>
          </a:xfrm>
          <a:custGeom>
            <a:avLst/>
            <a:gdLst>
              <a:gd name="T0" fmla="*/ 377 w 644"/>
              <a:gd name="T1" fmla="*/ 37 h 676"/>
              <a:gd name="T2" fmla="*/ 268 w 644"/>
              <a:gd name="T3" fmla="*/ 37 h 676"/>
              <a:gd name="T4" fmla="*/ 30 w 644"/>
              <a:gd name="T5" fmla="*/ 340 h 676"/>
              <a:gd name="T6" fmla="*/ 58 w 644"/>
              <a:gd name="T7" fmla="*/ 409 h 676"/>
              <a:gd name="T8" fmla="*/ 189 w 644"/>
              <a:gd name="T9" fmla="*/ 409 h 676"/>
              <a:gd name="T10" fmla="*/ 189 w 644"/>
              <a:gd name="T11" fmla="*/ 609 h 676"/>
              <a:gd name="T12" fmla="*/ 256 w 644"/>
              <a:gd name="T13" fmla="*/ 676 h 676"/>
              <a:gd name="T14" fmla="*/ 389 w 644"/>
              <a:gd name="T15" fmla="*/ 676 h 676"/>
              <a:gd name="T16" fmla="*/ 456 w 644"/>
              <a:gd name="T17" fmla="*/ 609 h 676"/>
              <a:gd name="T18" fmla="*/ 456 w 644"/>
              <a:gd name="T19" fmla="*/ 409 h 676"/>
              <a:gd name="T20" fmla="*/ 586 w 644"/>
              <a:gd name="T21" fmla="*/ 409 h 676"/>
              <a:gd name="T22" fmla="*/ 614 w 644"/>
              <a:gd name="T23" fmla="*/ 340 h 676"/>
              <a:gd name="T24" fmla="*/ 377 w 644"/>
              <a:gd name="T25" fmla="*/ 37 h 6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4" h="676">
                <a:moveTo>
                  <a:pt x="377" y="37"/>
                </a:moveTo>
                <a:cubicBezTo>
                  <a:pt x="347" y="0"/>
                  <a:pt x="298" y="0"/>
                  <a:pt x="268" y="37"/>
                </a:cubicBezTo>
                <a:lnTo>
                  <a:pt x="30" y="340"/>
                </a:lnTo>
                <a:cubicBezTo>
                  <a:pt x="0" y="378"/>
                  <a:pt x="13" y="409"/>
                  <a:pt x="58" y="409"/>
                </a:cubicBezTo>
                <a:lnTo>
                  <a:pt x="189" y="409"/>
                </a:lnTo>
                <a:lnTo>
                  <a:pt x="189" y="609"/>
                </a:lnTo>
                <a:cubicBezTo>
                  <a:pt x="189" y="646"/>
                  <a:pt x="219" y="676"/>
                  <a:pt x="256" y="676"/>
                </a:cubicBezTo>
                <a:lnTo>
                  <a:pt x="389" y="676"/>
                </a:lnTo>
                <a:cubicBezTo>
                  <a:pt x="426" y="676"/>
                  <a:pt x="456" y="646"/>
                  <a:pt x="456" y="609"/>
                </a:cubicBezTo>
                <a:lnTo>
                  <a:pt x="456" y="409"/>
                </a:lnTo>
                <a:lnTo>
                  <a:pt x="586" y="409"/>
                </a:lnTo>
                <a:cubicBezTo>
                  <a:pt x="632" y="409"/>
                  <a:pt x="644" y="378"/>
                  <a:pt x="614" y="340"/>
                </a:cubicBezTo>
                <a:lnTo>
                  <a:pt x="377" y="37"/>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19CFE791-7221-4073-9B62-7D15F6C01082}"/>
              </a:ext>
            </a:extLst>
          </p:cNvPr>
          <p:cNvSpPr txBox="1"/>
          <p:nvPr/>
        </p:nvSpPr>
        <p:spPr>
          <a:xfrm>
            <a:off x="1679944" y="1407549"/>
            <a:ext cx="4416056" cy="1200329"/>
          </a:xfrm>
          <a:prstGeom prst="rect">
            <a:avLst/>
          </a:prstGeom>
          <a:noFill/>
        </p:spPr>
        <p:txBody>
          <a:bodyPr wrap="square" rtlCol="0">
            <a:spAutoFit/>
          </a:bodyPr>
          <a:lstStyle/>
          <a:p>
            <a:pPr algn="l"/>
            <a:r>
              <a:rPr lang="en-GB" dirty="0">
                <a:latin typeface="Segoe UI" panose="020B0502040204020203" pitchFamily="34" charset="0"/>
              </a:rPr>
              <a:t>EDGE sucks,</a:t>
            </a:r>
          </a:p>
          <a:p>
            <a:pPr algn="l"/>
            <a:r>
              <a:rPr lang="en-GB" dirty="0">
                <a:latin typeface="Segoe UI" panose="020B0502040204020203" pitchFamily="34" charset="0"/>
              </a:rPr>
              <a:t>Get Krom!</a:t>
            </a:r>
          </a:p>
          <a:p>
            <a:pPr algn="l"/>
            <a:endParaRPr lang="en-GB" dirty="0">
              <a:latin typeface="Segoe UI" panose="020B0502040204020203" pitchFamily="34" charset="0"/>
            </a:endParaRPr>
          </a:p>
          <a:p>
            <a:pPr algn="l"/>
            <a:r>
              <a:rPr lang="en-GB" dirty="0">
                <a:latin typeface="Segoe UI" panose="020B0502040204020203" pitchFamily="34" charset="0"/>
              </a:rPr>
              <a:t>Download button below:</a:t>
            </a:r>
          </a:p>
        </p:txBody>
      </p:sp>
      <p:sp>
        <p:nvSpPr>
          <p:cNvPr id="10" name="Rectangle 9">
            <a:hlinkClick r:id="rId9" action="ppaction://hlinksldjump"/>
            <a:extLst>
              <a:ext uri="{FF2B5EF4-FFF2-40B4-BE49-F238E27FC236}">
                <a16:creationId xmlns:a16="http://schemas.microsoft.com/office/drawing/2014/main" id="{23C4E729-416B-4150-B2E4-65A39B332D54}"/>
              </a:ext>
            </a:extLst>
          </p:cNvPr>
          <p:cNvSpPr/>
          <p:nvPr/>
        </p:nvSpPr>
        <p:spPr>
          <a:xfrm>
            <a:off x="1517161" y="3429000"/>
            <a:ext cx="4500867" cy="12003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Get Krom For Free! </a:t>
            </a:r>
          </a:p>
        </p:txBody>
      </p:sp>
      <p:pic>
        <p:nvPicPr>
          <p:cNvPr id="12" name="Picture 11" descr="A picture containing drawing, ball, game, mouse&#10;&#10;Description automatically generated">
            <a:extLst>
              <a:ext uri="{FF2B5EF4-FFF2-40B4-BE49-F238E27FC236}">
                <a16:creationId xmlns:a16="http://schemas.microsoft.com/office/drawing/2014/main" id="{B21137E2-33DF-4190-85F0-532E9E6B6DA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94884" y="3520766"/>
            <a:ext cx="1047542" cy="104754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7725698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SSH</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1754326"/>
          </a:xfrm>
          <a:prstGeom prst="rect">
            <a:avLst/>
          </a:prstGeom>
          <a:noFill/>
        </p:spPr>
        <p:txBody>
          <a:bodyPr wrap="square" rtlCol="0">
            <a:spAutoFit/>
          </a:bodyPr>
          <a:lstStyle/>
          <a:p>
            <a:pPr algn="l"/>
            <a:r>
              <a:rPr lang="en-GB" dirty="0">
                <a:latin typeface="Segoe UI" panose="020B0502040204020203" pitchFamily="34" charset="0"/>
              </a:rPr>
              <a:t>&gt;</a:t>
            </a:r>
          </a:p>
          <a:p>
            <a:pPr algn="l"/>
            <a:r>
              <a:rPr lang="en-GB" dirty="0">
                <a:latin typeface="Segoe UI" panose="020B0502040204020203" pitchFamily="34" charset="0"/>
                <a:hlinkClick r:id="rId5" action="ppaction://hlinksldjump"/>
              </a:rPr>
              <a:t>EDGE</a:t>
            </a:r>
            <a:br>
              <a:rPr lang="en-GB" dirty="0">
                <a:latin typeface="Segoe UI" panose="020B0502040204020203" pitchFamily="34" charset="0"/>
              </a:rPr>
            </a:br>
            <a:r>
              <a:rPr lang="en-GB" dirty="0">
                <a:latin typeface="Segoe UI" panose="020B0502040204020203" pitchFamily="34" charset="0"/>
              </a:rPr>
              <a:t>Krom locked</a:t>
            </a:r>
          </a:p>
          <a:p>
            <a:pPr algn="l"/>
            <a:r>
              <a:rPr lang="en-GB" dirty="0">
                <a:latin typeface="Segoe UI" panose="020B0502040204020203" pitchFamily="34" charset="0"/>
              </a:rPr>
              <a:t>EDGE Insider locked</a:t>
            </a:r>
          </a:p>
          <a:p>
            <a:pPr algn="l"/>
            <a:r>
              <a:rPr lang="en-GB" dirty="0">
                <a:latin typeface="Segoe UI" panose="020B0502040204020203" pitchFamily="34" charset="0"/>
                <a:hlinkClick r:id="rId6" action="ppaction://hlinksldjump"/>
              </a:rPr>
              <a:t>Winver</a:t>
            </a:r>
            <a:endParaRPr lang="en-GB" dirty="0">
              <a:latin typeface="Segoe UI" panose="020B0502040204020203" pitchFamily="34" charset="0"/>
            </a:endParaRPr>
          </a:p>
          <a:p>
            <a:pPr algn="l"/>
            <a:r>
              <a:rPr lang="en-GB" dirty="0">
                <a:latin typeface="Segoe UI" panose="020B0502040204020203" pitchFamily="34" charset="0"/>
                <a:hlinkClick r:id="rId7" action="ppaction://hlinksldjump"/>
              </a:rPr>
              <a:t>WSE</a:t>
            </a:r>
            <a:endParaRPr lang="en-GB" dirty="0">
              <a:latin typeface="Segoe UI" panose="020B0502040204020203" pitchFamily="34" charset="0"/>
            </a:endParaRPr>
          </a:p>
        </p:txBody>
      </p:sp>
    </p:spTree>
    <p:extLst>
      <p:ext uri="{BB962C8B-B14F-4D97-AF65-F5344CB8AC3E}">
        <p14:creationId xmlns:p14="http://schemas.microsoft.com/office/powerpoint/2010/main" val="6365171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PROG: scandisk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369332"/>
          </a:xfrm>
          <a:prstGeom prst="rect">
            <a:avLst/>
          </a:prstGeom>
          <a:noFill/>
        </p:spPr>
        <p:txBody>
          <a:bodyPr wrap="square" rtlCol="0">
            <a:spAutoFit/>
          </a:bodyPr>
          <a:lstStyle/>
          <a:p>
            <a:pPr algn="l"/>
            <a:r>
              <a:rPr lang="en-GB" dirty="0">
                <a:latin typeface="Segoe UI" panose="020B0502040204020203" pitchFamily="34" charset="0"/>
              </a:rPr>
              <a:t>\User\data\CMD\cmd.exe&gt;scandisk</a:t>
            </a:r>
          </a:p>
        </p:txBody>
      </p:sp>
      <p:sp>
        <p:nvSpPr>
          <p:cNvPr id="5" name="Rectangle 4">
            <a:extLst>
              <a:ext uri="{FF2B5EF4-FFF2-40B4-BE49-F238E27FC236}">
                <a16:creationId xmlns:a16="http://schemas.microsoft.com/office/drawing/2014/main" id="{4AE671C6-0C5A-4785-8090-BC69FB6CD01D}"/>
              </a:ext>
            </a:extLst>
          </p:cNvPr>
          <p:cNvSpPr/>
          <p:nvPr/>
        </p:nvSpPr>
        <p:spPr>
          <a:xfrm>
            <a:off x="254295" y="1562987"/>
            <a:ext cx="7961018" cy="2740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Scandisk v1.00</a:t>
            </a:r>
          </a:p>
        </p:txBody>
      </p:sp>
      <p:sp>
        <p:nvSpPr>
          <p:cNvPr id="8" name="Rectangle 7">
            <a:extLst>
              <a:ext uri="{FF2B5EF4-FFF2-40B4-BE49-F238E27FC236}">
                <a16:creationId xmlns:a16="http://schemas.microsoft.com/office/drawing/2014/main" id="{07DC1662-72FD-46C5-9930-90CF445CD953}"/>
              </a:ext>
            </a:extLst>
          </p:cNvPr>
          <p:cNvSpPr/>
          <p:nvPr/>
        </p:nvSpPr>
        <p:spPr>
          <a:xfrm>
            <a:off x="254296" y="1836996"/>
            <a:ext cx="7961018" cy="4510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Scandisk is ready to begin scanning the system!</a:t>
            </a:r>
          </a:p>
          <a:p>
            <a:pPr algn="ctr"/>
            <a:r>
              <a:rPr lang="en-GB" dirty="0"/>
              <a:t>This will reboot Windos into Scandisk mode.</a:t>
            </a:r>
          </a:p>
          <a:p>
            <a:pPr algn="ctr"/>
            <a:r>
              <a:rPr lang="en-GB" dirty="0"/>
              <a:t>Please save all data before proceeding.  </a:t>
            </a:r>
          </a:p>
        </p:txBody>
      </p:sp>
      <p:sp>
        <p:nvSpPr>
          <p:cNvPr id="7" name="Rectangle 6">
            <a:hlinkClick r:id="rId5" action="ppaction://hlinksldjump"/>
            <a:extLst>
              <a:ext uri="{FF2B5EF4-FFF2-40B4-BE49-F238E27FC236}">
                <a16:creationId xmlns:a16="http://schemas.microsoft.com/office/drawing/2014/main" id="{570AD994-20B8-4164-B460-B96CA96B4AE7}"/>
              </a:ext>
            </a:extLst>
          </p:cNvPr>
          <p:cNvSpPr/>
          <p:nvPr/>
        </p:nvSpPr>
        <p:spPr>
          <a:xfrm>
            <a:off x="425302" y="5153911"/>
            <a:ext cx="4529470" cy="935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reboot</a:t>
            </a:r>
          </a:p>
        </p:txBody>
      </p:sp>
      <p:sp>
        <p:nvSpPr>
          <p:cNvPr id="10" name="Rectangle 9">
            <a:hlinkClick r:id="rId2" action="ppaction://hlinksldjump"/>
            <a:extLst>
              <a:ext uri="{FF2B5EF4-FFF2-40B4-BE49-F238E27FC236}">
                <a16:creationId xmlns:a16="http://schemas.microsoft.com/office/drawing/2014/main" id="{A198D26F-1572-4FED-ACFA-9CF21573845A}"/>
              </a:ext>
            </a:extLst>
          </p:cNvPr>
          <p:cNvSpPr/>
          <p:nvPr/>
        </p:nvSpPr>
        <p:spPr>
          <a:xfrm>
            <a:off x="5209068" y="5153911"/>
            <a:ext cx="2947878" cy="935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spTree>
    <p:extLst>
      <p:ext uri="{BB962C8B-B14F-4D97-AF65-F5344CB8AC3E}">
        <p14:creationId xmlns:p14="http://schemas.microsoft.com/office/powerpoint/2010/main" val="33422338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It is now safe to turn off the PC.</a:t>
            </a:r>
          </a:p>
          <a:p>
            <a:pPr algn="ctr"/>
            <a:r>
              <a:rPr lang="en-GB" dirty="0">
                <a:latin typeface="Segoe UI" panose="020B0502040204020203" pitchFamily="34" charset="0"/>
              </a:rPr>
              <a:t>Close to reboot. </a:t>
            </a:r>
          </a:p>
        </p:txBody>
      </p:sp>
      <p:pic>
        <p:nvPicPr>
          <p:cNvPr id="4" name="Graphic 3">
            <a:hlinkClick r:id="rId3"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87440" y="2015755"/>
            <a:ext cx="238346" cy="238346"/>
          </a:xfrm>
          <a:prstGeom prst="rect">
            <a:avLst/>
          </a:prstGeom>
        </p:spPr>
      </p:pic>
    </p:spTree>
    <p:extLst>
      <p:ext uri="{BB962C8B-B14F-4D97-AF65-F5344CB8AC3E}">
        <p14:creationId xmlns:p14="http://schemas.microsoft.com/office/powerpoint/2010/main" val="10546526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bg2">
              <a:lumMod val="10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8" name="Picture 7">
            <a:extLst>
              <a:ext uri="{FF2B5EF4-FFF2-40B4-BE49-F238E27FC236}">
                <a16:creationId xmlns:a16="http://schemas.microsoft.com/office/drawing/2014/main" id="{62155B3D-1FEE-49E2-A38B-91F63E474E54}"/>
              </a:ext>
            </a:extLst>
          </p:cNvPr>
          <p:cNvPicPr>
            <a:picLocks noChangeAspect="1"/>
          </p:cNvPicPr>
          <p:nvPr/>
        </p:nvPicPr>
        <p:blipFill>
          <a:blip r:embed="rId2"/>
          <a:stretch>
            <a:fillRect/>
          </a:stretch>
        </p:blipFill>
        <p:spPr>
          <a:xfrm>
            <a:off x="3814153" y="1732940"/>
            <a:ext cx="4563694" cy="3392119"/>
          </a:xfrm>
          <a:prstGeom prst="rect">
            <a:avLst/>
          </a:prstGeom>
        </p:spPr>
      </p:pic>
      <p:pic>
        <p:nvPicPr>
          <p:cNvPr id="9" name="Picture 8">
            <a:hlinkClick r:id="rId3" action="ppaction://hlinksldjump"/>
            <a:extLst>
              <a:ext uri="{FF2B5EF4-FFF2-40B4-BE49-F238E27FC236}">
                <a16:creationId xmlns:a16="http://schemas.microsoft.com/office/drawing/2014/main" id="{9A0A0CCB-ACF3-47AB-8FD8-6C739A0DA5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45406" y="5305676"/>
            <a:ext cx="1641743" cy="286654"/>
          </a:xfrm>
          <a:prstGeom prst="rect">
            <a:avLst/>
          </a:prstGeom>
        </p:spPr>
      </p:pic>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382210"/>
          </a:xfrm>
          <a:prstGeom prst="rect">
            <a:avLst/>
          </a:prstGeom>
          <a:noFill/>
        </p:spPr>
        <p:txBody>
          <a:bodyPr wrap="square" rtlCol="0">
            <a:spAutoFit/>
          </a:bodyPr>
          <a:lstStyle/>
          <a:p>
            <a:pPr algn="l"/>
            <a:r>
              <a:rPr lang="en-GB" dirty="0">
                <a:latin typeface="Segoe UI" panose="020B0502040204020203" pitchFamily="34" charset="0"/>
              </a:rPr>
              <a:t>Starting SCANDISK mode…</a:t>
            </a:r>
          </a:p>
        </p:txBody>
      </p:sp>
    </p:spTree>
    <p:extLst>
      <p:ext uri="{BB962C8B-B14F-4D97-AF65-F5344CB8AC3E}">
        <p14:creationId xmlns:p14="http://schemas.microsoft.com/office/powerpoint/2010/main" val="33597609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2862322"/>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Ready to scan Drive C</a:t>
            </a:r>
          </a:p>
          <a:p>
            <a:pPr algn="l"/>
            <a:endParaRPr lang="en-GB" dirty="0">
              <a:latin typeface="Segoe UI" panose="020B0502040204020203" pitchFamily="34" charset="0"/>
            </a:endParaRPr>
          </a:p>
          <a:p>
            <a:pPr algn="l"/>
            <a:r>
              <a:rPr lang="en-GB" dirty="0">
                <a:latin typeface="Segoe UI" panose="020B0502040204020203" pitchFamily="34" charset="0"/>
                <a:hlinkClick r:id="rId2" action="ppaction://hlinksldjump"/>
              </a:rPr>
              <a:t>&gt;start scan</a:t>
            </a:r>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hlinkClick r:id="rId3" action="ppaction://hlinksldjump"/>
              </a:rPr>
              <a:t>&gt;exit</a:t>
            </a:r>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Tree>
    <p:extLst>
      <p:ext uri="{BB962C8B-B14F-4D97-AF65-F5344CB8AC3E}">
        <p14:creationId xmlns:p14="http://schemas.microsoft.com/office/powerpoint/2010/main" val="24092170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2862322"/>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
        <p:nvSpPr>
          <p:cNvPr id="5" name="Rectangle 4">
            <a:hlinkClick r:id="rId2" action="ppaction://hlinksldjump"/>
            <a:extLst>
              <a:ext uri="{FF2B5EF4-FFF2-40B4-BE49-F238E27FC236}">
                <a16:creationId xmlns:a16="http://schemas.microsoft.com/office/drawing/2014/main" id="{8C5CF83A-0BC2-48D0-9E32-25084492C701}"/>
              </a:ext>
            </a:extLst>
          </p:cNvPr>
          <p:cNvSpPr/>
          <p:nvPr/>
        </p:nvSpPr>
        <p:spPr>
          <a:xfrm>
            <a:off x="11277600" y="5943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14139963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3139321"/>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 found 0 errors</a:t>
            </a:r>
          </a:p>
          <a:p>
            <a:pPr algn="l"/>
            <a:r>
              <a:rPr lang="en-GB" dirty="0">
                <a:latin typeface="Segoe UI" panose="020B0502040204020203" pitchFamily="34" charset="0"/>
              </a:rPr>
              <a:t>&gt;scanning system files</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
        <p:nvSpPr>
          <p:cNvPr id="5" name="Rectangle 4">
            <a:hlinkClick r:id="rId2" action="ppaction://hlinksldjump"/>
            <a:extLst>
              <a:ext uri="{FF2B5EF4-FFF2-40B4-BE49-F238E27FC236}">
                <a16:creationId xmlns:a16="http://schemas.microsoft.com/office/drawing/2014/main" id="{8C5CF83A-0BC2-48D0-9E32-25084492C701}"/>
              </a:ext>
            </a:extLst>
          </p:cNvPr>
          <p:cNvSpPr/>
          <p:nvPr/>
        </p:nvSpPr>
        <p:spPr>
          <a:xfrm>
            <a:off x="11277600" y="5943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20074426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3416320"/>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 found 0 errors</a:t>
            </a:r>
          </a:p>
          <a:p>
            <a:pPr algn="l"/>
            <a:r>
              <a:rPr lang="en-GB" dirty="0">
                <a:latin typeface="Segoe UI" panose="020B0502040204020203" pitchFamily="34" charset="0"/>
              </a:rPr>
              <a:t>&gt;scanning system files: found 123 errors</a:t>
            </a:r>
          </a:p>
          <a:p>
            <a:pPr algn="l"/>
            <a:r>
              <a:rPr lang="en-GB" dirty="0">
                <a:latin typeface="Segoe UI" panose="020B0502040204020203" pitchFamily="34" charset="0"/>
              </a:rPr>
              <a:t>&gt;fixing errors…</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
        <p:nvSpPr>
          <p:cNvPr id="5" name="Rectangle 4">
            <a:hlinkClick r:id="rId2" action="ppaction://hlinksldjump"/>
            <a:extLst>
              <a:ext uri="{FF2B5EF4-FFF2-40B4-BE49-F238E27FC236}">
                <a16:creationId xmlns:a16="http://schemas.microsoft.com/office/drawing/2014/main" id="{8C5CF83A-0BC2-48D0-9E32-25084492C701}"/>
              </a:ext>
            </a:extLst>
          </p:cNvPr>
          <p:cNvSpPr/>
          <p:nvPr/>
        </p:nvSpPr>
        <p:spPr>
          <a:xfrm>
            <a:off x="11277600" y="5943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29099794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3416320"/>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 found 0 errors</a:t>
            </a:r>
          </a:p>
          <a:p>
            <a:pPr algn="l"/>
            <a:r>
              <a:rPr lang="en-GB" dirty="0">
                <a:latin typeface="Segoe UI" panose="020B0502040204020203" pitchFamily="34" charset="0"/>
              </a:rPr>
              <a:t>&gt;scanning system files: fixed 123 errors</a:t>
            </a:r>
          </a:p>
          <a:p>
            <a:pPr algn="l"/>
            <a:r>
              <a:rPr lang="en-GB" dirty="0">
                <a:latin typeface="Segoe UI" panose="020B0502040204020203" pitchFamily="34" charset="0"/>
              </a:rPr>
              <a:t>&gt;scanning directory tree…</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
        <p:nvSpPr>
          <p:cNvPr id="5" name="Rectangle 4">
            <a:hlinkClick r:id="rId2" action="ppaction://hlinksldjump"/>
            <a:extLst>
              <a:ext uri="{FF2B5EF4-FFF2-40B4-BE49-F238E27FC236}">
                <a16:creationId xmlns:a16="http://schemas.microsoft.com/office/drawing/2014/main" id="{8C5CF83A-0BC2-48D0-9E32-25084492C701}"/>
              </a:ext>
            </a:extLst>
          </p:cNvPr>
          <p:cNvSpPr/>
          <p:nvPr/>
        </p:nvSpPr>
        <p:spPr>
          <a:xfrm>
            <a:off x="11277600" y="5943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3682368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3693319"/>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 found 0 errors</a:t>
            </a:r>
          </a:p>
          <a:p>
            <a:pPr algn="l"/>
            <a:r>
              <a:rPr lang="en-GB" dirty="0">
                <a:latin typeface="Segoe UI" panose="020B0502040204020203" pitchFamily="34" charset="0"/>
              </a:rPr>
              <a:t>&gt;scanning system files: fixed 123 errors</a:t>
            </a:r>
          </a:p>
          <a:p>
            <a:pPr algn="l"/>
            <a:r>
              <a:rPr lang="en-GB" dirty="0">
                <a:latin typeface="Segoe UI" panose="020B0502040204020203" pitchFamily="34" charset="0"/>
              </a:rPr>
              <a:t>&gt;scanning directory tree…no errors</a:t>
            </a:r>
          </a:p>
          <a:p>
            <a:pPr algn="l"/>
            <a:r>
              <a:rPr lang="en-GB" dirty="0">
                <a:latin typeface="Segoe UI" panose="020B0502040204020203" pitchFamily="34" charset="0"/>
              </a:rPr>
              <a:t>&gt;scanning disk surface…</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
        <p:nvSpPr>
          <p:cNvPr id="5" name="Rectangle 4">
            <a:hlinkClick r:id="rId2" action="ppaction://hlinksldjump"/>
            <a:extLst>
              <a:ext uri="{FF2B5EF4-FFF2-40B4-BE49-F238E27FC236}">
                <a16:creationId xmlns:a16="http://schemas.microsoft.com/office/drawing/2014/main" id="{8C5CF83A-0BC2-48D0-9E32-25084492C701}"/>
              </a:ext>
            </a:extLst>
          </p:cNvPr>
          <p:cNvSpPr/>
          <p:nvPr/>
        </p:nvSpPr>
        <p:spPr>
          <a:xfrm>
            <a:off x="11277600" y="5943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16857984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3970318"/>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 found 0 errors</a:t>
            </a:r>
          </a:p>
          <a:p>
            <a:pPr algn="l"/>
            <a:r>
              <a:rPr lang="en-GB" dirty="0">
                <a:latin typeface="Segoe UI" panose="020B0502040204020203" pitchFamily="34" charset="0"/>
              </a:rPr>
              <a:t>&gt;scanning system files: fixed 123 errors</a:t>
            </a:r>
          </a:p>
          <a:p>
            <a:pPr algn="l"/>
            <a:r>
              <a:rPr lang="en-GB" dirty="0">
                <a:latin typeface="Segoe UI" panose="020B0502040204020203" pitchFamily="34" charset="0"/>
              </a:rPr>
              <a:t>&gt;scanning directory tree…no errors</a:t>
            </a:r>
          </a:p>
          <a:p>
            <a:pPr algn="l"/>
            <a:r>
              <a:rPr lang="en-GB" dirty="0">
                <a:latin typeface="Segoe UI" panose="020B0502040204020203" pitchFamily="34" charset="0"/>
              </a:rPr>
              <a:t>&gt;scanning disk surface…12 errors fixed</a:t>
            </a:r>
          </a:p>
          <a:p>
            <a:pPr algn="l"/>
            <a:r>
              <a:rPr lang="en-GB" dirty="0">
                <a:latin typeface="Segoe UI" panose="020B0502040204020203" pitchFamily="34" charset="0"/>
              </a:rPr>
              <a:t>&gt;scanning MTFS tables…</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
        <p:nvSpPr>
          <p:cNvPr id="5" name="Rectangle 4">
            <a:hlinkClick r:id="rId2" action="ppaction://hlinksldjump"/>
            <a:extLst>
              <a:ext uri="{FF2B5EF4-FFF2-40B4-BE49-F238E27FC236}">
                <a16:creationId xmlns:a16="http://schemas.microsoft.com/office/drawing/2014/main" id="{8C5CF83A-0BC2-48D0-9E32-25084492C701}"/>
              </a:ext>
            </a:extLst>
          </p:cNvPr>
          <p:cNvSpPr/>
          <p:nvPr/>
        </p:nvSpPr>
        <p:spPr>
          <a:xfrm>
            <a:off x="11277600" y="5943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8293397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4524315"/>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 found 0 errors</a:t>
            </a:r>
          </a:p>
          <a:p>
            <a:pPr algn="l"/>
            <a:r>
              <a:rPr lang="en-GB" dirty="0">
                <a:latin typeface="Segoe UI" panose="020B0502040204020203" pitchFamily="34" charset="0"/>
              </a:rPr>
              <a:t>&gt;scanning system files: fixed 123 errors</a:t>
            </a:r>
          </a:p>
          <a:p>
            <a:pPr algn="l"/>
            <a:r>
              <a:rPr lang="en-GB" dirty="0">
                <a:latin typeface="Segoe UI" panose="020B0502040204020203" pitchFamily="34" charset="0"/>
              </a:rPr>
              <a:t>&gt;scanning directory tree…no errors</a:t>
            </a:r>
          </a:p>
          <a:p>
            <a:pPr algn="l"/>
            <a:r>
              <a:rPr lang="en-GB" dirty="0">
                <a:latin typeface="Segoe UI" panose="020B0502040204020203" pitchFamily="34" charset="0"/>
              </a:rPr>
              <a:t>&gt;scanning disk surface…12 errors fixed</a:t>
            </a:r>
          </a:p>
          <a:p>
            <a:pPr algn="l"/>
            <a:r>
              <a:rPr lang="en-GB" dirty="0">
                <a:latin typeface="Segoe UI" panose="020B0502040204020203" pitchFamily="34" charset="0"/>
              </a:rPr>
              <a:t>&gt;scanning MTFS tables…found 1234567890 errors.</a:t>
            </a:r>
          </a:p>
          <a:p>
            <a:pPr algn="l"/>
            <a:r>
              <a:rPr lang="en-GB" dirty="0">
                <a:latin typeface="Segoe UI" panose="020B0502040204020203" pitchFamily="34" charset="0"/>
              </a:rPr>
              <a:t>&gt;fixing errors…</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
        <p:nvSpPr>
          <p:cNvPr id="5" name="Rectangle 4">
            <a:hlinkClick r:id="rId2" action="ppaction://hlinksldjump"/>
            <a:extLst>
              <a:ext uri="{FF2B5EF4-FFF2-40B4-BE49-F238E27FC236}">
                <a16:creationId xmlns:a16="http://schemas.microsoft.com/office/drawing/2014/main" id="{8C5CF83A-0BC2-48D0-9E32-25084492C701}"/>
              </a:ext>
            </a:extLst>
          </p:cNvPr>
          <p:cNvSpPr/>
          <p:nvPr/>
        </p:nvSpPr>
        <p:spPr>
          <a:xfrm>
            <a:off x="11277600" y="5943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26191026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5078313"/>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 found 0 errors</a:t>
            </a:r>
          </a:p>
          <a:p>
            <a:pPr algn="l"/>
            <a:r>
              <a:rPr lang="en-GB" dirty="0">
                <a:latin typeface="Segoe UI" panose="020B0502040204020203" pitchFamily="34" charset="0"/>
              </a:rPr>
              <a:t>&gt;scanning system files: fixed 123 errors</a:t>
            </a:r>
          </a:p>
          <a:p>
            <a:pPr algn="l"/>
            <a:r>
              <a:rPr lang="en-GB" dirty="0">
                <a:latin typeface="Segoe UI" panose="020B0502040204020203" pitchFamily="34" charset="0"/>
              </a:rPr>
              <a:t>&gt;scanning directory tree…no errors</a:t>
            </a:r>
          </a:p>
          <a:p>
            <a:pPr algn="l"/>
            <a:r>
              <a:rPr lang="en-GB" dirty="0">
                <a:latin typeface="Segoe UI" panose="020B0502040204020203" pitchFamily="34" charset="0"/>
              </a:rPr>
              <a:t>&gt;scanning disk surface…12 errors fixed</a:t>
            </a:r>
          </a:p>
          <a:p>
            <a:pPr algn="l"/>
            <a:r>
              <a:rPr lang="en-GB" dirty="0">
                <a:latin typeface="Segoe UI" panose="020B0502040204020203" pitchFamily="34" charset="0"/>
              </a:rPr>
              <a:t>&gt;scanning MTFS tables…fixed 1234567890 errors.</a:t>
            </a:r>
          </a:p>
          <a:p>
            <a:pPr algn="l"/>
            <a:r>
              <a:rPr lang="en-GB" dirty="0">
                <a:latin typeface="Segoe UI" panose="020B0502040204020203" pitchFamily="34" charset="0"/>
              </a:rPr>
              <a:t>&gt;finished scan.</a:t>
            </a:r>
          </a:p>
          <a:p>
            <a:pPr algn="l"/>
            <a:r>
              <a:rPr lang="en-GB" dirty="0">
                <a:latin typeface="Segoe UI" panose="020B0502040204020203" pitchFamily="34" charset="0"/>
              </a:rPr>
              <a:t>Total errors: 1,234,568,025. 0 errors left.</a:t>
            </a:r>
          </a:p>
          <a:p>
            <a:pPr algn="l"/>
            <a:endParaRPr lang="en-GB" dirty="0">
              <a:latin typeface="Segoe UI" panose="020B0502040204020203" pitchFamily="34" charset="0"/>
            </a:endParaRPr>
          </a:p>
          <a:p>
            <a:pPr algn="l"/>
            <a:r>
              <a:rPr lang="en-GB" dirty="0">
                <a:latin typeface="Segoe UI" panose="020B0502040204020203" pitchFamily="34" charset="0"/>
                <a:hlinkClick r:id="rId2" action="ppaction://hlinksldjump"/>
              </a:rPr>
              <a:t>&gt;exit</a:t>
            </a:r>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Tree>
    <p:extLst>
      <p:ext uri="{BB962C8B-B14F-4D97-AF65-F5344CB8AC3E}">
        <p14:creationId xmlns:p14="http://schemas.microsoft.com/office/powerpoint/2010/main" val="29350599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bg2">
              <a:lumMod val="10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8" name="Picture 7">
            <a:extLst>
              <a:ext uri="{FF2B5EF4-FFF2-40B4-BE49-F238E27FC236}">
                <a16:creationId xmlns:a16="http://schemas.microsoft.com/office/drawing/2014/main" id="{62155B3D-1FEE-49E2-A38B-91F63E474E54}"/>
              </a:ext>
            </a:extLst>
          </p:cNvPr>
          <p:cNvPicPr>
            <a:picLocks noChangeAspect="1"/>
          </p:cNvPicPr>
          <p:nvPr/>
        </p:nvPicPr>
        <p:blipFill>
          <a:blip r:embed="rId2"/>
          <a:stretch>
            <a:fillRect/>
          </a:stretch>
        </p:blipFill>
        <p:spPr>
          <a:xfrm>
            <a:off x="3814153" y="1732940"/>
            <a:ext cx="4563694" cy="3392119"/>
          </a:xfrm>
          <a:prstGeom prst="rect">
            <a:avLst/>
          </a:prstGeom>
        </p:spPr>
      </p:pic>
      <p:pic>
        <p:nvPicPr>
          <p:cNvPr id="9" name="Picture 8">
            <a:extLst>
              <a:ext uri="{FF2B5EF4-FFF2-40B4-BE49-F238E27FC236}">
                <a16:creationId xmlns:a16="http://schemas.microsoft.com/office/drawing/2014/main" id="{9A0A0CCB-ACF3-47AB-8FD8-6C739A0DA5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5406" y="5305676"/>
            <a:ext cx="1641743" cy="286654"/>
          </a:xfrm>
          <a:prstGeom prst="rect">
            <a:avLst/>
          </a:prstGeom>
        </p:spPr>
      </p:pic>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3139321"/>
          </a:xfrm>
          <a:prstGeom prst="rect">
            <a:avLst/>
          </a:prstGeom>
          <a:noFill/>
        </p:spPr>
        <p:txBody>
          <a:bodyPr wrap="square" rtlCol="0">
            <a:spAutoFit/>
          </a:bodyPr>
          <a:lstStyle/>
          <a:p>
            <a:pPr algn="l"/>
            <a:r>
              <a:rPr lang="en-GB" dirty="0">
                <a:latin typeface="Segoe UI" panose="020B0502040204020203" pitchFamily="34" charset="0"/>
              </a:rPr>
              <a:t>Starting Windos XP…</a:t>
            </a:r>
          </a:p>
          <a:p>
            <a:pPr algn="l"/>
            <a:r>
              <a:rPr lang="en-GB" dirty="0">
                <a:latin typeface="Segoe UI" panose="020B0502040204020203" pitchFamily="34" charset="0"/>
              </a:rPr>
              <a:t>Select an option </a:t>
            </a:r>
          </a:p>
          <a:p>
            <a:pPr algn="l"/>
            <a:r>
              <a:rPr lang="en-GB" dirty="0">
                <a:latin typeface="Segoe UI" panose="020B0502040204020203" pitchFamily="34" charset="0"/>
                <a:hlinkClick r:id="rId4" action="ppaction://hlinksldjump"/>
              </a:rPr>
              <a:t>&gt;normal boot</a:t>
            </a:r>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hlinkClick r:id="rId5" action="ppaction://hlinksldjump"/>
              </a:rPr>
              <a:t>&gt;scandisk</a:t>
            </a:r>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hlinkClick r:id="rId6" action="ppaction://hlinksldjump"/>
              </a:rPr>
              <a:t>&gt;repair mode</a:t>
            </a:r>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hlinkClick r:id="rId7" action="ppaction://hlinksldjump"/>
              </a:rPr>
              <a:t>&gt;CMD</a:t>
            </a:r>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&gt;Boot loop mode [Nor recommended]</a:t>
            </a:r>
          </a:p>
        </p:txBody>
      </p:sp>
    </p:spTree>
    <p:extLst>
      <p:ext uri="{BB962C8B-B14F-4D97-AF65-F5344CB8AC3E}">
        <p14:creationId xmlns:p14="http://schemas.microsoft.com/office/powerpoint/2010/main" val="22902427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bg2">
              <a:lumMod val="10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8" name="Picture 7">
            <a:extLst>
              <a:ext uri="{FF2B5EF4-FFF2-40B4-BE49-F238E27FC236}">
                <a16:creationId xmlns:a16="http://schemas.microsoft.com/office/drawing/2014/main" id="{62155B3D-1FEE-49E2-A38B-91F63E474E54}"/>
              </a:ext>
            </a:extLst>
          </p:cNvPr>
          <p:cNvPicPr>
            <a:picLocks noChangeAspect="1"/>
          </p:cNvPicPr>
          <p:nvPr/>
        </p:nvPicPr>
        <p:blipFill>
          <a:blip r:embed="rId2"/>
          <a:stretch>
            <a:fillRect/>
          </a:stretch>
        </p:blipFill>
        <p:spPr>
          <a:xfrm>
            <a:off x="3814153" y="1732940"/>
            <a:ext cx="4563694" cy="3392119"/>
          </a:xfrm>
          <a:prstGeom prst="rect">
            <a:avLst/>
          </a:prstGeom>
        </p:spPr>
      </p:pic>
      <p:pic>
        <p:nvPicPr>
          <p:cNvPr id="9" name="Picture 8">
            <a:hlinkClick r:id="rId3" action="ppaction://hlinksldjump"/>
            <a:extLst>
              <a:ext uri="{FF2B5EF4-FFF2-40B4-BE49-F238E27FC236}">
                <a16:creationId xmlns:a16="http://schemas.microsoft.com/office/drawing/2014/main" id="{9A0A0CCB-ACF3-47AB-8FD8-6C739A0DA5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45406" y="5305676"/>
            <a:ext cx="1641743" cy="286654"/>
          </a:xfrm>
          <a:prstGeom prst="rect">
            <a:avLst/>
          </a:prstGeom>
        </p:spPr>
      </p:pic>
      <p:sp>
        <p:nvSpPr>
          <p:cNvPr id="2" name="TextBox 1">
            <a:extLst>
              <a:ext uri="{FF2B5EF4-FFF2-40B4-BE49-F238E27FC236}">
                <a16:creationId xmlns:a16="http://schemas.microsoft.com/office/drawing/2014/main" id="{935265C1-ECFD-4E5A-8643-D6ED31D3550D}"/>
              </a:ext>
            </a:extLst>
          </p:cNvPr>
          <p:cNvSpPr txBox="1"/>
          <p:nvPr/>
        </p:nvSpPr>
        <p:spPr>
          <a:xfrm>
            <a:off x="116958" y="0"/>
            <a:ext cx="7432158" cy="646331"/>
          </a:xfrm>
          <a:prstGeom prst="rect">
            <a:avLst/>
          </a:prstGeom>
          <a:noFill/>
        </p:spPr>
        <p:txBody>
          <a:bodyPr wrap="square" rtlCol="0">
            <a:spAutoFit/>
          </a:bodyPr>
          <a:lstStyle/>
          <a:p>
            <a:pPr algn="l"/>
            <a:r>
              <a:rPr lang="en-GB" dirty="0">
                <a:latin typeface="Segoe UI" panose="020B0502040204020203" pitchFamily="34" charset="0"/>
              </a:rPr>
              <a:t>Welcome to Windos XP repair!</a:t>
            </a:r>
          </a:p>
          <a:p>
            <a:pPr algn="l"/>
            <a:r>
              <a:rPr lang="en-GB" dirty="0">
                <a:latin typeface="Segoe UI" panose="020B0502040204020203" pitchFamily="34" charset="0"/>
              </a:rPr>
              <a:t>Please wait as it boots up…</a:t>
            </a:r>
          </a:p>
        </p:txBody>
      </p:sp>
    </p:spTree>
    <p:extLst>
      <p:ext uri="{BB962C8B-B14F-4D97-AF65-F5344CB8AC3E}">
        <p14:creationId xmlns:p14="http://schemas.microsoft.com/office/powerpoint/2010/main" val="390493536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PROG: setup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369332"/>
          </a:xfrm>
          <a:prstGeom prst="rect">
            <a:avLst/>
          </a:prstGeom>
          <a:noFill/>
        </p:spPr>
        <p:txBody>
          <a:bodyPr wrap="square" rtlCol="0">
            <a:spAutoFit/>
          </a:bodyPr>
          <a:lstStyle/>
          <a:p>
            <a:pPr algn="l"/>
            <a:r>
              <a:rPr lang="en-GB" dirty="0">
                <a:latin typeface="Segoe UI" panose="020B0502040204020203" pitchFamily="34" charset="0"/>
              </a:rPr>
              <a:t>\Windos\system32\&gt;repair.exe</a:t>
            </a:r>
          </a:p>
        </p:txBody>
      </p:sp>
      <p:sp>
        <p:nvSpPr>
          <p:cNvPr id="5" name="Rectangle 4">
            <a:extLst>
              <a:ext uri="{FF2B5EF4-FFF2-40B4-BE49-F238E27FC236}">
                <a16:creationId xmlns:a16="http://schemas.microsoft.com/office/drawing/2014/main" id="{4AE671C6-0C5A-4785-8090-BC69FB6CD01D}"/>
              </a:ext>
            </a:extLst>
          </p:cNvPr>
          <p:cNvSpPr/>
          <p:nvPr/>
        </p:nvSpPr>
        <p:spPr>
          <a:xfrm>
            <a:off x="254295" y="1670419"/>
            <a:ext cx="7961018" cy="1665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repair</a:t>
            </a:r>
          </a:p>
        </p:txBody>
      </p:sp>
      <p:sp>
        <p:nvSpPr>
          <p:cNvPr id="8" name="Rectangle 7">
            <a:extLst>
              <a:ext uri="{FF2B5EF4-FFF2-40B4-BE49-F238E27FC236}">
                <a16:creationId xmlns:a16="http://schemas.microsoft.com/office/drawing/2014/main" id="{07DC1662-72FD-46C5-9930-90CF445CD953}"/>
              </a:ext>
            </a:extLst>
          </p:cNvPr>
          <p:cNvSpPr/>
          <p:nvPr/>
        </p:nvSpPr>
        <p:spPr>
          <a:xfrm>
            <a:off x="254296" y="1836996"/>
            <a:ext cx="7961018" cy="4510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Welcome to repair!</a:t>
            </a:r>
          </a:p>
          <a:p>
            <a:pPr algn="ctr"/>
            <a:r>
              <a:rPr lang="en-GB" dirty="0"/>
              <a:t>Enter your key or press skip.</a:t>
            </a:r>
          </a:p>
          <a:p>
            <a:pPr algn="ctr"/>
            <a:endParaRPr lang="en-GB" dirty="0"/>
          </a:p>
          <a:p>
            <a:pPr algn="ctr"/>
            <a:endParaRPr lang="en-GB" dirty="0"/>
          </a:p>
          <a:p>
            <a:pPr algn="ctr"/>
            <a:r>
              <a:rPr lang="en-GB" dirty="0"/>
              <a:t>----- ----- ----- ----- -----</a:t>
            </a:r>
          </a:p>
        </p:txBody>
      </p:sp>
      <p:sp>
        <p:nvSpPr>
          <p:cNvPr id="7" name="Rectangle 6">
            <a:hlinkClick r:id="rId2" action="ppaction://hlinksldjump"/>
            <a:extLst>
              <a:ext uri="{FF2B5EF4-FFF2-40B4-BE49-F238E27FC236}">
                <a16:creationId xmlns:a16="http://schemas.microsoft.com/office/drawing/2014/main" id="{81D59622-C536-4DCE-B1C0-70E83EC5653B}"/>
              </a:ext>
            </a:extLst>
          </p:cNvPr>
          <p:cNvSpPr/>
          <p:nvPr/>
        </p:nvSpPr>
        <p:spPr>
          <a:xfrm>
            <a:off x="5613991" y="5667153"/>
            <a:ext cx="2392325" cy="563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skip</a:t>
            </a:r>
          </a:p>
        </p:txBody>
      </p:sp>
    </p:spTree>
    <p:extLst>
      <p:ext uri="{BB962C8B-B14F-4D97-AF65-F5344CB8AC3E}">
        <p14:creationId xmlns:p14="http://schemas.microsoft.com/office/powerpoint/2010/main" val="39410207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PROG: setup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369332"/>
          </a:xfrm>
          <a:prstGeom prst="rect">
            <a:avLst/>
          </a:prstGeom>
          <a:noFill/>
        </p:spPr>
        <p:txBody>
          <a:bodyPr wrap="square" rtlCol="0">
            <a:spAutoFit/>
          </a:bodyPr>
          <a:lstStyle/>
          <a:p>
            <a:pPr algn="l"/>
            <a:r>
              <a:rPr lang="en-GB" dirty="0">
                <a:latin typeface="Segoe UI" panose="020B0502040204020203" pitchFamily="34" charset="0"/>
              </a:rPr>
              <a:t>\Windos\system32\&gt;repair.exe</a:t>
            </a:r>
          </a:p>
        </p:txBody>
      </p:sp>
      <p:sp>
        <p:nvSpPr>
          <p:cNvPr id="5" name="Rectangle 4">
            <a:extLst>
              <a:ext uri="{FF2B5EF4-FFF2-40B4-BE49-F238E27FC236}">
                <a16:creationId xmlns:a16="http://schemas.microsoft.com/office/drawing/2014/main" id="{4AE671C6-0C5A-4785-8090-BC69FB6CD01D}"/>
              </a:ext>
            </a:extLst>
          </p:cNvPr>
          <p:cNvSpPr/>
          <p:nvPr/>
        </p:nvSpPr>
        <p:spPr>
          <a:xfrm>
            <a:off x="254295" y="1670419"/>
            <a:ext cx="7961018" cy="1665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repair</a:t>
            </a:r>
          </a:p>
        </p:txBody>
      </p:sp>
      <p:sp>
        <p:nvSpPr>
          <p:cNvPr id="8" name="Rectangle 7">
            <a:extLst>
              <a:ext uri="{FF2B5EF4-FFF2-40B4-BE49-F238E27FC236}">
                <a16:creationId xmlns:a16="http://schemas.microsoft.com/office/drawing/2014/main" id="{07DC1662-72FD-46C5-9930-90CF445CD953}"/>
              </a:ext>
            </a:extLst>
          </p:cNvPr>
          <p:cNvSpPr/>
          <p:nvPr/>
        </p:nvSpPr>
        <p:spPr>
          <a:xfrm>
            <a:off x="254296" y="1836996"/>
            <a:ext cx="7961018" cy="4510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Press install to reinstall Windos XP! </a:t>
            </a:r>
          </a:p>
        </p:txBody>
      </p:sp>
      <p:sp>
        <p:nvSpPr>
          <p:cNvPr id="7" name="Rectangle 6">
            <a:extLst>
              <a:ext uri="{FF2B5EF4-FFF2-40B4-BE49-F238E27FC236}">
                <a16:creationId xmlns:a16="http://schemas.microsoft.com/office/drawing/2014/main" id="{81D59622-C536-4DCE-B1C0-70E83EC5653B}"/>
              </a:ext>
            </a:extLst>
          </p:cNvPr>
          <p:cNvSpPr/>
          <p:nvPr/>
        </p:nvSpPr>
        <p:spPr>
          <a:xfrm>
            <a:off x="5613991" y="5667153"/>
            <a:ext cx="2392325" cy="563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reinstall</a:t>
            </a:r>
          </a:p>
        </p:txBody>
      </p:sp>
    </p:spTree>
    <p:extLst>
      <p:ext uri="{BB962C8B-B14F-4D97-AF65-F5344CB8AC3E}">
        <p14:creationId xmlns:p14="http://schemas.microsoft.com/office/powerpoint/2010/main" val="1519975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Installing Windos XP…</a:t>
            </a:r>
          </a:p>
          <a:p>
            <a:pPr algn="ctr"/>
            <a:r>
              <a:rPr lang="en-GB" dirty="0">
                <a:latin typeface="Segoe UI" panose="020B0502040204020203" pitchFamily="34" charset="0"/>
              </a:rPr>
              <a:t>This will take a while</a:t>
            </a:r>
          </a:p>
        </p:txBody>
      </p:sp>
      <p:pic>
        <p:nvPicPr>
          <p:cNvPr id="3" name="Picture 2">
            <a:hlinkClick r:id="rId2" action="ppaction://hlinksldjump"/>
            <a:extLst>
              <a:ext uri="{FF2B5EF4-FFF2-40B4-BE49-F238E27FC236}">
                <a16:creationId xmlns:a16="http://schemas.microsoft.com/office/drawing/2014/main" id="{695C9A85-A5CE-4100-8E11-FF0B54A839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7936" y="4486969"/>
            <a:ext cx="1641743" cy="286654"/>
          </a:xfrm>
          <a:prstGeom prst="rect">
            <a:avLst/>
          </a:prstGeom>
        </p:spPr>
      </p:pic>
    </p:spTree>
    <p:extLst>
      <p:ext uri="{BB962C8B-B14F-4D97-AF65-F5344CB8AC3E}">
        <p14:creationId xmlns:p14="http://schemas.microsoft.com/office/powerpoint/2010/main" val="6120679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Resource monitor</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7"/>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CPU usage:--%</a:t>
            </a:r>
          </a:p>
          <a:p>
            <a:pPr algn="ctr"/>
            <a:r>
              <a:rPr lang="en-GB" dirty="0">
                <a:latin typeface="Segoe UI" panose="020B0502040204020203" pitchFamily="34" charset="0"/>
              </a:rPr>
              <a:t>Disk usage: 50% of 128Gb</a:t>
            </a:r>
          </a:p>
          <a:p>
            <a:pPr algn="ctr"/>
            <a:r>
              <a:rPr lang="en-GB" dirty="0">
                <a:latin typeface="Segoe UI" panose="020B0502040204020203" pitchFamily="34" charset="0"/>
              </a:rPr>
              <a:t>RAM usage: 100% of 16Gb</a:t>
            </a:r>
          </a:p>
          <a:p>
            <a:pPr algn="ctr"/>
            <a:r>
              <a:rPr lang="en-GB" dirty="0">
                <a:latin typeface="Segoe UI" panose="020B0502040204020203" pitchFamily="34" charset="0"/>
              </a:rPr>
              <a:t>VRAM usage: 12% of 4Gb</a:t>
            </a:r>
          </a:p>
          <a:p>
            <a:pPr algn="ctr"/>
            <a:r>
              <a:rPr lang="en-GB" dirty="0">
                <a:latin typeface="Segoe UI" panose="020B0502040204020203" pitchFamily="34" charset="0"/>
              </a:rPr>
              <a:t>Video memory: 32Mb</a:t>
            </a:r>
          </a:p>
          <a:p>
            <a:pPr algn="ctr"/>
            <a:r>
              <a:rPr lang="en-GB" dirty="0">
                <a:latin typeface="Segoe UI" panose="020B0502040204020203" pitchFamily="34" charset="0"/>
              </a:rPr>
              <a:t>MTFS usage: 1Gb</a:t>
            </a:r>
          </a:p>
          <a:p>
            <a:pPr algn="ctr"/>
            <a:r>
              <a:rPr lang="en-GB" dirty="0">
                <a:latin typeface="Segoe UI" panose="020B0502040204020203" pitchFamily="34" charset="0"/>
              </a:rPr>
              <a:t>FAT usage: 40Gb</a:t>
            </a:r>
          </a:p>
          <a:p>
            <a:pPr algn="ctr"/>
            <a:r>
              <a:rPr lang="en-GB" dirty="0">
                <a:latin typeface="Segoe UI" panose="020B0502040204020203" pitchFamily="34" charset="0"/>
              </a:rPr>
              <a:t>Windos usage: 15Gb</a:t>
            </a:r>
            <a:br>
              <a:rPr lang="en-GB" dirty="0">
                <a:latin typeface="Segoe UI" panose="020B0502040204020203" pitchFamily="34" charset="0"/>
              </a:rPr>
            </a:br>
            <a:endParaRPr lang="en-GB" dirty="0">
              <a:latin typeface="Segoe UI" panose="020B0502040204020203" pitchFamily="34" charset="0"/>
            </a:endParaRPr>
          </a:p>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Tree>
    <p:extLst>
      <p:ext uri="{BB962C8B-B14F-4D97-AF65-F5344CB8AC3E}">
        <p14:creationId xmlns:p14="http://schemas.microsoft.com/office/powerpoint/2010/main" val="22501308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TAGS_ICONS" val="downloads-folder_POWER_USER_SEPARATOR_ICONS_digital_POWER_USER_SEPARATOR_ICONS_documents_POWER_USER_SEPARATOR_ICONS_download_POWER_USER_SEPARATOR_ICONS_folder_POWER_USER_SEPARATOR_ICONS_navigation"/>
</p:tagLst>
</file>

<file path=ppt/tags/tag2.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3.xml><?xml version="1.0" encoding="utf-8"?>
<p:tagLst xmlns:a="http://schemas.openxmlformats.org/drawingml/2006/main" xmlns:r="http://schemas.openxmlformats.org/officeDocument/2006/relationships" xmlns:p="http://schemas.openxmlformats.org/presentationml/2006/main">
  <p:tag name="POWER_USER_TAGS_ICONS" val="browser*internet*wireframe*technology*digital*computer*website*web*connection*browsing"/>
</p:tagLst>
</file>

<file path=ppt/tags/tag4.xml><?xml version="1.0" encoding="utf-8"?>
<p:tagLst xmlns:a="http://schemas.openxmlformats.org/drawingml/2006/main" xmlns:r="http://schemas.openxmlformats.org/officeDocument/2006/relationships" xmlns:p="http://schemas.openxmlformats.org/presentationml/2006/main">
  <p:tag name="POWER_USER_TAGS_ICONS" val="computer"/>
</p:tagLst>
</file>

<file path=ppt/tags/tag5.xml><?xml version="1.0" encoding="utf-8"?>
<p:tagLst xmlns:a="http://schemas.openxmlformats.org/drawingml/2006/main" xmlns:r="http://schemas.openxmlformats.org/officeDocument/2006/relationships" xmlns:p="http://schemas.openxmlformats.org/presentationml/2006/main">
  <p:tag name="POWER_USER_TAGS_ICONS" val="file*format*save as*attachment*deliverable*document*word*text*microsoft"/>
</p:tagLst>
</file>

<file path=ppt/tags/tag6.xml><?xml version="1.0" encoding="utf-8"?>
<p:tagLst xmlns:a="http://schemas.openxmlformats.org/drawingml/2006/main" xmlns:r="http://schemas.openxmlformats.org/officeDocument/2006/relationships" xmlns:p="http://schemas.openxmlformats.org/presentationml/2006/main">
  <p:tag name="POWER_USER_TAGS_ICONS" val="file*format*save as*attachment*deliverable*document*powerpoint*pptx*presentation*slides*report*microsoft"/>
</p:tagLst>
</file>

<file path=ppt/tags/tag7.xml><?xml version="1.0" encoding="utf-8"?>
<p:tagLst xmlns:a="http://schemas.openxmlformats.org/drawingml/2006/main" xmlns:r="http://schemas.openxmlformats.org/officeDocument/2006/relationships" xmlns:p="http://schemas.openxmlformats.org/presentationml/2006/main">
  <p:tag name="POWER_USER_TAGS_ICONS" val="file*format*save as*attachment*deliverable*document*excel*xlsx*spreadsheet*workbook*data*microsoft"/>
</p:tagLst>
</file>

<file path=ppt/tags/tag8.xml><?xml version="1.0" encoding="utf-8"?>
<p:tagLst xmlns:a="http://schemas.openxmlformats.org/drawingml/2006/main" xmlns:r="http://schemas.openxmlformats.org/officeDocument/2006/relationships" xmlns:p="http://schemas.openxmlformats.org/presentationml/2006/main">
  <p:tag name="POWER_USER_TAGS_ICONS" val="file*format*save as*attachment*microsoft*email*message*outlook"/>
</p:tagLst>
</file>

<file path=ppt/tags/tag9.xml><?xml version="1.0" encoding="utf-8"?>
<p:tagLst xmlns:a="http://schemas.openxmlformats.org/drawingml/2006/main" xmlns:r="http://schemas.openxmlformats.org/officeDocument/2006/relationships" xmlns:p="http://schemas.openxmlformats.org/presentationml/2006/main">
  <p:tag name="POWER_USER_TAGS_ICONS" val="file*format*save as*attachment*deliverable*access*microsoft*database*sql"/>
</p:tagLst>
</file>

<file path=ppt/tags/tag10.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1.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2.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3.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4.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5.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6.xml><?xml version="1.0" encoding="utf-8"?>
<p:tagLst xmlns:a="http://schemas.openxmlformats.org/drawingml/2006/main" xmlns:r="http://schemas.openxmlformats.org/officeDocument/2006/relationships" xmlns:p="http://schemas.openxmlformats.org/presentationml/2006/main">
  <p:tag name="POWER_USER_TAGS_ICONS" val="hand cursor*mouse"/>
</p:tagLst>
</file>

<file path=ppt/tags/tag17.xml><?xml version="1.0" encoding="utf-8"?>
<p:tagLst xmlns:a="http://schemas.openxmlformats.org/drawingml/2006/main" xmlns:r="http://schemas.openxmlformats.org/officeDocument/2006/relationships" xmlns:p="http://schemas.openxmlformats.org/presentationml/2006/main">
  <p:tag name="POWER_USER_TAGS_ICONS" val="hard-drive_POWER_USER_SEPARATOR_ICONS_computer_POWER_USER_SEPARATOR_ICONS_data_POWER_USER_SEPARATOR_ICONS_digital_POWER_USER_SEPARATOR_ICONS_memory_POWER_USER_SEPARATOR_ICONS_storage"/>
</p:tagLst>
</file>

<file path=ppt/tags/tag18.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9.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0.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1.xml><?xml version="1.0" encoding="utf-8"?>
<p:tagLst xmlns:a="http://schemas.openxmlformats.org/drawingml/2006/main" xmlns:r="http://schemas.openxmlformats.org/officeDocument/2006/relationships" xmlns:p="http://schemas.openxmlformats.org/presentationml/2006/main">
  <p:tag name="POWER_USER_TAGS_ICONS" val="mouse_POWER_USER_SEPARATOR_ICONS_computer_POWER_USER_SEPARATOR_ICONS_gamer_POWER_USER_SEPARATOR_ICONS_pc_POWER_USER_SEPARATOR_ICONS_razer"/>
</p:tagLst>
</file>

<file path=ppt/tags/tag22.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3.xml><?xml version="1.0" encoding="utf-8"?>
<p:tagLst xmlns:a="http://schemas.openxmlformats.org/drawingml/2006/main" xmlns:r="http://schemas.openxmlformats.org/officeDocument/2006/relationships" xmlns:p="http://schemas.openxmlformats.org/presentationml/2006/main">
  <p:tag name="POWER_USER_TAGS_ICONS" val="paper_POWER_USER_SEPARATOR_ICONS_aircraft_POWER_USER_SEPARATOR_ICONS_airplane_POWER_USER_SEPARATOR_ICONS_play_POWER_USER_SEPARATOR_ICONS_send_POWER_USER_SEPARATOR_ICONS_email_POWER_USER_SEPARATOR_ICONS_message"/>
</p:tagLst>
</file>

<file path=ppt/tags/tag24.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5.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6.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7.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im_POWER_USER_SEPARATOR_ICONS_alternate_POWER_USER_SEPARATOR_ICONS_swapping_POWER_USER_SEPARATOR_ICONS_switch_POWER_USER_SEPARATOR_ICONS_target-shooting_POWER_USER_SEPARATOR_ICONS_targeted"/>
</p:tagLst>
</file>

<file path=ppt/tags/tag28.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im_POWER_USER_SEPARATOR_ICONS_alternate_POWER_USER_SEPARATOR_ICONS_swapping_POWER_USER_SEPARATOR_ICONS_switch_POWER_USER_SEPARATOR_ICONS_target-shooting_POWER_USER_SEPARATOR_ICONS_targeted"/>
</p:tagLst>
</file>

<file path=ppt/tags/tag29.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30.xml><?xml version="1.0" encoding="utf-8"?>
<p:tagLst xmlns:a="http://schemas.openxmlformats.org/drawingml/2006/main" xmlns:r="http://schemas.openxmlformats.org/officeDocument/2006/relationships" xmlns:p="http://schemas.openxmlformats.org/presentationml/2006/main">
  <p:tag name="POWER_USER_TAGS_ICONS" val="hard-drive_POWER_USER_SEPARATOR_ICONS_computer_POWER_USER_SEPARATOR_ICONS_data_POWER_USER_SEPARATOR_ICONS_digital_POWER_USER_SEPARATOR_ICONS_memory_POWER_USER_SEPARATOR_ICONS_storage"/>
</p:tagLst>
</file>

<file path=ppt/tags/tag31.xml><?xml version="1.0" encoding="utf-8"?>
<p:tagLst xmlns:a="http://schemas.openxmlformats.org/drawingml/2006/main" xmlns:r="http://schemas.openxmlformats.org/officeDocument/2006/relationships" xmlns:p="http://schemas.openxmlformats.org/presentationml/2006/main">
  <p:tag name="POWER_USER_TAGS_ICONS" val="hard-drive_POWER_USER_SEPARATOR_ICONS_computer_POWER_USER_SEPARATOR_ICONS_data_POWER_USER_SEPARATOR_ICONS_digital_POWER_USER_SEPARATOR_ICONS_memory_POWER_USER_SEPARATOR_ICONS_storage"/>
</p:tagLst>
</file>

<file path=ppt/tags/tag32.xml><?xml version="1.0" encoding="utf-8"?>
<p:tagLst xmlns:a="http://schemas.openxmlformats.org/drawingml/2006/main" xmlns:r="http://schemas.openxmlformats.org/officeDocument/2006/relationships" xmlns:p="http://schemas.openxmlformats.org/presentationml/2006/main">
  <p:tag name="POWER_USER_TAGS_ICONS" val="arrow_POWER_USER_SEPARATOR_ICONS_direction_POWER_USER_SEPARATOR_ICONS_way_POWER_USER_SEPARATOR_ICONS_movement_POWER_USER_SEPARATOR_ICONS_point_POWER_USER_SEPARATOR_ICONS_sign_POWER_USER_SEPARATOR_ICONS_next_POWER_USER_SEPARATOR_ICONS_up_POWER_USER_SEPARATOR_ICONS_growth"/>
</p:tagLst>
</file>

<file path=ppt/theme/theme1.xml><?xml version="1.0" encoding="utf-8"?>
<a:theme xmlns:a="http://schemas.openxmlformats.org/drawingml/2006/main" name="Office Theme">
  <a:themeElements>
    <a:clrScheme name="Windos Generic">
      <a:dk1>
        <a:srgbClr val="FFFFFF"/>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smtClean="0">
            <a:latin typeface="Segoe UI" panose="020B0502040204020203"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983</TotalTime>
  <Words>2223</Words>
  <Application>Microsoft Office PowerPoint</Application>
  <PresentationFormat>Widescreen</PresentationFormat>
  <Paragraphs>624</Paragraphs>
  <Slides>75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75</vt:i4>
      </vt:variant>
    </vt:vector>
  </HeadingPairs>
  <TitlesOfParts>
    <vt:vector size="79"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Szymon Mochort</dc:creator>
  <cp:lastModifiedBy>Szymon Mochort</cp:lastModifiedBy>
  <cp:revision>724</cp:revision>
  <dcterms:created xsi:type="dcterms:W3CDTF">2020-07-23T17:46:41Z</dcterms:created>
  <dcterms:modified xsi:type="dcterms:W3CDTF">2020-08-05T19:35:22Z</dcterms:modified>
</cp:coreProperties>
</file>