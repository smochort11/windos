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6" r:id="rId4"/>
    <p:sldId id="291" r:id="rId5"/>
    <p:sldId id="275" r:id="rId6"/>
    <p:sldId id="278" r:id="rId7"/>
    <p:sldId id="257" r:id="rId8"/>
    <p:sldId id="301" r:id="rId9"/>
    <p:sldId id="272" r:id="rId10"/>
    <p:sldId id="269" r:id="rId11"/>
    <p:sldId id="259" r:id="rId12"/>
    <p:sldId id="265" r:id="rId13"/>
    <p:sldId id="258" r:id="rId14"/>
    <p:sldId id="276" r:id="rId15"/>
    <p:sldId id="279" r:id="rId16"/>
    <p:sldId id="280" r:id="rId17"/>
    <p:sldId id="295" r:id="rId18"/>
    <p:sldId id="261" r:id="rId19"/>
    <p:sldId id="262" r:id="rId20"/>
    <p:sldId id="263" r:id="rId21"/>
    <p:sldId id="264" r:id="rId22"/>
    <p:sldId id="267" r:id="rId23"/>
    <p:sldId id="268" r:id="rId24"/>
    <p:sldId id="270" r:id="rId25"/>
    <p:sldId id="271" r:id="rId26"/>
    <p:sldId id="273" r:id="rId27"/>
    <p:sldId id="274" r:id="rId28"/>
    <p:sldId id="277" r:id="rId29"/>
    <p:sldId id="281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3" r:id="rId39"/>
    <p:sldId id="294" r:id="rId40"/>
    <p:sldId id="296" r:id="rId41"/>
    <p:sldId id="297" r:id="rId42"/>
    <p:sldId id="298" r:id="rId43"/>
    <p:sldId id="299" r:id="rId44"/>
    <p:sldId id="300" r:id="rId45"/>
    <p:sldId id="302" r:id="rId46"/>
    <p:sldId id="303" r:id="rId47"/>
    <p:sldId id="304" r:id="rId48"/>
    <p:sldId id="305" r:id="rId49"/>
    <p:sldId id="30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8" autoAdjust="0"/>
    <p:restoredTop sz="94660"/>
  </p:normalViewPr>
  <p:slideViewPr>
    <p:cSldViewPr snapToGrid="0">
      <p:cViewPr varScale="1">
        <p:scale>
          <a:sx n="90" d="100"/>
          <a:sy n="90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2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710C-0B45-4246-AD14-8402ED64E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BA595-5F6C-4978-A703-494681CCC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4958-C420-48D6-A0C0-4C4C2358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C8E9-AF3D-4354-983F-4D33FA67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EC6D-2B49-4BB5-A722-C90C2BDF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2528-4FAE-492B-B851-FF0245F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5479C-96D1-4D6E-A5C3-15389C7B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D1D4-E235-4D3C-99FD-4D70C301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AC0D-9E82-430E-819A-7F211E8C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47CC-1858-45B4-8A0B-C123BC2B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23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00-0F14-45ED-93B1-BD2BC7A1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99EE1-12BC-4816-922D-590BBB45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C085A-9BB9-4130-8BE6-9670DD86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925A-B757-4AE5-B94F-BC63ABD6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B5A3-2259-448A-B229-BC89A204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86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3ED6-9D00-4152-8985-26C908B0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5F87-F305-4C09-87AD-D51188015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B37D2-A45D-4FD9-9550-5B3D838FE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4A1A-121A-4025-8896-3631E8EA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2F969-5EE9-41CA-8FBD-41A4DDD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E6FB6-4A46-4723-8630-85068BE5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36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E617-4CBE-4C3C-9AEB-79393B7A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5E07E-3542-421D-9F57-AB82EBF6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96E52-F973-40DA-BBB7-C9E9F7B65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BA5C7-4138-4410-923B-8285F0CCB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07075-FE4F-4EBE-96C4-1177C2F92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14ADE-7D14-4329-8F7D-30147371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1CB6B-EB9F-468D-A4EE-9E515D10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D0AE3-4CF2-4C80-A57D-C801F992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673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9676-6B9E-4653-A5FF-E1C4E838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EEE2C-66D1-4B29-81EF-526CBBE4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460CD-1F27-44D8-8AF9-09AB22D6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C81E2-850A-4ABD-AB96-11C7D01F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334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33A64-5311-4331-AE53-7FA5A2C6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7E57-4A58-4BFF-BCF6-15A8C2E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1ECE-A9DC-4CC3-AC5A-F949A71B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194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F21-723C-43B6-B3DB-4000972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7ECE-725A-4B3F-9D38-0F17C93C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80532-667E-4F22-972E-4F5623BCB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6652A-D080-4191-A76B-C31DDB11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0AE69-9BC4-4496-93FC-74C8AB72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AEE7E-98C4-4C2D-9625-5588B3DE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0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003D-7BFD-4B53-AF10-E11CB719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97FB6-D45A-4646-8718-47C6CBA6D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B061-0C59-43F3-85FC-DC89BBA4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C375-F2FC-4CFC-B9CD-36155A0B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EBD9C-3CD4-4FDA-B7C5-B5A6F3C6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39DFA-BDEE-49AB-A1DD-F196FC22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464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F891-AF97-4714-9BD6-687B1C3D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50E82-0F56-45DA-9941-3C9B1C11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480E-7AE4-4F7F-889C-596549A8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0990-3B19-46C9-B8BC-2966AB4D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31ED-9410-4F97-967A-033F848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262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FD1CD-3565-41EB-BB25-288731C0C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A3E81-219A-43D9-BA0A-4A61A1C60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4A63-C20C-4914-B0C4-C966BEC2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058B-877C-4EA3-855F-9C24B485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98DD-97BF-4642-8484-60DEB587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926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CF225-47CD-45FA-8785-CC2EA586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C4EE-F36C-41F3-80AB-735A6E80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375A-3CD3-48BF-9865-F7EA5EBAB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DFC8CBE3-4E95-4733-8762-C23DA5267D2F}" type="datetimeFigureOut">
              <a:rPr lang="en-GB" smtClean="0"/>
              <a:pPr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9CF-D83C-4CA8-8AC5-444ECACC3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787F6-B16F-4118-92E4-AB0B781F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8A91B0D-B750-4E23-904A-9E4FF7FD54F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0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2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23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microsoft.com/office/2007/relationships/hdphoto" Target="../media/hdphoto3.wdp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microsoft.com/office/2007/relationships/hdphoto" Target="../media/hdphoto1.wdp"/><Relationship Id="rId38" Type="http://schemas.openxmlformats.org/officeDocument/2006/relationships/image" Target="../media/image37.png"/><Relationship Id="rId2" Type="http://schemas.openxmlformats.org/officeDocument/2006/relationships/slide" Target="slide19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6.svg"/><Relationship Id="rId40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5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117" Type="http://schemas.openxmlformats.org/officeDocument/2006/relationships/image" Target="../media/image149.png"/><Relationship Id="rId21" Type="http://schemas.openxmlformats.org/officeDocument/2006/relationships/image" Target="../media/image58.svg"/><Relationship Id="rId42" Type="http://schemas.openxmlformats.org/officeDocument/2006/relationships/image" Target="../media/image77.png"/><Relationship Id="rId47" Type="http://schemas.openxmlformats.org/officeDocument/2006/relationships/image" Target="../media/image82.svg"/><Relationship Id="rId63" Type="http://schemas.openxmlformats.org/officeDocument/2006/relationships/image" Target="../media/image98.svg"/><Relationship Id="rId68" Type="http://schemas.openxmlformats.org/officeDocument/2006/relationships/image" Target="../media/image103.svg"/><Relationship Id="rId84" Type="http://schemas.openxmlformats.org/officeDocument/2006/relationships/image" Target="../media/image117.svg"/><Relationship Id="rId89" Type="http://schemas.openxmlformats.org/officeDocument/2006/relationships/image" Target="../media/image122.png"/><Relationship Id="rId112" Type="http://schemas.openxmlformats.org/officeDocument/2006/relationships/image" Target="../media/image144.svg"/><Relationship Id="rId133" Type="http://schemas.openxmlformats.org/officeDocument/2006/relationships/image" Target="../media/image162.svg"/><Relationship Id="rId16" Type="http://schemas.openxmlformats.org/officeDocument/2006/relationships/image" Target="../media/image53.png"/><Relationship Id="rId107" Type="http://schemas.openxmlformats.org/officeDocument/2006/relationships/image" Target="../media/image139.png"/><Relationship Id="rId11" Type="http://schemas.openxmlformats.org/officeDocument/2006/relationships/image" Target="../media/image48.svg"/><Relationship Id="rId32" Type="http://schemas.openxmlformats.org/officeDocument/2006/relationships/image" Target="../media/image67.png"/><Relationship Id="rId37" Type="http://schemas.openxmlformats.org/officeDocument/2006/relationships/image" Target="../media/image72.svg"/><Relationship Id="rId53" Type="http://schemas.openxmlformats.org/officeDocument/2006/relationships/image" Target="../media/image88.svg"/><Relationship Id="rId58" Type="http://schemas.openxmlformats.org/officeDocument/2006/relationships/image" Target="../media/image93.png"/><Relationship Id="rId74" Type="http://schemas.openxmlformats.org/officeDocument/2006/relationships/image" Target="../media/image108.png"/><Relationship Id="rId79" Type="http://schemas.openxmlformats.org/officeDocument/2006/relationships/image" Target="../media/image112.png"/><Relationship Id="rId102" Type="http://schemas.microsoft.com/office/2007/relationships/hdphoto" Target="../media/hdphoto5.wdp"/><Relationship Id="rId123" Type="http://schemas.openxmlformats.org/officeDocument/2006/relationships/image" Target="../media/image154.png"/><Relationship Id="rId128" Type="http://schemas.openxmlformats.org/officeDocument/2006/relationships/image" Target="../media/image157.png"/><Relationship Id="rId5" Type="http://schemas.openxmlformats.org/officeDocument/2006/relationships/image" Target="../media/image42.svg"/><Relationship Id="rId90" Type="http://schemas.openxmlformats.org/officeDocument/2006/relationships/image" Target="../media/image123.svg"/><Relationship Id="rId95" Type="http://schemas.openxmlformats.org/officeDocument/2006/relationships/image" Target="../media/image128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svg"/><Relationship Id="rId30" Type="http://schemas.openxmlformats.org/officeDocument/2006/relationships/image" Target="../media/image65.png"/><Relationship Id="rId35" Type="http://schemas.openxmlformats.org/officeDocument/2006/relationships/image" Target="../media/image70.svg"/><Relationship Id="rId43" Type="http://schemas.openxmlformats.org/officeDocument/2006/relationships/image" Target="../media/image78.svg"/><Relationship Id="rId48" Type="http://schemas.openxmlformats.org/officeDocument/2006/relationships/image" Target="../media/image83.png"/><Relationship Id="rId56" Type="http://schemas.openxmlformats.org/officeDocument/2006/relationships/image" Target="../media/image91.png"/><Relationship Id="rId64" Type="http://schemas.openxmlformats.org/officeDocument/2006/relationships/image" Target="../media/image99.png"/><Relationship Id="rId69" Type="http://schemas.openxmlformats.org/officeDocument/2006/relationships/image" Target="../media/image104.png"/><Relationship Id="rId77" Type="http://schemas.openxmlformats.org/officeDocument/2006/relationships/image" Target="../media/image110.png"/><Relationship Id="rId100" Type="http://schemas.openxmlformats.org/officeDocument/2006/relationships/image" Target="../media/image133.svg"/><Relationship Id="rId105" Type="http://schemas.openxmlformats.org/officeDocument/2006/relationships/image" Target="../media/image137.png"/><Relationship Id="rId113" Type="http://schemas.openxmlformats.org/officeDocument/2006/relationships/image" Target="../media/image145.png"/><Relationship Id="rId118" Type="http://schemas.openxmlformats.org/officeDocument/2006/relationships/image" Target="../media/image150.svg"/><Relationship Id="rId126" Type="http://schemas.openxmlformats.org/officeDocument/2006/relationships/image" Target="../media/image156.png"/><Relationship Id="rId134" Type="http://schemas.openxmlformats.org/officeDocument/2006/relationships/image" Target="../media/image163.png"/><Relationship Id="rId8" Type="http://schemas.openxmlformats.org/officeDocument/2006/relationships/image" Target="../media/image45.png"/><Relationship Id="rId51" Type="http://schemas.openxmlformats.org/officeDocument/2006/relationships/image" Target="../media/image86.svg"/><Relationship Id="rId72" Type="http://schemas.openxmlformats.org/officeDocument/2006/relationships/image" Target="../media/image107.svg"/><Relationship Id="rId80" Type="http://schemas.openxmlformats.org/officeDocument/2006/relationships/image" Target="../media/image113.svg"/><Relationship Id="rId85" Type="http://schemas.openxmlformats.org/officeDocument/2006/relationships/image" Target="../media/image118.png"/><Relationship Id="rId93" Type="http://schemas.openxmlformats.org/officeDocument/2006/relationships/image" Target="../media/image126.png"/><Relationship Id="rId98" Type="http://schemas.openxmlformats.org/officeDocument/2006/relationships/image" Target="../media/image131.svg"/><Relationship Id="rId121" Type="http://schemas.openxmlformats.org/officeDocument/2006/relationships/image" Target="../media/image153.png"/><Relationship Id="rId3" Type="http://schemas.openxmlformats.org/officeDocument/2006/relationships/image" Target="../media/image40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5" Type="http://schemas.openxmlformats.org/officeDocument/2006/relationships/image" Target="../media/image62.svg"/><Relationship Id="rId33" Type="http://schemas.openxmlformats.org/officeDocument/2006/relationships/image" Target="../media/image68.svg"/><Relationship Id="rId38" Type="http://schemas.openxmlformats.org/officeDocument/2006/relationships/image" Target="../media/image73.png"/><Relationship Id="rId46" Type="http://schemas.openxmlformats.org/officeDocument/2006/relationships/image" Target="../media/image81.png"/><Relationship Id="rId59" Type="http://schemas.openxmlformats.org/officeDocument/2006/relationships/image" Target="../media/image94.svg"/><Relationship Id="rId67" Type="http://schemas.openxmlformats.org/officeDocument/2006/relationships/image" Target="../media/image102.png"/><Relationship Id="rId103" Type="http://schemas.openxmlformats.org/officeDocument/2006/relationships/image" Target="../media/image135.png"/><Relationship Id="rId108" Type="http://schemas.openxmlformats.org/officeDocument/2006/relationships/image" Target="../media/image140.svg"/><Relationship Id="rId116" Type="http://schemas.openxmlformats.org/officeDocument/2006/relationships/image" Target="../media/image148.svg"/><Relationship Id="rId124" Type="http://schemas.openxmlformats.org/officeDocument/2006/relationships/image" Target="../media/image155.svg"/><Relationship Id="rId129" Type="http://schemas.openxmlformats.org/officeDocument/2006/relationships/image" Target="../media/image158.svg"/><Relationship Id="rId137" Type="http://schemas.openxmlformats.org/officeDocument/2006/relationships/image" Target="../media/image166.svg"/><Relationship Id="rId20" Type="http://schemas.openxmlformats.org/officeDocument/2006/relationships/image" Target="../media/image57.png"/><Relationship Id="rId41" Type="http://schemas.openxmlformats.org/officeDocument/2006/relationships/image" Target="../media/image76.svg"/><Relationship Id="rId54" Type="http://schemas.openxmlformats.org/officeDocument/2006/relationships/image" Target="../media/image89.png"/><Relationship Id="rId62" Type="http://schemas.openxmlformats.org/officeDocument/2006/relationships/image" Target="../media/image97.png"/><Relationship Id="rId70" Type="http://schemas.openxmlformats.org/officeDocument/2006/relationships/image" Target="../media/image105.svg"/><Relationship Id="rId75" Type="http://schemas.microsoft.com/office/2007/relationships/hdphoto" Target="../media/hdphoto4.wdp"/><Relationship Id="rId83" Type="http://schemas.openxmlformats.org/officeDocument/2006/relationships/image" Target="../media/image116.png"/><Relationship Id="rId88" Type="http://schemas.openxmlformats.org/officeDocument/2006/relationships/image" Target="../media/image121.svg"/><Relationship Id="rId91" Type="http://schemas.openxmlformats.org/officeDocument/2006/relationships/image" Target="../media/image124.png"/><Relationship Id="rId96" Type="http://schemas.openxmlformats.org/officeDocument/2006/relationships/image" Target="../media/image129.svg"/><Relationship Id="rId111" Type="http://schemas.openxmlformats.org/officeDocument/2006/relationships/image" Target="../media/image143.png"/><Relationship Id="rId13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5" Type="http://schemas.openxmlformats.org/officeDocument/2006/relationships/image" Target="../media/image52.svg"/><Relationship Id="rId23" Type="http://schemas.openxmlformats.org/officeDocument/2006/relationships/image" Target="../media/image60.svg"/><Relationship Id="rId28" Type="http://schemas.openxmlformats.org/officeDocument/2006/relationships/image" Target="../media/image4.png"/><Relationship Id="rId36" Type="http://schemas.openxmlformats.org/officeDocument/2006/relationships/image" Target="../media/image71.png"/><Relationship Id="rId49" Type="http://schemas.openxmlformats.org/officeDocument/2006/relationships/image" Target="../media/image84.svg"/><Relationship Id="rId57" Type="http://schemas.openxmlformats.org/officeDocument/2006/relationships/image" Target="../media/image92.svg"/><Relationship Id="rId106" Type="http://schemas.openxmlformats.org/officeDocument/2006/relationships/image" Target="../media/image138.svg"/><Relationship Id="rId114" Type="http://schemas.openxmlformats.org/officeDocument/2006/relationships/image" Target="../media/image146.svg"/><Relationship Id="rId119" Type="http://schemas.openxmlformats.org/officeDocument/2006/relationships/image" Target="../media/image151.png"/><Relationship Id="rId127" Type="http://schemas.openxmlformats.org/officeDocument/2006/relationships/slide" Target="slide19.xml"/><Relationship Id="rId10" Type="http://schemas.openxmlformats.org/officeDocument/2006/relationships/image" Target="../media/image47.png"/><Relationship Id="rId31" Type="http://schemas.openxmlformats.org/officeDocument/2006/relationships/image" Target="../media/image66.svg"/><Relationship Id="rId44" Type="http://schemas.openxmlformats.org/officeDocument/2006/relationships/image" Target="../media/image79.png"/><Relationship Id="rId52" Type="http://schemas.openxmlformats.org/officeDocument/2006/relationships/image" Target="../media/image87.png"/><Relationship Id="rId60" Type="http://schemas.openxmlformats.org/officeDocument/2006/relationships/image" Target="../media/image95.png"/><Relationship Id="rId65" Type="http://schemas.openxmlformats.org/officeDocument/2006/relationships/image" Target="../media/image100.png"/><Relationship Id="rId73" Type="http://schemas.openxmlformats.org/officeDocument/2006/relationships/image" Target="../media/image2.gif"/><Relationship Id="rId78" Type="http://schemas.openxmlformats.org/officeDocument/2006/relationships/image" Target="../media/image111.svg"/><Relationship Id="rId81" Type="http://schemas.openxmlformats.org/officeDocument/2006/relationships/image" Target="../media/image114.png"/><Relationship Id="rId86" Type="http://schemas.openxmlformats.org/officeDocument/2006/relationships/image" Target="../media/image119.svg"/><Relationship Id="rId94" Type="http://schemas.openxmlformats.org/officeDocument/2006/relationships/image" Target="../media/image127.svg"/><Relationship Id="rId99" Type="http://schemas.openxmlformats.org/officeDocument/2006/relationships/image" Target="../media/image132.png"/><Relationship Id="rId101" Type="http://schemas.openxmlformats.org/officeDocument/2006/relationships/image" Target="../media/image134.png"/><Relationship Id="rId122" Type="http://schemas.microsoft.com/office/2007/relationships/hdphoto" Target="../media/hdphoto6.wdp"/><Relationship Id="rId130" Type="http://schemas.openxmlformats.org/officeDocument/2006/relationships/image" Target="../media/image159.png"/><Relationship Id="rId135" Type="http://schemas.openxmlformats.org/officeDocument/2006/relationships/image" Target="../media/image164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3" Type="http://schemas.openxmlformats.org/officeDocument/2006/relationships/image" Target="../media/image50.svg"/><Relationship Id="rId18" Type="http://schemas.openxmlformats.org/officeDocument/2006/relationships/image" Target="../media/image55.png"/><Relationship Id="rId39" Type="http://schemas.openxmlformats.org/officeDocument/2006/relationships/image" Target="../media/image74.svg"/><Relationship Id="rId109" Type="http://schemas.openxmlformats.org/officeDocument/2006/relationships/image" Target="../media/image141.png"/><Relationship Id="rId34" Type="http://schemas.openxmlformats.org/officeDocument/2006/relationships/image" Target="../media/image69.png"/><Relationship Id="rId50" Type="http://schemas.openxmlformats.org/officeDocument/2006/relationships/image" Target="../media/image85.png"/><Relationship Id="rId55" Type="http://schemas.openxmlformats.org/officeDocument/2006/relationships/image" Target="../media/image90.svg"/><Relationship Id="rId76" Type="http://schemas.openxmlformats.org/officeDocument/2006/relationships/image" Target="../media/image109.png"/><Relationship Id="rId97" Type="http://schemas.openxmlformats.org/officeDocument/2006/relationships/image" Target="../media/image130.png"/><Relationship Id="rId104" Type="http://schemas.openxmlformats.org/officeDocument/2006/relationships/image" Target="../media/image136.svg"/><Relationship Id="rId120" Type="http://schemas.openxmlformats.org/officeDocument/2006/relationships/image" Target="../media/image152.svg"/><Relationship Id="rId125" Type="http://schemas.openxmlformats.org/officeDocument/2006/relationships/image" Target="../media/image12.png"/><Relationship Id="rId7" Type="http://schemas.openxmlformats.org/officeDocument/2006/relationships/image" Target="../media/image44.svg"/><Relationship Id="rId71" Type="http://schemas.openxmlformats.org/officeDocument/2006/relationships/image" Target="../media/image106.png"/><Relationship Id="rId92" Type="http://schemas.openxmlformats.org/officeDocument/2006/relationships/image" Target="../media/image125.svg"/><Relationship Id="rId2" Type="http://schemas.openxmlformats.org/officeDocument/2006/relationships/image" Target="../media/image39.png"/><Relationship Id="rId29" Type="http://schemas.openxmlformats.org/officeDocument/2006/relationships/image" Target="../media/image5.svg"/><Relationship Id="rId24" Type="http://schemas.openxmlformats.org/officeDocument/2006/relationships/image" Target="../media/image61.png"/><Relationship Id="rId40" Type="http://schemas.openxmlformats.org/officeDocument/2006/relationships/image" Target="../media/image75.png"/><Relationship Id="rId45" Type="http://schemas.openxmlformats.org/officeDocument/2006/relationships/image" Target="../media/image80.svg"/><Relationship Id="rId66" Type="http://schemas.openxmlformats.org/officeDocument/2006/relationships/image" Target="../media/image101.svg"/><Relationship Id="rId87" Type="http://schemas.openxmlformats.org/officeDocument/2006/relationships/image" Target="../media/image120.png"/><Relationship Id="rId110" Type="http://schemas.openxmlformats.org/officeDocument/2006/relationships/image" Target="../media/image142.svg"/><Relationship Id="rId115" Type="http://schemas.openxmlformats.org/officeDocument/2006/relationships/image" Target="../media/image147.png"/><Relationship Id="rId131" Type="http://schemas.openxmlformats.org/officeDocument/2006/relationships/image" Target="../media/image160.svg"/><Relationship Id="rId136" Type="http://schemas.openxmlformats.org/officeDocument/2006/relationships/image" Target="../media/image165.png"/><Relationship Id="rId61" Type="http://schemas.openxmlformats.org/officeDocument/2006/relationships/image" Target="../media/image96.svg"/><Relationship Id="rId82" Type="http://schemas.openxmlformats.org/officeDocument/2006/relationships/image" Target="../media/image115.svg"/><Relationship Id="rId19" Type="http://schemas.openxmlformats.org/officeDocument/2006/relationships/image" Target="../media/image5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4.png"/><Relationship Id="rId7" Type="http://schemas.openxmlformats.org/officeDocument/2006/relationships/image" Target="../media/image169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5.svg"/><Relationship Id="rId9" Type="http://schemas.openxmlformats.org/officeDocument/2006/relationships/image" Target="../media/image17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" Target="slide19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5" Type="http://schemas.openxmlformats.org/officeDocument/2006/relationships/image" Target="../media/image172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17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svg"/><Relationship Id="rId3" Type="http://schemas.openxmlformats.org/officeDocument/2006/relationships/slide" Target="slide20.xml"/><Relationship Id="rId7" Type="http://schemas.openxmlformats.org/officeDocument/2006/relationships/image" Target="../media/image15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svg"/><Relationship Id="rId5" Type="http://schemas.openxmlformats.org/officeDocument/2006/relationships/image" Target="../media/image130.png"/><Relationship Id="rId4" Type="http://schemas.openxmlformats.org/officeDocument/2006/relationships/slide" Target="slide3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59.png"/><Relationship Id="rId3" Type="http://schemas.openxmlformats.org/officeDocument/2006/relationships/image" Target="../media/image3.jpeg"/><Relationship Id="rId7" Type="http://schemas.openxmlformats.org/officeDocument/2006/relationships/slide" Target="slide21.xml"/><Relationship Id="rId12" Type="http://schemas.openxmlformats.org/officeDocument/2006/relationships/slide" Target="slide20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6.xml"/><Relationship Id="rId11" Type="http://schemas.openxmlformats.org/officeDocument/2006/relationships/image" Target="../media/image158.svg"/><Relationship Id="rId5" Type="http://schemas.openxmlformats.org/officeDocument/2006/relationships/slide" Target="slide5.xml"/><Relationship Id="rId15" Type="http://schemas.openxmlformats.org/officeDocument/2006/relationships/slide" Target="slide32.xml"/><Relationship Id="rId10" Type="http://schemas.openxmlformats.org/officeDocument/2006/relationships/image" Target="../media/image157.png"/><Relationship Id="rId4" Type="http://schemas.openxmlformats.org/officeDocument/2006/relationships/slide" Target="slide22.xml"/><Relationship Id="rId9" Type="http://schemas.microsoft.com/office/2007/relationships/hdphoto" Target="../media/hdphoto5.wdp"/><Relationship Id="rId14" Type="http://schemas.openxmlformats.org/officeDocument/2006/relationships/image" Target="../media/image16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3" Type="http://schemas.openxmlformats.org/officeDocument/2006/relationships/image" Target="../media/image4.png"/><Relationship Id="rId7" Type="http://schemas.openxmlformats.org/officeDocument/2006/relationships/image" Target="../media/image157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slide" Target="slide22.xml"/><Relationship Id="rId10" Type="http://schemas.openxmlformats.org/officeDocument/2006/relationships/image" Target="../media/image18.png"/><Relationship Id="rId4" Type="http://schemas.openxmlformats.org/officeDocument/2006/relationships/image" Target="../media/image5.svg"/><Relationship Id="rId9" Type="http://schemas.openxmlformats.org/officeDocument/2006/relationships/slide" Target="slide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7" Type="http://schemas.openxmlformats.org/officeDocument/2006/relationships/image" Target="../media/image1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23.xml"/><Relationship Id="rId3" Type="http://schemas.openxmlformats.org/officeDocument/2006/relationships/image" Target="../media/image4.png"/><Relationship Id="rId7" Type="http://schemas.openxmlformats.org/officeDocument/2006/relationships/slide" Target="slide39.xml"/><Relationship Id="rId12" Type="http://schemas.microsoft.com/office/2007/relationships/hdphoto" Target="../media/hdphoto5.wdp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8.xml"/><Relationship Id="rId11" Type="http://schemas.openxmlformats.org/officeDocument/2006/relationships/image" Target="../media/image134.png"/><Relationship Id="rId5" Type="http://schemas.openxmlformats.org/officeDocument/2006/relationships/slide" Target="slide37.xml"/><Relationship Id="rId15" Type="http://schemas.openxmlformats.org/officeDocument/2006/relationships/slide" Target="slide24.xml"/><Relationship Id="rId10" Type="http://schemas.openxmlformats.org/officeDocument/2006/relationships/slide" Target="slide42.xml"/><Relationship Id="rId4" Type="http://schemas.openxmlformats.org/officeDocument/2006/relationships/image" Target="../media/image5.svg"/><Relationship Id="rId9" Type="http://schemas.openxmlformats.org/officeDocument/2006/relationships/slide" Target="slide31.xml"/><Relationship Id="rId14" Type="http://schemas.openxmlformats.org/officeDocument/2006/relationships/slide" Target="sl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sv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slide" Target="slide27.xml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12" Type="http://schemas.openxmlformats.org/officeDocument/2006/relationships/image" Target="../media/image136.sv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135.png"/><Relationship Id="rId5" Type="http://schemas.openxmlformats.org/officeDocument/2006/relationships/slide" Target="slide28.xml"/><Relationship Id="rId10" Type="http://schemas.openxmlformats.org/officeDocument/2006/relationships/image" Target="../media/image68.svg"/><Relationship Id="rId4" Type="http://schemas.openxmlformats.org/officeDocument/2006/relationships/image" Target="../media/image5.svg"/><Relationship Id="rId9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slide" Target="slide29.xml"/><Relationship Id="rId5" Type="http://schemas.openxmlformats.org/officeDocument/2006/relationships/slide" Target="slide5.xml"/><Relationship Id="rId10" Type="http://schemas.openxmlformats.org/officeDocument/2006/relationships/image" Target="../media/image160.svg"/><Relationship Id="rId4" Type="http://schemas.openxmlformats.org/officeDocument/2006/relationships/image" Target="../media/image5.svg"/><Relationship Id="rId9" Type="http://schemas.openxmlformats.org/officeDocument/2006/relationships/image" Target="../media/image15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4.png"/><Relationship Id="rId7" Type="http://schemas.openxmlformats.org/officeDocument/2006/relationships/image" Target="../media/image48.sv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slide" Target="slide16.xml"/><Relationship Id="rId5" Type="http://schemas.openxmlformats.org/officeDocument/2006/relationships/slide" Target="slide12.xml"/><Relationship Id="rId10" Type="http://schemas.openxmlformats.org/officeDocument/2006/relationships/slide" Target="slide15.xml"/><Relationship Id="rId4" Type="http://schemas.openxmlformats.org/officeDocument/2006/relationships/image" Target="../media/image5.svg"/><Relationship Id="rId9" Type="http://schemas.openxmlformats.org/officeDocument/2006/relationships/slide" Target="slide1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image" Target="../media/image4.png"/><Relationship Id="rId7" Type="http://schemas.openxmlformats.org/officeDocument/2006/relationships/slide" Target="slide24.xml"/><Relationship Id="rId12" Type="http://schemas.microsoft.com/office/2007/relationships/hdphoto" Target="../media/hdphoto5.wdp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11" Type="http://schemas.openxmlformats.org/officeDocument/2006/relationships/image" Target="../media/image134.png"/><Relationship Id="rId5" Type="http://schemas.openxmlformats.org/officeDocument/2006/relationships/slide" Target="slide23.xml"/><Relationship Id="rId10" Type="http://schemas.openxmlformats.org/officeDocument/2006/relationships/image" Target="../media/image160.svg"/><Relationship Id="rId4" Type="http://schemas.openxmlformats.org/officeDocument/2006/relationships/image" Target="../media/image5.svg"/><Relationship Id="rId9" Type="http://schemas.openxmlformats.org/officeDocument/2006/relationships/image" Target="../media/image1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2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23.xml"/><Relationship Id="rId4" Type="http://schemas.openxmlformats.org/officeDocument/2006/relationships/image" Target="../media/image5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.png"/><Relationship Id="rId7" Type="http://schemas.openxmlformats.org/officeDocument/2006/relationships/slide" Target="slide35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17.png"/><Relationship Id="rId5" Type="http://schemas.openxmlformats.org/officeDocument/2006/relationships/slide" Target="slide33.xml"/><Relationship Id="rId10" Type="http://schemas.openxmlformats.org/officeDocument/2006/relationships/image" Target="../media/image18.png"/><Relationship Id="rId4" Type="http://schemas.openxmlformats.org/officeDocument/2006/relationships/image" Target="../media/image5.svg"/><Relationship Id="rId9" Type="http://schemas.openxmlformats.org/officeDocument/2006/relationships/image" Target="../media/image6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4.png"/><Relationship Id="rId7" Type="http://schemas.openxmlformats.org/officeDocument/2006/relationships/slide" Target="slide2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23.xml"/><Relationship Id="rId4" Type="http://schemas.openxmlformats.org/officeDocument/2006/relationships/image" Target="../media/image5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4.png"/><Relationship Id="rId7" Type="http://schemas.openxmlformats.org/officeDocument/2006/relationships/slide" Target="slide2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23.xml"/><Relationship Id="rId4" Type="http://schemas.openxmlformats.org/officeDocument/2006/relationships/image" Target="../media/image5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jpeg"/><Relationship Id="rId3" Type="http://schemas.openxmlformats.org/officeDocument/2006/relationships/image" Target="../media/image4.png"/><Relationship Id="rId7" Type="http://schemas.openxmlformats.org/officeDocument/2006/relationships/slide" Target="slide2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23.xml"/><Relationship Id="rId4" Type="http://schemas.openxmlformats.org/officeDocument/2006/relationships/image" Target="../media/image5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slide" Target="slide4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image" Target="../media/image160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4.png"/><Relationship Id="rId7" Type="http://schemas.openxmlformats.org/officeDocument/2006/relationships/slide" Target="slide2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23.xml"/><Relationship Id="rId4" Type="http://schemas.openxmlformats.org/officeDocument/2006/relationships/image" Target="../media/image5.svg"/><Relationship Id="rId9" Type="http://schemas.openxmlformats.org/officeDocument/2006/relationships/slide" Target="slide4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7" Type="http://schemas.openxmlformats.org/officeDocument/2006/relationships/image" Target="../media/image1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9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7.xml"/><Relationship Id="rId7" Type="http://schemas.openxmlformats.org/officeDocument/2006/relationships/slide" Target="slide19.xml"/><Relationship Id="rId12" Type="http://schemas.openxmlformats.org/officeDocument/2006/relationships/image" Target="../media/image156.png"/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11" Type="http://schemas.openxmlformats.org/officeDocument/2006/relationships/slide" Target="slide43.xml"/><Relationship Id="rId5" Type="http://schemas.openxmlformats.org/officeDocument/2006/relationships/slide" Target="slide29.xml"/><Relationship Id="rId10" Type="http://schemas.openxmlformats.org/officeDocument/2006/relationships/slide" Target="slide44.xml"/><Relationship Id="rId4" Type="http://schemas.openxmlformats.org/officeDocument/2006/relationships/slide" Target="slide38.xml"/><Relationship Id="rId9" Type="http://schemas.openxmlformats.org/officeDocument/2006/relationships/image" Target="../media/image5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1.xml"/><Relationship Id="rId5" Type="http://schemas.openxmlformats.org/officeDocument/2006/relationships/slide" Target="slide45.xml"/><Relationship Id="rId4" Type="http://schemas.openxmlformats.org/officeDocument/2006/relationships/image" Target="../media/image5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8.xml"/><Relationship Id="rId5" Type="http://schemas.openxmlformats.org/officeDocument/2006/relationships/slide" Target="slide47.xml"/><Relationship Id="rId4" Type="http://schemas.openxmlformats.org/officeDocument/2006/relationships/image" Target="../media/image5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slide" Target="slide19.xml"/><Relationship Id="rId7" Type="http://schemas.openxmlformats.org/officeDocument/2006/relationships/slide" Target="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slide" Target="slide2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2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Sorry! 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The app that you were running crashed.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Close to return to Windos.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An error report has been sent to Micr0$0ft.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8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>
                <a:latin typeface="Segoe UI" panose="020B0502040204020203" pitchFamily="34" charset="0"/>
              </a:rPr>
              <a:t>Access denied!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You have no permission to access this!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Windos XP is doing this for the sake of Windos XP.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Do you want to destroy this OS?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Wait, what?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No way I will let you destroy Windos XP!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>
                <a:latin typeface="Segoe UI" panose="020B0502040204020203" pitchFamily="34" charset="0"/>
              </a:rPr>
              <a:t>EXE file error</a:t>
            </a:r>
          </a:p>
          <a:p>
            <a:pPr algn="ctr"/>
            <a:endParaRPr lang="en-GB" u="sng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This EXE file cannot be opened. 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It does not have a valid GUI.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Please close the widow to return to the desktop.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8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CMD: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\User\data\CMD\cmd.exe&gt;</a:t>
            </a:r>
          </a:p>
        </p:txBody>
      </p:sp>
    </p:spTree>
    <p:extLst>
      <p:ext uri="{BB962C8B-B14F-4D97-AF65-F5344CB8AC3E}">
        <p14:creationId xmlns:p14="http://schemas.microsoft.com/office/powerpoint/2010/main" val="3126245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63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415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01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legacy icons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B505F-4496-4EA4-98B5-29BEB1121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398146" cy="398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119E32-94FD-4118-BD76-35A65899A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7C51-6C1D-43BD-9583-ACF7DB34E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63" y="560158"/>
            <a:ext cx="425302" cy="425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8920D-6865-43EA-9C76-75468BF662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1F2F1-F277-4A84-B228-6D7F2D6412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43" y="503429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34293B-CAE6-4B55-AFA5-B50549D31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09432-50D9-4F03-8F60-2906EE36BA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11" y="488853"/>
            <a:ext cx="528506" cy="52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A6D2B-080F-493A-AB04-6EE37416DF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364" y="668462"/>
            <a:ext cx="4572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4B213A-E252-42C9-A293-285DD7E9E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98B46-A41F-472A-94C8-9F5C999D98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244D5D-16D1-4E08-BE96-D289610AB7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0D4BF5-BAD7-4D85-8382-9820DB9D66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36" y="687925"/>
            <a:ext cx="457201" cy="4572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B63164-EFD8-49BC-8D4D-500000DA5D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57" y="703873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2102E3-E34B-4370-9CAE-490BEB2334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3717DA-340E-4B25-8685-A83EBB914A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3B6137-C16D-44E8-9A19-870822279E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54" y="634559"/>
            <a:ext cx="609600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4635D9-9993-447C-9E5F-D7D6778393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E972F5-A1AC-4BB1-BF19-1E8DFD985D5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12" y="572474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7E2181-22E6-4DD8-8588-DA58FA1A67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C3C063F-94AD-462D-B153-C92631D7B9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365051" cy="3650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58B54B-DFC5-4DDF-9462-787168DCE07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015E94-E71B-4298-A381-30CFE00D8CB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256C98-033C-4435-9C4A-52404FFBF6D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27" y="671830"/>
            <a:ext cx="419100" cy="41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674A69-DCB5-43DD-B3D1-AADFC7B513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ECAB75-3B0A-4E7D-A70D-922716B6D57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5A3E02-03E1-45AA-85B6-77E356CEBEA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69F6FE-D142-4CA8-80DD-3959B4817CB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56" y="697266"/>
            <a:ext cx="467203" cy="4672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B55BD7-F8A8-4663-B042-FC285818178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06818" y="742579"/>
            <a:ext cx="405768" cy="3936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FE16FE-E979-4ECF-8FE2-3531470DE3B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90743" y="793460"/>
            <a:ext cx="405768" cy="36505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C3EFB0-D89D-4CF9-BCEB-70910384961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464" y="764126"/>
            <a:ext cx="304800" cy="3048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A57B910-598B-4CCB-B29A-9E4FA8130C8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430149" y="727213"/>
            <a:ext cx="476692" cy="4766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F2CEBD2-32C3-444E-B71B-03AFC768A34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4930" b="89789" l="10000" r="90000">
                        <a14:foregroundMark x1="32857" y1="15845" x2="54286" y2="20775"/>
                        <a14:foregroundMark x1="29286" y1="10563" x2="40714" y2="11620"/>
                        <a14:foregroundMark x1="42143" y1="20775" x2="41429" y2="21479"/>
                        <a14:foregroundMark x1="30000" y1="9507" x2="31429" y2="4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311" y="1686247"/>
            <a:ext cx="555884" cy="112765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FC70CE-8CCF-46D5-8DE1-742AD93E0936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6" y="552508"/>
            <a:ext cx="502309" cy="49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52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CC040B13-95AC-4D85-BB4C-402AF635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910" y="408879"/>
            <a:ext cx="457200" cy="4572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74239D1B-2109-498B-A2C4-418733FF3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7852" y="348183"/>
            <a:ext cx="448340" cy="44834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00B84757-1971-497B-914E-85CCF82A5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3049" y="408879"/>
            <a:ext cx="457200" cy="4572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E5D889A5-8DA5-43D9-ABDB-4AF4E2AEB5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166" y="408879"/>
            <a:ext cx="406373" cy="406373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57F37D5A-011D-43A8-85EE-A58EA13F42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61548" y="447768"/>
            <a:ext cx="476692" cy="476692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A4B2020-F525-4725-BBCE-77DF21AFD2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47693" y="278545"/>
            <a:ext cx="536707" cy="53670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EE23DD6-7111-47F5-ACDB-D9699FEAC5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2022" y="342356"/>
            <a:ext cx="476692" cy="476692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DBC09488-E805-4A38-A334-D24EC03C81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33764" y="414371"/>
            <a:ext cx="497003" cy="49700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00F8DC42-E8BE-4785-985F-5DE34B03EB6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56336" y="359537"/>
            <a:ext cx="555884" cy="555884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3997CB4-2F49-4BB8-A4AA-3AE9250E00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88260" y="409583"/>
            <a:ext cx="476692" cy="47669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A855168E-3478-4B52-813C-1541FC2A61D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5480" y="1026220"/>
            <a:ext cx="476692" cy="476692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9EA73082-AC7B-40A1-BDFB-345904704D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29906" y="441441"/>
            <a:ext cx="425303" cy="42530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6052AA7F-1AEB-4772-AD11-55916001723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97786" y="384819"/>
            <a:ext cx="555884" cy="55588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059FCE4B-68A3-4FC0-BCF6-108AB36C24D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5118" y="441441"/>
            <a:ext cx="476692" cy="476692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24464DB0-7693-4156-BCC3-63C98F487B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93953" y="974544"/>
            <a:ext cx="555884" cy="555884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72C909AB-080C-4390-835C-801B06F9B59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79099" y="1053736"/>
            <a:ext cx="476692" cy="476692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DA9BC760-5173-4545-AB00-1D77890BFF2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005420" y="1053736"/>
            <a:ext cx="505662" cy="505662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B03F8E43-EE42-4E90-B5C1-D77F772CB40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682915" y="1072359"/>
            <a:ext cx="425303" cy="42530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22C638B3-17DC-4EBD-9908-030B75000EE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748157" y="1046663"/>
            <a:ext cx="476692" cy="476692"/>
          </a:xfrm>
          <a:prstGeom prst="rect">
            <a:avLst/>
          </a:prstGeom>
        </p:spPr>
      </p:pic>
      <p:pic>
        <p:nvPicPr>
          <p:cNvPr id="86" name="Graphic 85" descr="Optical disc">
            <a:extLst>
              <a:ext uri="{FF2B5EF4-FFF2-40B4-BE49-F238E27FC236}">
                <a16:creationId xmlns:a16="http://schemas.microsoft.com/office/drawing/2014/main" id="{FDB32F3B-3546-4C68-AE95-CC405F4AD74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531522" y="977552"/>
            <a:ext cx="476692" cy="476692"/>
          </a:xfrm>
          <a:prstGeom prst="rect">
            <a:avLst/>
          </a:prstGeom>
        </p:spPr>
      </p:pic>
      <p:pic>
        <p:nvPicPr>
          <p:cNvPr id="87" name="Graphic 86" descr="Music">
            <a:extLst>
              <a:ext uri="{FF2B5EF4-FFF2-40B4-BE49-F238E27FC236}">
                <a16:creationId xmlns:a16="http://schemas.microsoft.com/office/drawing/2014/main" id="{3C14737D-6066-4B08-B980-86290F00317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094784" y="898489"/>
            <a:ext cx="555884" cy="555884"/>
          </a:xfrm>
          <a:prstGeom prst="rect">
            <a:avLst/>
          </a:prstGeom>
        </p:spPr>
      </p:pic>
      <p:pic>
        <p:nvPicPr>
          <p:cNvPr id="88" name="Graphic 87" descr="Flip calendar">
            <a:extLst>
              <a:ext uri="{FF2B5EF4-FFF2-40B4-BE49-F238E27FC236}">
                <a16:creationId xmlns:a16="http://schemas.microsoft.com/office/drawing/2014/main" id="{41BDC0AD-69A7-4285-B351-717753A79AC0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758220" y="974544"/>
            <a:ext cx="451354" cy="451354"/>
          </a:xfrm>
          <a:prstGeom prst="rect">
            <a:avLst/>
          </a:prstGeom>
        </p:spPr>
      </p:pic>
      <p:pic>
        <p:nvPicPr>
          <p:cNvPr id="89" name="Graphic 88" descr="Wi Fi">
            <a:extLst>
              <a:ext uri="{FF2B5EF4-FFF2-40B4-BE49-F238E27FC236}">
                <a16:creationId xmlns:a16="http://schemas.microsoft.com/office/drawing/2014/main" id="{B7A94CB7-14F3-4BF6-922F-374148FCABD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17126" y="815252"/>
            <a:ext cx="555884" cy="555884"/>
          </a:xfrm>
          <a:prstGeom prst="rect">
            <a:avLst/>
          </a:prstGeom>
        </p:spPr>
      </p:pic>
      <p:pic>
        <p:nvPicPr>
          <p:cNvPr id="90" name="Graphic 89" descr="Map with pin">
            <a:extLst>
              <a:ext uri="{FF2B5EF4-FFF2-40B4-BE49-F238E27FC236}">
                <a16:creationId xmlns:a16="http://schemas.microsoft.com/office/drawing/2014/main" id="{61169340-DB6B-4106-A220-230E83FEE2DC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904128" y="864131"/>
            <a:ext cx="470482" cy="470482"/>
          </a:xfrm>
          <a:prstGeom prst="rect">
            <a:avLst/>
          </a:prstGeom>
        </p:spPr>
      </p:pic>
      <p:pic>
        <p:nvPicPr>
          <p:cNvPr id="91" name="Graphic 90" descr="Chevron arrows RTL">
            <a:extLst>
              <a:ext uri="{FF2B5EF4-FFF2-40B4-BE49-F238E27FC236}">
                <a16:creationId xmlns:a16="http://schemas.microsoft.com/office/drawing/2014/main" id="{4C3D36AE-FB44-41D3-81C2-9CC9A31B4D1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674147" y="926396"/>
            <a:ext cx="425303" cy="425303"/>
          </a:xfrm>
          <a:prstGeom prst="rect">
            <a:avLst/>
          </a:prstGeom>
        </p:spPr>
      </p:pic>
      <p:pic>
        <p:nvPicPr>
          <p:cNvPr id="92" name="Graphic 91" descr="Unlock">
            <a:extLst>
              <a:ext uri="{FF2B5EF4-FFF2-40B4-BE49-F238E27FC236}">
                <a16:creationId xmlns:a16="http://schemas.microsoft.com/office/drawing/2014/main" id="{718669B5-12EE-4933-BF14-4158DA97AFD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433764" y="886275"/>
            <a:ext cx="476692" cy="476692"/>
          </a:xfrm>
          <a:prstGeom prst="rect">
            <a:avLst/>
          </a:prstGeom>
        </p:spPr>
      </p:pic>
      <p:pic>
        <p:nvPicPr>
          <p:cNvPr id="93" name="Graphic 92" descr="Irritant">
            <a:extLst>
              <a:ext uri="{FF2B5EF4-FFF2-40B4-BE49-F238E27FC236}">
                <a16:creationId xmlns:a16="http://schemas.microsoft.com/office/drawing/2014/main" id="{49270C46-D4E6-4EAC-A334-820453E6E08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9143494" y="886275"/>
            <a:ext cx="476692" cy="476692"/>
          </a:xfrm>
          <a:prstGeom prst="rect">
            <a:avLst/>
          </a:prstGeom>
        </p:spPr>
      </p:pic>
      <p:pic>
        <p:nvPicPr>
          <p:cNvPr id="94" name="Graphic 93" descr="Computer">
            <a:extLst>
              <a:ext uri="{FF2B5EF4-FFF2-40B4-BE49-F238E27FC236}">
                <a16:creationId xmlns:a16="http://schemas.microsoft.com/office/drawing/2014/main" id="{628A1544-0292-499B-A1CA-F69BDADDD32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895509" y="861859"/>
            <a:ext cx="425303" cy="425303"/>
          </a:xfrm>
          <a:prstGeom prst="rect">
            <a:avLst/>
          </a:prstGeom>
        </p:spPr>
      </p:pic>
      <p:pic>
        <p:nvPicPr>
          <p:cNvPr id="95" name="Graphic 94" descr="Processor">
            <a:extLst>
              <a:ext uri="{FF2B5EF4-FFF2-40B4-BE49-F238E27FC236}">
                <a16:creationId xmlns:a16="http://schemas.microsoft.com/office/drawing/2014/main" id="{8C29CC71-4755-4FBA-B2CC-4693992BA23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589933" y="893714"/>
            <a:ext cx="425303" cy="425303"/>
          </a:xfrm>
          <a:prstGeom prst="rect">
            <a:avLst/>
          </a:prstGeom>
        </p:spPr>
      </p:pic>
      <p:pic>
        <p:nvPicPr>
          <p:cNvPr id="96" name="Graphic 95" descr="Web cam">
            <a:extLst>
              <a:ext uri="{FF2B5EF4-FFF2-40B4-BE49-F238E27FC236}">
                <a16:creationId xmlns:a16="http://schemas.microsoft.com/office/drawing/2014/main" id="{10B5D1B0-1E0B-4A4F-B84F-F9C7B5C3B85A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179803" y="893714"/>
            <a:ext cx="476692" cy="476692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EBE194F5-B181-4195-BE0A-BF4C0A4AC1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092367" y="379216"/>
            <a:ext cx="417307" cy="41730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C543078-FAEC-4C6E-8052-CCE54D8B8BD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29" y="238348"/>
            <a:ext cx="570054" cy="570054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D5A1B492-9553-439B-9760-B2394A36383B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455497" y="341199"/>
            <a:ext cx="467203" cy="467203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4181E513-A288-4DE4-A7F3-3DF84AC8447C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452432" y="359537"/>
            <a:ext cx="476692" cy="476692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C4F011F2-2A7E-4B8D-83C2-48E4FCDF73CD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315947" y="362114"/>
            <a:ext cx="476692" cy="476692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6CCAD126-C096-462F-954F-2A47D12936A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988223" y="410077"/>
            <a:ext cx="476692" cy="47669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603FE16-922B-4FEF-927F-488D05AF8227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16" y="2009583"/>
            <a:ext cx="1641743" cy="28665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30AC4B55-DB74-4420-97F5-16C04952C6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backgroundRemoval t="1389" b="98611" l="5556" r="88889">
                        <a14:foregroundMark x1="45737" y1="7041" x2="11111" y2="41667"/>
                        <a14:foregroundMark x1="35376" y1="87500" x2="36111" y2="88889"/>
                        <a14:foregroundMark x1="34641" y1="86111" x2="35376" y2="87500"/>
                        <a14:foregroundMark x1="11111" y1="41667" x2="34641" y2="86111"/>
                        <a14:foregroundMark x1="41513" y1="86111" x2="84722" y2="63889"/>
                        <a14:foregroundMark x1="38812" y1="87500" x2="41513" y2="86111"/>
                        <a14:foregroundMark x1="36111" y1="88889" x2="38812" y2="87500"/>
                        <a14:foregroundMark x1="84722" y1="25000" x2="84722" y2="11111"/>
                        <a14:foregroundMark x1="84722" y1="26389" x2="84722" y2="25000"/>
                        <a14:foregroundMark x1="84722" y1="27778" x2="84722" y2="26389"/>
                        <a14:foregroundMark x1="84722" y1="33333" x2="84722" y2="30556"/>
                        <a14:foregroundMark x1="84722" y1="63889" x2="84722" y2="33333"/>
                        <a14:foregroundMark x1="75692" y1="9722" x2="70706" y2="8955"/>
                        <a14:foregroundMark x1="84722" y1="11111" x2="75692" y2="9722"/>
                        <a14:foregroundMark x1="22222" y1="43056" x2="19444" y2="40278"/>
                        <a14:foregroundMark x1="26389" y1="37500" x2="26389" y2="37500"/>
                        <a14:foregroundMark x1="31944" y1="33333" x2="31944" y2="33333"/>
                        <a14:foregroundMark x1="38889" y1="29167" x2="38889" y2="29167"/>
                        <a14:foregroundMark x1="44444" y1="22222" x2="44444" y2="22222"/>
                        <a14:foregroundMark x1="51389" y1="16667" x2="51389" y2="16667"/>
                        <a14:foregroundMark x1="48611" y1="5556" x2="48611" y2="5556"/>
                        <a14:foregroundMark x1="51389" y1="4167" x2="51389" y2="4167"/>
                        <a14:foregroundMark x1="51389" y1="4167" x2="51389" y2="4167"/>
                        <a14:foregroundMark x1="51389" y1="1389" x2="51389" y2="1389"/>
                        <a14:foregroundMark x1="50000" y1="2778" x2="50000" y2="2778"/>
                        <a14:foregroundMark x1="50000" y1="98611" x2="50000" y2="98611"/>
                        <a14:backgroundMark x1="66670" y1="5556" x2="72222" y2="6944"/>
                        <a14:backgroundMark x1="61113" y1="4167" x2="66670" y2="5556"/>
                        <a14:backgroundMark x1="55557" y1="2778" x2="61113" y2="4167"/>
                        <a14:backgroundMark x1="50000" y1="1389" x2="55557" y2="2778"/>
                        <a14:backgroundMark x1="70833" y1="12500" x2="70833" y2="8333"/>
                        <a14:backgroundMark x1="75000" y1="9722" x2="75000" y2="9722"/>
                        <a14:backgroundMark x1="72222" y1="9722" x2="72222" y2="9722"/>
                        <a14:backgroundMark x1="79167" y1="8333" x2="79167" y2="8333"/>
                        <a14:backgroundMark x1="83333" y1="29167" x2="83333" y2="29167"/>
                        <a14:backgroundMark x1="83333" y1="26389" x2="83333" y2="26389"/>
                        <a14:backgroundMark x1="84722" y1="27778" x2="84722" y2="27778"/>
                        <a14:backgroundMark x1="84722" y1="27778" x2="84722" y2="30556"/>
                        <a14:backgroundMark x1="84722" y1="26389" x2="84722" y2="26389"/>
                        <a14:backgroundMark x1="84722" y1="25000" x2="84722" y2="25000"/>
                        <a14:backgroundMark x1="84722" y1="33333" x2="84722" y2="33333"/>
                        <a14:backgroundMark x1="33333" y1="88889" x2="33333" y2="88889"/>
                        <a14:backgroundMark x1="34722" y1="88889" x2="34722" y2="88889"/>
                        <a14:backgroundMark x1="36111" y1="90278" x2="36111" y2="90278"/>
                        <a14:backgroundMark x1="33333" y1="87500" x2="33333" y2="87500"/>
                        <a14:backgroundMark x1="33333" y1="86111" x2="33333" y2="86111"/>
                        <a14:backgroundMark x1="37500" y1="88889" x2="37500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352" y="1979888"/>
            <a:ext cx="316349" cy="31634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4297D99-51C1-43AC-86A8-6FFA4F5817E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15" y="1833219"/>
            <a:ext cx="609685" cy="609685"/>
          </a:xfrm>
          <a:prstGeom prst="rect">
            <a:avLst/>
          </a:prstGeom>
        </p:spPr>
      </p:pic>
      <p:pic>
        <p:nvPicPr>
          <p:cNvPr id="106" name="Graphic 105" descr="Printer">
            <a:extLst>
              <a:ext uri="{FF2B5EF4-FFF2-40B4-BE49-F238E27FC236}">
                <a16:creationId xmlns:a16="http://schemas.microsoft.com/office/drawing/2014/main" id="{BB94BF21-1485-40FA-956E-751603EE5330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344687" y="1695710"/>
            <a:ext cx="476692" cy="476692"/>
          </a:xfrm>
          <a:prstGeom prst="rect">
            <a:avLst/>
          </a:prstGeom>
        </p:spPr>
      </p:pic>
      <p:pic>
        <p:nvPicPr>
          <p:cNvPr id="107" name="Graphic 106" descr="Television">
            <a:extLst>
              <a:ext uri="{FF2B5EF4-FFF2-40B4-BE49-F238E27FC236}">
                <a16:creationId xmlns:a16="http://schemas.microsoft.com/office/drawing/2014/main" id="{B4E1EE45-45EC-4EE0-B80F-9E8BFDE599F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134380" y="1771237"/>
            <a:ext cx="476692" cy="476692"/>
          </a:xfrm>
          <a:prstGeom prst="rect">
            <a:avLst/>
          </a:prstGeom>
        </p:spPr>
      </p:pic>
      <p:pic>
        <p:nvPicPr>
          <p:cNvPr id="108" name="Graphic 107" descr="Single gear">
            <a:extLst>
              <a:ext uri="{FF2B5EF4-FFF2-40B4-BE49-F238E27FC236}">
                <a16:creationId xmlns:a16="http://schemas.microsoft.com/office/drawing/2014/main" id="{E4277C76-2977-4E46-A66D-3D7F4D5BA8E0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5826606" y="1741542"/>
            <a:ext cx="476692" cy="476692"/>
          </a:xfrm>
          <a:prstGeom prst="rect">
            <a:avLst/>
          </a:prstGeom>
        </p:spPr>
      </p:pic>
      <p:pic>
        <p:nvPicPr>
          <p:cNvPr id="109" name="Graphic 108" descr="Tools">
            <a:extLst>
              <a:ext uri="{FF2B5EF4-FFF2-40B4-BE49-F238E27FC236}">
                <a16:creationId xmlns:a16="http://schemas.microsoft.com/office/drawing/2014/main" id="{5DD14323-1291-4A72-9F6B-82364B86C66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452432" y="1759404"/>
            <a:ext cx="476692" cy="476692"/>
          </a:xfrm>
          <a:prstGeom prst="rect">
            <a:avLst/>
          </a:prstGeom>
        </p:spPr>
      </p:pic>
      <p:pic>
        <p:nvPicPr>
          <p:cNvPr id="110" name="Graphic 109" descr="Pie chart">
            <a:extLst>
              <a:ext uri="{FF2B5EF4-FFF2-40B4-BE49-F238E27FC236}">
                <a16:creationId xmlns:a16="http://schemas.microsoft.com/office/drawing/2014/main" id="{6A81B6D0-2C96-4BAE-9E24-3B29D7A6DCA4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160324" y="1765112"/>
            <a:ext cx="505662" cy="505662"/>
          </a:xfrm>
          <a:prstGeom prst="rect">
            <a:avLst/>
          </a:prstGeom>
        </p:spPr>
      </p:pic>
      <p:pic>
        <p:nvPicPr>
          <p:cNvPr id="111" name="Graphic 110" descr="Receiver">
            <a:extLst>
              <a:ext uri="{FF2B5EF4-FFF2-40B4-BE49-F238E27FC236}">
                <a16:creationId xmlns:a16="http://schemas.microsoft.com/office/drawing/2014/main" id="{8D6DA06A-D829-4560-9B0E-45D54614776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792639" y="1736614"/>
            <a:ext cx="476692" cy="476692"/>
          </a:xfrm>
          <a:prstGeom prst="rect">
            <a:avLst/>
          </a:prstGeom>
        </p:spPr>
      </p:pic>
      <p:pic>
        <p:nvPicPr>
          <p:cNvPr id="112" name="Graphic 111" descr="Airplane">
            <a:extLst>
              <a:ext uri="{FF2B5EF4-FFF2-40B4-BE49-F238E27FC236}">
                <a16:creationId xmlns:a16="http://schemas.microsoft.com/office/drawing/2014/main" id="{11E371D5-D65B-4D5C-A934-BB0C5D06BD0B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8377791" y="1722129"/>
            <a:ext cx="505662" cy="505662"/>
          </a:xfrm>
          <a:prstGeom prst="rect">
            <a:avLst/>
          </a:prstGeom>
        </p:spPr>
      </p:pic>
      <p:pic>
        <p:nvPicPr>
          <p:cNvPr id="113" name="Graphic 112" descr="Volume">
            <a:extLst>
              <a:ext uri="{FF2B5EF4-FFF2-40B4-BE49-F238E27FC236}">
                <a16:creationId xmlns:a16="http://schemas.microsoft.com/office/drawing/2014/main" id="{24C835B6-FC27-4471-AAE8-7D8374B57E2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9036212" y="1751099"/>
            <a:ext cx="476692" cy="476692"/>
          </a:xfrm>
          <a:prstGeom prst="rect">
            <a:avLst/>
          </a:prstGeom>
        </p:spPr>
      </p:pic>
      <p:pic>
        <p:nvPicPr>
          <p:cNvPr id="114" name="Graphic 113" descr="Full battery">
            <a:extLst>
              <a:ext uri="{FF2B5EF4-FFF2-40B4-BE49-F238E27FC236}">
                <a16:creationId xmlns:a16="http://schemas.microsoft.com/office/drawing/2014/main" id="{F1EB9583-1815-4A87-B3A1-93FABC96D00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9687889" y="1784742"/>
            <a:ext cx="451354" cy="451354"/>
          </a:xfrm>
          <a:prstGeom prst="rect">
            <a:avLst/>
          </a:prstGeom>
        </p:spPr>
      </p:pic>
      <p:pic>
        <p:nvPicPr>
          <p:cNvPr id="115" name="Graphic 114" descr="Watch">
            <a:extLst>
              <a:ext uri="{FF2B5EF4-FFF2-40B4-BE49-F238E27FC236}">
                <a16:creationId xmlns:a16="http://schemas.microsoft.com/office/drawing/2014/main" id="{F765BF3D-9D24-4BCD-BC55-4DA1CA4189D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0351587" y="1665944"/>
            <a:ext cx="476692" cy="476692"/>
          </a:xfrm>
          <a:prstGeom prst="rect">
            <a:avLst/>
          </a:prstGeom>
        </p:spPr>
      </p:pic>
      <p:pic>
        <p:nvPicPr>
          <p:cNvPr id="116" name="Graphic 115" descr="Flag">
            <a:extLst>
              <a:ext uri="{FF2B5EF4-FFF2-40B4-BE49-F238E27FC236}">
                <a16:creationId xmlns:a16="http://schemas.microsoft.com/office/drawing/2014/main" id="{C8FFA52B-A68D-439D-838F-09D37AA43A9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0817610" y="1686707"/>
            <a:ext cx="451354" cy="451354"/>
          </a:xfrm>
          <a:prstGeom prst="rect">
            <a:avLst/>
          </a:prstGeom>
        </p:spPr>
      </p:pic>
      <p:pic>
        <p:nvPicPr>
          <p:cNvPr id="117" name="Graphic 116" descr="Mute speaker">
            <a:extLst>
              <a:ext uri="{FF2B5EF4-FFF2-40B4-BE49-F238E27FC236}">
                <a16:creationId xmlns:a16="http://schemas.microsoft.com/office/drawing/2014/main" id="{238B6984-EE76-457D-9D8D-AEDF481CA7A8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1396847" y="1594873"/>
            <a:ext cx="476692" cy="476692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A04334F-F967-4673-AD56-0D89C366C0AF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BEBA8EAE-BF5A-486C-A8C5-ECC9F3942E4B}">
                <a14:imgProps xmlns:a14="http://schemas.microsoft.com/office/drawing/2010/main">
                  <a14:imgLayer r:embed="rId10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995" y="1752855"/>
            <a:ext cx="1169721" cy="772016"/>
          </a:xfrm>
          <a:prstGeom prst="rect">
            <a:avLst/>
          </a:prstGeom>
        </p:spPr>
      </p:pic>
      <p:pic>
        <p:nvPicPr>
          <p:cNvPr id="119" name="Graphic 118" descr="Chess pieces">
            <a:extLst>
              <a:ext uri="{FF2B5EF4-FFF2-40B4-BE49-F238E27FC236}">
                <a16:creationId xmlns:a16="http://schemas.microsoft.com/office/drawing/2014/main" id="{97E2032D-66AC-4CF1-804F-1607A11856F9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3161378" y="1014140"/>
            <a:ext cx="476692" cy="476692"/>
          </a:xfrm>
          <a:prstGeom prst="rect">
            <a:avLst/>
          </a:prstGeom>
        </p:spPr>
      </p:pic>
      <p:pic>
        <p:nvPicPr>
          <p:cNvPr id="120" name="Graphic 119" descr="Shopping bag">
            <a:extLst>
              <a:ext uri="{FF2B5EF4-FFF2-40B4-BE49-F238E27FC236}">
                <a16:creationId xmlns:a16="http://schemas.microsoft.com/office/drawing/2014/main" id="{839A4950-7588-4AEE-9083-2E611A898230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67404" y="322383"/>
            <a:ext cx="451354" cy="451354"/>
          </a:xfrm>
          <a:prstGeom prst="rect">
            <a:avLst/>
          </a:prstGeom>
        </p:spPr>
      </p:pic>
      <p:pic>
        <p:nvPicPr>
          <p:cNvPr id="121" name="Graphic 120" descr="Venn diagram">
            <a:extLst>
              <a:ext uri="{FF2B5EF4-FFF2-40B4-BE49-F238E27FC236}">
                <a16:creationId xmlns:a16="http://schemas.microsoft.com/office/drawing/2014/main" id="{90CA0343-44BF-44C8-8EE3-E49863E78986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83549" y="2415766"/>
            <a:ext cx="510404" cy="510404"/>
          </a:xfrm>
          <a:prstGeom prst="rect">
            <a:avLst/>
          </a:prstGeom>
        </p:spPr>
      </p:pic>
      <p:pic>
        <p:nvPicPr>
          <p:cNvPr id="122" name="Graphic 121" descr="Thumbs up sign">
            <a:extLst>
              <a:ext uri="{FF2B5EF4-FFF2-40B4-BE49-F238E27FC236}">
                <a16:creationId xmlns:a16="http://schemas.microsoft.com/office/drawing/2014/main" id="{4C9A3B16-1C54-46CA-9C55-2A114DDA87BF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798483" y="2474816"/>
            <a:ext cx="451354" cy="451354"/>
          </a:xfrm>
          <a:prstGeom prst="rect">
            <a:avLst/>
          </a:prstGeom>
        </p:spPr>
      </p:pic>
      <p:pic>
        <p:nvPicPr>
          <p:cNvPr id="123" name="Graphic 122" descr="Smart Phone">
            <a:extLst>
              <a:ext uri="{FF2B5EF4-FFF2-40B4-BE49-F238E27FC236}">
                <a16:creationId xmlns:a16="http://schemas.microsoft.com/office/drawing/2014/main" id="{360A236B-329D-4020-AD1D-05B7E34B941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345387" y="2476407"/>
            <a:ext cx="510404" cy="510404"/>
          </a:xfrm>
          <a:prstGeom prst="rect">
            <a:avLst/>
          </a:prstGeom>
        </p:spPr>
      </p:pic>
      <p:pic>
        <p:nvPicPr>
          <p:cNvPr id="124" name="Graphic 123" descr="Shield Cross">
            <a:extLst>
              <a:ext uri="{FF2B5EF4-FFF2-40B4-BE49-F238E27FC236}">
                <a16:creationId xmlns:a16="http://schemas.microsoft.com/office/drawing/2014/main" id="{5D14016B-043B-4488-868A-EEBAA98AE03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954838" y="2552965"/>
            <a:ext cx="451354" cy="451354"/>
          </a:xfrm>
          <a:prstGeom prst="rect">
            <a:avLst/>
          </a:prstGeom>
        </p:spPr>
      </p:pic>
      <p:pic>
        <p:nvPicPr>
          <p:cNvPr id="125" name="Graphic 124" descr="Help">
            <a:extLst>
              <a:ext uri="{FF2B5EF4-FFF2-40B4-BE49-F238E27FC236}">
                <a16:creationId xmlns:a16="http://schemas.microsoft.com/office/drawing/2014/main" id="{66F9DC4B-1E99-432E-AE75-FF441A658764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2640348" y="2552965"/>
            <a:ext cx="451354" cy="451354"/>
          </a:xfrm>
          <a:prstGeom prst="rect">
            <a:avLst/>
          </a:prstGeom>
        </p:spPr>
      </p:pic>
      <p:pic>
        <p:nvPicPr>
          <p:cNvPr id="126" name="Graphic 125" descr="Address Book">
            <a:extLst>
              <a:ext uri="{FF2B5EF4-FFF2-40B4-BE49-F238E27FC236}">
                <a16:creationId xmlns:a16="http://schemas.microsoft.com/office/drawing/2014/main" id="{944BFAEA-C711-408F-994E-AFE316F1D84B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3236369" y="2552965"/>
            <a:ext cx="476692" cy="476692"/>
          </a:xfrm>
          <a:prstGeom prst="rect">
            <a:avLst/>
          </a:prstGeom>
        </p:spPr>
      </p:pic>
      <p:pic>
        <p:nvPicPr>
          <p:cNvPr id="127" name="Graphic 126" descr="Cmd Terminal">
            <a:extLst>
              <a:ext uri="{FF2B5EF4-FFF2-40B4-BE49-F238E27FC236}">
                <a16:creationId xmlns:a16="http://schemas.microsoft.com/office/drawing/2014/main" id="{58F795BF-88C3-4B0C-A4D9-3FF9BA73AB58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858723" y="2610862"/>
            <a:ext cx="451354" cy="45135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BF171B46-0C2C-45A6-AB54-7B9BD7AD012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BEBA8EAE-BF5A-486C-A8C5-ECC9F3942E4B}">
                <a14:imgProps xmlns:a14="http://schemas.microsoft.com/office/drawing/2010/main">
                  <a14:imgLayer r:embed="rId122">
                    <a14:imgEffect>
                      <a14:backgroundRemoval t="10000" b="96400" l="10000" r="90000">
                        <a14:foregroundMark x1="6800" y1="18400" x2="92800" y2="20000"/>
                        <a14:foregroundMark x1="92800" y1="20000" x2="48400" y2="96400"/>
                        <a14:foregroundMark x1="48400" y1="96400" x2="17600" y2="15600"/>
                        <a14:foregroundMark x1="17600" y1="15600" x2="79600" y2="75200"/>
                        <a14:foregroundMark x1="79600" y1="75200" x2="68800" y2="73600"/>
                        <a14:foregroundMark x1="50800" y1="12400" x2="50800" y2="12400"/>
                        <a14:foregroundMark x1="50000" y1="10800" x2="47600" y2="91600"/>
                        <a14:foregroundMark x1="12800" y1="52000" x2="85200" y2="52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08" y="2648228"/>
            <a:ext cx="555884" cy="555884"/>
          </a:xfrm>
          <a:prstGeom prst="rect">
            <a:avLst/>
          </a:prstGeom>
        </p:spPr>
      </p:pic>
      <p:pic>
        <p:nvPicPr>
          <p:cNvPr id="129" name="Graphic 128" descr="Smart Phone">
            <a:extLst>
              <a:ext uri="{FF2B5EF4-FFF2-40B4-BE49-F238E27FC236}">
                <a16:creationId xmlns:a16="http://schemas.microsoft.com/office/drawing/2014/main" id="{B949CA41-F1ED-4F3C-97FD-3A5561D847F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 rot="1874183">
            <a:off x="5307873" y="2639816"/>
            <a:ext cx="510404" cy="51040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4B3C2C9C-374B-488C-8CEC-F3C29BE5B289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45" y="2630765"/>
            <a:ext cx="528506" cy="528506"/>
          </a:xfrm>
          <a:prstGeom prst="rect">
            <a:avLst/>
          </a:prstGeom>
        </p:spPr>
      </p:pic>
      <p:pic>
        <p:nvPicPr>
          <p:cNvPr id="131" name="Picture 130" descr="A close up of a logo&#10;&#10;Description automatically generated">
            <a:extLst>
              <a:ext uri="{FF2B5EF4-FFF2-40B4-BE49-F238E27FC236}">
                <a16:creationId xmlns:a16="http://schemas.microsoft.com/office/drawing/2014/main" id="{F081CD00-80F3-453E-891C-D60F9D4C4257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6634547" y="2612259"/>
            <a:ext cx="582778" cy="572477"/>
          </a:xfrm>
          <a:prstGeom prst="rect">
            <a:avLst/>
          </a:prstGeom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</a:t>
            </a:r>
          </a:p>
        </p:txBody>
      </p:sp>
      <p:pic>
        <p:nvPicPr>
          <p:cNvPr id="133" name="Graphic 132">
            <a:hlinkClick r:id="rId127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36" name="Graphic 135" descr="Folder Search">
            <a:extLst>
              <a:ext uri="{FF2B5EF4-FFF2-40B4-BE49-F238E27FC236}">
                <a16:creationId xmlns:a16="http://schemas.microsoft.com/office/drawing/2014/main" id="{24D60746-D9DF-4535-8669-7252A165459A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402805" y="2657565"/>
            <a:ext cx="506063" cy="50606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71A3468-CDC1-42F9-9C01-319F97A37A16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8177791" y="2727516"/>
            <a:ext cx="334700" cy="3347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D88FA5FC-061A-4CFE-B404-D614582260D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10308479" y="2524871"/>
            <a:ext cx="654678" cy="654678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FF48E7E5-E1F4-40EC-83FC-F397930BC8ED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9512904" y="2581063"/>
            <a:ext cx="490769" cy="490769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E4636A2B-A850-4487-BD1C-6D4E6BA588E2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8719958" y="2581063"/>
            <a:ext cx="448594" cy="448594"/>
          </a:xfrm>
          <a:prstGeom prst="rect">
            <a:avLst/>
          </a:prstGeom>
        </p:spPr>
      </p:pic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E07844B6-3DFB-4AB9-B4DA-D9C607539F14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234893" y="3142761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80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essentials pack***Made by Smashicons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0D7E84A0-7EDA-4DFE-B27D-FD7162561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6" y="238348"/>
            <a:ext cx="568959" cy="568959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860D7CF-3E68-4EAF-8D70-A311084149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110" y="282851"/>
            <a:ext cx="524456" cy="524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A64B77-772E-43E5-872C-18B487E04C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19" y="264929"/>
            <a:ext cx="609604" cy="609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9C06A-A70A-4399-81FA-E08A78B29F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386" y="240277"/>
            <a:ext cx="609604" cy="6096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FB59D3-79A4-47C1-9932-D5AEDADB12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50" y="346214"/>
            <a:ext cx="528319" cy="52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59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interface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32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adobe logos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24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18D742-7F42-4D05-812C-C7C3C020138E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Power User***Made by Power User</a:t>
            </a:r>
          </a:p>
        </p:txBody>
      </p:sp>
      <p:pic>
        <p:nvPicPr>
          <p:cNvPr id="5" name="Graphic 4">
            <a:hlinkClick r:id="rId12" action="ppaction://hlinksldjump"/>
            <a:extLst>
              <a:ext uri="{FF2B5EF4-FFF2-40B4-BE49-F238E27FC236}">
                <a16:creationId xmlns:a16="http://schemas.microsoft.com/office/drawing/2014/main" id="{1B9CF561-B43C-4EFE-87EB-3E5B403B37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Downloads_Folde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BFF40430-97FA-4D9B-8135-FD7FA2BD535F}"/>
              </a:ext>
            </a:extLst>
          </p:cNvPr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207264" y="328994"/>
            <a:ext cx="679593" cy="542925"/>
          </a:xfrm>
          <a:custGeom>
            <a:avLst/>
            <a:gdLst>
              <a:gd name="T0" fmla="*/ 225 w 250"/>
              <a:gd name="T1" fmla="*/ 25 h 200"/>
              <a:gd name="T2" fmla="*/ 113 w 250"/>
              <a:gd name="T3" fmla="*/ 25 h 200"/>
              <a:gd name="T4" fmla="*/ 88 w 250"/>
              <a:gd name="T5" fmla="*/ 0 h 200"/>
              <a:gd name="T6" fmla="*/ 25 w 250"/>
              <a:gd name="T7" fmla="*/ 0 h 200"/>
              <a:gd name="T8" fmla="*/ 0 w 250"/>
              <a:gd name="T9" fmla="*/ 25 h 200"/>
              <a:gd name="T10" fmla="*/ 0 w 250"/>
              <a:gd name="T11" fmla="*/ 175 h 200"/>
              <a:gd name="T12" fmla="*/ 25 w 250"/>
              <a:gd name="T13" fmla="*/ 200 h 200"/>
              <a:gd name="T14" fmla="*/ 225 w 250"/>
              <a:gd name="T15" fmla="*/ 200 h 200"/>
              <a:gd name="T16" fmla="*/ 250 w 250"/>
              <a:gd name="T17" fmla="*/ 175 h 200"/>
              <a:gd name="T18" fmla="*/ 250 w 250"/>
              <a:gd name="T19" fmla="*/ 50 h 200"/>
              <a:gd name="T20" fmla="*/ 225 w 250"/>
              <a:gd name="T21" fmla="*/ 25 h 200"/>
              <a:gd name="T22" fmla="*/ 125 w 250"/>
              <a:gd name="T23" fmla="*/ 163 h 200"/>
              <a:gd name="T24" fmla="*/ 81 w 250"/>
              <a:gd name="T25" fmla="*/ 113 h 200"/>
              <a:gd name="T26" fmla="*/ 106 w 250"/>
              <a:gd name="T27" fmla="*/ 113 h 200"/>
              <a:gd name="T28" fmla="*/ 106 w 250"/>
              <a:gd name="T29" fmla="*/ 63 h 200"/>
              <a:gd name="T30" fmla="*/ 144 w 250"/>
              <a:gd name="T31" fmla="*/ 63 h 200"/>
              <a:gd name="T32" fmla="*/ 144 w 250"/>
              <a:gd name="T33" fmla="*/ 113 h 200"/>
              <a:gd name="T34" fmla="*/ 169 w 250"/>
              <a:gd name="T35" fmla="*/ 113 h 200"/>
              <a:gd name="T36" fmla="*/ 125 w 250"/>
              <a:gd name="T37" fmla="*/ 163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0" h="200">
                <a:moveTo>
                  <a:pt x="225" y="25"/>
                </a:moveTo>
                <a:lnTo>
                  <a:pt x="113" y="25"/>
                </a:lnTo>
                <a:lnTo>
                  <a:pt x="88" y="0"/>
                </a:lnTo>
                <a:lnTo>
                  <a:pt x="25" y="0"/>
                </a:lnTo>
                <a:cubicBezTo>
                  <a:pt x="11" y="0"/>
                  <a:pt x="0" y="11"/>
                  <a:pt x="0" y="25"/>
                </a:cubicBezTo>
                <a:lnTo>
                  <a:pt x="0" y="175"/>
                </a:lnTo>
                <a:cubicBezTo>
                  <a:pt x="0" y="189"/>
                  <a:pt x="11" y="200"/>
                  <a:pt x="25" y="200"/>
                </a:cubicBezTo>
                <a:lnTo>
                  <a:pt x="225" y="200"/>
                </a:lnTo>
                <a:cubicBezTo>
                  <a:pt x="239" y="200"/>
                  <a:pt x="250" y="189"/>
                  <a:pt x="250" y="175"/>
                </a:cubicBezTo>
                <a:lnTo>
                  <a:pt x="250" y="50"/>
                </a:lnTo>
                <a:cubicBezTo>
                  <a:pt x="250" y="36"/>
                  <a:pt x="239" y="25"/>
                  <a:pt x="225" y="25"/>
                </a:cubicBezTo>
                <a:close/>
                <a:moveTo>
                  <a:pt x="125" y="163"/>
                </a:moveTo>
                <a:lnTo>
                  <a:pt x="81" y="113"/>
                </a:lnTo>
                <a:lnTo>
                  <a:pt x="106" y="113"/>
                </a:lnTo>
                <a:lnTo>
                  <a:pt x="106" y="63"/>
                </a:lnTo>
                <a:lnTo>
                  <a:pt x="144" y="63"/>
                </a:lnTo>
                <a:lnTo>
                  <a:pt x="144" y="113"/>
                </a:lnTo>
                <a:lnTo>
                  <a:pt x="169" y="113"/>
                </a:lnTo>
                <a:lnTo>
                  <a:pt x="125" y="163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Corona_Virus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24E1E81-303F-401C-87E6-A1D0B0C40D94}"/>
              </a:ext>
            </a:extLst>
          </p:cNvPr>
          <p:cNvGrpSpPr>
            <a:grpSpLocks noChangeAspect="1"/>
          </p:cNvGrpSpPr>
          <p:nvPr/>
        </p:nvGrpSpPr>
        <p:grpSpPr>
          <a:xfrm>
            <a:off x="1054344" y="370884"/>
            <a:ext cx="541770" cy="542925"/>
            <a:chOff x="2984501" y="3055938"/>
            <a:chExt cx="744538" cy="746125"/>
          </a:xfrm>
          <a:solidFill>
            <a:schemeClr val="accent1"/>
          </a:solidFill>
        </p:grpSpPr>
        <p:sp>
          <p:nvSpPr>
            <p:cNvPr id="8" name="Oval 592">
              <a:extLst>
                <a:ext uri="{FF2B5EF4-FFF2-40B4-BE49-F238E27FC236}">
                  <a16:creationId xmlns:a16="http://schemas.microsoft.com/office/drawing/2014/main" id="{03EE6ACF-8CFB-481C-9FB1-271127233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1" y="3184525"/>
              <a:ext cx="490538" cy="49053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593">
              <a:extLst>
                <a:ext uri="{FF2B5EF4-FFF2-40B4-BE49-F238E27FC236}">
                  <a16:creationId xmlns:a16="http://schemas.microsoft.com/office/drawing/2014/main" id="{683F6DA2-ED38-401A-AE4B-57BBF1367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3251" y="3214688"/>
              <a:ext cx="427038" cy="42862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594">
              <a:extLst>
                <a:ext uri="{FF2B5EF4-FFF2-40B4-BE49-F238E27FC236}">
                  <a16:creationId xmlns:a16="http://schemas.microsoft.com/office/drawing/2014/main" id="{737ED230-7989-4154-883A-0D2CE74008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71826" y="3244850"/>
              <a:ext cx="369888" cy="368300"/>
            </a:xfrm>
            <a:custGeom>
              <a:avLst/>
              <a:gdLst>
                <a:gd name="T0" fmla="*/ 245 w 646"/>
                <a:gd name="T1" fmla="*/ 616 h 646"/>
                <a:gd name="T2" fmla="*/ 289 w 646"/>
                <a:gd name="T3" fmla="*/ 504 h 646"/>
                <a:gd name="T4" fmla="*/ 326 w 646"/>
                <a:gd name="T5" fmla="*/ 569 h 646"/>
                <a:gd name="T6" fmla="*/ 389 w 646"/>
                <a:gd name="T7" fmla="*/ 560 h 646"/>
                <a:gd name="T8" fmla="*/ 448 w 646"/>
                <a:gd name="T9" fmla="*/ 535 h 646"/>
                <a:gd name="T10" fmla="*/ 499 w 646"/>
                <a:gd name="T11" fmla="*/ 496 h 646"/>
                <a:gd name="T12" fmla="*/ 538 w 646"/>
                <a:gd name="T13" fmla="*/ 444 h 646"/>
                <a:gd name="T14" fmla="*/ 562 w 646"/>
                <a:gd name="T15" fmla="*/ 385 h 646"/>
                <a:gd name="T16" fmla="*/ 569 w 646"/>
                <a:gd name="T17" fmla="*/ 320 h 646"/>
                <a:gd name="T18" fmla="*/ 560 w 646"/>
                <a:gd name="T19" fmla="*/ 257 h 646"/>
                <a:gd name="T20" fmla="*/ 535 w 646"/>
                <a:gd name="T21" fmla="*/ 198 h 646"/>
                <a:gd name="T22" fmla="*/ 496 w 646"/>
                <a:gd name="T23" fmla="*/ 147 h 646"/>
                <a:gd name="T24" fmla="*/ 444 w 646"/>
                <a:gd name="T25" fmla="*/ 108 h 646"/>
                <a:gd name="T26" fmla="*/ 385 w 646"/>
                <a:gd name="T27" fmla="*/ 84 h 646"/>
                <a:gd name="T28" fmla="*/ 320 w 646"/>
                <a:gd name="T29" fmla="*/ 77 h 646"/>
                <a:gd name="T30" fmla="*/ 257 w 646"/>
                <a:gd name="T31" fmla="*/ 86 h 646"/>
                <a:gd name="T32" fmla="*/ 198 w 646"/>
                <a:gd name="T33" fmla="*/ 111 h 646"/>
                <a:gd name="T34" fmla="*/ 147 w 646"/>
                <a:gd name="T35" fmla="*/ 150 h 646"/>
                <a:gd name="T36" fmla="*/ 108 w 646"/>
                <a:gd name="T37" fmla="*/ 202 h 646"/>
                <a:gd name="T38" fmla="*/ 84 w 646"/>
                <a:gd name="T39" fmla="*/ 261 h 646"/>
                <a:gd name="T40" fmla="*/ 77 w 646"/>
                <a:gd name="T41" fmla="*/ 326 h 646"/>
                <a:gd name="T42" fmla="*/ 86 w 646"/>
                <a:gd name="T43" fmla="*/ 389 h 646"/>
                <a:gd name="T44" fmla="*/ 111 w 646"/>
                <a:gd name="T45" fmla="*/ 448 h 646"/>
                <a:gd name="T46" fmla="*/ 150 w 646"/>
                <a:gd name="T47" fmla="*/ 499 h 646"/>
                <a:gd name="T48" fmla="*/ 202 w 646"/>
                <a:gd name="T49" fmla="*/ 538 h 646"/>
                <a:gd name="T50" fmla="*/ 251 w 646"/>
                <a:gd name="T51" fmla="*/ 628 h 646"/>
                <a:gd name="T52" fmla="*/ 217 w 646"/>
                <a:gd name="T53" fmla="*/ 549 h 646"/>
                <a:gd name="T54" fmla="*/ 163 w 646"/>
                <a:gd name="T55" fmla="*/ 514 h 646"/>
                <a:gd name="T56" fmla="*/ 119 w 646"/>
                <a:gd name="T57" fmla="*/ 466 h 646"/>
                <a:gd name="T58" fmla="*/ 89 w 646"/>
                <a:gd name="T59" fmla="*/ 408 h 646"/>
                <a:gd name="T60" fmla="*/ 75 w 646"/>
                <a:gd name="T61" fmla="*/ 345 h 646"/>
                <a:gd name="T62" fmla="*/ 77 w 646"/>
                <a:gd name="T63" fmla="*/ 279 h 646"/>
                <a:gd name="T64" fmla="*/ 97 w 646"/>
                <a:gd name="T65" fmla="*/ 217 h 646"/>
                <a:gd name="T66" fmla="*/ 132 w 646"/>
                <a:gd name="T67" fmla="*/ 163 h 646"/>
                <a:gd name="T68" fmla="*/ 180 w 646"/>
                <a:gd name="T69" fmla="*/ 119 h 646"/>
                <a:gd name="T70" fmla="*/ 238 w 646"/>
                <a:gd name="T71" fmla="*/ 89 h 646"/>
                <a:gd name="T72" fmla="*/ 301 w 646"/>
                <a:gd name="T73" fmla="*/ 75 h 646"/>
                <a:gd name="T74" fmla="*/ 367 w 646"/>
                <a:gd name="T75" fmla="*/ 77 h 646"/>
                <a:gd name="T76" fmla="*/ 429 w 646"/>
                <a:gd name="T77" fmla="*/ 97 h 646"/>
                <a:gd name="T78" fmla="*/ 483 w 646"/>
                <a:gd name="T79" fmla="*/ 132 h 646"/>
                <a:gd name="T80" fmla="*/ 527 w 646"/>
                <a:gd name="T81" fmla="*/ 180 h 646"/>
                <a:gd name="T82" fmla="*/ 557 w 646"/>
                <a:gd name="T83" fmla="*/ 238 h 646"/>
                <a:gd name="T84" fmla="*/ 571 w 646"/>
                <a:gd name="T85" fmla="*/ 301 h 646"/>
                <a:gd name="T86" fmla="*/ 569 w 646"/>
                <a:gd name="T87" fmla="*/ 367 h 646"/>
                <a:gd name="T88" fmla="*/ 549 w 646"/>
                <a:gd name="T89" fmla="*/ 429 h 646"/>
                <a:gd name="T90" fmla="*/ 514 w 646"/>
                <a:gd name="T91" fmla="*/ 483 h 646"/>
                <a:gd name="T92" fmla="*/ 466 w 646"/>
                <a:gd name="T93" fmla="*/ 527 h 646"/>
                <a:gd name="T94" fmla="*/ 408 w 646"/>
                <a:gd name="T95" fmla="*/ 557 h 646"/>
                <a:gd name="T96" fmla="*/ 345 w 646"/>
                <a:gd name="T97" fmla="*/ 571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46" h="646">
                  <a:moveTo>
                    <a:pt x="298" y="515"/>
                  </a:moveTo>
                  <a:lnTo>
                    <a:pt x="298" y="515"/>
                  </a:lnTo>
                  <a:close/>
                  <a:moveTo>
                    <a:pt x="245" y="616"/>
                  </a:moveTo>
                  <a:lnTo>
                    <a:pt x="245" y="616"/>
                  </a:lnTo>
                  <a:close/>
                  <a:moveTo>
                    <a:pt x="323" y="646"/>
                  </a:moveTo>
                  <a:cubicBezTo>
                    <a:pt x="309" y="646"/>
                    <a:pt x="307" y="630"/>
                    <a:pt x="301" y="571"/>
                  </a:cubicBezTo>
                  <a:cubicBezTo>
                    <a:pt x="299" y="551"/>
                    <a:pt x="296" y="521"/>
                    <a:pt x="293" y="513"/>
                  </a:cubicBezTo>
                  <a:cubicBezTo>
                    <a:pt x="290" y="511"/>
                    <a:pt x="289" y="507"/>
                    <a:pt x="289" y="504"/>
                  </a:cubicBezTo>
                  <a:cubicBezTo>
                    <a:pt x="290" y="499"/>
                    <a:pt x="295" y="495"/>
                    <a:pt x="300" y="496"/>
                  </a:cubicBezTo>
                  <a:cubicBezTo>
                    <a:pt x="312" y="497"/>
                    <a:pt x="314" y="509"/>
                    <a:pt x="320" y="569"/>
                  </a:cubicBezTo>
                  <a:cubicBezTo>
                    <a:pt x="321" y="576"/>
                    <a:pt x="322" y="585"/>
                    <a:pt x="323" y="593"/>
                  </a:cubicBezTo>
                  <a:cubicBezTo>
                    <a:pt x="324" y="585"/>
                    <a:pt x="325" y="576"/>
                    <a:pt x="326" y="569"/>
                  </a:cubicBezTo>
                  <a:cubicBezTo>
                    <a:pt x="332" y="509"/>
                    <a:pt x="334" y="497"/>
                    <a:pt x="346" y="496"/>
                  </a:cubicBezTo>
                  <a:cubicBezTo>
                    <a:pt x="358" y="494"/>
                    <a:pt x="363" y="506"/>
                    <a:pt x="385" y="562"/>
                  </a:cubicBezTo>
                  <a:cubicBezTo>
                    <a:pt x="387" y="568"/>
                    <a:pt x="390" y="576"/>
                    <a:pt x="393" y="583"/>
                  </a:cubicBezTo>
                  <a:cubicBezTo>
                    <a:pt x="391" y="575"/>
                    <a:pt x="390" y="567"/>
                    <a:pt x="389" y="560"/>
                  </a:cubicBezTo>
                  <a:cubicBezTo>
                    <a:pt x="379" y="501"/>
                    <a:pt x="378" y="488"/>
                    <a:pt x="390" y="484"/>
                  </a:cubicBezTo>
                  <a:cubicBezTo>
                    <a:pt x="401" y="479"/>
                    <a:pt x="409" y="488"/>
                    <a:pt x="444" y="538"/>
                  </a:cubicBezTo>
                  <a:cubicBezTo>
                    <a:pt x="448" y="543"/>
                    <a:pt x="453" y="550"/>
                    <a:pt x="458" y="556"/>
                  </a:cubicBezTo>
                  <a:cubicBezTo>
                    <a:pt x="454" y="549"/>
                    <a:pt x="451" y="542"/>
                    <a:pt x="448" y="535"/>
                  </a:cubicBezTo>
                  <a:cubicBezTo>
                    <a:pt x="423" y="480"/>
                    <a:pt x="419" y="468"/>
                    <a:pt x="429" y="461"/>
                  </a:cubicBezTo>
                  <a:cubicBezTo>
                    <a:pt x="438" y="454"/>
                    <a:pt x="449" y="461"/>
                    <a:pt x="496" y="499"/>
                  </a:cubicBezTo>
                  <a:cubicBezTo>
                    <a:pt x="501" y="503"/>
                    <a:pt x="507" y="508"/>
                    <a:pt x="513" y="513"/>
                  </a:cubicBezTo>
                  <a:cubicBezTo>
                    <a:pt x="508" y="507"/>
                    <a:pt x="503" y="501"/>
                    <a:pt x="499" y="496"/>
                  </a:cubicBezTo>
                  <a:cubicBezTo>
                    <a:pt x="461" y="449"/>
                    <a:pt x="454" y="438"/>
                    <a:pt x="461" y="429"/>
                  </a:cubicBezTo>
                  <a:cubicBezTo>
                    <a:pt x="468" y="419"/>
                    <a:pt x="480" y="423"/>
                    <a:pt x="535" y="448"/>
                  </a:cubicBezTo>
                  <a:cubicBezTo>
                    <a:pt x="541" y="451"/>
                    <a:pt x="549" y="454"/>
                    <a:pt x="556" y="458"/>
                  </a:cubicBezTo>
                  <a:cubicBezTo>
                    <a:pt x="550" y="453"/>
                    <a:pt x="543" y="448"/>
                    <a:pt x="538" y="444"/>
                  </a:cubicBezTo>
                  <a:cubicBezTo>
                    <a:pt x="488" y="409"/>
                    <a:pt x="479" y="401"/>
                    <a:pt x="484" y="390"/>
                  </a:cubicBezTo>
                  <a:cubicBezTo>
                    <a:pt x="488" y="378"/>
                    <a:pt x="501" y="379"/>
                    <a:pt x="560" y="389"/>
                  </a:cubicBezTo>
                  <a:cubicBezTo>
                    <a:pt x="567" y="390"/>
                    <a:pt x="575" y="391"/>
                    <a:pt x="583" y="393"/>
                  </a:cubicBezTo>
                  <a:cubicBezTo>
                    <a:pt x="576" y="390"/>
                    <a:pt x="568" y="387"/>
                    <a:pt x="562" y="385"/>
                  </a:cubicBezTo>
                  <a:cubicBezTo>
                    <a:pt x="506" y="364"/>
                    <a:pt x="494" y="358"/>
                    <a:pt x="496" y="346"/>
                  </a:cubicBezTo>
                  <a:cubicBezTo>
                    <a:pt x="497" y="334"/>
                    <a:pt x="509" y="332"/>
                    <a:pt x="569" y="326"/>
                  </a:cubicBezTo>
                  <a:cubicBezTo>
                    <a:pt x="576" y="325"/>
                    <a:pt x="585" y="324"/>
                    <a:pt x="593" y="323"/>
                  </a:cubicBezTo>
                  <a:cubicBezTo>
                    <a:pt x="585" y="322"/>
                    <a:pt x="576" y="321"/>
                    <a:pt x="569" y="320"/>
                  </a:cubicBezTo>
                  <a:cubicBezTo>
                    <a:pt x="509" y="314"/>
                    <a:pt x="497" y="312"/>
                    <a:pt x="496" y="300"/>
                  </a:cubicBezTo>
                  <a:cubicBezTo>
                    <a:pt x="494" y="288"/>
                    <a:pt x="506" y="283"/>
                    <a:pt x="562" y="261"/>
                  </a:cubicBezTo>
                  <a:cubicBezTo>
                    <a:pt x="568" y="259"/>
                    <a:pt x="576" y="256"/>
                    <a:pt x="583" y="253"/>
                  </a:cubicBezTo>
                  <a:cubicBezTo>
                    <a:pt x="575" y="255"/>
                    <a:pt x="567" y="256"/>
                    <a:pt x="560" y="257"/>
                  </a:cubicBezTo>
                  <a:cubicBezTo>
                    <a:pt x="501" y="267"/>
                    <a:pt x="488" y="268"/>
                    <a:pt x="484" y="256"/>
                  </a:cubicBezTo>
                  <a:cubicBezTo>
                    <a:pt x="479" y="245"/>
                    <a:pt x="488" y="237"/>
                    <a:pt x="538" y="202"/>
                  </a:cubicBezTo>
                  <a:cubicBezTo>
                    <a:pt x="543" y="198"/>
                    <a:pt x="550" y="193"/>
                    <a:pt x="556" y="188"/>
                  </a:cubicBezTo>
                  <a:cubicBezTo>
                    <a:pt x="549" y="192"/>
                    <a:pt x="542" y="195"/>
                    <a:pt x="535" y="198"/>
                  </a:cubicBezTo>
                  <a:cubicBezTo>
                    <a:pt x="480" y="223"/>
                    <a:pt x="468" y="227"/>
                    <a:pt x="461" y="217"/>
                  </a:cubicBezTo>
                  <a:cubicBezTo>
                    <a:pt x="454" y="208"/>
                    <a:pt x="461" y="197"/>
                    <a:pt x="499" y="150"/>
                  </a:cubicBezTo>
                  <a:cubicBezTo>
                    <a:pt x="503" y="145"/>
                    <a:pt x="508" y="139"/>
                    <a:pt x="513" y="133"/>
                  </a:cubicBezTo>
                  <a:cubicBezTo>
                    <a:pt x="507" y="138"/>
                    <a:pt x="501" y="143"/>
                    <a:pt x="496" y="147"/>
                  </a:cubicBezTo>
                  <a:cubicBezTo>
                    <a:pt x="449" y="185"/>
                    <a:pt x="438" y="192"/>
                    <a:pt x="429" y="185"/>
                  </a:cubicBezTo>
                  <a:cubicBezTo>
                    <a:pt x="419" y="178"/>
                    <a:pt x="423" y="166"/>
                    <a:pt x="448" y="111"/>
                  </a:cubicBezTo>
                  <a:cubicBezTo>
                    <a:pt x="451" y="105"/>
                    <a:pt x="454" y="97"/>
                    <a:pt x="458" y="90"/>
                  </a:cubicBezTo>
                  <a:cubicBezTo>
                    <a:pt x="453" y="96"/>
                    <a:pt x="448" y="103"/>
                    <a:pt x="444" y="108"/>
                  </a:cubicBezTo>
                  <a:cubicBezTo>
                    <a:pt x="409" y="158"/>
                    <a:pt x="401" y="167"/>
                    <a:pt x="390" y="162"/>
                  </a:cubicBezTo>
                  <a:cubicBezTo>
                    <a:pt x="379" y="158"/>
                    <a:pt x="379" y="145"/>
                    <a:pt x="389" y="86"/>
                  </a:cubicBezTo>
                  <a:cubicBezTo>
                    <a:pt x="390" y="79"/>
                    <a:pt x="391" y="71"/>
                    <a:pt x="393" y="63"/>
                  </a:cubicBezTo>
                  <a:cubicBezTo>
                    <a:pt x="390" y="70"/>
                    <a:pt x="387" y="78"/>
                    <a:pt x="385" y="84"/>
                  </a:cubicBezTo>
                  <a:cubicBezTo>
                    <a:pt x="363" y="140"/>
                    <a:pt x="358" y="152"/>
                    <a:pt x="346" y="150"/>
                  </a:cubicBezTo>
                  <a:cubicBezTo>
                    <a:pt x="334" y="149"/>
                    <a:pt x="332" y="137"/>
                    <a:pt x="326" y="77"/>
                  </a:cubicBezTo>
                  <a:cubicBezTo>
                    <a:pt x="325" y="70"/>
                    <a:pt x="324" y="61"/>
                    <a:pt x="323" y="53"/>
                  </a:cubicBezTo>
                  <a:cubicBezTo>
                    <a:pt x="322" y="61"/>
                    <a:pt x="321" y="70"/>
                    <a:pt x="320" y="77"/>
                  </a:cubicBezTo>
                  <a:cubicBezTo>
                    <a:pt x="314" y="137"/>
                    <a:pt x="312" y="149"/>
                    <a:pt x="300" y="150"/>
                  </a:cubicBezTo>
                  <a:cubicBezTo>
                    <a:pt x="288" y="152"/>
                    <a:pt x="283" y="140"/>
                    <a:pt x="261" y="84"/>
                  </a:cubicBezTo>
                  <a:cubicBezTo>
                    <a:pt x="259" y="78"/>
                    <a:pt x="256" y="70"/>
                    <a:pt x="253" y="63"/>
                  </a:cubicBezTo>
                  <a:cubicBezTo>
                    <a:pt x="255" y="71"/>
                    <a:pt x="256" y="79"/>
                    <a:pt x="257" y="86"/>
                  </a:cubicBezTo>
                  <a:cubicBezTo>
                    <a:pt x="267" y="145"/>
                    <a:pt x="268" y="158"/>
                    <a:pt x="256" y="162"/>
                  </a:cubicBezTo>
                  <a:cubicBezTo>
                    <a:pt x="245" y="167"/>
                    <a:pt x="237" y="158"/>
                    <a:pt x="202" y="108"/>
                  </a:cubicBezTo>
                  <a:cubicBezTo>
                    <a:pt x="198" y="103"/>
                    <a:pt x="193" y="96"/>
                    <a:pt x="188" y="90"/>
                  </a:cubicBezTo>
                  <a:cubicBezTo>
                    <a:pt x="192" y="97"/>
                    <a:pt x="195" y="105"/>
                    <a:pt x="198" y="111"/>
                  </a:cubicBezTo>
                  <a:cubicBezTo>
                    <a:pt x="223" y="166"/>
                    <a:pt x="227" y="178"/>
                    <a:pt x="217" y="185"/>
                  </a:cubicBezTo>
                  <a:cubicBezTo>
                    <a:pt x="208" y="192"/>
                    <a:pt x="197" y="185"/>
                    <a:pt x="150" y="147"/>
                  </a:cubicBezTo>
                  <a:cubicBezTo>
                    <a:pt x="145" y="143"/>
                    <a:pt x="139" y="138"/>
                    <a:pt x="133" y="133"/>
                  </a:cubicBezTo>
                  <a:cubicBezTo>
                    <a:pt x="138" y="139"/>
                    <a:pt x="143" y="145"/>
                    <a:pt x="147" y="150"/>
                  </a:cubicBezTo>
                  <a:cubicBezTo>
                    <a:pt x="185" y="197"/>
                    <a:pt x="192" y="208"/>
                    <a:pt x="185" y="217"/>
                  </a:cubicBezTo>
                  <a:cubicBezTo>
                    <a:pt x="178" y="227"/>
                    <a:pt x="166" y="223"/>
                    <a:pt x="111" y="198"/>
                  </a:cubicBezTo>
                  <a:cubicBezTo>
                    <a:pt x="105" y="195"/>
                    <a:pt x="97" y="192"/>
                    <a:pt x="90" y="188"/>
                  </a:cubicBezTo>
                  <a:cubicBezTo>
                    <a:pt x="96" y="193"/>
                    <a:pt x="103" y="198"/>
                    <a:pt x="108" y="202"/>
                  </a:cubicBezTo>
                  <a:cubicBezTo>
                    <a:pt x="158" y="237"/>
                    <a:pt x="167" y="245"/>
                    <a:pt x="162" y="256"/>
                  </a:cubicBezTo>
                  <a:cubicBezTo>
                    <a:pt x="158" y="268"/>
                    <a:pt x="145" y="267"/>
                    <a:pt x="86" y="257"/>
                  </a:cubicBezTo>
                  <a:cubicBezTo>
                    <a:pt x="79" y="256"/>
                    <a:pt x="71" y="255"/>
                    <a:pt x="63" y="253"/>
                  </a:cubicBezTo>
                  <a:cubicBezTo>
                    <a:pt x="70" y="256"/>
                    <a:pt x="78" y="259"/>
                    <a:pt x="84" y="261"/>
                  </a:cubicBezTo>
                  <a:cubicBezTo>
                    <a:pt x="140" y="283"/>
                    <a:pt x="152" y="288"/>
                    <a:pt x="150" y="300"/>
                  </a:cubicBezTo>
                  <a:cubicBezTo>
                    <a:pt x="149" y="312"/>
                    <a:pt x="137" y="314"/>
                    <a:pt x="77" y="320"/>
                  </a:cubicBezTo>
                  <a:cubicBezTo>
                    <a:pt x="70" y="321"/>
                    <a:pt x="61" y="322"/>
                    <a:pt x="53" y="323"/>
                  </a:cubicBezTo>
                  <a:cubicBezTo>
                    <a:pt x="61" y="324"/>
                    <a:pt x="70" y="325"/>
                    <a:pt x="77" y="326"/>
                  </a:cubicBezTo>
                  <a:cubicBezTo>
                    <a:pt x="137" y="332"/>
                    <a:pt x="149" y="334"/>
                    <a:pt x="150" y="346"/>
                  </a:cubicBezTo>
                  <a:cubicBezTo>
                    <a:pt x="152" y="358"/>
                    <a:pt x="140" y="363"/>
                    <a:pt x="84" y="385"/>
                  </a:cubicBezTo>
                  <a:cubicBezTo>
                    <a:pt x="78" y="387"/>
                    <a:pt x="70" y="390"/>
                    <a:pt x="63" y="393"/>
                  </a:cubicBezTo>
                  <a:cubicBezTo>
                    <a:pt x="71" y="391"/>
                    <a:pt x="79" y="390"/>
                    <a:pt x="86" y="389"/>
                  </a:cubicBezTo>
                  <a:cubicBezTo>
                    <a:pt x="145" y="379"/>
                    <a:pt x="158" y="379"/>
                    <a:pt x="162" y="390"/>
                  </a:cubicBezTo>
                  <a:cubicBezTo>
                    <a:pt x="167" y="401"/>
                    <a:pt x="158" y="409"/>
                    <a:pt x="108" y="444"/>
                  </a:cubicBezTo>
                  <a:cubicBezTo>
                    <a:pt x="103" y="448"/>
                    <a:pt x="96" y="453"/>
                    <a:pt x="90" y="458"/>
                  </a:cubicBezTo>
                  <a:cubicBezTo>
                    <a:pt x="97" y="454"/>
                    <a:pt x="104" y="451"/>
                    <a:pt x="111" y="448"/>
                  </a:cubicBezTo>
                  <a:cubicBezTo>
                    <a:pt x="166" y="423"/>
                    <a:pt x="178" y="419"/>
                    <a:pt x="185" y="429"/>
                  </a:cubicBezTo>
                  <a:cubicBezTo>
                    <a:pt x="192" y="438"/>
                    <a:pt x="185" y="449"/>
                    <a:pt x="147" y="496"/>
                  </a:cubicBezTo>
                  <a:cubicBezTo>
                    <a:pt x="143" y="501"/>
                    <a:pt x="138" y="507"/>
                    <a:pt x="133" y="513"/>
                  </a:cubicBezTo>
                  <a:cubicBezTo>
                    <a:pt x="139" y="508"/>
                    <a:pt x="145" y="503"/>
                    <a:pt x="150" y="499"/>
                  </a:cubicBezTo>
                  <a:cubicBezTo>
                    <a:pt x="197" y="461"/>
                    <a:pt x="208" y="454"/>
                    <a:pt x="217" y="461"/>
                  </a:cubicBezTo>
                  <a:cubicBezTo>
                    <a:pt x="227" y="468"/>
                    <a:pt x="223" y="480"/>
                    <a:pt x="198" y="535"/>
                  </a:cubicBezTo>
                  <a:cubicBezTo>
                    <a:pt x="195" y="541"/>
                    <a:pt x="192" y="549"/>
                    <a:pt x="188" y="556"/>
                  </a:cubicBezTo>
                  <a:cubicBezTo>
                    <a:pt x="193" y="550"/>
                    <a:pt x="198" y="543"/>
                    <a:pt x="202" y="538"/>
                  </a:cubicBezTo>
                  <a:cubicBezTo>
                    <a:pt x="237" y="488"/>
                    <a:pt x="245" y="479"/>
                    <a:pt x="256" y="484"/>
                  </a:cubicBezTo>
                  <a:cubicBezTo>
                    <a:pt x="267" y="488"/>
                    <a:pt x="267" y="501"/>
                    <a:pt x="257" y="560"/>
                  </a:cubicBezTo>
                  <a:cubicBezTo>
                    <a:pt x="254" y="581"/>
                    <a:pt x="249" y="611"/>
                    <a:pt x="250" y="619"/>
                  </a:cubicBezTo>
                  <a:cubicBezTo>
                    <a:pt x="252" y="622"/>
                    <a:pt x="252" y="625"/>
                    <a:pt x="251" y="628"/>
                  </a:cubicBezTo>
                  <a:cubicBezTo>
                    <a:pt x="250" y="633"/>
                    <a:pt x="245" y="636"/>
                    <a:pt x="239" y="635"/>
                  </a:cubicBezTo>
                  <a:cubicBezTo>
                    <a:pt x="226" y="631"/>
                    <a:pt x="228" y="616"/>
                    <a:pt x="238" y="557"/>
                  </a:cubicBezTo>
                  <a:cubicBezTo>
                    <a:pt x="240" y="544"/>
                    <a:pt x="243" y="526"/>
                    <a:pt x="244" y="514"/>
                  </a:cubicBezTo>
                  <a:cubicBezTo>
                    <a:pt x="236" y="524"/>
                    <a:pt x="225" y="538"/>
                    <a:pt x="217" y="549"/>
                  </a:cubicBezTo>
                  <a:cubicBezTo>
                    <a:pt x="183" y="597"/>
                    <a:pt x="173" y="609"/>
                    <a:pt x="162" y="602"/>
                  </a:cubicBezTo>
                  <a:cubicBezTo>
                    <a:pt x="150" y="596"/>
                    <a:pt x="156" y="581"/>
                    <a:pt x="180" y="527"/>
                  </a:cubicBezTo>
                  <a:cubicBezTo>
                    <a:pt x="185" y="515"/>
                    <a:pt x="193" y="499"/>
                    <a:pt x="197" y="487"/>
                  </a:cubicBezTo>
                  <a:cubicBezTo>
                    <a:pt x="187" y="494"/>
                    <a:pt x="173" y="506"/>
                    <a:pt x="163" y="514"/>
                  </a:cubicBezTo>
                  <a:cubicBezTo>
                    <a:pt x="117" y="551"/>
                    <a:pt x="105" y="561"/>
                    <a:pt x="95" y="551"/>
                  </a:cubicBezTo>
                  <a:cubicBezTo>
                    <a:pt x="85" y="541"/>
                    <a:pt x="94" y="529"/>
                    <a:pt x="132" y="483"/>
                  </a:cubicBezTo>
                  <a:cubicBezTo>
                    <a:pt x="140" y="473"/>
                    <a:pt x="152" y="459"/>
                    <a:pt x="159" y="449"/>
                  </a:cubicBezTo>
                  <a:cubicBezTo>
                    <a:pt x="147" y="453"/>
                    <a:pt x="131" y="461"/>
                    <a:pt x="119" y="466"/>
                  </a:cubicBezTo>
                  <a:cubicBezTo>
                    <a:pt x="65" y="490"/>
                    <a:pt x="50" y="496"/>
                    <a:pt x="44" y="484"/>
                  </a:cubicBezTo>
                  <a:cubicBezTo>
                    <a:pt x="37" y="473"/>
                    <a:pt x="49" y="463"/>
                    <a:pt x="97" y="429"/>
                  </a:cubicBezTo>
                  <a:cubicBezTo>
                    <a:pt x="108" y="421"/>
                    <a:pt x="122" y="410"/>
                    <a:pt x="132" y="402"/>
                  </a:cubicBezTo>
                  <a:cubicBezTo>
                    <a:pt x="120" y="403"/>
                    <a:pt x="102" y="406"/>
                    <a:pt x="89" y="408"/>
                  </a:cubicBezTo>
                  <a:cubicBezTo>
                    <a:pt x="30" y="418"/>
                    <a:pt x="15" y="420"/>
                    <a:pt x="11" y="406"/>
                  </a:cubicBezTo>
                  <a:cubicBezTo>
                    <a:pt x="8" y="393"/>
                    <a:pt x="22" y="387"/>
                    <a:pt x="77" y="367"/>
                  </a:cubicBezTo>
                  <a:cubicBezTo>
                    <a:pt x="90" y="362"/>
                    <a:pt x="107" y="355"/>
                    <a:pt x="119" y="350"/>
                  </a:cubicBezTo>
                  <a:cubicBezTo>
                    <a:pt x="106" y="348"/>
                    <a:pt x="88" y="346"/>
                    <a:pt x="75" y="345"/>
                  </a:cubicBezTo>
                  <a:cubicBezTo>
                    <a:pt x="16" y="339"/>
                    <a:pt x="0" y="337"/>
                    <a:pt x="0" y="323"/>
                  </a:cubicBezTo>
                  <a:cubicBezTo>
                    <a:pt x="0" y="309"/>
                    <a:pt x="16" y="307"/>
                    <a:pt x="75" y="301"/>
                  </a:cubicBezTo>
                  <a:cubicBezTo>
                    <a:pt x="88" y="300"/>
                    <a:pt x="106" y="298"/>
                    <a:pt x="119" y="296"/>
                  </a:cubicBezTo>
                  <a:cubicBezTo>
                    <a:pt x="107" y="291"/>
                    <a:pt x="90" y="284"/>
                    <a:pt x="77" y="279"/>
                  </a:cubicBezTo>
                  <a:cubicBezTo>
                    <a:pt x="22" y="259"/>
                    <a:pt x="8" y="253"/>
                    <a:pt x="11" y="240"/>
                  </a:cubicBezTo>
                  <a:cubicBezTo>
                    <a:pt x="15" y="226"/>
                    <a:pt x="30" y="228"/>
                    <a:pt x="89" y="238"/>
                  </a:cubicBezTo>
                  <a:cubicBezTo>
                    <a:pt x="102" y="240"/>
                    <a:pt x="120" y="243"/>
                    <a:pt x="132" y="244"/>
                  </a:cubicBezTo>
                  <a:cubicBezTo>
                    <a:pt x="122" y="236"/>
                    <a:pt x="108" y="225"/>
                    <a:pt x="97" y="217"/>
                  </a:cubicBezTo>
                  <a:cubicBezTo>
                    <a:pt x="49" y="183"/>
                    <a:pt x="37" y="173"/>
                    <a:pt x="44" y="162"/>
                  </a:cubicBezTo>
                  <a:cubicBezTo>
                    <a:pt x="50" y="150"/>
                    <a:pt x="65" y="156"/>
                    <a:pt x="119" y="180"/>
                  </a:cubicBezTo>
                  <a:cubicBezTo>
                    <a:pt x="131" y="185"/>
                    <a:pt x="147" y="193"/>
                    <a:pt x="159" y="197"/>
                  </a:cubicBezTo>
                  <a:cubicBezTo>
                    <a:pt x="152" y="187"/>
                    <a:pt x="140" y="173"/>
                    <a:pt x="132" y="163"/>
                  </a:cubicBezTo>
                  <a:cubicBezTo>
                    <a:pt x="95" y="117"/>
                    <a:pt x="85" y="105"/>
                    <a:pt x="95" y="95"/>
                  </a:cubicBezTo>
                  <a:cubicBezTo>
                    <a:pt x="105" y="85"/>
                    <a:pt x="117" y="95"/>
                    <a:pt x="163" y="132"/>
                  </a:cubicBezTo>
                  <a:cubicBezTo>
                    <a:pt x="173" y="140"/>
                    <a:pt x="187" y="152"/>
                    <a:pt x="197" y="159"/>
                  </a:cubicBezTo>
                  <a:cubicBezTo>
                    <a:pt x="193" y="147"/>
                    <a:pt x="185" y="131"/>
                    <a:pt x="180" y="119"/>
                  </a:cubicBezTo>
                  <a:cubicBezTo>
                    <a:pt x="156" y="65"/>
                    <a:pt x="150" y="50"/>
                    <a:pt x="162" y="44"/>
                  </a:cubicBezTo>
                  <a:cubicBezTo>
                    <a:pt x="173" y="37"/>
                    <a:pt x="183" y="49"/>
                    <a:pt x="217" y="97"/>
                  </a:cubicBezTo>
                  <a:cubicBezTo>
                    <a:pt x="225" y="108"/>
                    <a:pt x="236" y="122"/>
                    <a:pt x="244" y="132"/>
                  </a:cubicBezTo>
                  <a:cubicBezTo>
                    <a:pt x="243" y="120"/>
                    <a:pt x="240" y="102"/>
                    <a:pt x="238" y="89"/>
                  </a:cubicBezTo>
                  <a:cubicBezTo>
                    <a:pt x="228" y="30"/>
                    <a:pt x="226" y="15"/>
                    <a:pt x="240" y="11"/>
                  </a:cubicBezTo>
                  <a:cubicBezTo>
                    <a:pt x="253" y="8"/>
                    <a:pt x="259" y="22"/>
                    <a:pt x="279" y="77"/>
                  </a:cubicBezTo>
                  <a:cubicBezTo>
                    <a:pt x="284" y="90"/>
                    <a:pt x="291" y="107"/>
                    <a:pt x="296" y="119"/>
                  </a:cubicBezTo>
                  <a:cubicBezTo>
                    <a:pt x="298" y="106"/>
                    <a:pt x="300" y="88"/>
                    <a:pt x="301" y="75"/>
                  </a:cubicBezTo>
                  <a:cubicBezTo>
                    <a:pt x="307" y="16"/>
                    <a:pt x="309" y="0"/>
                    <a:pt x="323" y="0"/>
                  </a:cubicBezTo>
                  <a:cubicBezTo>
                    <a:pt x="337" y="0"/>
                    <a:pt x="339" y="16"/>
                    <a:pt x="345" y="75"/>
                  </a:cubicBezTo>
                  <a:cubicBezTo>
                    <a:pt x="346" y="88"/>
                    <a:pt x="348" y="106"/>
                    <a:pt x="350" y="119"/>
                  </a:cubicBezTo>
                  <a:cubicBezTo>
                    <a:pt x="355" y="107"/>
                    <a:pt x="362" y="90"/>
                    <a:pt x="367" y="77"/>
                  </a:cubicBezTo>
                  <a:cubicBezTo>
                    <a:pt x="387" y="22"/>
                    <a:pt x="393" y="8"/>
                    <a:pt x="407" y="11"/>
                  </a:cubicBezTo>
                  <a:cubicBezTo>
                    <a:pt x="420" y="15"/>
                    <a:pt x="418" y="30"/>
                    <a:pt x="408" y="89"/>
                  </a:cubicBezTo>
                  <a:cubicBezTo>
                    <a:pt x="406" y="102"/>
                    <a:pt x="403" y="120"/>
                    <a:pt x="402" y="132"/>
                  </a:cubicBezTo>
                  <a:cubicBezTo>
                    <a:pt x="410" y="122"/>
                    <a:pt x="421" y="108"/>
                    <a:pt x="429" y="97"/>
                  </a:cubicBezTo>
                  <a:cubicBezTo>
                    <a:pt x="463" y="49"/>
                    <a:pt x="473" y="37"/>
                    <a:pt x="484" y="44"/>
                  </a:cubicBezTo>
                  <a:cubicBezTo>
                    <a:pt x="496" y="50"/>
                    <a:pt x="490" y="65"/>
                    <a:pt x="466" y="119"/>
                  </a:cubicBezTo>
                  <a:cubicBezTo>
                    <a:pt x="461" y="131"/>
                    <a:pt x="453" y="147"/>
                    <a:pt x="449" y="159"/>
                  </a:cubicBezTo>
                  <a:cubicBezTo>
                    <a:pt x="459" y="152"/>
                    <a:pt x="473" y="140"/>
                    <a:pt x="483" y="132"/>
                  </a:cubicBezTo>
                  <a:cubicBezTo>
                    <a:pt x="529" y="95"/>
                    <a:pt x="541" y="85"/>
                    <a:pt x="551" y="95"/>
                  </a:cubicBezTo>
                  <a:cubicBezTo>
                    <a:pt x="561" y="105"/>
                    <a:pt x="552" y="117"/>
                    <a:pt x="514" y="163"/>
                  </a:cubicBezTo>
                  <a:cubicBezTo>
                    <a:pt x="506" y="173"/>
                    <a:pt x="494" y="187"/>
                    <a:pt x="487" y="197"/>
                  </a:cubicBezTo>
                  <a:cubicBezTo>
                    <a:pt x="499" y="193"/>
                    <a:pt x="515" y="185"/>
                    <a:pt x="527" y="180"/>
                  </a:cubicBezTo>
                  <a:cubicBezTo>
                    <a:pt x="581" y="156"/>
                    <a:pt x="596" y="150"/>
                    <a:pt x="602" y="162"/>
                  </a:cubicBezTo>
                  <a:cubicBezTo>
                    <a:pt x="609" y="173"/>
                    <a:pt x="597" y="183"/>
                    <a:pt x="549" y="217"/>
                  </a:cubicBezTo>
                  <a:cubicBezTo>
                    <a:pt x="538" y="225"/>
                    <a:pt x="524" y="236"/>
                    <a:pt x="514" y="244"/>
                  </a:cubicBezTo>
                  <a:cubicBezTo>
                    <a:pt x="526" y="243"/>
                    <a:pt x="544" y="240"/>
                    <a:pt x="557" y="238"/>
                  </a:cubicBezTo>
                  <a:cubicBezTo>
                    <a:pt x="616" y="228"/>
                    <a:pt x="631" y="226"/>
                    <a:pt x="635" y="240"/>
                  </a:cubicBezTo>
                  <a:cubicBezTo>
                    <a:pt x="638" y="253"/>
                    <a:pt x="624" y="259"/>
                    <a:pt x="569" y="279"/>
                  </a:cubicBezTo>
                  <a:cubicBezTo>
                    <a:pt x="556" y="284"/>
                    <a:pt x="539" y="291"/>
                    <a:pt x="527" y="296"/>
                  </a:cubicBezTo>
                  <a:cubicBezTo>
                    <a:pt x="540" y="298"/>
                    <a:pt x="558" y="300"/>
                    <a:pt x="571" y="301"/>
                  </a:cubicBezTo>
                  <a:cubicBezTo>
                    <a:pt x="630" y="307"/>
                    <a:pt x="646" y="309"/>
                    <a:pt x="646" y="323"/>
                  </a:cubicBezTo>
                  <a:cubicBezTo>
                    <a:pt x="646" y="337"/>
                    <a:pt x="630" y="339"/>
                    <a:pt x="571" y="345"/>
                  </a:cubicBezTo>
                  <a:cubicBezTo>
                    <a:pt x="558" y="346"/>
                    <a:pt x="540" y="348"/>
                    <a:pt x="527" y="350"/>
                  </a:cubicBezTo>
                  <a:cubicBezTo>
                    <a:pt x="539" y="355"/>
                    <a:pt x="556" y="362"/>
                    <a:pt x="569" y="367"/>
                  </a:cubicBezTo>
                  <a:cubicBezTo>
                    <a:pt x="624" y="387"/>
                    <a:pt x="638" y="393"/>
                    <a:pt x="635" y="407"/>
                  </a:cubicBezTo>
                  <a:cubicBezTo>
                    <a:pt x="631" y="420"/>
                    <a:pt x="616" y="418"/>
                    <a:pt x="557" y="408"/>
                  </a:cubicBezTo>
                  <a:cubicBezTo>
                    <a:pt x="544" y="406"/>
                    <a:pt x="526" y="403"/>
                    <a:pt x="514" y="402"/>
                  </a:cubicBezTo>
                  <a:cubicBezTo>
                    <a:pt x="524" y="410"/>
                    <a:pt x="538" y="421"/>
                    <a:pt x="549" y="429"/>
                  </a:cubicBezTo>
                  <a:cubicBezTo>
                    <a:pt x="597" y="463"/>
                    <a:pt x="609" y="473"/>
                    <a:pt x="602" y="484"/>
                  </a:cubicBezTo>
                  <a:cubicBezTo>
                    <a:pt x="596" y="496"/>
                    <a:pt x="581" y="490"/>
                    <a:pt x="527" y="466"/>
                  </a:cubicBezTo>
                  <a:cubicBezTo>
                    <a:pt x="515" y="461"/>
                    <a:pt x="499" y="453"/>
                    <a:pt x="487" y="449"/>
                  </a:cubicBezTo>
                  <a:cubicBezTo>
                    <a:pt x="494" y="459"/>
                    <a:pt x="506" y="473"/>
                    <a:pt x="514" y="483"/>
                  </a:cubicBezTo>
                  <a:cubicBezTo>
                    <a:pt x="551" y="529"/>
                    <a:pt x="561" y="542"/>
                    <a:pt x="551" y="551"/>
                  </a:cubicBezTo>
                  <a:cubicBezTo>
                    <a:pt x="541" y="561"/>
                    <a:pt x="529" y="552"/>
                    <a:pt x="483" y="514"/>
                  </a:cubicBezTo>
                  <a:cubicBezTo>
                    <a:pt x="473" y="506"/>
                    <a:pt x="459" y="494"/>
                    <a:pt x="449" y="487"/>
                  </a:cubicBezTo>
                  <a:cubicBezTo>
                    <a:pt x="453" y="499"/>
                    <a:pt x="461" y="515"/>
                    <a:pt x="466" y="527"/>
                  </a:cubicBezTo>
                  <a:cubicBezTo>
                    <a:pt x="490" y="581"/>
                    <a:pt x="496" y="596"/>
                    <a:pt x="484" y="602"/>
                  </a:cubicBezTo>
                  <a:cubicBezTo>
                    <a:pt x="473" y="609"/>
                    <a:pt x="463" y="597"/>
                    <a:pt x="429" y="549"/>
                  </a:cubicBezTo>
                  <a:cubicBezTo>
                    <a:pt x="421" y="538"/>
                    <a:pt x="410" y="524"/>
                    <a:pt x="402" y="514"/>
                  </a:cubicBezTo>
                  <a:cubicBezTo>
                    <a:pt x="403" y="526"/>
                    <a:pt x="406" y="544"/>
                    <a:pt x="408" y="557"/>
                  </a:cubicBezTo>
                  <a:cubicBezTo>
                    <a:pt x="418" y="616"/>
                    <a:pt x="420" y="631"/>
                    <a:pt x="406" y="635"/>
                  </a:cubicBezTo>
                  <a:cubicBezTo>
                    <a:pt x="393" y="638"/>
                    <a:pt x="387" y="624"/>
                    <a:pt x="367" y="569"/>
                  </a:cubicBezTo>
                  <a:cubicBezTo>
                    <a:pt x="362" y="556"/>
                    <a:pt x="355" y="539"/>
                    <a:pt x="350" y="528"/>
                  </a:cubicBezTo>
                  <a:cubicBezTo>
                    <a:pt x="348" y="540"/>
                    <a:pt x="346" y="558"/>
                    <a:pt x="345" y="571"/>
                  </a:cubicBezTo>
                  <a:cubicBezTo>
                    <a:pt x="339" y="630"/>
                    <a:pt x="337" y="646"/>
                    <a:pt x="323" y="64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595">
              <a:extLst>
                <a:ext uri="{FF2B5EF4-FFF2-40B4-BE49-F238E27FC236}">
                  <a16:creationId xmlns:a16="http://schemas.microsoft.com/office/drawing/2014/main" id="{BD91161F-04C3-4F3E-BE9F-E4B85C439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113" y="3170238"/>
              <a:ext cx="25400" cy="55563"/>
            </a:xfrm>
            <a:custGeom>
              <a:avLst/>
              <a:gdLst>
                <a:gd name="T0" fmla="*/ 34 w 44"/>
                <a:gd name="T1" fmla="*/ 9 h 95"/>
                <a:gd name="T2" fmla="*/ 23 w 44"/>
                <a:gd name="T3" fmla="*/ 1 h 95"/>
                <a:gd name="T4" fmla="*/ 8 w 44"/>
                <a:gd name="T5" fmla="*/ 3 h 95"/>
                <a:gd name="T6" fmla="*/ 0 w 44"/>
                <a:gd name="T7" fmla="*/ 13 h 95"/>
                <a:gd name="T8" fmla="*/ 6 w 44"/>
                <a:gd name="T9" fmla="*/ 20 h 95"/>
                <a:gd name="T10" fmla="*/ 13 w 44"/>
                <a:gd name="T11" fmla="*/ 79 h 95"/>
                <a:gd name="T12" fmla="*/ 10 w 44"/>
                <a:gd name="T13" fmla="*/ 87 h 95"/>
                <a:gd name="T14" fmla="*/ 20 w 44"/>
                <a:gd name="T15" fmla="*/ 95 h 95"/>
                <a:gd name="T16" fmla="*/ 35 w 44"/>
                <a:gd name="T17" fmla="*/ 93 h 95"/>
                <a:gd name="T18" fmla="*/ 43 w 44"/>
                <a:gd name="T19" fmla="*/ 82 h 95"/>
                <a:gd name="T20" fmla="*/ 38 w 44"/>
                <a:gd name="T21" fmla="*/ 75 h 95"/>
                <a:gd name="T22" fmla="*/ 30 w 44"/>
                <a:gd name="T23" fmla="*/ 17 h 95"/>
                <a:gd name="T24" fmla="*/ 34 w 44"/>
                <a:gd name="T25" fmla="*/ 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95">
                  <a:moveTo>
                    <a:pt x="34" y="9"/>
                  </a:moveTo>
                  <a:cubicBezTo>
                    <a:pt x="33" y="4"/>
                    <a:pt x="28" y="0"/>
                    <a:pt x="23" y="1"/>
                  </a:cubicBezTo>
                  <a:lnTo>
                    <a:pt x="8" y="3"/>
                  </a:lnTo>
                  <a:cubicBezTo>
                    <a:pt x="3" y="3"/>
                    <a:pt x="0" y="8"/>
                    <a:pt x="0" y="13"/>
                  </a:cubicBezTo>
                  <a:cubicBezTo>
                    <a:pt x="1" y="16"/>
                    <a:pt x="3" y="19"/>
                    <a:pt x="6" y="20"/>
                  </a:cubicBezTo>
                  <a:lnTo>
                    <a:pt x="13" y="79"/>
                  </a:lnTo>
                  <a:cubicBezTo>
                    <a:pt x="11" y="81"/>
                    <a:pt x="9" y="83"/>
                    <a:pt x="10" y="87"/>
                  </a:cubicBezTo>
                  <a:cubicBezTo>
                    <a:pt x="11" y="92"/>
                    <a:pt x="15" y="95"/>
                    <a:pt x="20" y="95"/>
                  </a:cubicBezTo>
                  <a:lnTo>
                    <a:pt x="35" y="93"/>
                  </a:lnTo>
                  <a:cubicBezTo>
                    <a:pt x="40" y="92"/>
                    <a:pt x="44" y="87"/>
                    <a:pt x="43" y="82"/>
                  </a:cubicBezTo>
                  <a:cubicBezTo>
                    <a:pt x="43" y="79"/>
                    <a:pt x="41" y="76"/>
                    <a:pt x="38" y="75"/>
                  </a:cubicBezTo>
                  <a:lnTo>
                    <a:pt x="30" y="17"/>
                  </a:lnTo>
                  <a:cubicBezTo>
                    <a:pt x="33" y="15"/>
                    <a:pt x="34" y="12"/>
                    <a:pt x="34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596">
              <a:extLst>
                <a:ext uri="{FF2B5EF4-FFF2-40B4-BE49-F238E27FC236}">
                  <a16:creationId xmlns:a16="http://schemas.microsoft.com/office/drawing/2014/main" id="{809E8F53-ACFF-4E90-B436-3E848C26D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026" y="3633788"/>
              <a:ext cx="23813" cy="53975"/>
            </a:xfrm>
            <a:custGeom>
              <a:avLst/>
              <a:gdLst>
                <a:gd name="T0" fmla="*/ 34 w 44"/>
                <a:gd name="T1" fmla="*/ 8 h 95"/>
                <a:gd name="T2" fmla="*/ 24 w 44"/>
                <a:gd name="T3" fmla="*/ 0 h 95"/>
                <a:gd name="T4" fmla="*/ 9 w 44"/>
                <a:gd name="T5" fmla="*/ 2 h 95"/>
                <a:gd name="T6" fmla="*/ 1 w 44"/>
                <a:gd name="T7" fmla="*/ 13 h 95"/>
                <a:gd name="T8" fmla="*/ 6 w 44"/>
                <a:gd name="T9" fmla="*/ 20 h 95"/>
                <a:gd name="T10" fmla="*/ 14 w 44"/>
                <a:gd name="T11" fmla="*/ 78 h 95"/>
                <a:gd name="T12" fmla="*/ 10 w 44"/>
                <a:gd name="T13" fmla="*/ 86 h 95"/>
                <a:gd name="T14" fmla="*/ 21 w 44"/>
                <a:gd name="T15" fmla="*/ 94 h 95"/>
                <a:gd name="T16" fmla="*/ 36 w 44"/>
                <a:gd name="T17" fmla="*/ 92 h 95"/>
                <a:gd name="T18" fmla="*/ 44 w 44"/>
                <a:gd name="T19" fmla="*/ 82 h 95"/>
                <a:gd name="T20" fmla="*/ 38 w 44"/>
                <a:gd name="T21" fmla="*/ 75 h 95"/>
                <a:gd name="T22" fmla="*/ 31 w 44"/>
                <a:gd name="T23" fmla="*/ 17 h 95"/>
                <a:gd name="T24" fmla="*/ 34 w 44"/>
                <a:gd name="T25" fmla="*/ 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95">
                  <a:moveTo>
                    <a:pt x="34" y="8"/>
                  </a:moveTo>
                  <a:cubicBezTo>
                    <a:pt x="33" y="3"/>
                    <a:pt x="29" y="0"/>
                    <a:pt x="24" y="0"/>
                  </a:cubicBezTo>
                  <a:lnTo>
                    <a:pt x="9" y="2"/>
                  </a:lnTo>
                  <a:cubicBezTo>
                    <a:pt x="4" y="3"/>
                    <a:pt x="0" y="8"/>
                    <a:pt x="1" y="13"/>
                  </a:cubicBezTo>
                  <a:cubicBezTo>
                    <a:pt x="1" y="16"/>
                    <a:pt x="3" y="18"/>
                    <a:pt x="6" y="20"/>
                  </a:cubicBezTo>
                  <a:lnTo>
                    <a:pt x="14" y="78"/>
                  </a:lnTo>
                  <a:cubicBezTo>
                    <a:pt x="11" y="80"/>
                    <a:pt x="10" y="83"/>
                    <a:pt x="10" y="86"/>
                  </a:cubicBezTo>
                  <a:cubicBezTo>
                    <a:pt x="11" y="91"/>
                    <a:pt x="16" y="95"/>
                    <a:pt x="21" y="94"/>
                  </a:cubicBezTo>
                  <a:lnTo>
                    <a:pt x="36" y="92"/>
                  </a:lnTo>
                  <a:cubicBezTo>
                    <a:pt x="41" y="92"/>
                    <a:pt x="44" y="87"/>
                    <a:pt x="44" y="82"/>
                  </a:cubicBezTo>
                  <a:cubicBezTo>
                    <a:pt x="43" y="78"/>
                    <a:pt x="41" y="76"/>
                    <a:pt x="38" y="75"/>
                  </a:cubicBezTo>
                  <a:lnTo>
                    <a:pt x="31" y="17"/>
                  </a:lnTo>
                  <a:cubicBezTo>
                    <a:pt x="33" y="15"/>
                    <a:pt x="35" y="12"/>
                    <a:pt x="34" y="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597">
              <a:extLst>
                <a:ext uri="{FF2B5EF4-FFF2-40B4-BE49-F238E27FC236}">
                  <a16:creationId xmlns:a16="http://schemas.microsoft.com/office/drawing/2014/main" id="{7A9BE385-8CF9-44B8-AE27-6EAEE6044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801" y="3446463"/>
              <a:ext cx="53975" cy="25400"/>
            </a:xfrm>
            <a:custGeom>
              <a:avLst/>
              <a:gdLst>
                <a:gd name="T0" fmla="*/ 20 w 95"/>
                <a:gd name="T1" fmla="*/ 38 h 44"/>
                <a:gd name="T2" fmla="*/ 79 w 95"/>
                <a:gd name="T3" fmla="*/ 31 h 44"/>
                <a:gd name="T4" fmla="*/ 87 w 95"/>
                <a:gd name="T5" fmla="*/ 34 h 44"/>
                <a:gd name="T6" fmla="*/ 95 w 95"/>
                <a:gd name="T7" fmla="*/ 24 h 44"/>
                <a:gd name="T8" fmla="*/ 93 w 95"/>
                <a:gd name="T9" fmla="*/ 9 h 44"/>
                <a:gd name="T10" fmla="*/ 82 w 95"/>
                <a:gd name="T11" fmla="*/ 1 h 44"/>
                <a:gd name="T12" fmla="*/ 75 w 95"/>
                <a:gd name="T13" fmla="*/ 6 h 44"/>
                <a:gd name="T14" fmla="*/ 17 w 95"/>
                <a:gd name="T15" fmla="*/ 14 h 44"/>
                <a:gd name="T16" fmla="*/ 9 w 95"/>
                <a:gd name="T17" fmla="*/ 10 h 44"/>
                <a:gd name="T18" fmla="*/ 1 w 95"/>
                <a:gd name="T19" fmla="*/ 21 h 44"/>
                <a:gd name="T20" fmla="*/ 3 w 95"/>
                <a:gd name="T21" fmla="*/ 36 h 44"/>
                <a:gd name="T22" fmla="*/ 13 w 95"/>
                <a:gd name="T23" fmla="*/ 44 h 44"/>
                <a:gd name="T24" fmla="*/ 20 w 95"/>
                <a:gd name="T25" fmla="*/ 3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44">
                  <a:moveTo>
                    <a:pt x="20" y="38"/>
                  </a:moveTo>
                  <a:lnTo>
                    <a:pt x="79" y="31"/>
                  </a:lnTo>
                  <a:cubicBezTo>
                    <a:pt x="81" y="33"/>
                    <a:pt x="83" y="35"/>
                    <a:pt x="87" y="34"/>
                  </a:cubicBezTo>
                  <a:cubicBezTo>
                    <a:pt x="92" y="33"/>
                    <a:pt x="95" y="29"/>
                    <a:pt x="95" y="24"/>
                  </a:cubicBezTo>
                  <a:lnTo>
                    <a:pt x="93" y="9"/>
                  </a:lnTo>
                  <a:cubicBezTo>
                    <a:pt x="92" y="4"/>
                    <a:pt x="87" y="0"/>
                    <a:pt x="82" y="1"/>
                  </a:cubicBezTo>
                  <a:cubicBezTo>
                    <a:pt x="79" y="1"/>
                    <a:pt x="76" y="3"/>
                    <a:pt x="75" y="6"/>
                  </a:cubicBezTo>
                  <a:lnTo>
                    <a:pt x="17" y="14"/>
                  </a:lnTo>
                  <a:cubicBezTo>
                    <a:pt x="15" y="11"/>
                    <a:pt x="12" y="10"/>
                    <a:pt x="9" y="10"/>
                  </a:cubicBezTo>
                  <a:cubicBezTo>
                    <a:pt x="4" y="11"/>
                    <a:pt x="0" y="16"/>
                    <a:pt x="1" y="21"/>
                  </a:cubicBezTo>
                  <a:lnTo>
                    <a:pt x="3" y="36"/>
                  </a:lnTo>
                  <a:cubicBezTo>
                    <a:pt x="3" y="41"/>
                    <a:pt x="8" y="44"/>
                    <a:pt x="13" y="44"/>
                  </a:cubicBezTo>
                  <a:cubicBezTo>
                    <a:pt x="16" y="43"/>
                    <a:pt x="19" y="41"/>
                    <a:pt x="20" y="3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598">
              <a:extLst>
                <a:ext uri="{FF2B5EF4-FFF2-40B4-BE49-F238E27FC236}">
                  <a16:creationId xmlns:a16="http://schemas.microsoft.com/office/drawing/2014/main" id="{DBD78937-5577-4AF4-B35F-96FDC03AD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386138"/>
              <a:ext cx="53975" cy="25400"/>
            </a:xfrm>
            <a:custGeom>
              <a:avLst/>
              <a:gdLst>
                <a:gd name="T0" fmla="*/ 82 w 95"/>
                <a:gd name="T1" fmla="*/ 0 h 44"/>
                <a:gd name="T2" fmla="*/ 75 w 95"/>
                <a:gd name="T3" fmla="*/ 6 h 44"/>
                <a:gd name="T4" fmla="*/ 17 w 95"/>
                <a:gd name="T5" fmla="*/ 13 h 44"/>
                <a:gd name="T6" fmla="*/ 8 w 95"/>
                <a:gd name="T7" fmla="*/ 10 h 44"/>
                <a:gd name="T8" fmla="*/ 0 w 95"/>
                <a:gd name="T9" fmla="*/ 20 h 44"/>
                <a:gd name="T10" fmla="*/ 2 w 95"/>
                <a:gd name="T11" fmla="*/ 35 h 44"/>
                <a:gd name="T12" fmla="*/ 13 w 95"/>
                <a:gd name="T13" fmla="*/ 43 h 44"/>
                <a:gd name="T14" fmla="*/ 20 w 95"/>
                <a:gd name="T15" fmla="*/ 38 h 44"/>
                <a:gd name="T16" fmla="*/ 78 w 95"/>
                <a:gd name="T17" fmla="*/ 30 h 44"/>
                <a:gd name="T18" fmla="*/ 86 w 95"/>
                <a:gd name="T19" fmla="*/ 34 h 44"/>
                <a:gd name="T20" fmla="*/ 94 w 95"/>
                <a:gd name="T21" fmla="*/ 23 h 44"/>
                <a:gd name="T22" fmla="*/ 92 w 95"/>
                <a:gd name="T23" fmla="*/ 8 h 44"/>
                <a:gd name="T24" fmla="*/ 82 w 95"/>
                <a:gd name="T2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44">
                  <a:moveTo>
                    <a:pt x="82" y="0"/>
                  </a:moveTo>
                  <a:cubicBezTo>
                    <a:pt x="79" y="1"/>
                    <a:pt x="76" y="3"/>
                    <a:pt x="75" y="6"/>
                  </a:cubicBezTo>
                  <a:lnTo>
                    <a:pt x="17" y="13"/>
                  </a:lnTo>
                  <a:cubicBezTo>
                    <a:pt x="15" y="11"/>
                    <a:pt x="12" y="9"/>
                    <a:pt x="8" y="10"/>
                  </a:cubicBezTo>
                  <a:cubicBezTo>
                    <a:pt x="3" y="11"/>
                    <a:pt x="0" y="15"/>
                    <a:pt x="0" y="20"/>
                  </a:cubicBezTo>
                  <a:lnTo>
                    <a:pt x="2" y="35"/>
                  </a:lnTo>
                  <a:cubicBezTo>
                    <a:pt x="3" y="40"/>
                    <a:pt x="8" y="44"/>
                    <a:pt x="13" y="43"/>
                  </a:cubicBezTo>
                  <a:cubicBezTo>
                    <a:pt x="16" y="43"/>
                    <a:pt x="18" y="41"/>
                    <a:pt x="20" y="38"/>
                  </a:cubicBezTo>
                  <a:lnTo>
                    <a:pt x="78" y="30"/>
                  </a:lnTo>
                  <a:cubicBezTo>
                    <a:pt x="80" y="33"/>
                    <a:pt x="83" y="34"/>
                    <a:pt x="86" y="34"/>
                  </a:cubicBezTo>
                  <a:cubicBezTo>
                    <a:pt x="91" y="33"/>
                    <a:pt x="95" y="28"/>
                    <a:pt x="94" y="23"/>
                  </a:cubicBezTo>
                  <a:lnTo>
                    <a:pt x="92" y="8"/>
                  </a:lnTo>
                  <a:cubicBezTo>
                    <a:pt x="92" y="3"/>
                    <a:pt x="87" y="0"/>
                    <a:pt x="82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 599">
              <a:extLst>
                <a:ext uri="{FF2B5EF4-FFF2-40B4-BE49-F238E27FC236}">
                  <a16:creationId xmlns:a16="http://schemas.microsoft.com/office/drawing/2014/main" id="{FFCC5BAD-BA33-4A8E-95E1-67833E6EF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3186113"/>
              <a:ext cx="34925" cy="53975"/>
            </a:xfrm>
            <a:custGeom>
              <a:avLst/>
              <a:gdLst>
                <a:gd name="T0" fmla="*/ 55 w 63"/>
                <a:gd name="T1" fmla="*/ 70 h 94"/>
                <a:gd name="T2" fmla="*/ 32 w 63"/>
                <a:gd name="T3" fmla="*/ 16 h 94"/>
                <a:gd name="T4" fmla="*/ 33 w 63"/>
                <a:gd name="T5" fmla="*/ 14 h 94"/>
                <a:gd name="T6" fmla="*/ 33 w 63"/>
                <a:gd name="T7" fmla="*/ 7 h 94"/>
                <a:gd name="T8" fmla="*/ 21 w 63"/>
                <a:gd name="T9" fmla="*/ 2 h 94"/>
                <a:gd name="T10" fmla="*/ 7 w 63"/>
                <a:gd name="T11" fmla="*/ 7 h 94"/>
                <a:gd name="T12" fmla="*/ 2 w 63"/>
                <a:gd name="T13" fmla="*/ 20 h 94"/>
                <a:gd name="T14" fmla="*/ 9 w 63"/>
                <a:gd name="T15" fmla="*/ 25 h 94"/>
                <a:gd name="T16" fmla="*/ 32 w 63"/>
                <a:gd name="T17" fmla="*/ 79 h 94"/>
                <a:gd name="T18" fmla="*/ 31 w 63"/>
                <a:gd name="T19" fmla="*/ 88 h 94"/>
                <a:gd name="T20" fmla="*/ 36 w 63"/>
                <a:gd name="T21" fmla="*/ 93 h 94"/>
                <a:gd name="T22" fmla="*/ 40 w 63"/>
                <a:gd name="T23" fmla="*/ 94 h 94"/>
                <a:gd name="T24" fmla="*/ 43 w 63"/>
                <a:gd name="T25" fmla="*/ 93 h 94"/>
                <a:gd name="T26" fmla="*/ 57 w 63"/>
                <a:gd name="T27" fmla="*/ 87 h 94"/>
                <a:gd name="T28" fmla="*/ 62 w 63"/>
                <a:gd name="T29" fmla="*/ 82 h 94"/>
                <a:gd name="T30" fmla="*/ 62 w 63"/>
                <a:gd name="T31" fmla="*/ 75 h 94"/>
                <a:gd name="T32" fmla="*/ 55 w 63"/>
                <a:gd name="T33" fmla="*/ 7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94">
                  <a:moveTo>
                    <a:pt x="55" y="70"/>
                  </a:moveTo>
                  <a:lnTo>
                    <a:pt x="32" y="16"/>
                  </a:lnTo>
                  <a:cubicBezTo>
                    <a:pt x="33" y="15"/>
                    <a:pt x="33" y="14"/>
                    <a:pt x="33" y="14"/>
                  </a:cubicBezTo>
                  <a:cubicBezTo>
                    <a:pt x="34" y="11"/>
                    <a:pt x="34" y="9"/>
                    <a:pt x="33" y="7"/>
                  </a:cubicBezTo>
                  <a:cubicBezTo>
                    <a:pt x="31" y="2"/>
                    <a:pt x="26" y="0"/>
                    <a:pt x="21" y="2"/>
                  </a:cubicBezTo>
                  <a:lnTo>
                    <a:pt x="7" y="7"/>
                  </a:lnTo>
                  <a:cubicBezTo>
                    <a:pt x="2" y="9"/>
                    <a:pt x="0" y="15"/>
                    <a:pt x="2" y="20"/>
                  </a:cubicBezTo>
                  <a:cubicBezTo>
                    <a:pt x="3" y="23"/>
                    <a:pt x="6" y="25"/>
                    <a:pt x="9" y="25"/>
                  </a:cubicBezTo>
                  <a:lnTo>
                    <a:pt x="32" y="79"/>
                  </a:lnTo>
                  <a:cubicBezTo>
                    <a:pt x="30" y="82"/>
                    <a:pt x="29" y="85"/>
                    <a:pt x="31" y="88"/>
                  </a:cubicBezTo>
                  <a:cubicBezTo>
                    <a:pt x="31" y="90"/>
                    <a:pt x="33" y="92"/>
                    <a:pt x="36" y="93"/>
                  </a:cubicBezTo>
                  <a:cubicBezTo>
                    <a:pt x="37" y="94"/>
                    <a:pt x="39" y="94"/>
                    <a:pt x="40" y="94"/>
                  </a:cubicBezTo>
                  <a:cubicBezTo>
                    <a:pt x="41" y="94"/>
                    <a:pt x="42" y="93"/>
                    <a:pt x="43" y="93"/>
                  </a:cubicBezTo>
                  <a:lnTo>
                    <a:pt x="57" y="87"/>
                  </a:lnTo>
                  <a:cubicBezTo>
                    <a:pt x="59" y="86"/>
                    <a:pt x="61" y="84"/>
                    <a:pt x="62" y="82"/>
                  </a:cubicBezTo>
                  <a:cubicBezTo>
                    <a:pt x="63" y="80"/>
                    <a:pt x="63" y="77"/>
                    <a:pt x="62" y="75"/>
                  </a:cubicBezTo>
                  <a:cubicBezTo>
                    <a:pt x="60" y="72"/>
                    <a:pt x="58" y="70"/>
                    <a:pt x="55" y="7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600">
              <a:extLst>
                <a:ext uri="{FF2B5EF4-FFF2-40B4-BE49-F238E27FC236}">
                  <a16:creationId xmlns:a16="http://schemas.microsoft.com/office/drawing/2014/main" id="{186886D6-3881-4C82-955D-AF1574324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413" y="3617913"/>
              <a:ext cx="36513" cy="53975"/>
            </a:xfrm>
            <a:custGeom>
              <a:avLst/>
              <a:gdLst>
                <a:gd name="T0" fmla="*/ 54 w 63"/>
                <a:gd name="T1" fmla="*/ 70 h 95"/>
                <a:gd name="T2" fmla="*/ 31 w 63"/>
                <a:gd name="T3" fmla="*/ 16 h 95"/>
                <a:gd name="T4" fmla="*/ 32 w 63"/>
                <a:gd name="T5" fmla="*/ 7 h 95"/>
                <a:gd name="T6" fmla="*/ 20 w 63"/>
                <a:gd name="T7" fmla="*/ 2 h 95"/>
                <a:gd name="T8" fmla="*/ 6 w 63"/>
                <a:gd name="T9" fmla="*/ 8 h 95"/>
                <a:gd name="T10" fmla="*/ 1 w 63"/>
                <a:gd name="T11" fmla="*/ 13 h 95"/>
                <a:gd name="T12" fmla="*/ 1 w 63"/>
                <a:gd name="T13" fmla="*/ 20 h 95"/>
                <a:gd name="T14" fmla="*/ 8 w 63"/>
                <a:gd name="T15" fmla="*/ 26 h 95"/>
                <a:gd name="T16" fmla="*/ 31 w 63"/>
                <a:gd name="T17" fmla="*/ 80 h 95"/>
                <a:gd name="T18" fmla="*/ 30 w 63"/>
                <a:gd name="T19" fmla="*/ 81 h 95"/>
                <a:gd name="T20" fmla="*/ 30 w 63"/>
                <a:gd name="T21" fmla="*/ 88 h 95"/>
                <a:gd name="T22" fmla="*/ 39 w 63"/>
                <a:gd name="T23" fmla="*/ 94 h 95"/>
                <a:gd name="T24" fmla="*/ 42 w 63"/>
                <a:gd name="T25" fmla="*/ 93 h 95"/>
                <a:gd name="T26" fmla="*/ 56 w 63"/>
                <a:gd name="T27" fmla="*/ 88 h 95"/>
                <a:gd name="T28" fmla="*/ 61 w 63"/>
                <a:gd name="T29" fmla="*/ 76 h 95"/>
                <a:gd name="T30" fmla="*/ 54 w 63"/>
                <a:gd name="T31" fmla="*/ 7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" h="95">
                  <a:moveTo>
                    <a:pt x="54" y="70"/>
                  </a:moveTo>
                  <a:lnTo>
                    <a:pt x="31" y="16"/>
                  </a:lnTo>
                  <a:cubicBezTo>
                    <a:pt x="33" y="13"/>
                    <a:pt x="34" y="10"/>
                    <a:pt x="32" y="7"/>
                  </a:cubicBezTo>
                  <a:cubicBezTo>
                    <a:pt x="31" y="2"/>
                    <a:pt x="25" y="0"/>
                    <a:pt x="20" y="2"/>
                  </a:cubicBezTo>
                  <a:lnTo>
                    <a:pt x="6" y="8"/>
                  </a:lnTo>
                  <a:cubicBezTo>
                    <a:pt x="4" y="9"/>
                    <a:pt x="2" y="11"/>
                    <a:pt x="1" y="13"/>
                  </a:cubicBezTo>
                  <a:cubicBezTo>
                    <a:pt x="0" y="15"/>
                    <a:pt x="0" y="18"/>
                    <a:pt x="1" y="20"/>
                  </a:cubicBezTo>
                  <a:cubicBezTo>
                    <a:pt x="3" y="23"/>
                    <a:pt x="5" y="25"/>
                    <a:pt x="8" y="26"/>
                  </a:cubicBezTo>
                  <a:lnTo>
                    <a:pt x="31" y="80"/>
                  </a:lnTo>
                  <a:cubicBezTo>
                    <a:pt x="30" y="80"/>
                    <a:pt x="30" y="81"/>
                    <a:pt x="30" y="81"/>
                  </a:cubicBezTo>
                  <a:cubicBezTo>
                    <a:pt x="29" y="84"/>
                    <a:pt x="29" y="86"/>
                    <a:pt x="30" y="88"/>
                  </a:cubicBezTo>
                  <a:cubicBezTo>
                    <a:pt x="31" y="92"/>
                    <a:pt x="35" y="95"/>
                    <a:pt x="39" y="94"/>
                  </a:cubicBezTo>
                  <a:cubicBezTo>
                    <a:pt x="40" y="94"/>
                    <a:pt x="41" y="94"/>
                    <a:pt x="42" y="93"/>
                  </a:cubicBezTo>
                  <a:lnTo>
                    <a:pt x="56" y="88"/>
                  </a:lnTo>
                  <a:cubicBezTo>
                    <a:pt x="61" y="86"/>
                    <a:pt x="63" y="80"/>
                    <a:pt x="61" y="76"/>
                  </a:cubicBezTo>
                  <a:cubicBezTo>
                    <a:pt x="60" y="72"/>
                    <a:pt x="57" y="71"/>
                    <a:pt x="54" y="7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601">
              <a:extLst>
                <a:ext uri="{FF2B5EF4-FFF2-40B4-BE49-F238E27FC236}">
                  <a16:creationId xmlns:a16="http://schemas.microsoft.com/office/drawing/2014/main" id="{9491DD35-EC0E-4819-886D-A8706C19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463" y="3219450"/>
              <a:ext cx="44450" cy="49213"/>
            </a:xfrm>
            <a:custGeom>
              <a:avLst/>
              <a:gdLst>
                <a:gd name="T0" fmla="*/ 66 w 77"/>
                <a:gd name="T1" fmla="*/ 59 h 87"/>
                <a:gd name="T2" fmla="*/ 31 w 77"/>
                <a:gd name="T3" fmla="*/ 13 h 87"/>
                <a:gd name="T4" fmla="*/ 30 w 77"/>
                <a:gd name="T5" fmla="*/ 4 h 87"/>
                <a:gd name="T6" fmla="*/ 23 w 77"/>
                <a:gd name="T7" fmla="*/ 0 h 87"/>
                <a:gd name="T8" fmla="*/ 17 w 77"/>
                <a:gd name="T9" fmla="*/ 2 h 87"/>
                <a:gd name="T10" fmla="*/ 5 w 77"/>
                <a:gd name="T11" fmla="*/ 11 h 87"/>
                <a:gd name="T12" fmla="*/ 3 w 77"/>
                <a:gd name="T13" fmla="*/ 24 h 87"/>
                <a:gd name="T14" fmla="*/ 11 w 77"/>
                <a:gd name="T15" fmla="*/ 28 h 87"/>
                <a:gd name="T16" fmla="*/ 47 w 77"/>
                <a:gd name="T17" fmla="*/ 74 h 87"/>
                <a:gd name="T18" fmla="*/ 46 w 77"/>
                <a:gd name="T19" fmla="*/ 76 h 87"/>
                <a:gd name="T20" fmla="*/ 48 w 77"/>
                <a:gd name="T21" fmla="*/ 83 h 87"/>
                <a:gd name="T22" fmla="*/ 57 w 77"/>
                <a:gd name="T23" fmla="*/ 87 h 87"/>
                <a:gd name="T24" fmla="*/ 61 w 77"/>
                <a:gd name="T25" fmla="*/ 85 h 87"/>
                <a:gd name="T26" fmla="*/ 73 w 77"/>
                <a:gd name="T27" fmla="*/ 76 h 87"/>
                <a:gd name="T28" fmla="*/ 77 w 77"/>
                <a:gd name="T29" fmla="*/ 70 h 87"/>
                <a:gd name="T30" fmla="*/ 75 w 77"/>
                <a:gd name="T31" fmla="*/ 63 h 87"/>
                <a:gd name="T32" fmla="*/ 66 w 77"/>
                <a:gd name="T33" fmla="*/ 59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7" h="87">
                  <a:moveTo>
                    <a:pt x="66" y="59"/>
                  </a:moveTo>
                  <a:lnTo>
                    <a:pt x="31" y="13"/>
                  </a:lnTo>
                  <a:cubicBezTo>
                    <a:pt x="32" y="10"/>
                    <a:pt x="32" y="6"/>
                    <a:pt x="30" y="4"/>
                  </a:cubicBezTo>
                  <a:cubicBezTo>
                    <a:pt x="28" y="2"/>
                    <a:pt x="26" y="1"/>
                    <a:pt x="23" y="0"/>
                  </a:cubicBezTo>
                  <a:cubicBezTo>
                    <a:pt x="21" y="0"/>
                    <a:pt x="19" y="1"/>
                    <a:pt x="17" y="2"/>
                  </a:cubicBezTo>
                  <a:lnTo>
                    <a:pt x="5" y="11"/>
                  </a:lnTo>
                  <a:cubicBezTo>
                    <a:pt x="0" y="14"/>
                    <a:pt x="0" y="20"/>
                    <a:pt x="3" y="24"/>
                  </a:cubicBezTo>
                  <a:cubicBezTo>
                    <a:pt x="5" y="27"/>
                    <a:pt x="8" y="28"/>
                    <a:pt x="11" y="28"/>
                  </a:cubicBezTo>
                  <a:lnTo>
                    <a:pt x="47" y="74"/>
                  </a:lnTo>
                  <a:cubicBezTo>
                    <a:pt x="47" y="75"/>
                    <a:pt x="46" y="76"/>
                    <a:pt x="46" y="76"/>
                  </a:cubicBezTo>
                  <a:cubicBezTo>
                    <a:pt x="46" y="79"/>
                    <a:pt x="46" y="81"/>
                    <a:pt x="48" y="83"/>
                  </a:cubicBezTo>
                  <a:cubicBezTo>
                    <a:pt x="50" y="86"/>
                    <a:pt x="53" y="87"/>
                    <a:pt x="57" y="87"/>
                  </a:cubicBezTo>
                  <a:cubicBezTo>
                    <a:pt x="58" y="87"/>
                    <a:pt x="60" y="86"/>
                    <a:pt x="61" y="85"/>
                  </a:cubicBezTo>
                  <a:lnTo>
                    <a:pt x="73" y="76"/>
                  </a:lnTo>
                  <a:cubicBezTo>
                    <a:pt x="75" y="74"/>
                    <a:pt x="76" y="72"/>
                    <a:pt x="77" y="70"/>
                  </a:cubicBezTo>
                  <a:cubicBezTo>
                    <a:pt x="77" y="67"/>
                    <a:pt x="76" y="65"/>
                    <a:pt x="75" y="63"/>
                  </a:cubicBezTo>
                  <a:cubicBezTo>
                    <a:pt x="73" y="60"/>
                    <a:pt x="70" y="59"/>
                    <a:pt x="66" y="5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602">
              <a:extLst>
                <a:ext uri="{FF2B5EF4-FFF2-40B4-BE49-F238E27FC236}">
                  <a16:creationId xmlns:a16="http://schemas.microsoft.com/office/drawing/2014/main" id="{F1D1DEDD-E6B8-44E1-8961-0150D36E6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626" y="3589338"/>
              <a:ext cx="44450" cy="49213"/>
            </a:xfrm>
            <a:custGeom>
              <a:avLst/>
              <a:gdLst>
                <a:gd name="T0" fmla="*/ 66 w 77"/>
                <a:gd name="T1" fmla="*/ 60 h 88"/>
                <a:gd name="T2" fmla="*/ 30 w 77"/>
                <a:gd name="T3" fmla="*/ 14 h 88"/>
                <a:gd name="T4" fmla="*/ 31 w 77"/>
                <a:gd name="T5" fmla="*/ 12 h 88"/>
                <a:gd name="T6" fmla="*/ 29 w 77"/>
                <a:gd name="T7" fmla="*/ 5 h 88"/>
                <a:gd name="T8" fmla="*/ 16 w 77"/>
                <a:gd name="T9" fmla="*/ 3 h 88"/>
                <a:gd name="T10" fmla="*/ 4 w 77"/>
                <a:gd name="T11" fmla="*/ 12 h 88"/>
                <a:gd name="T12" fmla="*/ 0 w 77"/>
                <a:gd name="T13" fmla="*/ 19 h 88"/>
                <a:gd name="T14" fmla="*/ 2 w 77"/>
                <a:gd name="T15" fmla="*/ 25 h 88"/>
                <a:gd name="T16" fmla="*/ 10 w 77"/>
                <a:gd name="T17" fmla="*/ 29 h 88"/>
                <a:gd name="T18" fmla="*/ 46 w 77"/>
                <a:gd name="T19" fmla="*/ 75 h 88"/>
                <a:gd name="T20" fmla="*/ 47 w 77"/>
                <a:gd name="T21" fmla="*/ 84 h 88"/>
                <a:gd name="T22" fmla="*/ 54 w 77"/>
                <a:gd name="T23" fmla="*/ 88 h 88"/>
                <a:gd name="T24" fmla="*/ 56 w 77"/>
                <a:gd name="T25" fmla="*/ 88 h 88"/>
                <a:gd name="T26" fmla="*/ 60 w 77"/>
                <a:gd name="T27" fmla="*/ 86 h 88"/>
                <a:gd name="T28" fmla="*/ 72 w 77"/>
                <a:gd name="T29" fmla="*/ 77 h 88"/>
                <a:gd name="T30" fmla="*/ 74 w 77"/>
                <a:gd name="T31" fmla="*/ 64 h 88"/>
                <a:gd name="T32" fmla="*/ 66 w 77"/>
                <a:gd name="T33" fmla="*/ 6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7" h="88">
                  <a:moveTo>
                    <a:pt x="66" y="60"/>
                  </a:moveTo>
                  <a:lnTo>
                    <a:pt x="30" y="14"/>
                  </a:lnTo>
                  <a:cubicBezTo>
                    <a:pt x="30" y="13"/>
                    <a:pt x="31" y="12"/>
                    <a:pt x="31" y="12"/>
                  </a:cubicBezTo>
                  <a:cubicBezTo>
                    <a:pt x="31" y="9"/>
                    <a:pt x="31" y="7"/>
                    <a:pt x="29" y="5"/>
                  </a:cubicBezTo>
                  <a:cubicBezTo>
                    <a:pt x="26" y="1"/>
                    <a:pt x="20" y="0"/>
                    <a:pt x="16" y="3"/>
                  </a:cubicBezTo>
                  <a:lnTo>
                    <a:pt x="4" y="12"/>
                  </a:lnTo>
                  <a:cubicBezTo>
                    <a:pt x="2" y="14"/>
                    <a:pt x="1" y="16"/>
                    <a:pt x="0" y="19"/>
                  </a:cubicBezTo>
                  <a:cubicBezTo>
                    <a:pt x="0" y="21"/>
                    <a:pt x="1" y="23"/>
                    <a:pt x="2" y="25"/>
                  </a:cubicBezTo>
                  <a:cubicBezTo>
                    <a:pt x="4" y="28"/>
                    <a:pt x="7" y="29"/>
                    <a:pt x="10" y="29"/>
                  </a:cubicBezTo>
                  <a:lnTo>
                    <a:pt x="46" y="75"/>
                  </a:lnTo>
                  <a:cubicBezTo>
                    <a:pt x="45" y="78"/>
                    <a:pt x="45" y="82"/>
                    <a:pt x="47" y="84"/>
                  </a:cubicBezTo>
                  <a:cubicBezTo>
                    <a:pt x="49" y="86"/>
                    <a:pt x="51" y="87"/>
                    <a:pt x="54" y="88"/>
                  </a:cubicBezTo>
                  <a:cubicBezTo>
                    <a:pt x="54" y="88"/>
                    <a:pt x="55" y="88"/>
                    <a:pt x="56" y="88"/>
                  </a:cubicBezTo>
                  <a:cubicBezTo>
                    <a:pt x="58" y="88"/>
                    <a:pt x="59" y="87"/>
                    <a:pt x="60" y="86"/>
                  </a:cubicBezTo>
                  <a:lnTo>
                    <a:pt x="72" y="77"/>
                  </a:lnTo>
                  <a:cubicBezTo>
                    <a:pt x="77" y="74"/>
                    <a:pt x="77" y="68"/>
                    <a:pt x="74" y="64"/>
                  </a:cubicBezTo>
                  <a:cubicBezTo>
                    <a:pt x="72" y="61"/>
                    <a:pt x="69" y="60"/>
                    <a:pt x="66" y="6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603">
              <a:extLst>
                <a:ext uri="{FF2B5EF4-FFF2-40B4-BE49-F238E27FC236}">
                  <a16:creationId xmlns:a16="http://schemas.microsoft.com/office/drawing/2014/main" id="{BC759486-BDA1-446E-81EA-4B48A30AB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426" y="3265488"/>
              <a:ext cx="50800" cy="44450"/>
            </a:xfrm>
            <a:custGeom>
              <a:avLst/>
              <a:gdLst>
                <a:gd name="T0" fmla="*/ 75 w 89"/>
                <a:gd name="T1" fmla="*/ 47 h 77"/>
                <a:gd name="T2" fmla="*/ 29 w 89"/>
                <a:gd name="T3" fmla="*/ 11 h 77"/>
                <a:gd name="T4" fmla="*/ 25 w 89"/>
                <a:gd name="T5" fmla="*/ 3 h 77"/>
                <a:gd name="T6" fmla="*/ 12 w 89"/>
                <a:gd name="T7" fmla="*/ 5 h 77"/>
                <a:gd name="T8" fmla="*/ 3 w 89"/>
                <a:gd name="T9" fmla="*/ 17 h 77"/>
                <a:gd name="T10" fmla="*/ 5 w 89"/>
                <a:gd name="T11" fmla="*/ 30 h 77"/>
                <a:gd name="T12" fmla="*/ 12 w 89"/>
                <a:gd name="T13" fmla="*/ 31 h 77"/>
                <a:gd name="T14" fmla="*/ 14 w 89"/>
                <a:gd name="T15" fmla="*/ 31 h 77"/>
                <a:gd name="T16" fmla="*/ 60 w 89"/>
                <a:gd name="T17" fmla="*/ 67 h 77"/>
                <a:gd name="T18" fmla="*/ 64 w 89"/>
                <a:gd name="T19" fmla="*/ 75 h 77"/>
                <a:gd name="T20" fmla="*/ 71 w 89"/>
                <a:gd name="T21" fmla="*/ 77 h 77"/>
                <a:gd name="T22" fmla="*/ 77 w 89"/>
                <a:gd name="T23" fmla="*/ 73 h 77"/>
                <a:gd name="T24" fmla="*/ 86 w 89"/>
                <a:gd name="T25" fmla="*/ 61 h 77"/>
                <a:gd name="T26" fmla="*/ 84 w 89"/>
                <a:gd name="T27" fmla="*/ 48 h 77"/>
                <a:gd name="T28" fmla="*/ 75 w 89"/>
                <a:gd name="T29" fmla="*/ 4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9" h="77">
                  <a:moveTo>
                    <a:pt x="75" y="47"/>
                  </a:moveTo>
                  <a:lnTo>
                    <a:pt x="29" y="11"/>
                  </a:lnTo>
                  <a:cubicBezTo>
                    <a:pt x="29" y="8"/>
                    <a:pt x="28" y="5"/>
                    <a:pt x="25" y="3"/>
                  </a:cubicBezTo>
                  <a:cubicBezTo>
                    <a:pt x="21" y="0"/>
                    <a:pt x="15" y="0"/>
                    <a:pt x="12" y="5"/>
                  </a:cubicBezTo>
                  <a:lnTo>
                    <a:pt x="3" y="17"/>
                  </a:lnTo>
                  <a:cubicBezTo>
                    <a:pt x="0" y="21"/>
                    <a:pt x="1" y="27"/>
                    <a:pt x="5" y="30"/>
                  </a:cubicBezTo>
                  <a:cubicBezTo>
                    <a:pt x="7" y="31"/>
                    <a:pt x="9" y="32"/>
                    <a:pt x="12" y="31"/>
                  </a:cubicBezTo>
                  <a:cubicBezTo>
                    <a:pt x="12" y="31"/>
                    <a:pt x="13" y="31"/>
                    <a:pt x="14" y="31"/>
                  </a:cubicBezTo>
                  <a:lnTo>
                    <a:pt x="60" y="67"/>
                  </a:lnTo>
                  <a:cubicBezTo>
                    <a:pt x="60" y="70"/>
                    <a:pt x="61" y="73"/>
                    <a:pt x="64" y="75"/>
                  </a:cubicBezTo>
                  <a:cubicBezTo>
                    <a:pt x="66" y="76"/>
                    <a:pt x="68" y="77"/>
                    <a:pt x="71" y="77"/>
                  </a:cubicBezTo>
                  <a:cubicBezTo>
                    <a:pt x="73" y="76"/>
                    <a:pt x="75" y="75"/>
                    <a:pt x="77" y="73"/>
                  </a:cubicBezTo>
                  <a:lnTo>
                    <a:pt x="86" y="61"/>
                  </a:lnTo>
                  <a:cubicBezTo>
                    <a:pt x="89" y="57"/>
                    <a:pt x="88" y="51"/>
                    <a:pt x="84" y="48"/>
                  </a:cubicBezTo>
                  <a:cubicBezTo>
                    <a:pt x="82" y="46"/>
                    <a:pt x="78" y="46"/>
                    <a:pt x="75" y="4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604">
              <a:extLst>
                <a:ext uri="{FF2B5EF4-FFF2-40B4-BE49-F238E27FC236}">
                  <a16:creationId xmlns:a16="http://schemas.microsoft.com/office/drawing/2014/main" id="{F3666229-F7DB-4E2B-99AB-C00C84017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313" y="3548063"/>
              <a:ext cx="49213" cy="44450"/>
            </a:xfrm>
            <a:custGeom>
              <a:avLst/>
              <a:gdLst>
                <a:gd name="T0" fmla="*/ 75 w 88"/>
                <a:gd name="T1" fmla="*/ 47 h 77"/>
                <a:gd name="T2" fmla="*/ 29 w 88"/>
                <a:gd name="T3" fmla="*/ 12 h 77"/>
                <a:gd name="T4" fmla="*/ 25 w 88"/>
                <a:gd name="T5" fmla="*/ 3 h 77"/>
                <a:gd name="T6" fmla="*/ 12 w 88"/>
                <a:gd name="T7" fmla="*/ 5 h 77"/>
                <a:gd name="T8" fmla="*/ 3 w 88"/>
                <a:gd name="T9" fmla="*/ 17 h 77"/>
                <a:gd name="T10" fmla="*/ 5 w 88"/>
                <a:gd name="T11" fmla="*/ 30 h 77"/>
                <a:gd name="T12" fmla="*/ 12 w 88"/>
                <a:gd name="T13" fmla="*/ 32 h 77"/>
                <a:gd name="T14" fmla="*/ 14 w 88"/>
                <a:gd name="T15" fmla="*/ 31 h 77"/>
                <a:gd name="T16" fmla="*/ 60 w 88"/>
                <a:gd name="T17" fmla="*/ 67 h 77"/>
                <a:gd name="T18" fmla="*/ 64 w 88"/>
                <a:gd name="T19" fmla="*/ 75 h 77"/>
                <a:gd name="T20" fmla="*/ 70 w 88"/>
                <a:gd name="T21" fmla="*/ 77 h 77"/>
                <a:gd name="T22" fmla="*/ 77 w 88"/>
                <a:gd name="T23" fmla="*/ 73 h 77"/>
                <a:gd name="T24" fmla="*/ 86 w 88"/>
                <a:gd name="T25" fmla="*/ 61 h 77"/>
                <a:gd name="T26" fmla="*/ 88 w 88"/>
                <a:gd name="T27" fmla="*/ 55 h 77"/>
                <a:gd name="T28" fmla="*/ 84 w 88"/>
                <a:gd name="T29" fmla="*/ 48 h 77"/>
                <a:gd name="T30" fmla="*/ 75 w 88"/>
                <a:gd name="T31" fmla="*/ 4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8" h="77">
                  <a:moveTo>
                    <a:pt x="75" y="47"/>
                  </a:moveTo>
                  <a:lnTo>
                    <a:pt x="29" y="12"/>
                  </a:lnTo>
                  <a:cubicBezTo>
                    <a:pt x="29" y="8"/>
                    <a:pt x="28" y="5"/>
                    <a:pt x="25" y="3"/>
                  </a:cubicBezTo>
                  <a:cubicBezTo>
                    <a:pt x="21" y="0"/>
                    <a:pt x="15" y="1"/>
                    <a:pt x="12" y="5"/>
                  </a:cubicBezTo>
                  <a:lnTo>
                    <a:pt x="3" y="17"/>
                  </a:lnTo>
                  <a:cubicBezTo>
                    <a:pt x="0" y="21"/>
                    <a:pt x="1" y="27"/>
                    <a:pt x="5" y="30"/>
                  </a:cubicBezTo>
                  <a:cubicBezTo>
                    <a:pt x="7" y="32"/>
                    <a:pt x="9" y="32"/>
                    <a:pt x="12" y="32"/>
                  </a:cubicBezTo>
                  <a:cubicBezTo>
                    <a:pt x="12" y="32"/>
                    <a:pt x="13" y="32"/>
                    <a:pt x="14" y="31"/>
                  </a:cubicBezTo>
                  <a:lnTo>
                    <a:pt x="60" y="67"/>
                  </a:lnTo>
                  <a:cubicBezTo>
                    <a:pt x="60" y="70"/>
                    <a:pt x="61" y="73"/>
                    <a:pt x="64" y="75"/>
                  </a:cubicBezTo>
                  <a:cubicBezTo>
                    <a:pt x="66" y="77"/>
                    <a:pt x="68" y="77"/>
                    <a:pt x="70" y="77"/>
                  </a:cubicBezTo>
                  <a:cubicBezTo>
                    <a:pt x="73" y="77"/>
                    <a:pt x="75" y="76"/>
                    <a:pt x="77" y="73"/>
                  </a:cubicBezTo>
                  <a:lnTo>
                    <a:pt x="86" y="61"/>
                  </a:lnTo>
                  <a:cubicBezTo>
                    <a:pt x="87" y="59"/>
                    <a:pt x="88" y="57"/>
                    <a:pt x="88" y="55"/>
                  </a:cubicBezTo>
                  <a:cubicBezTo>
                    <a:pt x="87" y="52"/>
                    <a:pt x="86" y="50"/>
                    <a:pt x="84" y="48"/>
                  </a:cubicBezTo>
                  <a:cubicBezTo>
                    <a:pt x="82" y="46"/>
                    <a:pt x="78" y="46"/>
                    <a:pt x="75" y="4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05">
              <a:extLst>
                <a:ext uri="{FF2B5EF4-FFF2-40B4-BE49-F238E27FC236}">
                  <a16:creationId xmlns:a16="http://schemas.microsoft.com/office/drawing/2014/main" id="{8B7A81AF-35FE-4043-A435-9320CAC9F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676" y="3321050"/>
              <a:ext cx="53975" cy="36513"/>
            </a:xfrm>
            <a:custGeom>
              <a:avLst/>
              <a:gdLst>
                <a:gd name="T0" fmla="*/ 6 w 94"/>
                <a:gd name="T1" fmla="*/ 33 h 63"/>
                <a:gd name="T2" fmla="*/ 10 w 94"/>
                <a:gd name="T3" fmla="*/ 34 h 63"/>
                <a:gd name="T4" fmla="*/ 14 w 94"/>
                <a:gd name="T5" fmla="*/ 32 h 63"/>
                <a:gd name="T6" fmla="*/ 69 w 94"/>
                <a:gd name="T7" fmla="*/ 55 h 63"/>
                <a:gd name="T8" fmla="*/ 74 w 94"/>
                <a:gd name="T9" fmla="*/ 62 h 63"/>
                <a:gd name="T10" fmla="*/ 79 w 94"/>
                <a:gd name="T11" fmla="*/ 62 h 63"/>
                <a:gd name="T12" fmla="*/ 81 w 94"/>
                <a:gd name="T13" fmla="*/ 62 h 63"/>
                <a:gd name="T14" fmla="*/ 86 w 94"/>
                <a:gd name="T15" fmla="*/ 57 h 63"/>
                <a:gd name="T16" fmla="*/ 92 w 94"/>
                <a:gd name="T17" fmla="*/ 43 h 63"/>
                <a:gd name="T18" fmla="*/ 87 w 94"/>
                <a:gd name="T19" fmla="*/ 31 h 63"/>
                <a:gd name="T20" fmla="*/ 80 w 94"/>
                <a:gd name="T21" fmla="*/ 31 h 63"/>
                <a:gd name="T22" fmla="*/ 78 w 94"/>
                <a:gd name="T23" fmla="*/ 32 h 63"/>
                <a:gd name="T24" fmla="*/ 24 w 94"/>
                <a:gd name="T25" fmla="*/ 9 h 63"/>
                <a:gd name="T26" fmla="*/ 18 w 94"/>
                <a:gd name="T27" fmla="*/ 2 h 63"/>
                <a:gd name="T28" fmla="*/ 6 w 94"/>
                <a:gd name="T29" fmla="*/ 7 h 63"/>
                <a:gd name="T30" fmla="*/ 1 w 94"/>
                <a:gd name="T31" fmla="*/ 21 h 63"/>
                <a:gd name="T32" fmla="*/ 1 w 94"/>
                <a:gd name="T33" fmla="*/ 28 h 63"/>
                <a:gd name="T34" fmla="*/ 6 w 94"/>
                <a:gd name="T35" fmla="*/ 3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63">
                  <a:moveTo>
                    <a:pt x="6" y="33"/>
                  </a:moveTo>
                  <a:cubicBezTo>
                    <a:pt x="7" y="34"/>
                    <a:pt x="9" y="34"/>
                    <a:pt x="10" y="34"/>
                  </a:cubicBezTo>
                  <a:cubicBezTo>
                    <a:pt x="12" y="34"/>
                    <a:pt x="13" y="33"/>
                    <a:pt x="14" y="32"/>
                  </a:cubicBezTo>
                  <a:lnTo>
                    <a:pt x="69" y="55"/>
                  </a:lnTo>
                  <a:cubicBezTo>
                    <a:pt x="69" y="58"/>
                    <a:pt x="71" y="61"/>
                    <a:pt x="74" y="62"/>
                  </a:cubicBezTo>
                  <a:cubicBezTo>
                    <a:pt x="76" y="62"/>
                    <a:pt x="77" y="63"/>
                    <a:pt x="79" y="62"/>
                  </a:cubicBezTo>
                  <a:cubicBezTo>
                    <a:pt x="80" y="62"/>
                    <a:pt x="80" y="62"/>
                    <a:pt x="81" y="62"/>
                  </a:cubicBezTo>
                  <a:cubicBezTo>
                    <a:pt x="83" y="61"/>
                    <a:pt x="85" y="59"/>
                    <a:pt x="86" y="57"/>
                  </a:cubicBezTo>
                  <a:lnTo>
                    <a:pt x="92" y="43"/>
                  </a:lnTo>
                  <a:cubicBezTo>
                    <a:pt x="94" y="38"/>
                    <a:pt x="92" y="32"/>
                    <a:pt x="87" y="31"/>
                  </a:cubicBezTo>
                  <a:cubicBezTo>
                    <a:pt x="85" y="30"/>
                    <a:pt x="82" y="30"/>
                    <a:pt x="80" y="31"/>
                  </a:cubicBezTo>
                  <a:cubicBezTo>
                    <a:pt x="79" y="31"/>
                    <a:pt x="79" y="31"/>
                    <a:pt x="78" y="32"/>
                  </a:cubicBezTo>
                  <a:lnTo>
                    <a:pt x="24" y="9"/>
                  </a:lnTo>
                  <a:cubicBezTo>
                    <a:pt x="23" y="6"/>
                    <a:pt x="22" y="3"/>
                    <a:pt x="18" y="2"/>
                  </a:cubicBezTo>
                  <a:cubicBezTo>
                    <a:pt x="14" y="0"/>
                    <a:pt x="8" y="2"/>
                    <a:pt x="6" y="7"/>
                  </a:cubicBezTo>
                  <a:lnTo>
                    <a:pt x="1" y="21"/>
                  </a:lnTo>
                  <a:cubicBezTo>
                    <a:pt x="0" y="24"/>
                    <a:pt x="0" y="26"/>
                    <a:pt x="1" y="28"/>
                  </a:cubicBezTo>
                  <a:cubicBezTo>
                    <a:pt x="1" y="31"/>
                    <a:pt x="3" y="32"/>
                    <a:pt x="6" y="3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606">
              <a:extLst>
                <a:ext uri="{FF2B5EF4-FFF2-40B4-BE49-F238E27FC236}">
                  <a16:creationId xmlns:a16="http://schemas.microsoft.com/office/drawing/2014/main" id="{AB641A56-F843-4605-A359-05001EFE2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500438"/>
              <a:ext cx="53975" cy="34925"/>
            </a:xfrm>
            <a:custGeom>
              <a:avLst/>
              <a:gdLst>
                <a:gd name="T0" fmla="*/ 88 w 94"/>
                <a:gd name="T1" fmla="*/ 30 h 62"/>
                <a:gd name="T2" fmla="*/ 79 w 94"/>
                <a:gd name="T3" fmla="*/ 31 h 62"/>
                <a:gd name="T4" fmla="*/ 25 w 94"/>
                <a:gd name="T5" fmla="*/ 8 h 62"/>
                <a:gd name="T6" fmla="*/ 20 w 94"/>
                <a:gd name="T7" fmla="*/ 1 h 62"/>
                <a:gd name="T8" fmla="*/ 13 w 94"/>
                <a:gd name="T9" fmla="*/ 1 h 62"/>
                <a:gd name="T10" fmla="*/ 8 w 94"/>
                <a:gd name="T11" fmla="*/ 6 h 62"/>
                <a:gd name="T12" fmla="*/ 2 w 94"/>
                <a:gd name="T13" fmla="*/ 20 h 62"/>
                <a:gd name="T14" fmla="*/ 7 w 94"/>
                <a:gd name="T15" fmla="*/ 32 h 62"/>
                <a:gd name="T16" fmla="*/ 12 w 94"/>
                <a:gd name="T17" fmla="*/ 33 h 62"/>
                <a:gd name="T18" fmla="*/ 14 w 94"/>
                <a:gd name="T19" fmla="*/ 32 h 62"/>
                <a:gd name="T20" fmla="*/ 16 w 94"/>
                <a:gd name="T21" fmla="*/ 31 h 62"/>
                <a:gd name="T22" fmla="*/ 70 w 94"/>
                <a:gd name="T23" fmla="*/ 54 h 62"/>
                <a:gd name="T24" fmla="*/ 76 w 94"/>
                <a:gd name="T25" fmla="*/ 61 h 62"/>
                <a:gd name="T26" fmla="*/ 80 w 94"/>
                <a:gd name="T27" fmla="*/ 61 h 62"/>
                <a:gd name="T28" fmla="*/ 88 w 94"/>
                <a:gd name="T29" fmla="*/ 56 h 62"/>
                <a:gd name="T30" fmla="*/ 93 w 94"/>
                <a:gd name="T31" fmla="*/ 42 h 62"/>
                <a:gd name="T32" fmla="*/ 93 w 94"/>
                <a:gd name="T33" fmla="*/ 35 h 62"/>
                <a:gd name="T34" fmla="*/ 88 w 94"/>
                <a:gd name="T35" fmla="*/ 3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62">
                  <a:moveTo>
                    <a:pt x="88" y="30"/>
                  </a:moveTo>
                  <a:cubicBezTo>
                    <a:pt x="85" y="28"/>
                    <a:pt x="82" y="29"/>
                    <a:pt x="79" y="31"/>
                  </a:cubicBezTo>
                  <a:lnTo>
                    <a:pt x="25" y="8"/>
                  </a:lnTo>
                  <a:cubicBezTo>
                    <a:pt x="25" y="5"/>
                    <a:pt x="23" y="3"/>
                    <a:pt x="20" y="1"/>
                  </a:cubicBezTo>
                  <a:cubicBezTo>
                    <a:pt x="18" y="0"/>
                    <a:pt x="15" y="0"/>
                    <a:pt x="13" y="1"/>
                  </a:cubicBezTo>
                  <a:cubicBezTo>
                    <a:pt x="11" y="2"/>
                    <a:pt x="9" y="4"/>
                    <a:pt x="8" y="6"/>
                  </a:cubicBezTo>
                  <a:lnTo>
                    <a:pt x="2" y="20"/>
                  </a:lnTo>
                  <a:cubicBezTo>
                    <a:pt x="0" y="25"/>
                    <a:pt x="2" y="31"/>
                    <a:pt x="7" y="32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3"/>
                    <a:pt x="13" y="33"/>
                    <a:pt x="14" y="32"/>
                  </a:cubicBezTo>
                  <a:cubicBezTo>
                    <a:pt x="15" y="32"/>
                    <a:pt x="15" y="32"/>
                    <a:pt x="16" y="31"/>
                  </a:cubicBezTo>
                  <a:lnTo>
                    <a:pt x="70" y="54"/>
                  </a:lnTo>
                  <a:cubicBezTo>
                    <a:pt x="71" y="57"/>
                    <a:pt x="72" y="60"/>
                    <a:pt x="76" y="61"/>
                  </a:cubicBezTo>
                  <a:cubicBezTo>
                    <a:pt x="77" y="61"/>
                    <a:pt x="79" y="62"/>
                    <a:pt x="80" y="61"/>
                  </a:cubicBezTo>
                  <a:cubicBezTo>
                    <a:pt x="83" y="61"/>
                    <a:pt x="86" y="59"/>
                    <a:pt x="88" y="56"/>
                  </a:cubicBezTo>
                  <a:lnTo>
                    <a:pt x="93" y="42"/>
                  </a:lnTo>
                  <a:cubicBezTo>
                    <a:pt x="94" y="39"/>
                    <a:pt x="94" y="37"/>
                    <a:pt x="93" y="35"/>
                  </a:cubicBezTo>
                  <a:cubicBezTo>
                    <a:pt x="93" y="32"/>
                    <a:pt x="91" y="31"/>
                    <a:pt x="88" y="3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608">
              <a:extLst>
                <a:ext uri="{FF2B5EF4-FFF2-40B4-BE49-F238E27FC236}">
                  <a16:creationId xmlns:a16="http://schemas.microsoft.com/office/drawing/2014/main" id="{321D6DC8-7EBD-46D1-8DDA-6A0C173B4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801" y="3386138"/>
              <a:ext cx="53975" cy="25400"/>
            </a:xfrm>
            <a:custGeom>
              <a:avLst/>
              <a:gdLst>
                <a:gd name="T0" fmla="*/ 9 w 95"/>
                <a:gd name="T1" fmla="*/ 34 h 43"/>
                <a:gd name="T2" fmla="*/ 11 w 95"/>
                <a:gd name="T3" fmla="*/ 34 h 43"/>
                <a:gd name="T4" fmla="*/ 16 w 95"/>
                <a:gd name="T5" fmla="*/ 32 h 43"/>
                <a:gd name="T6" fmla="*/ 17 w 95"/>
                <a:gd name="T7" fmla="*/ 30 h 43"/>
                <a:gd name="T8" fmla="*/ 75 w 95"/>
                <a:gd name="T9" fmla="*/ 38 h 43"/>
                <a:gd name="T10" fmla="*/ 82 w 95"/>
                <a:gd name="T11" fmla="*/ 43 h 43"/>
                <a:gd name="T12" fmla="*/ 85 w 95"/>
                <a:gd name="T13" fmla="*/ 43 h 43"/>
                <a:gd name="T14" fmla="*/ 89 w 95"/>
                <a:gd name="T15" fmla="*/ 42 h 43"/>
                <a:gd name="T16" fmla="*/ 93 w 95"/>
                <a:gd name="T17" fmla="*/ 35 h 43"/>
                <a:gd name="T18" fmla="*/ 95 w 95"/>
                <a:gd name="T19" fmla="*/ 20 h 43"/>
                <a:gd name="T20" fmla="*/ 93 w 95"/>
                <a:gd name="T21" fmla="*/ 13 h 43"/>
                <a:gd name="T22" fmla="*/ 87 w 95"/>
                <a:gd name="T23" fmla="*/ 10 h 43"/>
                <a:gd name="T24" fmla="*/ 78 w 95"/>
                <a:gd name="T25" fmla="*/ 13 h 43"/>
                <a:gd name="T26" fmla="*/ 20 w 95"/>
                <a:gd name="T27" fmla="*/ 6 h 43"/>
                <a:gd name="T28" fmla="*/ 13 w 95"/>
                <a:gd name="T29" fmla="*/ 0 h 43"/>
                <a:gd name="T30" fmla="*/ 3 w 95"/>
                <a:gd name="T31" fmla="*/ 8 h 43"/>
                <a:gd name="T32" fmla="*/ 1 w 95"/>
                <a:gd name="T33" fmla="*/ 23 h 43"/>
                <a:gd name="T34" fmla="*/ 9 w 95"/>
                <a:gd name="T35" fmla="*/ 3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43">
                  <a:moveTo>
                    <a:pt x="9" y="34"/>
                  </a:moveTo>
                  <a:cubicBezTo>
                    <a:pt x="10" y="34"/>
                    <a:pt x="10" y="34"/>
                    <a:pt x="11" y="34"/>
                  </a:cubicBezTo>
                  <a:cubicBezTo>
                    <a:pt x="13" y="33"/>
                    <a:pt x="14" y="33"/>
                    <a:pt x="16" y="32"/>
                  </a:cubicBezTo>
                  <a:cubicBezTo>
                    <a:pt x="16" y="31"/>
                    <a:pt x="17" y="31"/>
                    <a:pt x="17" y="30"/>
                  </a:cubicBezTo>
                  <a:lnTo>
                    <a:pt x="75" y="38"/>
                  </a:lnTo>
                  <a:cubicBezTo>
                    <a:pt x="77" y="41"/>
                    <a:pt x="79" y="43"/>
                    <a:pt x="82" y="43"/>
                  </a:cubicBezTo>
                  <a:cubicBezTo>
                    <a:pt x="83" y="43"/>
                    <a:pt x="84" y="43"/>
                    <a:pt x="85" y="43"/>
                  </a:cubicBezTo>
                  <a:cubicBezTo>
                    <a:pt x="86" y="43"/>
                    <a:pt x="88" y="43"/>
                    <a:pt x="89" y="42"/>
                  </a:cubicBezTo>
                  <a:cubicBezTo>
                    <a:pt x="91" y="40"/>
                    <a:pt x="92" y="38"/>
                    <a:pt x="93" y="35"/>
                  </a:cubicBezTo>
                  <a:lnTo>
                    <a:pt x="95" y="20"/>
                  </a:lnTo>
                  <a:cubicBezTo>
                    <a:pt x="95" y="18"/>
                    <a:pt x="94" y="15"/>
                    <a:pt x="93" y="13"/>
                  </a:cubicBezTo>
                  <a:cubicBezTo>
                    <a:pt x="91" y="11"/>
                    <a:pt x="89" y="10"/>
                    <a:pt x="87" y="10"/>
                  </a:cubicBezTo>
                  <a:cubicBezTo>
                    <a:pt x="83" y="9"/>
                    <a:pt x="80" y="11"/>
                    <a:pt x="78" y="13"/>
                  </a:cubicBezTo>
                  <a:lnTo>
                    <a:pt x="20" y="6"/>
                  </a:lnTo>
                  <a:cubicBezTo>
                    <a:pt x="19" y="3"/>
                    <a:pt x="17" y="1"/>
                    <a:pt x="13" y="0"/>
                  </a:cubicBezTo>
                  <a:cubicBezTo>
                    <a:pt x="8" y="0"/>
                    <a:pt x="3" y="3"/>
                    <a:pt x="3" y="8"/>
                  </a:cubicBezTo>
                  <a:lnTo>
                    <a:pt x="1" y="23"/>
                  </a:lnTo>
                  <a:cubicBezTo>
                    <a:pt x="0" y="28"/>
                    <a:pt x="4" y="33"/>
                    <a:pt x="9" y="3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09">
              <a:extLst>
                <a:ext uri="{FF2B5EF4-FFF2-40B4-BE49-F238E27FC236}">
                  <a16:creationId xmlns:a16="http://schemas.microsoft.com/office/drawing/2014/main" id="{B7EF5D65-0085-46E9-AC97-B572AA4EB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446463"/>
              <a:ext cx="53975" cy="25400"/>
            </a:xfrm>
            <a:custGeom>
              <a:avLst/>
              <a:gdLst>
                <a:gd name="T0" fmla="*/ 86 w 95"/>
                <a:gd name="T1" fmla="*/ 10 h 44"/>
                <a:gd name="T2" fmla="*/ 79 w 95"/>
                <a:gd name="T3" fmla="*/ 12 h 44"/>
                <a:gd name="T4" fmla="*/ 78 w 95"/>
                <a:gd name="T5" fmla="*/ 14 h 44"/>
                <a:gd name="T6" fmla="*/ 20 w 95"/>
                <a:gd name="T7" fmla="*/ 6 h 44"/>
                <a:gd name="T8" fmla="*/ 13 w 95"/>
                <a:gd name="T9" fmla="*/ 1 h 44"/>
                <a:gd name="T10" fmla="*/ 6 w 95"/>
                <a:gd name="T11" fmla="*/ 2 h 44"/>
                <a:gd name="T12" fmla="*/ 2 w 95"/>
                <a:gd name="T13" fmla="*/ 9 h 44"/>
                <a:gd name="T14" fmla="*/ 0 w 95"/>
                <a:gd name="T15" fmla="*/ 24 h 44"/>
                <a:gd name="T16" fmla="*/ 2 w 95"/>
                <a:gd name="T17" fmla="*/ 31 h 44"/>
                <a:gd name="T18" fmla="*/ 8 w 95"/>
                <a:gd name="T19" fmla="*/ 34 h 44"/>
                <a:gd name="T20" fmla="*/ 11 w 95"/>
                <a:gd name="T21" fmla="*/ 34 h 44"/>
                <a:gd name="T22" fmla="*/ 17 w 95"/>
                <a:gd name="T23" fmla="*/ 31 h 44"/>
                <a:gd name="T24" fmla="*/ 75 w 95"/>
                <a:gd name="T25" fmla="*/ 38 h 44"/>
                <a:gd name="T26" fmla="*/ 82 w 95"/>
                <a:gd name="T27" fmla="*/ 44 h 44"/>
                <a:gd name="T28" fmla="*/ 84 w 95"/>
                <a:gd name="T29" fmla="*/ 44 h 44"/>
                <a:gd name="T30" fmla="*/ 92 w 95"/>
                <a:gd name="T31" fmla="*/ 36 h 44"/>
                <a:gd name="T32" fmla="*/ 94 w 95"/>
                <a:gd name="T33" fmla="*/ 21 h 44"/>
                <a:gd name="T34" fmla="*/ 86 w 95"/>
                <a:gd name="T35" fmla="*/ 1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44">
                  <a:moveTo>
                    <a:pt x="86" y="10"/>
                  </a:moveTo>
                  <a:cubicBezTo>
                    <a:pt x="84" y="10"/>
                    <a:pt x="81" y="11"/>
                    <a:pt x="79" y="12"/>
                  </a:cubicBezTo>
                  <a:cubicBezTo>
                    <a:pt x="79" y="13"/>
                    <a:pt x="78" y="13"/>
                    <a:pt x="78" y="14"/>
                  </a:cubicBezTo>
                  <a:lnTo>
                    <a:pt x="20" y="6"/>
                  </a:lnTo>
                  <a:cubicBezTo>
                    <a:pt x="19" y="3"/>
                    <a:pt x="16" y="1"/>
                    <a:pt x="13" y="1"/>
                  </a:cubicBezTo>
                  <a:cubicBezTo>
                    <a:pt x="10" y="0"/>
                    <a:pt x="8" y="1"/>
                    <a:pt x="6" y="2"/>
                  </a:cubicBezTo>
                  <a:cubicBezTo>
                    <a:pt x="4" y="4"/>
                    <a:pt x="3" y="6"/>
                    <a:pt x="2" y="9"/>
                  </a:cubicBezTo>
                  <a:lnTo>
                    <a:pt x="0" y="24"/>
                  </a:lnTo>
                  <a:cubicBezTo>
                    <a:pt x="0" y="26"/>
                    <a:pt x="1" y="29"/>
                    <a:pt x="2" y="31"/>
                  </a:cubicBezTo>
                  <a:cubicBezTo>
                    <a:pt x="4" y="33"/>
                    <a:pt x="6" y="34"/>
                    <a:pt x="8" y="34"/>
                  </a:cubicBezTo>
                  <a:cubicBezTo>
                    <a:pt x="9" y="34"/>
                    <a:pt x="10" y="34"/>
                    <a:pt x="11" y="34"/>
                  </a:cubicBezTo>
                  <a:cubicBezTo>
                    <a:pt x="13" y="34"/>
                    <a:pt x="15" y="33"/>
                    <a:pt x="17" y="31"/>
                  </a:cubicBezTo>
                  <a:lnTo>
                    <a:pt x="75" y="38"/>
                  </a:lnTo>
                  <a:cubicBezTo>
                    <a:pt x="76" y="41"/>
                    <a:pt x="79" y="43"/>
                    <a:pt x="82" y="44"/>
                  </a:cubicBezTo>
                  <a:cubicBezTo>
                    <a:pt x="83" y="44"/>
                    <a:pt x="83" y="44"/>
                    <a:pt x="84" y="44"/>
                  </a:cubicBezTo>
                  <a:cubicBezTo>
                    <a:pt x="88" y="43"/>
                    <a:pt x="92" y="40"/>
                    <a:pt x="92" y="36"/>
                  </a:cubicBezTo>
                  <a:lnTo>
                    <a:pt x="94" y="21"/>
                  </a:lnTo>
                  <a:cubicBezTo>
                    <a:pt x="95" y="16"/>
                    <a:pt x="91" y="11"/>
                    <a:pt x="86" y="1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610">
              <a:extLst>
                <a:ext uri="{FF2B5EF4-FFF2-40B4-BE49-F238E27FC236}">
                  <a16:creationId xmlns:a16="http://schemas.microsoft.com/office/drawing/2014/main" id="{F194F45A-AC9F-44AF-964D-85173F9AC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026" y="3170238"/>
              <a:ext cx="23813" cy="55563"/>
            </a:xfrm>
            <a:custGeom>
              <a:avLst/>
              <a:gdLst>
                <a:gd name="T0" fmla="*/ 36 w 44"/>
                <a:gd name="T1" fmla="*/ 3 h 95"/>
                <a:gd name="T2" fmla="*/ 21 w 44"/>
                <a:gd name="T3" fmla="*/ 1 h 95"/>
                <a:gd name="T4" fmla="*/ 21 w 44"/>
                <a:gd name="T5" fmla="*/ 1 h 95"/>
                <a:gd name="T6" fmla="*/ 10 w 44"/>
                <a:gd name="T7" fmla="*/ 9 h 95"/>
                <a:gd name="T8" fmla="*/ 12 w 44"/>
                <a:gd name="T9" fmla="*/ 16 h 95"/>
                <a:gd name="T10" fmla="*/ 14 w 44"/>
                <a:gd name="T11" fmla="*/ 17 h 95"/>
                <a:gd name="T12" fmla="*/ 6 w 44"/>
                <a:gd name="T13" fmla="*/ 75 h 95"/>
                <a:gd name="T14" fmla="*/ 1 w 44"/>
                <a:gd name="T15" fmla="*/ 82 h 95"/>
                <a:gd name="T16" fmla="*/ 2 w 44"/>
                <a:gd name="T17" fmla="*/ 89 h 95"/>
                <a:gd name="T18" fmla="*/ 9 w 44"/>
                <a:gd name="T19" fmla="*/ 93 h 95"/>
                <a:gd name="T20" fmla="*/ 24 w 44"/>
                <a:gd name="T21" fmla="*/ 95 h 95"/>
                <a:gd name="T22" fmla="*/ 26 w 44"/>
                <a:gd name="T23" fmla="*/ 95 h 95"/>
                <a:gd name="T24" fmla="*/ 31 w 44"/>
                <a:gd name="T25" fmla="*/ 93 h 95"/>
                <a:gd name="T26" fmla="*/ 34 w 44"/>
                <a:gd name="T27" fmla="*/ 87 h 95"/>
                <a:gd name="T28" fmla="*/ 31 w 44"/>
                <a:gd name="T29" fmla="*/ 79 h 95"/>
                <a:gd name="T30" fmla="*/ 38 w 44"/>
                <a:gd name="T31" fmla="*/ 20 h 95"/>
                <a:gd name="T32" fmla="*/ 44 w 44"/>
                <a:gd name="T33" fmla="*/ 13 h 95"/>
                <a:gd name="T34" fmla="*/ 36 w 44"/>
                <a:gd name="T35" fmla="*/ 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4" h="95">
                  <a:moveTo>
                    <a:pt x="36" y="3"/>
                  </a:moveTo>
                  <a:lnTo>
                    <a:pt x="21" y="1"/>
                  </a:lnTo>
                  <a:lnTo>
                    <a:pt x="21" y="1"/>
                  </a:lnTo>
                  <a:cubicBezTo>
                    <a:pt x="16" y="0"/>
                    <a:pt x="11" y="4"/>
                    <a:pt x="10" y="9"/>
                  </a:cubicBezTo>
                  <a:cubicBezTo>
                    <a:pt x="10" y="11"/>
                    <a:pt x="11" y="14"/>
                    <a:pt x="12" y="16"/>
                  </a:cubicBezTo>
                  <a:cubicBezTo>
                    <a:pt x="13" y="16"/>
                    <a:pt x="13" y="17"/>
                    <a:pt x="14" y="17"/>
                  </a:cubicBezTo>
                  <a:lnTo>
                    <a:pt x="6" y="75"/>
                  </a:lnTo>
                  <a:cubicBezTo>
                    <a:pt x="3" y="76"/>
                    <a:pt x="1" y="79"/>
                    <a:pt x="1" y="82"/>
                  </a:cubicBezTo>
                  <a:cubicBezTo>
                    <a:pt x="0" y="85"/>
                    <a:pt x="1" y="87"/>
                    <a:pt x="2" y="89"/>
                  </a:cubicBezTo>
                  <a:cubicBezTo>
                    <a:pt x="4" y="91"/>
                    <a:pt x="6" y="92"/>
                    <a:pt x="9" y="93"/>
                  </a:cubicBezTo>
                  <a:lnTo>
                    <a:pt x="24" y="95"/>
                  </a:lnTo>
                  <a:cubicBezTo>
                    <a:pt x="25" y="95"/>
                    <a:pt x="25" y="95"/>
                    <a:pt x="26" y="95"/>
                  </a:cubicBezTo>
                  <a:cubicBezTo>
                    <a:pt x="28" y="94"/>
                    <a:pt x="29" y="94"/>
                    <a:pt x="31" y="93"/>
                  </a:cubicBezTo>
                  <a:cubicBezTo>
                    <a:pt x="33" y="91"/>
                    <a:pt x="34" y="89"/>
                    <a:pt x="34" y="87"/>
                  </a:cubicBezTo>
                  <a:cubicBezTo>
                    <a:pt x="35" y="83"/>
                    <a:pt x="33" y="80"/>
                    <a:pt x="31" y="79"/>
                  </a:cubicBezTo>
                  <a:lnTo>
                    <a:pt x="38" y="20"/>
                  </a:lnTo>
                  <a:cubicBezTo>
                    <a:pt x="41" y="19"/>
                    <a:pt x="43" y="16"/>
                    <a:pt x="44" y="13"/>
                  </a:cubicBezTo>
                  <a:cubicBezTo>
                    <a:pt x="44" y="8"/>
                    <a:pt x="41" y="3"/>
                    <a:pt x="36" y="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611">
              <a:extLst>
                <a:ext uri="{FF2B5EF4-FFF2-40B4-BE49-F238E27FC236}">
                  <a16:creationId xmlns:a16="http://schemas.microsoft.com/office/drawing/2014/main" id="{DBB4A9F3-BCBE-4673-8538-834EBE0D7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113" y="3633788"/>
              <a:ext cx="25400" cy="53975"/>
            </a:xfrm>
            <a:custGeom>
              <a:avLst/>
              <a:gdLst>
                <a:gd name="T0" fmla="*/ 35 w 44"/>
                <a:gd name="T1" fmla="*/ 2 h 94"/>
                <a:gd name="T2" fmla="*/ 20 w 44"/>
                <a:gd name="T3" fmla="*/ 0 h 94"/>
                <a:gd name="T4" fmla="*/ 13 w 44"/>
                <a:gd name="T5" fmla="*/ 2 h 94"/>
                <a:gd name="T6" fmla="*/ 10 w 44"/>
                <a:gd name="T7" fmla="*/ 8 h 94"/>
                <a:gd name="T8" fmla="*/ 13 w 44"/>
                <a:gd name="T9" fmla="*/ 17 h 94"/>
                <a:gd name="T10" fmla="*/ 6 w 44"/>
                <a:gd name="T11" fmla="*/ 75 h 94"/>
                <a:gd name="T12" fmla="*/ 0 w 44"/>
                <a:gd name="T13" fmla="*/ 82 h 94"/>
                <a:gd name="T14" fmla="*/ 8 w 44"/>
                <a:gd name="T15" fmla="*/ 92 h 94"/>
                <a:gd name="T16" fmla="*/ 23 w 44"/>
                <a:gd name="T17" fmla="*/ 94 h 94"/>
                <a:gd name="T18" fmla="*/ 26 w 44"/>
                <a:gd name="T19" fmla="*/ 94 h 94"/>
                <a:gd name="T20" fmla="*/ 34 w 44"/>
                <a:gd name="T21" fmla="*/ 86 h 94"/>
                <a:gd name="T22" fmla="*/ 32 w 44"/>
                <a:gd name="T23" fmla="*/ 79 h 94"/>
                <a:gd name="T24" fmla="*/ 30 w 44"/>
                <a:gd name="T25" fmla="*/ 78 h 94"/>
                <a:gd name="T26" fmla="*/ 38 w 44"/>
                <a:gd name="T27" fmla="*/ 20 h 94"/>
                <a:gd name="T28" fmla="*/ 43 w 44"/>
                <a:gd name="T29" fmla="*/ 13 h 94"/>
                <a:gd name="T30" fmla="*/ 42 w 44"/>
                <a:gd name="T31" fmla="*/ 6 h 94"/>
                <a:gd name="T32" fmla="*/ 35 w 44"/>
                <a:gd name="T33" fmla="*/ 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94">
                  <a:moveTo>
                    <a:pt x="35" y="2"/>
                  </a:moveTo>
                  <a:lnTo>
                    <a:pt x="20" y="0"/>
                  </a:lnTo>
                  <a:cubicBezTo>
                    <a:pt x="18" y="0"/>
                    <a:pt x="15" y="1"/>
                    <a:pt x="13" y="2"/>
                  </a:cubicBezTo>
                  <a:cubicBezTo>
                    <a:pt x="11" y="4"/>
                    <a:pt x="10" y="6"/>
                    <a:pt x="10" y="8"/>
                  </a:cubicBezTo>
                  <a:cubicBezTo>
                    <a:pt x="9" y="12"/>
                    <a:pt x="11" y="15"/>
                    <a:pt x="13" y="17"/>
                  </a:cubicBezTo>
                  <a:lnTo>
                    <a:pt x="6" y="75"/>
                  </a:lnTo>
                  <a:cubicBezTo>
                    <a:pt x="3" y="76"/>
                    <a:pt x="1" y="79"/>
                    <a:pt x="0" y="82"/>
                  </a:cubicBezTo>
                  <a:cubicBezTo>
                    <a:pt x="0" y="87"/>
                    <a:pt x="3" y="92"/>
                    <a:pt x="8" y="92"/>
                  </a:cubicBezTo>
                  <a:lnTo>
                    <a:pt x="23" y="94"/>
                  </a:lnTo>
                  <a:cubicBezTo>
                    <a:pt x="24" y="94"/>
                    <a:pt x="25" y="94"/>
                    <a:pt x="26" y="94"/>
                  </a:cubicBezTo>
                  <a:cubicBezTo>
                    <a:pt x="30" y="94"/>
                    <a:pt x="33" y="90"/>
                    <a:pt x="34" y="86"/>
                  </a:cubicBezTo>
                  <a:cubicBezTo>
                    <a:pt x="34" y="84"/>
                    <a:pt x="33" y="81"/>
                    <a:pt x="32" y="79"/>
                  </a:cubicBezTo>
                  <a:cubicBezTo>
                    <a:pt x="31" y="79"/>
                    <a:pt x="31" y="78"/>
                    <a:pt x="30" y="78"/>
                  </a:cubicBezTo>
                  <a:lnTo>
                    <a:pt x="38" y="20"/>
                  </a:lnTo>
                  <a:cubicBezTo>
                    <a:pt x="41" y="19"/>
                    <a:pt x="43" y="16"/>
                    <a:pt x="43" y="13"/>
                  </a:cubicBezTo>
                  <a:cubicBezTo>
                    <a:pt x="44" y="10"/>
                    <a:pt x="43" y="8"/>
                    <a:pt x="42" y="6"/>
                  </a:cubicBezTo>
                  <a:cubicBezTo>
                    <a:pt x="40" y="4"/>
                    <a:pt x="38" y="3"/>
                    <a:pt x="35" y="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12">
              <a:extLst>
                <a:ext uri="{FF2B5EF4-FFF2-40B4-BE49-F238E27FC236}">
                  <a16:creationId xmlns:a16="http://schemas.microsoft.com/office/drawing/2014/main" id="{D9512BE6-E2E5-4F6F-BBCB-8F46B682B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413" y="3187700"/>
              <a:ext cx="36513" cy="52388"/>
            </a:xfrm>
            <a:custGeom>
              <a:avLst/>
              <a:gdLst>
                <a:gd name="T0" fmla="*/ 56 w 63"/>
                <a:gd name="T1" fmla="*/ 6 h 93"/>
                <a:gd name="T2" fmla="*/ 42 w 63"/>
                <a:gd name="T3" fmla="*/ 1 h 93"/>
                <a:gd name="T4" fmla="*/ 35 w 63"/>
                <a:gd name="T5" fmla="*/ 1 h 93"/>
                <a:gd name="T6" fmla="*/ 30 w 63"/>
                <a:gd name="T7" fmla="*/ 6 h 93"/>
                <a:gd name="T8" fmla="*/ 31 w 63"/>
                <a:gd name="T9" fmla="*/ 15 h 93"/>
                <a:gd name="T10" fmla="*/ 8 w 63"/>
                <a:gd name="T11" fmla="*/ 69 h 93"/>
                <a:gd name="T12" fmla="*/ 1 w 63"/>
                <a:gd name="T13" fmla="*/ 74 h 93"/>
                <a:gd name="T14" fmla="*/ 1 w 63"/>
                <a:gd name="T15" fmla="*/ 81 h 93"/>
                <a:gd name="T16" fmla="*/ 6 w 63"/>
                <a:gd name="T17" fmla="*/ 86 h 93"/>
                <a:gd name="T18" fmla="*/ 20 w 63"/>
                <a:gd name="T19" fmla="*/ 92 h 93"/>
                <a:gd name="T20" fmla="*/ 25 w 63"/>
                <a:gd name="T21" fmla="*/ 93 h 93"/>
                <a:gd name="T22" fmla="*/ 32 w 63"/>
                <a:gd name="T23" fmla="*/ 87 h 93"/>
                <a:gd name="T24" fmla="*/ 32 w 63"/>
                <a:gd name="T25" fmla="*/ 80 h 93"/>
                <a:gd name="T26" fmla="*/ 31 w 63"/>
                <a:gd name="T27" fmla="*/ 78 h 93"/>
                <a:gd name="T28" fmla="*/ 54 w 63"/>
                <a:gd name="T29" fmla="*/ 24 h 93"/>
                <a:gd name="T30" fmla="*/ 56 w 63"/>
                <a:gd name="T31" fmla="*/ 24 h 93"/>
                <a:gd name="T32" fmla="*/ 61 w 63"/>
                <a:gd name="T33" fmla="*/ 19 h 93"/>
                <a:gd name="T34" fmla="*/ 56 w 63"/>
                <a:gd name="T35" fmla="*/ 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93">
                  <a:moveTo>
                    <a:pt x="56" y="6"/>
                  </a:moveTo>
                  <a:lnTo>
                    <a:pt x="42" y="1"/>
                  </a:lnTo>
                  <a:cubicBezTo>
                    <a:pt x="39" y="0"/>
                    <a:pt x="37" y="0"/>
                    <a:pt x="35" y="1"/>
                  </a:cubicBezTo>
                  <a:cubicBezTo>
                    <a:pt x="32" y="1"/>
                    <a:pt x="31" y="3"/>
                    <a:pt x="30" y="6"/>
                  </a:cubicBezTo>
                  <a:cubicBezTo>
                    <a:pt x="28" y="9"/>
                    <a:pt x="29" y="12"/>
                    <a:pt x="31" y="15"/>
                  </a:cubicBezTo>
                  <a:lnTo>
                    <a:pt x="8" y="69"/>
                  </a:lnTo>
                  <a:cubicBezTo>
                    <a:pt x="5" y="69"/>
                    <a:pt x="3" y="71"/>
                    <a:pt x="1" y="74"/>
                  </a:cubicBezTo>
                  <a:cubicBezTo>
                    <a:pt x="0" y="76"/>
                    <a:pt x="0" y="79"/>
                    <a:pt x="1" y="81"/>
                  </a:cubicBezTo>
                  <a:cubicBezTo>
                    <a:pt x="2" y="83"/>
                    <a:pt x="4" y="85"/>
                    <a:pt x="6" y="86"/>
                  </a:cubicBezTo>
                  <a:lnTo>
                    <a:pt x="20" y="92"/>
                  </a:lnTo>
                  <a:cubicBezTo>
                    <a:pt x="22" y="93"/>
                    <a:pt x="24" y="93"/>
                    <a:pt x="25" y="93"/>
                  </a:cubicBezTo>
                  <a:cubicBezTo>
                    <a:pt x="28" y="92"/>
                    <a:pt x="31" y="90"/>
                    <a:pt x="32" y="87"/>
                  </a:cubicBezTo>
                  <a:cubicBezTo>
                    <a:pt x="33" y="85"/>
                    <a:pt x="33" y="82"/>
                    <a:pt x="32" y="80"/>
                  </a:cubicBezTo>
                  <a:cubicBezTo>
                    <a:pt x="32" y="79"/>
                    <a:pt x="32" y="79"/>
                    <a:pt x="31" y="78"/>
                  </a:cubicBezTo>
                  <a:lnTo>
                    <a:pt x="54" y="24"/>
                  </a:lnTo>
                  <a:cubicBezTo>
                    <a:pt x="54" y="24"/>
                    <a:pt x="55" y="24"/>
                    <a:pt x="56" y="24"/>
                  </a:cubicBezTo>
                  <a:cubicBezTo>
                    <a:pt x="58" y="23"/>
                    <a:pt x="60" y="21"/>
                    <a:pt x="61" y="19"/>
                  </a:cubicBezTo>
                  <a:cubicBezTo>
                    <a:pt x="63" y="14"/>
                    <a:pt x="61" y="8"/>
                    <a:pt x="56" y="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613">
              <a:extLst>
                <a:ext uri="{FF2B5EF4-FFF2-40B4-BE49-F238E27FC236}">
                  <a16:creationId xmlns:a16="http://schemas.microsoft.com/office/drawing/2014/main" id="{3BD1B61D-32BF-4A64-8283-C6F50C821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3617913"/>
              <a:ext cx="34925" cy="52388"/>
            </a:xfrm>
            <a:custGeom>
              <a:avLst/>
              <a:gdLst>
                <a:gd name="T0" fmla="*/ 57 w 63"/>
                <a:gd name="T1" fmla="*/ 8 h 94"/>
                <a:gd name="T2" fmla="*/ 43 w 63"/>
                <a:gd name="T3" fmla="*/ 2 h 94"/>
                <a:gd name="T4" fmla="*/ 43 w 63"/>
                <a:gd name="T5" fmla="*/ 2 h 94"/>
                <a:gd name="T6" fmla="*/ 31 w 63"/>
                <a:gd name="T7" fmla="*/ 7 h 94"/>
                <a:gd name="T8" fmla="*/ 31 w 63"/>
                <a:gd name="T9" fmla="*/ 14 h 94"/>
                <a:gd name="T10" fmla="*/ 32 w 63"/>
                <a:gd name="T11" fmla="*/ 16 h 94"/>
                <a:gd name="T12" fmla="*/ 9 w 63"/>
                <a:gd name="T13" fmla="*/ 70 h 94"/>
                <a:gd name="T14" fmla="*/ 2 w 63"/>
                <a:gd name="T15" fmla="*/ 76 h 94"/>
                <a:gd name="T16" fmla="*/ 7 w 63"/>
                <a:gd name="T17" fmla="*/ 88 h 94"/>
                <a:gd name="T18" fmla="*/ 21 w 63"/>
                <a:gd name="T19" fmla="*/ 93 h 94"/>
                <a:gd name="T20" fmla="*/ 26 w 63"/>
                <a:gd name="T21" fmla="*/ 94 h 94"/>
                <a:gd name="T22" fmla="*/ 28 w 63"/>
                <a:gd name="T23" fmla="*/ 93 h 94"/>
                <a:gd name="T24" fmla="*/ 33 w 63"/>
                <a:gd name="T25" fmla="*/ 88 h 94"/>
                <a:gd name="T26" fmla="*/ 32 w 63"/>
                <a:gd name="T27" fmla="*/ 80 h 94"/>
                <a:gd name="T28" fmla="*/ 55 w 63"/>
                <a:gd name="T29" fmla="*/ 25 h 94"/>
                <a:gd name="T30" fmla="*/ 62 w 63"/>
                <a:gd name="T31" fmla="*/ 20 h 94"/>
                <a:gd name="T32" fmla="*/ 62 w 63"/>
                <a:gd name="T33" fmla="*/ 13 h 94"/>
                <a:gd name="T34" fmla="*/ 57 w 63"/>
                <a:gd name="T35" fmla="*/ 8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94">
                  <a:moveTo>
                    <a:pt x="57" y="8"/>
                  </a:moveTo>
                  <a:lnTo>
                    <a:pt x="43" y="2"/>
                  </a:lnTo>
                  <a:lnTo>
                    <a:pt x="43" y="2"/>
                  </a:lnTo>
                  <a:cubicBezTo>
                    <a:pt x="38" y="0"/>
                    <a:pt x="32" y="2"/>
                    <a:pt x="31" y="7"/>
                  </a:cubicBezTo>
                  <a:cubicBezTo>
                    <a:pt x="30" y="9"/>
                    <a:pt x="30" y="12"/>
                    <a:pt x="31" y="14"/>
                  </a:cubicBezTo>
                  <a:cubicBezTo>
                    <a:pt x="31" y="15"/>
                    <a:pt x="31" y="15"/>
                    <a:pt x="32" y="16"/>
                  </a:cubicBezTo>
                  <a:lnTo>
                    <a:pt x="9" y="70"/>
                  </a:lnTo>
                  <a:cubicBezTo>
                    <a:pt x="6" y="71"/>
                    <a:pt x="3" y="72"/>
                    <a:pt x="2" y="76"/>
                  </a:cubicBezTo>
                  <a:cubicBezTo>
                    <a:pt x="0" y="80"/>
                    <a:pt x="2" y="86"/>
                    <a:pt x="7" y="88"/>
                  </a:cubicBezTo>
                  <a:lnTo>
                    <a:pt x="21" y="93"/>
                  </a:lnTo>
                  <a:cubicBezTo>
                    <a:pt x="23" y="94"/>
                    <a:pt x="24" y="94"/>
                    <a:pt x="26" y="94"/>
                  </a:cubicBezTo>
                  <a:cubicBezTo>
                    <a:pt x="27" y="94"/>
                    <a:pt x="28" y="94"/>
                    <a:pt x="28" y="93"/>
                  </a:cubicBezTo>
                  <a:cubicBezTo>
                    <a:pt x="31" y="93"/>
                    <a:pt x="32" y="91"/>
                    <a:pt x="33" y="88"/>
                  </a:cubicBezTo>
                  <a:cubicBezTo>
                    <a:pt x="35" y="85"/>
                    <a:pt x="34" y="82"/>
                    <a:pt x="32" y="80"/>
                  </a:cubicBezTo>
                  <a:lnTo>
                    <a:pt x="55" y="25"/>
                  </a:lnTo>
                  <a:cubicBezTo>
                    <a:pt x="58" y="25"/>
                    <a:pt x="61" y="23"/>
                    <a:pt x="62" y="20"/>
                  </a:cubicBezTo>
                  <a:cubicBezTo>
                    <a:pt x="63" y="18"/>
                    <a:pt x="63" y="15"/>
                    <a:pt x="62" y="13"/>
                  </a:cubicBezTo>
                  <a:cubicBezTo>
                    <a:pt x="61" y="11"/>
                    <a:pt x="59" y="9"/>
                    <a:pt x="57" y="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614">
              <a:extLst>
                <a:ext uri="{FF2B5EF4-FFF2-40B4-BE49-F238E27FC236}">
                  <a16:creationId xmlns:a16="http://schemas.microsoft.com/office/drawing/2014/main" id="{3E8AE4AB-58E1-4A23-8096-FE126BF01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626" y="3219450"/>
              <a:ext cx="44450" cy="49213"/>
            </a:xfrm>
            <a:custGeom>
              <a:avLst/>
              <a:gdLst>
                <a:gd name="T0" fmla="*/ 17 w 78"/>
                <a:gd name="T1" fmla="*/ 86 h 88"/>
                <a:gd name="T2" fmla="*/ 24 w 78"/>
                <a:gd name="T3" fmla="*/ 88 h 88"/>
                <a:gd name="T4" fmla="*/ 30 w 78"/>
                <a:gd name="T5" fmla="*/ 84 h 88"/>
                <a:gd name="T6" fmla="*/ 31 w 78"/>
                <a:gd name="T7" fmla="*/ 75 h 88"/>
                <a:gd name="T8" fmla="*/ 67 w 78"/>
                <a:gd name="T9" fmla="*/ 29 h 88"/>
                <a:gd name="T10" fmla="*/ 69 w 78"/>
                <a:gd name="T11" fmla="*/ 29 h 88"/>
                <a:gd name="T12" fmla="*/ 75 w 78"/>
                <a:gd name="T13" fmla="*/ 25 h 88"/>
                <a:gd name="T14" fmla="*/ 73 w 78"/>
                <a:gd name="T15" fmla="*/ 12 h 88"/>
                <a:gd name="T16" fmla="*/ 61 w 78"/>
                <a:gd name="T17" fmla="*/ 3 h 88"/>
                <a:gd name="T18" fmla="*/ 48 w 78"/>
                <a:gd name="T19" fmla="*/ 5 h 88"/>
                <a:gd name="T20" fmla="*/ 47 w 78"/>
                <a:gd name="T21" fmla="*/ 14 h 88"/>
                <a:gd name="T22" fmla="*/ 12 w 78"/>
                <a:gd name="T23" fmla="*/ 60 h 88"/>
                <a:gd name="T24" fmla="*/ 3 w 78"/>
                <a:gd name="T25" fmla="*/ 64 h 88"/>
                <a:gd name="T26" fmla="*/ 5 w 78"/>
                <a:gd name="T27" fmla="*/ 77 h 88"/>
                <a:gd name="T28" fmla="*/ 17 w 78"/>
                <a:gd name="T29" fmla="*/ 86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" h="88">
                  <a:moveTo>
                    <a:pt x="17" y="86"/>
                  </a:moveTo>
                  <a:cubicBezTo>
                    <a:pt x="19" y="87"/>
                    <a:pt x="22" y="88"/>
                    <a:pt x="24" y="88"/>
                  </a:cubicBezTo>
                  <a:cubicBezTo>
                    <a:pt x="26" y="87"/>
                    <a:pt x="28" y="86"/>
                    <a:pt x="30" y="84"/>
                  </a:cubicBezTo>
                  <a:cubicBezTo>
                    <a:pt x="32" y="82"/>
                    <a:pt x="32" y="78"/>
                    <a:pt x="31" y="75"/>
                  </a:cubicBezTo>
                  <a:lnTo>
                    <a:pt x="67" y="29"/>
                  </a:lnTo>
                  <a:cubicBezTo>
                    <a:pt x="68" y="29"/>
                    <a:pt x="68" y="29"/>
                    <a:pt x="69" y="29"/>
                  </a:cubicBezTo>
                  <a:cubicBezTo>
                    <a:pt x="71" y="29"/>
                    <a:pt x="74" y="27"/>
                    <a:pt x="75" y="25"/>
                  </a:cubicBezTo>
                  <a:cubicBezTo>
                    <a:pt x="78" y="21"/>
                    <a:pt x="78" y="15"/>
                    <a:pt x="73" y="12"/>
                  </a:cubicBezTo>
                  <a:lnTo>
                    <a:pt x="61" y="3"/>
                  </a:lnTo>
                  <a:cubicBezTo>
                    <a:pt x="57" y="0"/>
                    <a:pt x="52" y="1"/>
                    <a:pt x="48" y="5"/>
                  </a:cubicBezTo>
                  <a:cubicBezTo>
                    <a:pt x="46" y="7"/>
                    <a:pt x="46" y="11"/>
                    <a:pt x="47" y="14"/>
                  </a:cubicBezTo>
                  <a:lnTo>
                    <a:pt x="12" y="60"/>
                  </a:lnTo>
                  <a:cubicBezTo>
                    <a:pt x="8" y="60"/>
                    <a:pt x="5" y="61"/>
                    <a:pt x="3" y="64"/>
                  </a:cubicBezTo>
                  <a:cubicBezTo>
                    <a:pt x="0" y="68"/>
                    <a:pt x="1" y="74"/>
                    <a:pt x="5" y="77"/>
                  </a:cubicBezTo>
                  <a:lnTo>
                    <a:pt x="17" y="86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615">
              <a:extLst>
                <a:ext uri="{FF2B5EF4-FFF2-40B4-BE49-F238E27FC236}">
                  <a16:creationId xmlns:a16="http://schemas.microsoft.com/office/drawing/2014/main" id="{D23C57D1-A6A5-4D82-962C-B25F516A8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463" y="3589338"/>
              <a:ext cx="44450" cy="49213"/>
            </a:xfrm>
            <a:custGeom>
              <a:avLst/>
              <a:gdLst>
                <a:gd name="T0" fmla="*/ 61 w 78"/>
                <a:gd name="T1" fmla="*/ 3 h 88"/>
                <a:gd name="T2" fmla="*/ 48 w 78"/>
                <a:gd name="T3" fmla="*/ 5 h 88"/>
                <a:gd name="T4" fmla="*/ 47 w 78"/>
                <a:gd name="T5" fmla="*/ 14 h 88"/>
                <a:gd name="T6" fmla="*/ 11 w 78"/>
                <a:gd name="T7" fmla="*/ 60 h 88"/>
                <a:gd name="T8" fmla="*/ 3 w 78"/>
                <a:gd name="T9" fmla="*/ 64 h 88"/>
                <a:gd name="T10" fmla="*/ 5 w 78"/>
                <a:gd name="T11" fmla="*/ 77 h 88"/>
                <a:gd name="T12" fmla="*/ 17 w 78"/>
                <a:gd name="T13" fmla="*/ 86 h 88"/>
                <a:gd name="T14" fmla="*/ 23 w 78"/>
                <a:gd name="T15" fmla="*/ 88 h 88"/>
                <a:gd name="T16" fmla="*/ 30 w 78"/>
                <a:gd name="T17" fmla="*/ 84 h 88"/>
                <a:gd name="T18" fmla="*/ 31 w 78"/>
                <a:gd name="T19" fmla="*/ 75 h 88"/>
                <a:gd name="T20" fmla="*/ 67 w 78"/>
                <a:gd name="T21" fmla="*/ 29 h 88"/>
                <a:gd name="T22" fmla="*/ 69 w 78"/>
                <a:gd name="T23" fmla="*/ 29 h 88"/>
                <a:gd name="T24" fmla="*/ 75 w 78"/>
                <a:gd name="T25" fmla="*/ 25 h 88"/>
                <a:gd name="T26" fmla="*/ 73 w 78"/>
                <a:gd name="T27" fmla="*/ 12 h 88"/>
                <a:gd name="T28" fmla="*/ 61 w 78"/>
                <a:gd name="T29" fmla="*/ 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" h="88">
                  <a:moveTo>
                    <a:pt x="61" y="3"/>
                  </a:moveTo>
                  <a:cubicBezTo>
                    <a:pt x="57" y="0"/>
                    <a:pt x="51" y="1"/>
                    <a:pt x="48" y="5"/>
                  </a:cubicBezTo>
                  <a:cubicBezTo>
                    <a:pt x="46" y="7"/>
                    <a:pt x="46" y="11"/>
                    <a:pt x="47" y="14"/>
                  </a:cubicBezTo>
                  <a:lnTo>
                    <a:pt x="11" y="60"/>
                  </a:lnTo>
                  <a:cubicBezTo>
                    <a:pt x="8" y="60"/>
                    <a:pt x="5" y="61"/>
                    <a:pt x="3" y="64"/>
                  </a:cubicBezTo>
                  <a:cubicBezTo>
                    <a:pt x="0" y="68"/>
                    <a:pt x="0" y="74"/>
                    <a:pt x="5" y="77"/>
                  </a:cubicBezTo>
                  <a:lnTo>
                    <a:pt x="17" y="86"/>
                  </a:lnTo>
                  <a:cubicBezTo>
                    <a:pt x="19" y="87"/>
                    <a:pt x="21" y="88"/>
                    <a:pt x="23" y="88"/>
                  </a:cubicBezTo>
                  <a:cubicBezTo>
                    <a:pt x="26" y="87"/>
                    <a:pt x="28" y="86"/>
                    <a:pt x="30" y="84"/>
                  </a:cubicBezTo>
                  <a:cubicBezTo>
                    <a:pt x="32" y="82"/>
                    <a:pt x="32" y="78"/>
                    <a:pt x="31" y="75"/>
                  </a:cubicBezTo>
                  <a:lnTo>
                    <a:pt x="67" y="29"/>
                  </a:lnTo>
                  <a:cubicBezTo>
                    <a:pt x="67" y="29"/>
                    <a:pt x="68" y="29"/>
                    <a:pt x="69" y="29"/>
                  </a:cubicBezTo>
                  <a:cubicBezTo>
                    <a:pt x="71" y="29"/>
                    <a:pt x="73" y="27"/>
                    <a:pt x="75" y="25"/>
                  </a:cubicBezTo>
                  <a:cubicBezTo>
                    <a:pt x="78" y="21"/>
                    <a:pt x="77" y="15"/>
                    <a:pt x="73" y="12"/>
                  </a:cubicBezTo>
                  <a:lnTo>
                    <a:pt x="61" y="3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616">
              <a:extLst>
                <a:ext uri="{FF2B5EF4-FFF2-40B4-BE49-F238E27FC236}">
                  <a16:creationId xmlns:a16="http://schemas.microsoft.com/office/drawing/2014/main" id="{D863DDD9-5B64-4BD3-BA8D-FD80879AC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313" y="3265488"/>
              <a:ext cx="49213" cy="44450"/>
            </a:xfrm>
            <a:custGeom>
              <a:avLst/>
              <a:gdLst>
                <a:gd name="T0" fmla="*/ 14 w 88"/>
                <a:gd name="T1" fmla="*/ 47 h 77"/>
                <a:gd name="T2" fmla="*/ 12 w 88"/>
                <a:gd name="T3" fmla="*/ 46 h 77"/>
                <a:gd name="T4" fmla="*/ 5 w 88"/>
                <a:gd name="T5" fmla="*/ 48 h 77"/>
                <a:gd name="T6" fmla="*/ 3 w 88"/>
                <a:gd name="T7" fmla="*/ 61 h 77"/>
                <a:gd name="T8" fmla="*/ 12 w 88"/>
                <a:gd name="T9" fmla="*/ 73 h 77"/>
                <a:gd name="T10" fmla="*/ 18 w 88"/>
                <a:gd name="T11" fmla="*/ 77 h 77"/>
                <a:gd name="T12" fmla="*/ 21 w 88"/>
                <a:gd name="T13" fmla="*/ 77 h 77"/>
                <a:gd name="T14" fmla="*/ 25 w 88"/>
                <a:gd name="T15" fmla="*/ 75 h 77"/>
                <a:gd name="T16" fmla="*/ 29 w 88"/>
                <a:gd name="T17" fmla="*/ 67 h 77"/>
                <a:gd name="T18" fmla="*/ 75 w 88"/>
                <a:gd name="T19" fmla="*/ 31 h 77"/>
                <a:gd name="T20" fmla="*/ 80 w 88"/>
                <a:gd name="T21" fmla="*/ 31 h 77"/>
                <a:gd name="T22" fmla="*/ 84 w 88"/>
                <a:gd name="T23" fmla="*/ 30 h 77"/>
                <a:gd name="T24" fmla="*/ 88 w 88"/>
                <a:gd name="T25" fmla="*/ 23 h 77"/>
                <a:gd name="T26" fmla="*/ 86 w 88"/>
                <a:gd name="T27" fmla="*/ 17 h 77"/>
                <a:gd name="T28" fmla="*/ 77 w 88"/>
                <a:gd name="T29" fmla="*/ 5 h 77"/>
                <a:gd name="T30" fmla="*/ 64 w 88"/>
                <a:gd name="T31" fmla="*/ 3 h 77"/>
                <a:gd name="T32" fmla="*/ 60 w 88"/>
                <a:gd name="T33" fmla="*/ 11 h 77"/>
                <a:gd name="T34" fmla="*/ 14 w 88"/>
                <a:gd name="T35" fmla="*/ 4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77">
                  <a:moveTo>
                    <a:pt x="14" y="47"/>
                  </a:moveTo>
                  <a:cubicBezTo>
                    <a:pt x="13" y="47"/>
                    <a:pt x="12" y="46"/>
                    <a:pt x="12" y="46"/>
                  </a:cubicBezTo>
                  <a:cubicBezTo>
                    <a:pt x="9" y="46"/>
                    <a:pt x="7" y="46"/>
                    <a:pt x="5" y="48"/>
                  </a:cubicBezTo>
                  <a:cubicBezTo>
                    <a:pt x="1" y="51"/>
                    <a:pt x="0" y="57"/>
                    <a:pt x="3" y="61"/>
                  </a:cubicBezTo>
                  <a:lnTo>
                    <a:pt x="12" y="73"/>
                  </a:lnTo>
                  <a:cubicBezTo>
                    <a:pt x="14" y="75"/>
                    <a:pt x="16" y="76"/>
                    <a:pt x="18" y="77"/>
                  </a:cubicBezTo>
                  <a:cubicBezTo>
                    <a:pt x="19" y="77"/>
                    <a:pt x="20" y="77"/>
                    <a:pt x="21" y="77"/>
                  </a:cubicBezTo>
                  <a:cubicBezTo>
                    <a:pt x="23" y="76"/>
                    <a:pt x="24" y="76"/>
                    <a:pt x="25" y="75"/>
                  </a:cubicBezTo>
                  <a:cubicBezTo>
                    <a:pt x="28" y="73"/>
                    <a:pt x="29" y="70"/>
                    <a:pt x="29" y="67"/>
                  </a:cubicBezTo>
                  <a:lnTo>
                    <a:pt x="75" y="31"/>
                  </a:lnTo>
                  <a:cubicBezTo>
                    <a:pt x="77" y="31"/>
                    <a:pt x="78" y="32"/>
                    <a:pt x="80" y="31"/>
                  </a:cubicBezTo>
                  <a:cubicBezTo>
                    <a:pt x="81" y="31"/>
                    <a:pt x="83" y="31"/>
                    <a:pt x="84" y="30"/>
                  </a:cubicBezTo>
                  <a:cubicBezTo>
                    <a:pt x="86" y="28"/>
                    <a:pt x="87" y="26"/>
                    <a:pt x="88" y="23"/>
                  </a:cubicBezTo>
                  <a:cubicBezTo>
                    <a:pt x="88" y="21"/>
                    <a:pt x="87" y="19"/>
                    <a:pt x="86" y="17"/>
                  </a:cubicBezTo>
                  <a:lnTo>
                    <a:pt x="77" y="5"/>
                  </a:lnTo>
                  <a:cubicBezTo>
                    <a:pt x="74" y="0"/>
                    <a:pt x="68" y="0"/>
                    <a:pt x="64" y="3"/>
                  </a:cubicBezTo>
                  <a:cubicBezTo>
                    <a:pt x="61" y="5"/>
                    <a:pt x="60" y="8"/>
                    <a:pt x="60" y="11"/>
                  </a:cubicBezTo>
                  <a:lnTo>
                    <a:pt x="14" y="47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617">
              <a:extLst>
                <a:ext uri="{FF2B5EF4-FFF2-40B4-BE49-F238E27FC236}">
                  <a16:creationId xmlns:a16="http://schemas.microsoft.com/office/drawing/2014/main" id="{9727BB80-448F-4A8B-A859-4D50BE0A3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426" y="3549650"/>
              <a:ext cx="50800" cy="42863"/>
            </a:xfrm>
            <a:custGeom>
              <a:avLst/>
              <a:gdLst>
                <a:gd name="T0" fmla="*/ 74 w 88"/>
                <a:gd name="T1" fmla="*/ 30 h 76"/>
                <a:gd name="T2" fmla="*/ 76 w 88"/>
                <a:gd name="T3" fmla="*/ 31 h 76"/>
                <a:gd name="T4" fmla="*/ 79 w 88"/>
                <a:gd name="T5" fmla="*/ 31 h 76"/>
                <a:gd name="T6" fmla="*/ 83 w 88"/>
                <a:gd name="T7" fmla="*/ 29 h 76"/>
                <a:gd name="T8" fmla="*/ 85 w 88"/>
                <a:gd name="T9" fmla="*/ 16 h 76"/>
                <a:gd name="T10" fmla="*/ 76 w 88"/>
                <a:gd name="T11" fmla="*/ 4 h 76"/>
                <a:gd name="T12" fmla="*/ 70 w 88"/>
                <a:gd name="T13" fmla="*/ 0 h 76"/>
                <a:gd name="T14" fmla="*/ 63 w 88"/>
                <a:gd name="T15" fmla="*/ 2 h 76"/>
                <a:gd name="T16" fmla="*/ 59 w 88"/>
                <a:gd name="T17" fmla="*/ 11 h 76"/>
                <a:gd name="T18" fmla="*/ 13 w 88"/>
                <a:gd name="T19" fmla="*/ 46 h 76"/>
                <a:gd name="T20" fmla="*/ 4 w 88"/>
                <a:gd name="T21" fmla="*/ 47 h 76"/>
                <a:gd name="T22" fmla="*/ 0 w 88"/>
                <a:gd name="T23" fmla="*/ 54 h 76"/>
                <a:gd name="T24" fmla="*/ 2 w 88"/>
                <a:gd name="T25" fmla="*/ 60 h 76"/>
                <a:gd name="T26" fmla="*/ 11 w 88"/>
                <a:gd name="T27" fmla="*/ 72 h 76"/>
                <a:gd name="T28" fmla="*/ 20 w 88"/>
                <a:gd name="T29" fmla="*/ 76 h 76"/>
                <a:gd name="T30" fmla="*/ 24 w 88"/>
                <a:gd name="T31" fmla="*/ 74 h 76"/>
                <a:gd name="T32" fmla="*/ 28 w 88"/>
                <a:gd name="T33" fmla="*/ 66 h 76"/>
                <a:gd name="T34" fmla="*/ 74 w 88"/>
                <a:gd name="T35" fmla="*/ 3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76">
                  <a:moveTo>
                    <a:pt x="74" y="30"/>
                  </a:moveTo>
                  <a:cubicBezTo>
                    <a:pt x="75" y="31"/>
                    <a:pt x="76" y="31"/>
                    <a:pt x="76" y="31"/>
                  </a:cubicBezTo>
                  <a:cubicBezTo>
                    <a:pt x="77" y="31"/>
                    <a:pt x="78" y="31"/>
                    <a:pt x="79" y="31"/>
                  </a:cubicBezTo>
                  <a:cubicBezTo>
                    <a:pt x="80" y="31"/>
                    <a:pt x="82" y="30"/>
                    <a:pt x="83" y="29"/>
                  </a:cubicBezTo>
                  <a:cubicBezTo>
                    <a:pt x="87" y="26"/>
                    <a:pt x="88" y="20"/>
                    <a:pt x="85" y="16"/>
                  </a:cubicBezTo>
                  <a:lnTo>
                    <a:pt x="76" y="4"/>
                  </a:lnTo>
                  <a:cubicBezTo>
                    <a:pt x="74" y="2"/>
                    <a:pt x="72" y="1"/>
                    <a:pt x="70" y="0"/>
                  </a:cubicBezTo>
                  <a:cubicBezTo>
                    <a:pt x="67" y="0"/>
                    <a:pt x="65" y="1"/>
                    <a:pt x="63" y="2"/>
                  </a:cubicBezTo>
                  <a:cubicBezTo>
                    <a:pt x="60" y="4"/>
                    <a:pt x="59" y="7"/>
                    <a:pt x="59" y="11"/>
                  </a:cubicBezTo>
                  <a:lnTo>
                    <a:pt x="13" y="46"/>
                  </a:lnTo>
                  <a:cubicBezTo>
                    <a:pt x="10" y="45"/>
                    <a:pt x="6" y="45"/>
                    <a:pt x="4" y="47"/>
                  </a:cubicBezTo>
                  <a:cubicBezTo>
                    <a:pt x="2" y="49"/>
                    <a:pt x="1" y="51"/>
                    <a:pt x="0" y="54"/>
                  </a:cubicBezTo>
                  <a:cubicBezTo>
                    <a:pt x="0" y="56"/>
                    <a:pt x="1" y="58"/>
                    <a:pt x="2" y="60"/>
                  </a:cubicBezTo>
                  <a:lnTo>
                    <a:pt x="11" y="72"/>
                  </a:lnTo>
                  <a:cubicBezTo>
                    <a:pt x="13" y="75"/>
                    <a:pt x="17" y="76"/>
                    <a:pt x="20" y="76"/>
                  </a:cubicBezTo>
                  <a:cubicBezTo>
                    <a:pt x="22" y="76"/>
                    <a:pt x="23" y="75"/>
                    <a:pt x="24" y="74"/>
                  </a:cubicBezTo>
                  <a:cubicBezTo>
                    <a:pt x="27" y="72"/>
                    <a:pt x="28" y="69"/>
                    <a:pt x="28" y="66"/>
                  </a:cubicBezTo>
                  <a:lnTo>
                    <a:pt x="74" y="3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618">
              <a:extLst>
                <a:ext uri="{FF2B5EF4-FFF2-40B4-BE49-F238E27FC236}">
                  <a16:creationId xmlns:a16="http://schemas.microsoft.com/office/drawing/2014/main" id="{4D2502E1-E533-40AE-93D2-AC7853B34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888" y="3321050"/>
              <a:ext cx="53975" cy="36513"/>
            </a:xfrm>
            <a:custGeom>
              <a:avLst/>
              <a:gdLst>
                <a:gd name="T0" fmla="*/ 15 w 94"/>
                <a:gd name="T1" fmla="*/ 32 h 63"/>
                <a:gd name="T2" fmla="*/ 6 w 94"/>
                <a:gd name="T3" fmla="*/ 31 h 63"/>
                <a:gd name="T4" fmla="*/ 1 w 94"/>
                <a:gd name="T5" fmla="*/ 36 h 63"/>
                <a:gd name="T6" fmla="*/ 1 w 94"/>
                <a:gd name="T7" fmla="*/ 43 h 63"/>
                <a:gd name="T8" fmla="*/ 7 w 94"/>
                <a:gd name="T9" fmla="*/ 57 h 63"/>
                <a:gd name="T10" fmla="*/ 12 w 94"/>
                <a:gd name="T11" fmla="*/ 62 h 63"/>
                <a:gd name="T12" fmla="*/ 17 w 94"/>
                <a:gd name="T13" fmla="*/ 62 h 63"/>
                <a:gd name="T14" fmla="*/ 19 w 94"/>
                <a:gd name="T15" fmla="*/ 62 h 63"/>
                <a:gd name="T16" fmla="*/ 24 w 94"/>
                <a:gd name="T17" fmla="*/ 55 h 63"/>
                <a:gd name="T18" fmla="*/ 79 w 94"/>
                <a:gd name="T19" fmla="*/ 32 h 63"/>
                <a:gd name="T20" fmla="*/ 80 w 94"/>
                <a:gd name="T21" fmla="*/ 33 h 63"/>
                <a:gd name="T22" fmla="*/ 85 w 94"/>
                <a:gd name="T23" fmla="*/ 34 h 63"/>
                <a:gd name="T24" fmla="*/ 87 w 94"/>
                <a:gd name="T25" fmla="*/ 33 h 63"/>
                <a:gd name="T26" fmla="*/ 92 w 94"/>
                <a:gd name="T27" fmla="*/ 21 h 63"/>
                <a:gd name="T28" fmla="*/ 87 w 94"/>
                <a:gd name="T29" fmla="*/ 7 h 63"/>
                <a:gd name="T30" fmla="*/ 74 w 94"/>
                <a:gd name="T31" fmla="*/ 2 h 63"/>
                <a:gd name="T32" fmla="*/ 69 w 94"/>
                <a:gd name="T33" fmla="*/ 9 h 63"/>
                <a:gd name="T34" fmla="*/ 15 w 94"/>
                <a:gd name="T35" fmla="*/ 3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63">
                  <a:moveTo>
                    <a:pt x="15" y="32"/>
                  </a:moveTo>
                  <a:cubicBezTo>
                    <a:pt x="12" y="30"/>
                    <a:pt x="9" y="29"/>
                    <a:pt x="6" y="31"/>
                  </a:cubicBezTo>
                  <a:cubicBezTo>
                    <a:pt x="4" y="31"/>
                    <a:pt x="2" y="33"/>
                    <a:pt x="1" y="36"/>
                  </a:cubicBezTo>
                  <a:cubicBezTo>
                    <a:pt x="0" y="38"/>
                    <a:pt x="0" y="40"/>
                    <a:pt x="1" y="43"/>
                  </a:cubicBezTo>
                  <a:lnTo>
                    <a:pt x="7" y="57"/>
                  </a:lnTo>
                  <a:cubicBezTo>
                    <a:pt x="8" y="59"/>
                    <a:pt x="10" y="61"/>
                    <a:pt x="12" y="62"/>
                  </a:cubicBezTo>
                  <a:cubicBezTo>
                    <a:pt x="13" y="62"/>
                    <a:pt x="15" y="63"/>
                    <a:pt x="17" y="62"/>
                  </a:cubicBezTo>
                  <a:cubicBezTo>
                    <a:pt x="17" y="62"/>
                    <a:pt x="18" y="62"/>
                    <a:pt x="19" y="62"/>
                  </a:cubicBezTo>
                  <a:cubicBezTo>
                    <a:pt x="22" y="61"/>
                    <a:pt x="24" y="58"/>
                    <a:pt x="24" y="55"/>
                  </a:cubicBezTo>
                  <a:lnTo>
                    <a:pt x="79" y="32"/>
                  </a:lnTo>
                  <a:cubicBezTo>
                    <a:pt x="79" y="33"/>
                    <a:pt x="80" y="33"/>
                    <a:pt x="80" y="33"/>
                  </a:cubicBezTo>
                  <a:cubicBezTo>
                    <a:pt x="82" y="34"/>
                    <a:pt x="83" y="34"/>
                    <a:pt x="85" y="34"/>
                  </a:cubicBezTo>
                  <a:cubicBezTo>
                    <a:pt x="86" y="34"/>
                    <a:pt x="87" y="34"/>
                    <a:pt x="87" y="33"/>
                  </a:cubicBezTo>
                  <a:cubicBezTo>
                    <a:pt x="92" y="31"/>
                    <a:pt x="94" y="26"/>
                    <a:pt x="92" y="21"/>
                  </a:cubicBezTo>
                  <a:lnTo>
                    <a:pt x="87" y="7"/>
                  </a:lnTo>
                  <a:cubicBezTo>
                    <a:pt x="85" y="2"/>
                    <a:pt x="79" y="0"/>
                    <a:pt x="74" y="2"/>
                  </a:cubicBezTo>
                  <a:cubicBezTo>
                    <a:pt x="71" y="3"/>
                    <a:pt x="70" y="6"/>
                    <a:pt x="69" y="9"/>
                  </a:cubicBezTo>
                  <a:lnTo>
                    <a:pt x="15" y="32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619">
              <a:extLst>
                <a:ext uri="{FF2B5EF4-FFF2-40B4-BE49-F238E27FC236}">
                  <a16:creationId xmlns:a16="http://schemas.microsoft.com/office/drawing/2014/main" id="{7AC8A1E7-5D7F-4AE5-B9BC-E45B4FC0E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676" y="3500438"/>
              <a:ext cx="53975" cy="34925"/>
            </a:xfrm>
            <a:custGeom>
              <a:avLst/>
              <a:gdLst>
                <a:gd name="T0" fmla="*/ 79 w 94"/>
                <a:gd name="T1" fmla="*/ 31 h 62"/>
                <a:gd name="T2" fmla="*/ 86 w 94"/>
                <a:gd name="T3" fmla="*/ 33 h 62"/>
                <a:gd name="T4" fmla="*/ 88 w 94"/>
                <a:gd name="T5" fmla="*/ 32 h 62"/>
                <a:gd name="T6" fmla="*/ 93 w 94"/>
                <a:gd name="T7" fmla="*/ 27 h 62"/>
                <a:gd name="T8" fmla="*/ 93 w 94"/>
                <a:gd name="T9" fmla="*/ 20 h 62"/>
                <a:gd name="T10" fmla="*/ 87 w 94"/>
                <a:gd name="T11" fmla="*/ 6 h 62"/>
                <a:gd name="T12" fmla="*/ 82 w 94"/>
                <a:gd name="T13" fmla="*/ 1 h 62"/>
                <a:gd name="T14" fmla="*/ 75 w 94"/>
                <a:gd name="T15" fmla="*/ 1 h 62"/>
                <a:gd name="T16" fmla="*/ 70 w 94"/>
                <a:gd name="T17" fmla="*/ 8 h 62"/>
                <a:gd name="T18" fmla="*/ 16 w 94"/>
                <a:gd name="T19" fmla="*/ 31 h 62"/>
                <a:gd name="T20" fmla="*/ 14 w 94"/>
                <a:gd name="T21" fmla="*/ 30 h 62"/>
                <a:gd name="T22" fmla="*/ 7 w 94"/>
                <a:gd name="T23" fmla="*/ 30 h 62"/>
                <a:gd name="T24" fmla="*/ 2 w 94"/>
                <a:gd name="T25" fmla="*/ 42 h 62"/>
                <a:gd name="T26" fmla="*/ 7 w 94"/>
                <a:gd name="T27" fmla="*/ 56 h 62"/>
                <a:gd name="T28" fmla="*/ 17 w 94"/>
                <a:gd name="T29" fmla="*/ 61 h 62"/>
                <a:gd name="T30" fmla="*/ 20 w 94"/>
                <a:gd name="T31" fmla="*/ 61 h 62"/>
                <a:gd name="T32" fmla="*/ 25 w 94"/>
                <a:gd name="T33" fmla="*/ 54 h 62"/>
                <a:gd name="T34" fmla="*/ 79 w 94"/>
                <a:gd name="T35" fmla="*/ 3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62">
                  <a:moveTo>
                    <a:pt x="79" y="31"/>
                  </a:moveTo>
                  <a:cubicBezTo>
                    <a:pt x="81" y="33"/>
                    <a:pt x="83" y="33"/>
                    <a:pt x="86" y="33"/>
                  </a:cubicBezTo>
                  <a:cubicBezTo>
                    <a:pt x="86" y="33"/>
                    <a:pt x="87" y="33"/>
                    <a:pt x="88" y="32"/>
                  </a:cubicBezTo>
                  <a:cubicBezTo>
                    <a:pt x="90" y="32"/>
                    <a:pt x="92" y="30"/>
                    <a:pt x="93" y="27"/>
                  </a:cubicBezTo>
                  <a:cubicBezTo>
                    <a:pt x="94" y="25"/>
                    <a:pt x="94" y="23"/>
                    <a:pt x="93" y="20"/>
                  </a:cubicBezTo>
                  <a:lnTo>
                    <a:pt x="87" y="6"/>
                  </a:lnTo>
                  <a:cubicBezTo>
                    <a:pt x="86" y="4"/>
                    <a:pt x="84" y="2"/>
                    <a:pt x="82" y="1"/>
                  </a:cubicBezTo>
                  <a:cubicBezTo>
                    <a:pt x="80" y="0"/>
                    <a:pt x="77" y="0"/>
                    <a:pt x="75" y="1"/>
                  </a:cubicBezTo>
                  <a:cubicBezTo>
                    <a:pt x="72" y="3"/>
                    <a:pt x="70" y="5"/>
                    <a:pt x="70" y="8"/>
                  </a:cubicBezTo>
                  <a:lnTo>
                    <a:pt x="16" y="31"/>
                  </a:lnTo>
                  <a:cubicBezTo>
                    <a:pt x="15" y="30"/>
                    <a:pt x="14" y="30"/>
                    <a:pt x="14" y="30"/>
                  </a:cubicBezTo>
                  <a:cubicBezTo>
                    <a:pt x="11" y="29"/>
                    <a:pt x="9" y="29"/>
                    <a:pt x="7" y="30"/>
                  </a:cubicBezTo>
                  <a:cubicBezTo>
                    <a:pt x="2" y="32"/>
                    <a:pt x="0" y="37"/>
                    <a:pt x="2" y="42"/>
                  </a:cubicBezTo>
                  <a:lnTo>
                    <a:pt x="7" y="56"/>
                  </a:lnTo>
                  <a:cubicBezTo>
                    <a:pt x="9" y="60"/>
                    <a:pt x="13" y="62"/>
                    <a:pt x="17" y="61"/>
                  </a:cubicBezTo>
                  <a:cubicBezTo>
                    <a:pt x="18" y="61"/>
                    <a:pt x="19" y="61"/>
                    <a:pt x="20" y="61"/>
                  </a:cubicBezTo>
                  <a:cubicBezTo>
                    <a:pt x="23" y="60"/>
                    <a:pt x="24" y="57"/>
                    <a:pt x="25" y="54"/>
                  </a:cubicBezTo>
                  <a:lnTo>
                    <a:pt x="79" y="31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644">
              <a:extLst>
                <a:ext uri="{FF2B5EF4-FFF2-40B4-BE49-F238E27FC236}">
                  <a16:creationId xmlns:a16="http://schemas.microsoft.com/office/drawing/2014/main" id="{AD1B2C41-7078-4C57-AF65-EF438A105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751" y="3055938"/>
              <a:ext cx="44450" cy="165100"/>
            </a:xfrm>
            <a:custGeom>
              <a:avLst/>
              <a:gdLst>
                <a:gd name="T0" fmla="*/ 39 w 78"/>
                <a:gd name="T1" fmla="*/ 0 h 287"/>
                <a:gd name="T2" fmla="*/ 0 w 78"/>
                <a:gd name="T3" fmla="*/ 46 h 287"/>
                <a:gd name="T4" fmla="*/ 6 w 78"/>
                <a:gd name="T5" fmla="*/ 71 h 287"/>
                <a:gd name="T6" fmla="*/ 6 w 78"/>
                <a:gd name="T7" fmla="*/ 71 h 287"/>
                <a:gd name="T8" fmla="*/ 30 w 78"/>
                <a:gd name="T9" fmla="*/ 276 h 287"/>
                <a:gd name="T10" fmla="*/ 25 w 78"/>
                <a:gd name="T11" fmla="*/ 281 h 287"/>
                <a:gd name="T12" fmla="*/ 31 w 78"/>
                <a:gd name="T13" fmla="*/ 287 h 287"/>
                <a:gd name="T14" fmla="*/ 47 w 78"/>
                <a:gd name="T15" fmla="*/ 287 h 287"/>
                <a:gd name="T16" fmla="*/ 53 w 78"/>
                <a:gd name="T17" fmla="*/ 281 h 287"/>
                <a:gd name="T18" fmla="*/ 48 w 78"/>
                <a:gd name="T19" fmla="*/ 276 h 287"/>
                <a:gd name="T20" fmla="*/ 72 w 78"/>
                <a:gd name="T21" fmla="*/ 71 h 287"/>
                <a:gd name="T22" fmla="*/ 72 w 78"/>
                <a:gd name="T23" fmla="*/ 71 h 287"/>
                <a:gd name="T24" fmla="*/ 78 w 78"/>
                <a:gd name="T25" fmla="*/ 46 h 287"/>
                <a:gd name="T26" fmla="*/ 39 w 78"/>
                <a:gd name="T27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287">
                  <a:moveTo>
                    <a:pt x="39" y="0"/>
                  </a:moveTo>
                  <a:cubicBezTo>
                    <a:pt x="17" y="0"/>
                    <a:pt x="0" y="21"/>
                    <a:pt x="0" y="46"/>
                  </a:cubicBezTo>
                  <a:cubicBezTo>
                    <a:pt x="0" y="55"/>
                    <a:pt x="2" y="64"/>
                    <a:pt x="6" y="71"/>
                  </a:cubicBezTo>
                  <a:lnTo>
                    <a:pt x="6" y="71"/>
                  </a:lnTo>
                  <a:cubicBezTo>
                    <a:pt x="32" y="118"/>
                    <a:pt x="31" y="248"/>
                    <a:pt x="30" y="276"/>
                  </a:cubicBezTo>
                  <a:cubicBezTo>
                    <a:pt x="27" y="276"/>
                    <a:pt x="25" y="279"/>
                    <a:pt x="25" y="281"/>
                  </a:cubicBezTo>
                  <a:cubicBezTo>
                    <a:pt x="25" y="285"/>
                    <a:pt x="28" y="287"/>
                    <a:pt x="31" y="287"/>
                  </a:cubicBezTo>
                  <a:lnTo>
                    <a:pt x="47" y="287"/>
                  </a:lnTo>
                  <a:cubicBezTo>
                    <a:pt x="50" y="287"/>
                    <a:pt x="53" y="285"/>
                    <a:pt x="53" y="281"/>
                  </a:cubicBezTo>
                  <a:cubicBezTo>
                    <a:pt x="53" y="279"/>
                    <a:pt x="51" y="276"/>
                    <a:pt x="48" y="276"/>
                  </a:cubicBezTo>
                  <a:cubicBezTo>
                    <a:pt x="47" y="248"/>
                    <a:pt x="46" y="118"/>
                    <a:pt x="72" y="71"/>
                  </a:cubicBezTo>
                  <a:lnTo>
                    <a:pt x="72" y="71"/>
                  </a:lnTo>
                  <a:cubicBezTo>
                    <a:pt x="76" y="64"/>
                    <a:pt x="78" y="55"/>
                    <a:pt x="78" y="46"/>
                  </a:cubicBezTo>
                  <a:cubicBezTo>
                    <a:pt x="78" y="21"/>
                    <a:pt x="61" y="0"/>
                    <a:pt x="39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645">
              <a:extLst>
                <a:ext uri="{FF2B5EF4-FFF2-40B4-BE49-F238E27FC236}">
                  <a16:creationId xmlns:a16="http://schemas.microsoft.com/office/drawing/2014/main" id="{312D922E-D864-4BC9-AF80-E5B17ACC8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751" y="3638550"/>
              <a:ext cx="44450" cy="163513"/>
            </a:xfrm>
            <a:custGeom>
              <a:avLst/>
              <a:gdLst>
                <a:gd name="T0" fmla="*/ 72 w 78"/>
                <a:gd name="T1" fmla="*/ 216 h 287"/>
                <a:gd name="T2" fmla="*/ 48 w 78"/>
                <a:gd name="T3" fmla="*/ 11 h 287"/>
                <a:gd name="T4" fmla="*/ 53 w 78"/>
                <a:gd name="T5" fmla="*/ 6 h 287"/>
                <a:gd name="T6" fmla="*/ 47 w 78"/>
                <a:gd name="T7" fmla="*/ 0 h 287"/>
                <a:gd name="T8" fmla="*/ 31 w 78"/>
                <a:gd name="T9" fmla="*/ 0 h 287"/>
                <a:gd name="T10" fmla="*/ 25 w 78"/>
                <a:gd name="T11" fmla="*/ 6 h 287"/>
                <a:gd name="T12" fmla="*/ 30 w 78"/>
                <a:gd name="T13" fmla="*/ 11 h 287"/>
                <a:gd name="T14" fmla="*/ 6 w 78"/>
                <a:gd name="T15" fmla="*/ 216 h 287"/>
                <a:gd name="T16" fmla="*/ 6 w 78"/>
                <a:gd name="T17" fmla="*/ 216 h 287"/>
                <a:gd name="T18" fmla="*/ 0 w 78"/>
                <a:gd name="T19" fmla="*/ 241 h 287"/>
                <a:gd name="T20" fmla="*/ 39 w 78"/>
                <a:gd name="T21" fmla="*/ 287 h 287"/>
                <a:gd name="T22" fmla="*/ 78 w 78"/>
                <a:gd name="T23" fmla="*/ 241 h 287"/>
                <a:gd name="T24" fmla="*/ 72 w 78"/>
                <a:gd name="T25" fmla="*/ 216 h 287"/>
                <a:gd name="T26" fmla="*/ 72 w 78"/>
                <a:gd name="T27" fmla="*/ 21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287">
                  <a:moveTo>
                    <a:pt x="72" y="216"/>
                  </a:moveTo>
                  <a:cubicBezTo>
                    <a:pt x="46" y="169"/>
                    <a:pt x="47" y="39"/>
                    <a:pt x="48" y="11"/>
                  </a:cubicBezTo>
                  <a:cubicBezTo>
                    <a:pt x="51" y="11"/>
                    <a:pt x="53" y="8"/>
                    <a:pt x="53" y="6"/>
                  </a:cubicBezTo>
                  <a:cubicBezTo>
                    <a:pt x="53" y="2"/>
                    <a:pt x="50" y="0"/>
                    <a:pt x="47" y="0"/>
                  </a:cubicBezTo>
                  <a:lnTo>
                    <a:pt x="31" y="0"/>
                  </a:lnTo>
                  <a:cubicBezTo>
                    <a:pt x="28" y="0"/>
                    <a:pt x="25" y="2"/>
                    <a:pt x="25" y="6"/>
                  </a:cubicBezTo>
                  <a:cubicBezTo>
                    <a:pt x="25" y="8"/>
                    <a:pt x="27" y="11"/>
                    <a:pt x="30" y="11"/>
                  </a:cubicBezTo>
                  <a:cubicBezTo>
                    <a:pt x="31" y="39"/>
                    <a:pt x="32" y="169"/>
                    <a:pt x="6" y="216"/>
                  </a:cubicBezTo>
                  <a:lnTo>
                    <a:pt x="6" y="216"/>
                  </a:lnTo>
                  <a:cubicBezTo>
                    <a:pt x="2" y="223"/>
                    <a:pt x="0" y="232"/>
                    <a:pt x="0" y="241"/>
                  </a:cubicBezTo>
                  <a:cubicBezTo>
                    <a:pt x="0" y="266"/>
                    <a:pt x="17" y="287"/>
                    <a:pt x="39" y="287"/>
                  </a:cubicBezTo>
                  <a:cubicBezTo>
                    <a:pt x="61" y="287"/>
                    <a:pt x="78" y="266"/>
                    <a:pt x="78" y="241"/>
                  </a:cubicBezTo>
                  <a:cubicBezTo>
                    <a:pt x="78" y="232"/>
                    <a:pt x="76" y="223"/>
                    <a:pt x="72" y="216"/>
                  </a:cubicBezTo>
                  <a:lnTo>
                    <a:pt x="72" y="21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646">
              <a:extLst>
                <a:ext uri="{FF2B5EF4-FFF2-40B4-BE49-F238E27FC236}">
                  <a16:creationId xmlns:a16="http://schemas.microsoft.com/office/drawing/2014/main" id="{DC87785B-62DD-4394-B2EE-DE5742750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676" y="3067050"/>
              <a:ext cx="68263" cy="161925"/>
            </a:xfrm>
            <a:custGeom>
              <a:avLst/>
              <a:gdLst>
                <a:gd name="T0" fmla="*/ 112 w 119"/>
                <a:gd name="T1" fmla="*/ 269 h 286"/>
                <a:gd name="T2" fmla="*/ 82 w 119"/>
                <a:gd name="T3" fmla="*/ 65 h 286"/>
                <a:gd name="T4" fmla="*/ 82 w 119"/>
                <a:gd name="T5" fmla="*/ 65 h 286"/>
                <a:gd name="T6" fmla="*/ 82 w 119"/>
                <a:gd name="T7" fmla="*/ 40 h 286"/>
                <a:gd name="T8" fmla="*/ 32 w 119"/>
                <a:gd name="T9" fmla="*/ 6 h 286"/>
                <a:gd name="T10" fmla="*/ 7 w 119"/>
                <a:gd name="T11" fmla="*/ 60 h 286"/>
                <a:gd name="T12" fmla="*/ 19 w 119"/>
                <a:gd name="T13" fmla="*/ 82 h 286"/>
                <a:gd name="T14" fmla="*/ 19 w 119"/>
                <a:gd name="T15" fmla="*/ 82 h 286"/>
                <a:gd name="T16" fmla="*/ 95 w 119"/>
                <a:gd name="T17" fmla="*/ 274 h 286"/>
                <a:gd name="T18" fmla="*/ 92 w 119"/>
                <a:gd name="T19" fmla="*/ 280 h 286"/>
                <a:gd name="T20" fmla="*/ 99 w 119"/>
                <a:gd name="T21" fmla="*/ 285 h 286"/>
                <a:gd name="T22" fmla="*/ 114 w 119"/>
                <a:gd name="T23" fmla="*/ 281 h 286"/>
                <a:gd name="T24" fmla="*/ 118 w 119"/>
                <a:gd name="T25" fmla="*/ 273 h 286"/>
                <a:gd name="T26" fmla="*/ 112 w 119"/>
                <a:gd name="T27" fmla="*/ 269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9" h="286">
                  <a:moveTo>
                    <a:pt x="112" y="269"/>
                  </a:moveTo>
                  <a:cubicBezTo>
                    <a:pt x="105" y="243"/>
                    <a:pt x="70" y="117"/>
                    <a:pt x="82" y="65"/>
                  </a:cubicBezTo>
                  <a:lnTo>
                    <a:pt x="82" y="65"/>
                  </a:lnTo>
                  <a:cubicBezTo>
                    <a:pt x="84" y="57"/>
                    <a:pt x="84" y="49"/>
                    <a:pt x="82" y="40"/>
                  </a:cubicBezTo>
                  <a:cubicBezTo>
                    <a:pt x="75" y="15"/>
                    <a:pt x="53" y="0"/>
                    <a:pt x="32" y="6"/>
                  </a:cubicBezTo>
                  <a:cubicBezTo>
                    <a:pt x="12" y="11"/>
                    <a:pt x="0" y="36"/>
                    <a:pt x="7" y="60"/>
                  </a:cubicBezTo>
                  <a:cubicBezTo>
                    <a:pt x="9" y="69"/>
                    <a:pt x="13" y="76"/>
                    <a:pt x="19" y="82"/>
                  </a:cubicBezTo>
                  <a:lnTo>
                    <a:pt x="19" y="82"/>
                  </a:lnTo>
                  <a:cubicBezTo>
                    <a:pt x="56" y="121"/>
                    <a:pt x="88" y="247"/>
                    <a:pt x="95" y="274"/>
                  </a:cubicBezTo>
                  <a:cubicBezTo>
                    <a:pt x="92" y="275"/>
                    <a:pt x="91" y="278"/>
                    <a:pt x="92" y="280"/>
                  </a:cubicBezTo>
                  <a:cubicBezTo>
                    <a:pt x="93" y="284"/>
                    <a:pt x="96" y="286"/>
                    <a:pt x="99" y="285"/>
                  </a:cubicBezTo>
                  <a:lnTo>
                    <a:pt x="114" y="281"/>
                  </a:lnTo>
                  <a:cubicBezTo>
                    <a:pt x="117" y="280"/>
                    <a:pt x="119" y="277"/>
                    <a:pt x="118" y="273"/>
                  </a:cubicBezTo>
                  <a:cubicBezTo>
                    <a:pt x="118" y="271"/>
                    <a:pt x="115" y="269"/>
                    <a:pt x="112" y="26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647">
              <a:extLst>
                <a:ext uri="{FF2B5EF4-FFF2-40B4-BE49-F238E27FC236}">
                  <a16:creationId xmlns:a16="http://schemas.microsoft.com/office/drawing/2014/main" id="{85D6F8B9-D2AA-4243-921E-01B048891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601" y="3629025"/>
              <a:ext cx="68263" cy="163513"/>
            </a:xfrm>
            <a:custGeom>
              <a:avLst/>
              <a:gdLst>
                <a:gd name="T0" fmla="*/ 100 w 119"/>
                <a:gd name="T1" fmla="*/ 204 h 286"/>
                <a:gd name="T2" fmla="*/ 100 w 119"/>
                <a:gd name="T3" fmla="*/ 204 h 286"/>
                <a:gd name="T4" fmla="*/ 24 w 119"/>
                <a:gd name="T5" fmla="*/ 12 h 286"/>
                <a:gd name="T6" fmla="*/ 27 w 119"/>
                <a:gd name="T7" fmla="*/ 6 h 286"/>
                <a:gd name="T8" fmla="*/ 20 w 119"/>
                <a:gd name="T9" fmla="*/ 1 h 286"/>
                <a:gd name="T10" fmla="*/ 5 w 119"/>
                <a:gd name="T11" fmla="*/ 5 h 286"/>
                <a:gd name="T12" fmla="*/ 1 w 119"/>
                <a:gd name="T13" fmla="*/ 13 h 286"/>
                <a:gd name="T14" fmla="*/ 7 w 119"/>
                <a:gd name="T15" fmla="*/ 17 h 286"/>
                <a:gd name="T16" fmla="*/ 37 w 119"/>
                <a:gd name="T17" fmla="*/ 221 h 286"/>
                <a:gd name="T18" fmla="*/ 37 w 119"/>
                <a:gd name="T19" fmla="*/ 221 h 286"/>
                <a:gd name="T20" fmla="*/ 37 w 119"/>
                <a:gd name="T21" fmla="*/ 246 h 286"/>
                <a:gd name="T22" fmla="*/ 87 w 119"/>
                <a:gd name="T23" fmla="*/ 281 h 286"/>
                <a:gd name="T24" fmla="*/ 112 w 119"/>
                <a:gd name="T25" fmla="*/ 226 h 286"/>
                <a:gd name="T26" fmla="*/ 100 w 119"/>
                <a:gd name="T27" fmla="*/ 20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9" h="286">
                  <a:moveTo>
                    <a:pt x="100" y="204"/>
                  </a:moveTo>
                  <a:lnTo>
                    <a:pt x="100" y="204"/>
                  </a:lnTo>
                  <a:cubicBezTo>
                    <a:pt x="63" y="165"/>
                    <a:pt x="31" y="39"/>
                    <a:pt x="24" y="12"/>
                  </a:cubicBezTo>
                  <a:cubicBezTo>
                    <a:pt x="27" y="11"/>
                    <a:pt x="28" y="8"/>
                    <a:pt x="27" y="6"/>
                  </a:cubicBezTo>
                  <a:cubicBezTo>
                    <a:pt x="26" y="2"/>
                    <a:pt x="23" y="0"/>
                    <a:pt x="20" y="1"/>
                  </a:cubicBezTo>
                  <a:lnTo>
                    <a:pt x="5" y="5"/>
                  </a:lnTo>
                  <a:cubicBezTo>
                    <a:pt x="2" y="6"/>
                    <a:pt x="0" y="9"/>
                    <a:pt x="1" y="13"/>
                  </a:cubicBezTo>
                  <a:cubicBezTo>
                    <a:pt x="1" y="15"/>
                    <a:pt x="4" y="17"/>
                    <a:pt x="7" y="17"/>
                  </a:cubicBezTo>
                  <a:cubicBezTo>
                    <a:pt x="14" y="43"/>
                    <a:pt x="49" y="169"/>
                    <a:pt x="37" y="221"/>
                  </a:cubicBezTo>
                  <a:lnTo>
                    <a:pt x="37" y="221"/>
                  </a:lnTo>
                  <a:cubicBezTo>
                    <a:pt x="35" y="229"/>
                    <a:pt x="35" y="237"/>
                    <a:pt x="37" y="246"/>
                  </a:cubicBezTo>
                  <a:cubicBezTo>
                    <a:pt x="44" y="271"/>
                    <a:pt x="66" y="286"/>
                    <a:pt x="87" y="281"/>
                  </a:cubicBezTo>
                  <a:cubicBezTo>
                    <a:pt x="107" y="275"/>
                    <a:pt x="119" y="251"/>
                    <a:pt x="112" y="226"/>
                  </a:cubicBezTo>
                  <a:cubicBezTo>
                    <a:pt x="110" y="217"/>
                    <a:pt x="106" y="210"/>
                    <a:pt x="100" y="20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648">
              <a:extLst>
                <a:ext uri="{FF2B5EF4-FFF2-40B4-BE49-F238E27FC236}">
                  <a16:creationId xmlns:a16="http://schemas.microsoft.com/office/drawing/2014/main" id="{712E7A5A-FD8D-4C33-969E-D915CCA1A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538" y="3100388"/>
              <a:ext cx="101600" cy="152400"/>
            </a:xfrm>
            <a:custGeom>
              <a:avLst/>
              <a:gdLst>
                <a:gd name="T0" fmla="*/ 30 w 177"/>
                <a:gd name="T1" fmla="*/ 88 h 265"/>
                <a:gd name="T2" fmla="*/ 30 w 177"/>
                <a:gd name="T3" fmla="*/ 88 h 265"/>
                <a:gd name="T4" fmla="*/ 153 w 177"/>
                <a:gd name="T5" fmla="*/ 254 h 265"/>
                <a:gd name="T6" fmla="*/ 152 w 177"/>
                <a:gd name="T7" fmla="*/ 261 h 265"/>
                <a:gd name="T8" fmla="*/ 160 w 177"/>
                <a:gd name="T9" fmla="*/ 263 h 265"/>
                <a:gd name="T10" fmla="*/ 173 w 177"/>
                <a:gd name="T11" fmla="*/ 255 h 265"/>
                <a:gd name="T12" fmla="*/ 175 w 177"/>
                <a:gd name="T13" fmla="*/ 247 h 265"/>
                <a:gd name="T14" fmla="*/ 169 w 177"/>
                <a:gd name="T15" fmla="*/ 244 h 265"/>
                <a:gd name="T16" fmla="*/ 87 w 177"/>
                <a:gd name="T17" fmla="*/ 55 h 265"/>
                <a:gd name="T18" fmla="*/ 87 w 177"/>
                <a:gd name="T19" fmla="*/ 55 h 265"/>
                <a:gd name="T20" fmla="*/ 80 w 177"/>
                <a:gd name="T21" fmla="*/ 31 h 265"/>
                <a:gd name="T22" fmla="*/ 23 w 177"/>
                <a:gd name="T23" fmla="*/ 11 h 265"/>
                <a:gd name="T24" fmla="*/ 12 w 177"/>
                <a:gd name="T25" fmla="*/ 70 h 265"/>
                <a:gd name="T26" fmla="*/ 30 w 177"/>
                <a:gd name="T27" fmla="*/ 88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7" h="265">
                  <a:moveTo>
                    <a:pt x="30" y="88"/>
                  </a:moveTo>
                  <a:lnTo>
                    <a:pt x="30" y="88"/>
                  </a:lnTo>
                  <a:cubicBezTo>
                    <a:pt x="76" y="116"/>
                    <a:pt x="140" y="229"/>
                    <a:pt x="153" y="254"/>
                  </a:cubicBezTo>
                  <a:cubicBezTo>
                    <a:pt x="151" y="255"/>
                    <a:pt x="150" y="258"/>
                    <a:pt x="152" y="261"/>
                  </a:cubicBezTo>
                  <a:cubicBezTo>
                    <a:pt x="154" y="264"/>
                    <a:pt x="157" y="265"/>
                    <a:pt x="160" y="263"/>
                  </a:cubicBezTo>
                  <a:lnTo>
                    <a:pt x="173" y="255"/>
                  </a:lnTo>
                  <a:cubicBezTo>
                    <a:pt x="176" y="254"/>
                    <a:pt x="177" y="250"/>
                    <a:pt x="175" y="247"/>
                  </a:cubicBezTo>
                  <a:cubicBezTo>
                    <a:pt x="174" y="245"/>
                    <a:pt x="171" y="244"/>
                    <a:pt x="169" y="244"/>
                  </a:cubicBezTo>
                  <a:cubicBezTo>
                    <a:pt x="154" y="221"/>
                    <a:pt x="88" y="109"/>
                    <a:pt x="87" y="55"/>
                  </a:cubicBezTo>
                  <a:lnTo>
                    <a:pt x="87" y="55"/>
                  </a:lnTo>
                  <a:cubicBezTo>
                    <a:pt x="87" y="47"/>
                    <a:pt x="84" y="39"/>
                    <a:pt x="80" y="31"/>
                  </a:cubicBezTo>
                  <a:cubicBezTo>
                    <a:pt x="67" y="9"/>
                    <a:pt x="42" y="0"/>
                    <a:pt x="23" y="11"/>
                  </a:cubicBezTo>
                  <a:cubicBezTo>
                    <a:pt x="5" y="21"/>
                    <a:pt x="0" y="48"/>
                    <a:pt x="12" y="70"/>
                  </a:cubicBezTo>
                  <a:cubicBezTo>
                    <a:pt x="17" y="78"/>
                    <a:pt x="23" y="84"/>
                    <a:pt x="30" y="8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649">
              <a:extLst>
                <a:ext uri="{FF2B5EF4-FFF2-40B4-BE49-F238E27FC236}">
                  <a16:creationId xmlns:a16="http://schemas.microsoft.com/office/drawing/2014/main" id="{393939E0-B4E0-4A7B-B765-435B02889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401" y="3606800"/>
              <a:ext cx="101600" cy="150813"/>
            </a:xfrm>
            <a:custGeom>
              <a:avLst/>
              <a:gdLst>
                <a:gd name="T0" fmla="*/ 147 w 177"/>
                <a:gd name="T1" fmla="*/ 177 h 265"/>
                <a:gd name="T2" fmla="*/ 147 w 177"/>
                <a:gd name="T3" fmla="*/ 177 h 265"/>
                <a:gd name="T4" fmla="*/ 24 w 177"/>
                <a:gd name="T5" fmla="*/ 11 h 265"/>
                <a:gd name="T6" fmla="*/ 25 w 177"/>
                <a:gd name="T7" fmla="*/ 4 h 265"/>
                <a:gd name="T8" fmla="*/ 17 w 177"/>
                <a:gd name="T9" fmla="*/ 2 h 265"/>
                <a:gd name="T10" fmla="*/ 4 w 177"/>
                <a:gd name="T11" fmla="*/ 10 h 265"/>
                <a:gd name="T12" fmla="*/ 2 w 177"/>
                <a:gd name="T13" fmla="*/ 18 h 265"/>
                <a:gd name="T14" fmla="*/ 8 w 177"/>
                <a:gd name="T15" fmla="*/ 21 h 265"/>
                <a:gd name="T16" fmla="*/ 90 w 177"/>
                <a:gd name="T17" fmla="*/ 210 h 265"/>
                <a:gd name="T18" fmla="*/ 90 w 177"/>
                <a:gd name="T19" fmla="*/ 210 h 265"/>
                <a:gd name="T20" fmla="*/ 97 w 177"/>
                <a:gd name="T21" fmla="*/ 234 h 265"/>
                <a:gd name="T22" fmla="*/ 154 w 177"/>
                <a:gd name="T23" fmla="*/ 254 h 265"/>
                <a:gd name="T24" fmla="*/ 165 w 177"/>
                <a:gd name="T25" fmla="*/ 195 h 265"/>
                <a:gd name="T26" fmla="*/ 147 w 177"/>
                <a:gd name="T27" fmla="*/ 177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7" h="265">
                  <a:moveTo>
                    <a:pt x="147" y="177"/>
                  </a:moveTo>
                  <a:lnTo>
                    <a:pt x="147" y="177"/>
                  </a:lnTo>
                  <a:cubicBezTo>
                    <a:pt x="101" y="149"/>
                    <a:pt x="37" y="36"/>
                    <a:pt x="24" y="11"/>
                  </a:cubicBezTo>
                  <a:cubicBezTo>
                    <a:pt x="26" y="10"/>
                    <a:pt x="27" y="7"/>
                    <a:pt x="25" y="4"/>
                  </a:cubicBezTo>
                  <a:cubicBezTo>
                    <a:pt x="23" y="1"/>
                    <a:pt x="20" y="0"/>
                    <a:pt x="17" y="2"/>
                  </a:cubicBezTo>
                  <a:lnTo>
                    <a:pt x="4" y="10"/>
                  </a:lnTo>
                  <a:cubicBezTo>
                    <a:pt x="1" y="11"/>
                    <a:pt x="0" y="15"/>
                    <a:pt x="2" y="18"/>
                  </a:cubicBezTo>
                  <a:cubicBezTo>
                    <a:pt x="3" y="20"/>
                    <a:pt x="6" y="21"/>
                    <a:pt x="8" y="21"/>
                  </a:cubicBezTo>
                  <a:cubicBezTo>
                    <a:pt x="23" y="44"/>
                    <a:pt x="89" y="156"/>
                    <a:pt x="90" y="210"/>
                  </a:cubicBezTo>
                  <a:lnTo>
                    <a:pt x="90" y="210"/>
                  </a:lnTo>
                  <a:cubicBezTo>
                    <a:pt x="90" y="218"/>
                    <a:pt x="93" y="226"/>
                    <a:pt x="97" y="234"/>
                  </a:cubicBezTo>
                  <a:cubicBezTo>
                    <a:pt x="110" y="256"/>
                    <a:pt x="135" y="265"/>
                    <a:pt x="154" y="254"/>
                  </a:cubicBezTo>
                  <a:cubicBezTo>
                    <a:pt x="172" y="244"/>
                    <a:pt x="177" y="217"/>
                    <a:pt x="165" y="195"/>
                  </a:cubicBezTo>
                  <a:cubicBezTo>
                    <a:pt x="160" y="187"/>
                    <a:pt x="154" y="181"/>
                    <a:pt x="147" y="17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650">
              <a:extLst>
                <a:ext uri="{FF2B5EF4-FFF2-40B4-BE49-F238E27FC236}">
                  <a16:creationId xmlns:a16="http://schemas.microsoft.com/office/drawing/2014/main" id="{C9253D3A-8EF9-4B98-93F8-6F381F0AB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513" y="3157538"/>
              <a:ext cx="130175" cy="128588"/>
            </a:xfrm>
            <a:custGeom>
              <a:avLst/>
              <a:gdLst>
                <a:gd name="T0" fmla="*/ 42 w 226"/>
                <a:gd name="T1" fmla="*/ 88 h 226"/>
                <a:gd name="T2" fmla="*/ 42 w 226"/>
                <a:gd name="T3" fmla="*/ 88 h 226"/>
                <a:gd name="T4" fmla="*/ 203 w 226"/>
                <a:gd name="T5" fmla="*/ 216 h 226"/>
                <a:gd name="T6" fmla="*/ 204 w 226"/>
                <a:gd name="T7" fmla="*/ 224 h 226"/>
                <a:gd name="T8" fmla="*/ 213 w 226"/>
                <a:gd name="T9" fmla="*/ 224 h 226"/>
                <a:gd name="T10" fmla="*/ 224 w 226"/>
                <a:gd name="T11" fmla="*/ 213 h 226"/>
                <a:gd name="T12" fmla="*/ 224 w 226"/>
                <a:gd name="T13" fmla="*/ 204 h 226"/>
                <a:gd name="T14" fmla="*/ 216 w 226"/>
                <a:gd name="T15" fmla="*/ 203 h 226"/>
                <a:gd name="T16" fmla="*/ 88 w 226"/>
                <a:gd name="T17" fmla="*/ 42 h 226"/>
                <a:gd name="T18" fmla="*/ 88 w 226"/>
                <a:gd name="T19" fmla="*/ 42 h 226"/>
                <a:gd name="T20" fmla="*/ 75 w 226"/>
                <a:gd name="T21" fmla="*/ 20 h 226"/>
                <a:gd name="T22" fmla="*/ 15 w 226"/>
                <a:gd name="T23" fmla="*/ 15 h 226"/>
                <a:gd name="T24" fmla="*/ 20 w 226"/>
                <a:gd name="T25" fmla="*/ 75 h 226"/>
                <a:gd name="T26" fmla="*/ 42 w 226"/>
                <a:gd name="T27" fmla="*/ 8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26">
                  <a:moveTo>
                    <a:pt x="42" y="88"/>
                  </a:moveTo>
                  <a:lnTo>
                    <a:pt x="42" y="88"/>
                  </a:lnTo>
                  <a:cubicBezTo>
                    <a:pt x="94" y="103"/>
                    <a:pt x="185" y="197"/>
                    <a:pt x="203" y="216"/>
                  </a:cubicBezTo>
                  <a:cubicBezTo>
                    <a:pt x="202" y="219"/>
                    <a:pt x="202" y="222"/>
                    <a:pt x="204" y="224"/>
                  </a:cubicBezTo>
                  <a:cubicBezTo>
                    <a:pt x="207" y="226"/>
                    <a:pt x="210" y="226"/>
                    <a:pt x="213" y="224"/>
                  </a:cubicBezTo>
                  <a:lnTo>
                    <a:pt x="224" y="213"/>
                  </a:lnTo>
                  <a:cubicBezTo>
                    <a:pt x="226" y="210"/>
                    <a:pt x="226" y="207"/>
                    <a:pt x="224" y="204"/>
                  </a:cubicBezTo>
                  <a:cubicBezTo>
                    <a:pt x="222" y="202"/>
                    <a:pt x="219" y="202"/>
                    <a:pt x="216" y="203"/>
                  </a:cubicBezTo>
                  <a:cubicBezTo>
                    <a:pt x="197" y="185"/>
                    <a:pt x="103" y="94"/>
                    <a:pt x="88" y="42"/>
                  </a:cubicBezTo>
                  <a:lnTo>
                    <a:pt x="88" y="42"/>
                  </a:lnTo>
                  <a:cubicBezTo>
                    <a:pt x="86" y="34"/>
                    <a:pt x="82" y="27"/>
                    <a:pt x="75" y="20"/>
                  </a:cubicBezTo>
                  <a:cubicBezTo>
                    <a:pt x="57" y="2"/>
                    <a:pt x="30" y="0"/>
                    <a:pt x="15" y="15"/>
                  </a:cubicBezTo>
                  <a:cubicBezTo>
                    <a:pt x="0" y="30"/>
                    <a:pt x="2" y="57"/>
                    <a:pt x="20" y="75"/>
                  </a:cubicBezTo>
                  <a:cubicBezTo>
                    <a:pt x="27" y="82"/>
                    <a:pt x="34" y="86"/>
                    <a:pt x="42" y="8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651">
              <a:extLst>
                <a:ext uri="{FF2B5EF4-FFF2-40B4-BE49-F238E27FC236}">
                  <a16:creationId xmlns:a16="http://schemas.microsoft.com/office/drawing/2014/main" id="{50F92E10-A9A2-4B51-8665-60BD167AE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851" y="3571875"/>
              <a:ext cx="130175" cy="130175"/>
            </a:xfrm>
            <a:custGeom>
              <a:avLst/>
              <a:gdLst>
                <a:gd name="T0" fmla="*/ 184 w 226"/>
                <a:gd name="T1" fmla="*/ 138 h 226"/>
                <a:gd name="T2" fmla="*/ 184 w 226"/>
                <a:gd name="T3" fmla="*/ 138 h 226"/>
                <a:gd name="T4" fmla="*/ 23 w 226"/>
                <a:gd name="T5" fmla="*/ 10 h 226"/>
                <a:gd name="T6" fmla="*/ 22 w 226"/>
                <a:gd name="T7" fmla="*/ 2 h 226"/>
                <a:gd name="T8" fmla="*/ 13 w 226"/>
                <a:gd name="T9" fmla="*/ 2 h 226"/>
                <a:gd name="T10" fmla="*/ 2 w 226"/>
                <a:gd name="T11" fmla="*/ 13 h 226"/>
                <a:gd name="T12" fmla="*/ 2 w 226"/>
                <a:gd name="T13" fmla="*/ 22 h 226"/>
                <a:gd name="T14" fmla="*/ 10 w 226"/>
                <a:gd name="T15" fmla="*/ 23 h 226"/>
                <a:gd name="T16" fmla="*/ 138 w 226"/>
                <a:gd name="T17" fmla="*/ 184 h 226"/>
                <a:gd name="T18" fmla="*/ 138 w 226"/>
                <a:gd name="T19" fmla="*/ 184 h 226"/>
                <a:gd name="T20" fmla="*/ 151 w 226"/>
                <a:gd name="T21" fmla="*/ 206 h 226"/>
                <a:gd name="T22" fmla="*/ 211 w 226"/>
                <a:gd name="T23" fmla="*/ 211 h 226"/>
                <a:gd name="T24" fmla="*/ 206 w 226"/>
                <a:gd name="T25" fmla="*/ 151 h 226"/>
                <a:gd name="T26" fmla="*/ 184 w 226"/>
                <a:gd name="T27" fmla="*/ 13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26">
                  <a:moveTo>
                    <a:pt x="184" y="138"/>
                  </a:moveTo>
                  <a:lnTo>
                    <a:pt x="184" y="138"/>
                  </a:lnTo>
                  <a:cubicBezTo>
                    <a:pt x="132" y="123"/>
                    <a:pt x="41" y="29"/>
                    <a:pt x="23" y="10"/>
                  </a:cubicBezTo>
                  <a:cubicBezTo>
                    <a:pt x="24" y="7"/>
                    <a:pt x="24" y="4"/>
                    <a:pt x="22" y="2"/>
                  </a:cubicBezTo>
                  <a:cubicBezTo>
                    <a:pt x="19" y="0"/>
                    <a:pt x="16" y="0"/>
                    <a:pt x="13" y="2"/>
                  </a:cubicBezTo>
                  <a:lnTo>
                    <a:pt x="2" y="13"/>
                  </a:lnTo>
                  <a:cubicBezTo>
                    <a:pt x="0" y="16"/>
                    <a:pt x="0" y="19"/>
                    <a:pt x="2" y="22"/>
                  </a:cubicBezTo>
                  <a:cubicBezTo>
                    <a:pt x="4" y="24"/>
                    <a:pt x="7" y="24"/>
                    <a:pt x="10" y="23"/>
                  </a:cubicBezTo>
                  <a:cubicBezTo>
                    <a:pt x="29" y="41"/>
                    <a:pt x="123" y="132"/>
                    <a:pt x="138" y="184"/>
                  </a:cubicBezTo>
                  <a:lnTo>
                    <a:pt x="138" y="184"/>
                  </a:lnTo>
                  <a:cubicBezTo>
                    <a:pt x="140" y="192"/>
                    <a:pt x="144" y="199"/>
                    <a:pt x="151" y="206"/>
                  </a:cubicBezTo>
                  <a:cubicBezTo>
                    <a:pt x="169" y="224"/>
                    <a:pt x="196" y="226"/>
                    <a:pt x="211" y="211"/>
                  </a:cubicBezTo>
                  <a:cubicBezTo>
                    <a:pt x="226" y="196"/>
                    <a:pt x="224" y="169"/>
                    <a:pt x="206" y="151"/>
                  </a:cubicBezTo>
                  <a:cubicBezTo>
                    <a:pt x="199" y="144"/>
                    <a:pt x="192" y="140"/>
                    <a:pt x="184" y="13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652">
              <a:extLst>
                <a:ext uri="{FF2B5EF4-FFF2-40B4-BE49-F238E27FC236}">
                  <a16:creationId xmlns:a16="http://schemas.microsoft.com/office/drawing/2014/main" id="{C7BA0578-CE6B-4A9A-8C18-7FD3BD87C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951" y="3228975"/>
              <a:ext cx="150813" cy="101600"/>
            </a:xfrm>
            <a:custGeom>
              <a:avLst/>
              <a:gdLst>
                <a:gd name="T0" fmla="*/ 31 w 265"/>
                <a:gd name="T1" fmla="*/ 80 h 177"/>
                <a:gd name="T2" fmla="*/ 55 w 265"/>
                <a:gd name="T3" fmla="*/ 87 h 177"/>
                <a:gd name="T4" fmla="*/ 55 w 265"/>
                <a:gd name="T5" fmla="*/ 87 h 177"/>
                <a:gd name="T6" fmla="*/ 244 w 265"/>
                <a:gd name="T7" fmla="*/ 169 h 177"/>
                <a:gd name="T8" fmla="*/ 247 w 265"/>
                <a:gd name="T9" fmla="*/ 175 h 177"/>
                <a:gd name="T10" fmla="*/ 255 w 265"/>
                <a:gd name="T11" fmla="*/ 173 h 177"/>
                <a:gd name="T12" fmla="*/ 263 w 265"/>
                <a:gd name="T13" fmla="*/ 160 h 177"/>
                <a:gd name="T14" fmla="*/ 261 w 265"/>
                <a:gd name="T15" fmla="*/ 152 h 177"/>
                <a:gd name="T16" fmla="*/ 254 w 265"/>
                <a:gd name="T17" fmla="*/ 153 h 177"/>
                <a:gd name="T18" fmla="*/ 88 w 265"/>
                <a:gd name="T19" fmla="*/ 30 h 177"/>
                <a:gd name="T20" fmla="*/ 88 w 265"/>
                <a:gd name="T21" fmla="*/ 30 h 177"/>
                <a:gd name="T22" fmla="*/ 70 w 265"/>
                <a:gd name="T23" fmla="*/ 12 h 177"/>
                <a:gd name="T24" fmla="*/ 11 w 265"/>
                <a:gd name="T25" fmla="*/ 23 h 177"/>
                <a:gd name="T26" fmla="*/ 31 w 265"/>
                <a:gd name="T27" fmla="*/ 8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5" h="177">
                  <a:moveTo>
                    <a:pt x="31" y="80"/>
                  </a:moveTo>
                  <a:cubicBezTo>
                    <a:pt x="39" y="84"/>
                    <a:pt x="47" y="87"/>
                    <a:pt x="55" y="87"/>
                  </a:cubicBezTo>
                  <a:lnTo>
                    <a:pt x="55" y="87"/>
                  </a:lnTo>
                  <a:cubicBezTo>
                    <a:pt x="109" y="88"/>
                    <a:pt x="221" y="154"/>
                    <a:pt x="244" y="169"/>
                  </a:cubicBezTo>
                  <a:cubicBezTo>
                    <a:pt x="244" y="171"/>
                    <a:pt x="245" y="174"/>
                    <a:pt x="247" y="175"/>
                  </a:cubicBezTo>
                  <a:cubicBezTo>
                    <a:pt x="250" y="177"/>
                    <a:pt x="254" y="176"/>
                    <a:pt x="255" y="173"/>
                  </a:cubicBezTo>
                  <a:lnTo>
                    <a:pt x="263" y="160"/>
                  </a:lnTo>
                  <a:cubicBezTo>
                    <a:pt x="265" y="157"/>
                    <a:pt x="264" y="154"/>
                    <a:pt x="261" y="152"/>
                  </a:cubicBezTo>
                  <a:cubicBezTo>
                    <a:pt x="258" y="150"/>
                    <a:pt x="255" y="151"/>
                    <a:pt x="254" y="153"/>
                  </a:cubicBezTo>
                  <a:cubicBezTo>
                    <a:pt x="229" y="140"/>
                    <a:pt x="116" y="76"/>
                    <a:pt x="88" y="30"/>
                  </a:cubicBezTo>
                  <a:lnTo>
                    <a:pt x="88" y="30"/>
                  </a:lnTo>
                  <a:cubicBezTo>
                    <a:pt x="84" y="23"/>
                    <a:pt x="78" y="17"/>
                    <a:pt x="70" y="12"/>
                  </a:cubicBezTo>
                  <a:cubicBezTo>
                    <a:pt x="48" y="0"/>
                    <a:pt x="21" y="5"/>
                    <a:pt x="11" y="23"/>
                  </a:cubicBezTo>
                  <a:cubicBezTo>
                    <a:pt x="0" y="42"/>
                    <a:pt x="9" y="67"/>
                    <a:pt x="31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653">
              <a:extLst>
                <a:ext uri="{FF2B5EF4-FFF2-40B4-BE49-F238E27FC236}">
                  <a16:creationId xmlns:a16="http://schemas.microsoft.com/office/drawing/2014/main" id="{C36FFC33-22B6-490A-A772-B31BBC4D1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776" y="3527425"/>
              <a:ext cx="150813" cy="101600"/>
            </a:xfrm>
            <a:custGeom>
              <a:avLst/>
              <a:gdLst>
                <a:gd name="T0" fmla="*/ 234 w 265"/>
                <a:gd name="T1" fmla="*/ 97 h 177"/>
                <a:gd name="T2" fmla="*/ 210 w 265"/>
                <a:gd name="T3" fmla="*/ 90 h 177"/>
                <a:gd name="T4" fmla="*/ 210 w 265"/>
                <a:gd name="T5" fmla="*/ 90 h 177"/>
                <a:gd name="T6" fmla="*/ 21 w 265"/>
                <a:gd name="T7" fmla="*/ 8 h 177"/>
                <a:gd name="T8" fmla="*/ 18 w 265"/>
                <a:gd name="T9" fmla="*/ 2 h 177"/>
                <a:gd name="T10" fmla="*/ 10 w 265"/>
                <a:gd name="T11" fmla="*/ 4 h 177"/>
                <a:gd name="T12" fmla="*/ 2 w 265"/>
                <a:gd name="T13" fmla="*/ 17 h 177"/>
                <a:gd name="T14" fmla="*/ 4 w 265"/>
                <a:gd name="T15" fmla="*/ 25 h 177"/>
                <a:gd name="T16" fmla="*/ 11 w 265"/>
                <a:gd name="T17" fmla="*/ 24 h 177"/>
                <a:gd name="T18" fmla="*/ 177 w 265"/>
                <a:gd name="T19" fmla="*/ 147 h 177"/>
                <a:gd name="T20" fmla="*/ 177 w 265"/>
                <a:gd name="T21" fmla="*/ 147 h 177"/>
                <a:gd name="T22" fmla="*/ 195 w 265"/>
                <a:gd name="T23" fmla="*/ 165 h 177"/>
                <a:gd name="T24" fmla="*/ 254 w 265"/>
                <a:gd name="T25" fmla="*/ 154 h 177"/>
                <a:gd name="T26" fmla="*/ 234 w 265"/>
                <a:gd name="T27" fmla="*/ 9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5" h="177">
                  <a:moveTo>
                    <a:pt x="234" y="97"/>
                  </a:moveTo>
                  <a:cubicBezTo>
                    <a:pt x="226" y="93"/>
                    <a:pt x="218" y="90"/>
                    <a:pt x="210" y="90"/>
                  </a:cubicBezTo>
                  <a:lnTo>
                    <a:pt x="210" y="90"/>
                  </a:lnTo>
                  <a:cubicBezTo>
                    <a:pt x="156" y="89"/>
                    <a:pt x="44" y="23"/>
                    <a:pt x="21" y="8"/>
                  </a:cubicBezTo>
                  <a:cubicBezTo>
                    <a:pt x="21" y="6"/>
                    <a:pt x="20" y="3"/>
                    <a:pt x="18" y="2"/>
                  </a:cubicBezTo>
                  <a:cubicBezTo>
                    <a:pt x="15" y="0"/>
                    <a:pt x="11" y="1"/>
                    <a:pt x="10" y="4"/>
                  </a:cubicBezTo>
                  <a:lnTo>
                    <a:pt x="2" y="17"/>
                  </a:lnTo>
                  <a:cubicBezTo>
                    <a:pt x="0" y="20"/>
                    <a:pt x="1" y="23"/>
                    <a:pt x="4" y="25"/>
                  </a:cubicBezTo>
                  <a:cubicBezTo>
                    <a:pt x="7" y="27"/>
                    <a:pt x="10" y="26"/>
                    <a:pt x="11" y="24"/>
                  </a:cubicBezTo>
                  <a:cubicBezTo>
                    <a:pt x="36" y="37"/>
                    <a:pt x="149" y="101"/>
                    <a:pt x="177" y="147"/>
                  </a:cubicBezTo>
                  <a:lnTo>
                    <a:pt x="177" y="147"/>
                  </a:lnTo>
                  <a:cubicBezTo>
                    <a:pt x="181" y="154"/>
                    <a:pt x="187" y="160"/>
                    <a:pt x="195" y="165"/>
                  </a:cubicBezTo>
                  <a:cubicBezTo>
                    <a:pt x="217" y="177"/>
                    <a:pt x="244" y="172"/>
                    <a:pt x="254" y="154"/>
                  </a:cubicBezTo>
                  <a:cubicBezTo>
                    <a:pt x="265" y="135"/>
                    <a:pt x="256" y="110"/>
                    <a:pt x="234" y="9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654">
              <a:extLst>
                <a:ext uri="{FF2B5EF4-FFF2-40B4-BE49-F238E27FC236}">
                  <a16:creationId xmlns:a16="http://schemas.microsoft.com/office/drawing/2014/main" id="{29D1E00F-4BD5-4920-A1E6-F4ECBC9F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026" y="3314700"/>
              <a:ext cx="163513" cy="68263"/>
            </a:xfrm>
            <a:custGeom>
              <a:avLst/>
              <a:gdLst>
                <a:gd name="T0" fmla="*/ 40 w 286"/>
                <a:gd name="T1" fmla="*/ 82 h 119"/>
                <a:gd name="T2" fmla="*/ 65 w 286"/>
                <a:gd name="T3" fmla="*/ 82 h 119"/>
                <a:gd name="T4" fmla="*/ 65 w 286"/>
                <a:gd name="T5" fmla="*/ 82 h 119"/>
                <a:gd name="T6" fmla="*/ 269 w 286"/>
                <a:gd name="T7" fmla="*/ 112 h 119"/>
                <a:gd name="T8" fmla="*/ 273 w 286"/>
                <a:gd name="T9" fmla="*/ 118 h 119"/>
                <a:gd name="T10" fmla="*/ 281 w 286"/>
                <a:gd name="T11" fmla="*/ 114 h 119"/>
                <a:gd name="T12" fmla="*/ 285 w 286"/>
                <a:gd name="T13" fmla="*/ 99 h 119"/>
                <a:gd name="T14" fmla="*/ 280 w 286"/>
                <a:gd name="T15" fmla="*/ 92 h 119"/>
                <a:gd name="T16" fmla="*/ 274 w 286"/>
                <a:gd name="T17" fmla="*/ 95 h 119"/>
                <a:gd name="T18" fmla="*/ 82 w 286"/>
                <a:gd name="T19" fmla="*/ 19 h 119"/>
                <a:gd name="T20" fmla="*/ 82 w 286"/>
                <a:gd name="T21" fmla="*/ 19 h 119"/>
                <a:gd name="T22" fmla="*/ 60 w 286"/>
                <a:gd name="T23" fmla="*/ 7 h 119"/>
                <a:gd name="T24" fmla="*/ 5 w 286"/>
                <a:gd name="T25" fmla="*/ 32 h 119"/>
                <a:gd name="T26" fmla="*/ 40 w 286"/>
                <a:gd name="T27" fmla="*/ 82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119">
                  <a:moveTo>
                    <a:pt x="40" y="82"/>
                  </a:moveTo>
                  <a:cubicBezTo>
                    <a:pt x="49" y="84"/>
                    <a:pt x="57" y="84"/>
                    <a:pt x="65" y="82"/>
                  </a:cubicBezTo>
                  <a:lnTo>
                    <a:pt x="65" y="82"/>
                  </a:lnTo>
                  <a:cubicBezTo>
                    <a:pt x="117" y="70"/>
                    <a:pt x="243" y="105"/>
                    <a:pt x="269" y="112"/>
                  </a:cubicBezTo>
                  <a:cubicBezTo>
                    <a:pt x="269" y="115"/>
                    <a:pt x="271" y="118"/>
                    <a:pt x="273" y="118"/>
                  </a:cubicBezTo>
                  <a:cubicBezTo>
                    <a:pt x="277" y="119"/>
                    <a:pt x="280" y="117"/>
                    <a:pt x="281" y="114"/>
                  </a:cubicBezTo>
                  <a:lnTo>
                    <a:pt x="285" y="99"/>
                  </a:lnTo>
                  <a:cubicBezTo>
                    <a:pt x="286" y="96"/>
                    <a:pt x="284" y="93"/>
                    <a:pt x="280" y="92"/>
                  </a:cubicBezTo>
                  <a:cubicBezTo>
                    <a:pt x="278" y="91"/>
                    <a:pt x="275" y="92"/>
                    <a:pt x="274" y="95"/>
                  </a:cubicBezTo>
                  <a:cubicBezTo>
                    <a:pt x="247" y="88"/>
                    <a:pt x="121" y="56"/>
                    <a:pt x="82" y="19"/>
                  </a:cubicBezTo>
                  <a:lnTo>
                    <a:pt x="82" y="19"/>
                  </a:lnTo>
                  <a:cubicBezTo>
                    <a:pt x="76" y="13"/>
                    <a:pt x="69" y="9"/>
                    <a:pt x="60" y="7"/>
                  </a:cubicBezTo>
                  <a:cubicBezTo>
                    <a:pt x="36" y="0"/>
                    <a:pt x="11" y="12"/>
                    <a:pt x="5" y="32"/>
                  </a:cubicBezTo>
                  <a:cubicBezTo>
                    <a:pt x="0" y="53"/>
                    <a:pt x="15" y="75"/>
                    <a:pt x="40" y="8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655">
              <a:extLst>
                <a:ext uri="{FF2B5EF4-FFF2-40B4-BE49-F238E27FC236}">
                  <a16:creationId xmlns:a16="http://schemas.microsoft.com/office/drawing/2014/main" id="{A34D2BFC-3809-4CA9-8D0C-519AAB2A0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001" y="3476625"/>
              <a:ext cx="163513" cy="66675"/>
            </a:xfrm>
            <a:custGeom>
              <a:avLst/>
              <a:gdLst>
                <a:gd name="T0" fmla="*/ 246 w 286"/>
                <a:gd name="T1" fmla="*/ 37 h 119"/>
                <a:gd name="T2" fmla="*/ 221 w 286"/>
                <a:gd name="T3" fmla="*/ 37 h 119"/>
                <a:gd name="T4" fmla="*/ 221 w 286"/>
                <a:gd name="T5" fmla="*/ 37 h 119"/>
                <a:gd name="T6" fmla="*/ 17 w 286"/>
                <a:gd name="T7" fmla="*/ 7 h 119"/>
                <a:gd name="T8" fmla="*/ 13 w 286"/>
                <a:gd name="T9" fmla="*/ 1 h 119"/>
                <a:gd name="T10" fmla="*/ 5 w 286"/>
                <a:gd name="T11" fmla="*/ 5 h 119"/>
                <a:gd name="T12" fmla="*/ 1 w 286"/>
                <a:gd name="T13" fmla="*/ 20 h 119"/>
                <a:gd name="T14" fmla="*/ 6 w 286"/>
                <a:gd name="T15" fmla="*/ 27 h 119"/>
                <a:gd name="T16" fmla="*/ 12 w 286"/>
                <a:gd name="T17" fmla="*/ 24 h 119"/>
                <a:gd name="T18" fmla="*/ 204 w 286"/>
                <a:gd name="T19" fmla="*/ 100 h 119"/>
                <a:gd name="T20" fmla="*/ 204 w 286"/>
                <a:gd name="T21" fmla="*/ 100 h 119"/>
                <a:gd name="T22" fmla="*/ 226 w 286"/>
                <a:gd name="T23" fmla="*/ 112 h 119"/>
                <a:gd name="T24" fmla="*/ 281 w 286"/>
                <a:gd name="T25" fmla="*/ 87 h 119"/>
                <a:gd name="T26" fmla="*/ 246 w 286"/>
                <a:gd name="T27" fmla="*/ 3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119">
                  <a:moveTo>
                    <a:pt x="246" y="37"/>
                  </a:moveTo>
                  <a:cubicBezTo>
                    <a:pt x="237" y="35"/>
                    <a:pt x="229" y="35"/>
                    <a:pt x="221" y="37"/>
                  </a:cubicBezTo>
                  <a:lnTo>
                    <a:pt x="221" y="37"/>
                  </a:lnTo>
                  <a:cubicBezTo>
                    <a:pt x="169" y="49"/>
                    <a:pt x="43" y="14"/>
                    <a:pt x="17" y="7"/>
                  </a:cubicBezTo>
                  <a:cubicBezTo>
                    <a:pt x="17" y="4"/>
                    <a:pt x="15" y="1"/>
                    <a:pt x="13" y="1"/>
                  </a:cubicBezTo>
                  <a:cubicBezTo>
                    <a:pt x="9" y="0"/>
                    <a:pt x="6" y="2"/>
                    <a:pt x="5" y="5"/>
                  </a:cubicBezTo>
                  <a:lnTo>
                    <a:pt x="1" y="20"/>
                  </a:lnTo>
                  <a:cubicBezTo>
                    <a:pt x="0" y="23"/>
                    <a:pt x="2" y="26"/>
                    <a:pt x="6" y="27"/>
                  </a:cubicBezTo>
                  <a:cubicBezTo>
                    <a:pt x="8" y="28"/>
                    <a:pt x="11" y="27"/>
                    <a:pt x="12" y="24"/>
                  </a:cubicBezTo>
                  <a:cubicBezTo>
                    <a:pt x="39" y="31"/>
                    <a:pt x="165" y="63"/>
                    <a:pt x="204" y="100"/>
                  </a:cubicBezTo>
                  <a:lnTo>
                    <a:pt x="204" y="100"/>
                  </a:lnTo>
                  <a:cubicBezTo>
                    <a:pt x="210" y="106"/>
                    <a:pt x="217" y="110"/>
                    <a:pt x="226" y="112"/>
                  </a:cubicBezTo>
                  <a:cubicBezTo>
                    <a:pt x="250" y="119"/>
                    <a:pt x="275" y="107"/>
                    <a:pt x="281" y="87"/>
                  </a:cubicBezTo>
                  <a:cubicBezTo>
                    <a:pt x="286" y="66"/>
                    <a:pt x="271" y="44"/>
                    <a:pt x="246" y="3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656">
              <a:extLst>
                <a:ext uri="{FF2B5EF4-FFF2-40B4-BE49-F238E27FC236}">
                  <a16:creationId xmlns:a16="http://schemas.microsoft.com/office/drawing/2014/main" id="{C250827F-0568-46A2-B599-A3FE4CA7E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601" y="3067050"/>
              <a:ext cx="68263" cy="161925"/>
            </a:xfrm>
            <a:custGeom>
              <a:avLst/>
              <a:gdLst>
                <a:gd name="T0" fmla="*/ 5 w 119"/>
                <a:gd name="T1" fmla="*/ 281 h 286"/>
                <a:gd name="T2" fmla="*/ 20 w 119"/>
                <a:gd name="T3" fmla="*/ 285 h 286"/>
                <a:gd name="T4" fmla="*/ 27 w 119"/>
                <a:gd name="T5" fmla="*/ 280 h 286"/>
                <a:gd name="T6" fmla="*/ 24 w 119"/>
                <a:gd name="T7" fmla="*/ 274 h 286"/>
                <a:gd name="T8" fmla="*/ 100 w 119"/>
                <a:gd name="T9" fmla="*/ 82 h 286"/>
                <a:gd name="T10" fmla="*/ 100 w 119"/>
                <a:gd name="T11" fmla="*/ 82 h 286"/>
                <a:gd name="T12" fmla="*/ 112 w 119"/>
                <a:gd name="T13" fmla="*/ 60 h 286"/>
                <a:gd name="T14" fmla="*/ 87 w 119"/>
                <a:gd name="T15" fmla="*/ 6 h 286"/>
                <a:gd name="T16" fmla="*/ 37 w 119"/>
                <a:gd name="T17" fmla="*/ 40 h 286"/>
                <a:gd name="T18" fmla="*/ 37 w 119"/>
                <a:gd name="T19" fmla="*/ 65 h 286"/>
                <a:gd name="T20" fmla="*/ 37 w 119"/>
                <a:gd name="T21" fmla="*/ 65 h 286"/>
                <a:gd name="T22" fmla="*/ 7 w 119"/>
                <a:gd name="T23" fmla="*/ 269 h 286"/>
                <a:gd name="T24" fmla="*/ 1 w 119"/>
                <a:gd name="T25" fmla="*/ 273 h 286"/>
                <a:gd name="T26" fmla="*/ 5 w 119"/>
                <a:gd name="T27" fmla="*/ 28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9" h="286">
                  <a:moveTo>
                    <a:pt x="5" y="281"/>
                  </a:moveTo>
                  <a:lnTo>
                    <a:pt x="20" y="285"/>
                  </a:lnTo>
                  <a:cubicBezTo>
                    <a:pt x="23" y="286"/>
                    <a:pt x="26" y="284"/>
                    <a:pt x="27" y="280"/>
                  </a:cubicBezTo>
                  <a:cubicBezTo>
                    <a:pt x="28" y="278"/>
                    <a:pt x="27" y="275"/>
                    <a:pt x="24" y="274"/>
                  </a:cubicBezTo>
                  <a:cubicBezTo>
                    <a:pt x="31" y="247"/>
                    <a:pt x="63" y="121"/>
                    <a:pt x="100" y="82"/>
                  </a:cubicBezTo>
                  <a:lnTo>
                    <a:pt x="100" y="82"/>
                  </a:lnTo>
                  <a:cubicBezTo>
                    <a:pt x="106" y="76"/>
                    <a:pt x="110" y="69"/>
                    <a:pt x="112" y="60"/>
                  </a:cubicBezTo>
                  <a:cubicBezTo>
                    <a:pt x="119" y="36"/>
                    <a:pt x="107" y="11"/>
                    <a:pt x="87" y="6"/>
                  </a:cubicBezTo>
                  <a:cubicBezTo>
                    <a:pt x="66" y="0"/>
                    <a:pt x="44" y="15"/>
                    <a:pt x="37" y="40"/>
                  </a:cubicBezTo>
                  <a:cubicBezTo>
                    <a:pt x="35" y="49"/>
                    <a:pt x="35" y="57"/>
                    <a:pt x="37" y="65"/>
                  </a:cubicBezTo>
                  <a:lnTo>
                    <a:pt x="37" y="65"/>
                  </a:lnTo>
                  <a:cubicBezTo>
                    <a:pt x="49" y="117"/>
                    <a:pt x="14" y="243"/>
                    <a:pt x="7" y="269"/>
                  </a:cubicBezTo>
                  <a:cubicBezTo>
                    <a:pt x="4" y="269"/>
                    <a:pt x="1" y="271"/>
                    <a:pt x="1" y="273"/>
                  </a:cubicBezTo>
                  <a:cubicBezTo>
                    <a:pt x="0" y="277"/>
                    <a:pt x="2" y="280"/>
                    <a:pt x="5" y="28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657">
              <a:extLst>
                <a:ext uri="{FF2B5EF4-FFF2-40B4-BE49-F238E27FC236}">
                  <a16:creationId xmlns:a16="http://schemas.microsoft.com/office/drawing/2014/main" id="{CF8472FD-8121-477C-BF96-9A4A716EB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676" y="3629025"/>
              <a:ext cx="68263" cy="163513"/>
            </a:xfrm>
            <a:custGeom>
              <a:avLst/>
              <a:gdLst>
                <a:gd name="T0" fmla="*/ 114 w 119"/>
                <a:gd name="T1" fmla="*/ 5 h 286"/>
                <a:gd name="T2" fmla="*/ 99 w 119"/>
                <a:gd name="T3" fmla="*/ 1 h 286"/>
                <a:gd name="T4" fmla="*/ 92 w 119"/>
                <a:gd name="T5" fmla="*/ 6 h 286"/>
                <a:gd name="T6" fmla="*/ 95 w 119"/>
                <a:gd name="T7" fmla="*/ 12 h 286"/>
                <a:gd name="T8" fmla="*/ 19 w 119"/>
                <a:gd name="T9" fmla="*/ 204 h 286"/>
                <a:gd name="T10" fmla="*/ 19 w 119"/>
                <a:gd name="T11" fmla="*/ 204 h 286"/>
                <a:gd name="T12" fmla="*/ 7 w 119"/>
                <a:gd name="T13" fmla="*/ 226 h 286"/>
                <a:gd name="T14" fmla="*/ 32 w 119"/>
                <a:gd name="T15" fmla="*/ 281 h 286"/>
                <a:gd name="T16" fmla="*/ 82 w 119"/>
                <a:gd name="T17" fmla="*/ 246 h 286"/>
                <a:gd name="T18" fmla="*/ 82 w 119"/>
                <a:gd name="T19" fmla="*/ 221 h 286"/>
                <a:gd name="T20" fmla="*/ 82 w 119"/>
                <a:gd name="T21" fmla="*/ 221 h 286"/>
                <a:gd name="T22" fmla="*/ 112 w 119"/>
                <a:gd name="T23" fmla="*/ 17 h 286"/>
                <a:gd name="T24" fmla="*/ 118 w 119"/>
                <a:gd name="T25" fmla="*/ 13 h 286"/>
                <a:gd name="T26" fmla="*/ 114 w 119"/>
                <a:gd name="T27" fmla="*/ 5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9" h="286">
                  <a:moveTo>
                    <a:pt x="114" y="5"/>
                  </a:moveTo>
                  <a:lnTo>
                    <a:pt x="99" y="1"/>
                  </a:lnTo>
                  <a:cubicBezTo>
                    <a:pt x="96" y="0"/>
                    <a:pt x="93" y="2"/>
                    <a:pt x="92" y="6"/>
                  </a:cubicBezTo>
                  <a:cubicBezTo>
                    <a:pt x="91" y="8"/>
                    <a:pt x="92" y="11"/>
                    <a:pt x="95" y="12"/>
                  </a:cubicBezTo>
                  <a:cubicBezTo>
                    <a:pt x="88" y="39"/>
                    <a:pt x="56" y="165"/>
                    <a:pt x="19" y="204"/>
                  </a:cubicBezTo>
                  <a:lnTo>
                    <a:pt x="19" y="204"/>
                  </a:lnTo>
                  <a:cubicBezTo>
                    <a:pt x="13" y="210"/>
                    <a:pt x="9" y="217"/>
                    <a:pt x="7" y="226"/>
                  </a:cubicBezTo>
                  <a:cubicBezTo>
                    <a:pt x="0" y="251"/>
                    <a:pt x="12" y="275"/>
                    <a:pt x="32" y="281"/>
                  </a:cubicBezTo>
                  <a:cubicBezTo>
                    <a:pt x="53" y="286"/>
                    <a:pt x="75" y="271"/>
                    <a:pt x="82" y="246"/>
                  </a:cubicBezTo>
                  <a:cubicBezTo>
                    <a:pt x="84" y="237"/>
                    <a:pt x="84" y="229"/>
                    <a:pt x="82" y="221"/>
                  </a:cubicBezTo>
                  <a:lnTo>
                    <a:pt x="82" y="221"/>
                  </a:lnTo>
                  <a:cubicBezTo>
                    <a:pt x="70" y="169"/>
                    <a:pt x="105" y="43"/>
                    <a:pt x="112" y="17"/>
                  </a:cubicBezTo>
                  <a:cubicBezTo>
                    <a:pt x="115" y="17"/>
                    <a:pt x="118" y="15"/>
                    <a:pt x="118" y="13"/>
                  </a:cubicBezTo>
                  <a:cubicBezTo>
                    <a:pt x="119" y="9"/>
                    <a:pt x="117" y="6"/>
                    <a:pt x="114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658">
              <a:extLst>
                <a:ext uri="{FF2B5EF4-FFF2-40B4-BE49-F238E27FC236}">
                  <a16:creationId xmlns:a16="http://schemas.microsoft.com/office/drawing/2014/main" id="{3B3E642A-86D3-4D8F-AAFE-AD45903E3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401" y="3100388"/>
              <a:ext cx="101600" cy="152400"/>
            </a:xfrm>
            <a:custGeom>
              <a:avLst/>
              <a:gdLst>
                <a:gd name="T0" fmla="*/ 8 w 177"/>
                <a:gd name="T1" fmla="*/ 244 h 265"/>
                <a:gd name="T2" fmla="*/ 2 w 177"/>
                <a:gd name="T3" fmla="*/ 247 h 265"/>
                <a:gd name="T4" fmla="*/ 4 w 177"/>
                <a:gd name="T5" fmla="*/ 255 h 265"/>
                <a:gd name="T6" fmla="*/ 17 w 177"/>
                <a:gd name="T7" fmla="*/ 263 h 265"/>
                <a:gd name="T8" fmla="*/ 25 w 177"/>
                <a:gd name="T9" fmla="*/ 261 h 265"/>
                <a:gd name="T10" fmla="*/ 24 w 177"/>
                <a:gd name="T11" fmla="*/ 254 h 265"/>
                <a:gd name="T12" fmla="*/ 147 w 177"/>
                <a:gd name="T13" fmla="*/ 88 h 265"/>
                <a:gd name="T14" fmla="*/ 147 w 177"/>
                <a:gd name="T15" fmla="*/ 88 h 265"/>
                <a:gd name="T16" fmla="*/ 165 w 177"/>
                <a:gd name="T17" fmla="*/ 70 h 265"/>
                <a:gd name="T18" fmla="*/ 154 w 177"/>
                <a:gd name="T19" fmla="*/ 11 h 265"/>
                <a:gd name="T20" fmla="*/ 97 w 177"/>
                <a:gd name="T21" fmla="*/ 31 h 265"/>
                <a:gd name="T22" fmla="*/ 90 w 177"/>
                <a:gd name="T23" fmla="*/ 55 h 265"/>
                <a:gd name="T24" fmla="*/ 90 w 177"/>
                <a:gd name="T25" fmla="*/ 55 h 265"/>
                <a:gd name="T26" fmla="*/ 8 w 177"/>
                <a:gd name="T27" fmla="*/ 24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7" h="265">
                  <a:moveTo>
                    <a:pt x="8" y="244"/>
                  </a:moveTo>
                  <a:cubicBezTo>
                    <a:pt x="6" y="244"/>
                    <a:pt x="3" y="245"/>
                    <a:pt x="2" y="247"/>
                  </a:cubicBezTo>
                  <a:cubicBezTo>
                    <a:pt x="0" y="250"/>
                    <a:pt x="1" y="254"/>
                    <a:pt x="4" y="255"/>
                  </a:cubicBezTo>
                  <a:lnTo>
                    <a:pt x="17" y="263"/>
                  </a:lnTo>
                  <a:cubicBezTo>
                    <a:pt x="20" y="265"/>
                    <a:pt x="23" y="264"/>
                    <a:pt x="25" y="261"/>
                  </a:cubicBezTo>
                  <a:cubicBezTo>
                    <a:pt x="27" y="258"/>
                    <a:pt x="26" y="255"/>
                    <a:pt x="24" y="254"/>
                  </a:cubicBezTo>
                  <a:cubicBezTo>
                    <a:pt x="37" y="229"/>
                    <a:pt x="101" y="116"/>
                    <a:pt x="147" y="88"/>
                  </a:cubicBezTo>
                  <a:lnTo>
                    <a:pt x="147" y="88"/>
                  </a:lnTo>
                  <a:cubicBezTo>
                    <a:pt x="154" y="84"/>
                    <a:pt x="160" y="78"/>
                    <a:pt x="165" y="70"/>
                  </a:cubicBezTo>
                  <a:cubicBezTo>
                    <a:pt x="177" y="48"/>
                    <a:pt x="172" y="21"/>
                    <a:pt x="154" y="11"/>
                  </a:cubicBezTo>
                  <a:cubicBezTo>
                    <a:pt x="135" y="0"/>
                    <a:pt x="110" y="9"/>
                    <a:pt x="97" y="31"/>
                  </a:cubicBezTo>
                  <a:cubicBezTo>
                    <a:pt x="93" y="39"/>
                    <a:pt x="90" y="47"/>
                    <a:pt x="90" y="55"/>
                  </a:cubicBezTo>
                  <a:lnTo>
                    <a:pt x="90" y="55"/>
                  </a:lnTo>
                  <a:cubicBezTo>
                    <a:pt x="89" y="109"/>
                    <a:pt x="23" y="221"/>
                    <a:pt x="8" y="24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659">
              <a:extLst>
                <a:ext uri="{FF2B5EF4-FFF2-40B4-BE49-F238E27FC236}">
                  <a16:creationId xmlns:a16="http://schemas.microsoft.com/office/drawing/2014/main" id="{D5961800-29C8-437D-AAA0-DA906A3D7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538" y="3606800"/>
              <a:ext cx="101600" cy="150813"/>
            </a:xfrm>
            <a:custGeom>
              <a:avLst/>
              <a:gdLst>
                <a:gd name="T0" fmla="*/ 169 w 177"/>
                <a:gd name="T1" fmla="*/ 21 h 265"/>
                <a:gd name="T2" fmla="*/ 175 w 177"/>
                <a:gd name="T3" fmla="*/ 18 h 265"/>
                <a:gd name="T4" fmla="*/ 173 w 177"/>
                <a:gd name="T5" fmla="*/ 10 h 265"/>
                <a:gd name="T6" fmla="*/ 160 w 177"/>
                <a:gd name="T7" fmla="*/ 2 h 265"/>
                <a:gd name="T8" fmla="*/ 152 w 177"/>
                <a:gd name="T9" fmla="*/ 4 h 265"/>
                <a:gd name="T10" fmla="*/ 153 w 177"/>
                <a:gd name="T11" fmla="*/ 11 h 265"/>
                <a:gd name="T12" fmla="*/ 30 w 177"/>
                <a:gd name="T13" fmla="*/ 177 h 265"/>
                <a:gd name="T14" fmla="*/ 30 w 177"/>
                <a:gd name="T15" fmla="*/ 177 h 265"/>
                <a:gd name="T16" fmla="*/ 12 w 177"/>
                <a:gd name="T17" fmla="*/ 195 h 265"/>
                <a:gd name="T18" fmla="*/ 23 w 177"/>
                <a:gd name="T19" fmla="*/ 254 h 265"/>
                <a:gd name="T20" fmla="*/ 80 w 177"/>
                <a:gd name="T21" fmla="*/ 234 h 265"/>
                <a:gd name="T22" fmla="*/ 87 w 177"/>
                <a:gd name="T23" fmla="*/ 210 h 265"/>
                <a:gd name="T24" fmla="*/ 87 w 177"/>
                <a:gd name="T25" fmla="*/ 210 h 265"/>
                <a:gd name="T26" fmla="*/ 169 w 177"/>
                <a:gd name="T27" fmla="*/ 21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7" h="265">
                  <a:moveTo>
                    <a:pt x="169" y="21"/>
                  </a:moveTo>
                  <a:cubicBezTo>
                    <a:pt x="171" y="21"/>
                    <a:pt x="174" y="20"/>
                    <a:pt x="175" y="18"/>
                  </a:cubicBezTo>
                  <a:cubicBezTo>
                    <a:pt x="177" y="15"/>
                    <a:pt x="176" y="11"/>
                    <a:pt x="173" y="10"/>
                  </a:cubicBezTo>
                  <a:lnTo>
                    <a:pt x="160" y="2"/>
                  </a:lnTo>
                  <a:cubicBezTo>
                    <a:pt x="157" y="0"/>
                    <a:pt x="154" y="1"/>
                    <a:pt x="152" y="4"/>
                  </a:cubicBezTo>
                  <a:cubicBezTo>
                    <a:pt x="150" y="7"/>
                    <a:pt x="151" y="10"/>
                    <a:pt x="153" y="11"/>
                  </a:cubicBezTo>
                  <a:cubicBezTo>
                    <a:pt x="140" y="36"/>
                    <a:pt x="76" y="149"/>
                    <a:pt x="30" y="177"/>
                  </a:cubicBezTo>
                  <a:lnTo>
                    <a:pt x="30" y="177"/>
                  </a:lnTo>
                  <a:cubicBezTo>
                    <a:pt x="23" y="181"/>
                    <a:pt x="17" y="187"/>
                    <a:pt x="12" y="195"/>
                  </a:cubicBezTo>
                  <a:cubicBezTo>
                    <a:pt x="0" y="217"/>
                    <a:pt x="5" y="244"/>
                    <a:pt x="23" y="254"/>
                  </a:cubicBezTo>
                  <a:cubicBezTo>
                    <a:pt x="42" y="265"/>
                    <a:pt x="67" y="256"/>
                    <a:pt x="80" y="234"/>
                  </a:cubicBezTo>
                  <a:cubicBezTo>
                    <a:pt x="84" y="226"/>
                    <a:pt x="87" y="218"/>
                    <a:pt x="87" y="210"/>
                  </a:cubicBezTo>
                  <a:lnTo>
                    <a:pt x="87" y="210"/>
                  </a:lnTo>
                  <a:cubicBezTo>
                    <a:pt x="88" y="156"/>
                    <a:pt x="154" y="44"/>
                    <a:pt x="169" y="2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660">
              <a:extLst>
                <a:ext uri="{FF2B5EF4-FFF2-40B4-BE49-F238E27FC236}">
                  <a16:creationId xmlns:a16="http://schemas.microsoft.com/office/drawing/2014/main" id="{AED5677B-84EA-4619-85A1-F364749E6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851" y="3157538"/>
              <a:ext cx="130175" cy="128588"/>
            </a:xfrm>
            <a:custGeom>
              <a:avLst/>
              <a:gdLst>
                <a:gd name="T0" fmla="*/ 10 w 226"/>
                <a:gd name="T1" fmla="*/ 203 h 226"/>
                <a:gd name="T2" fmla="*/ 2 w 226"/>
                <a:gd name="T3" fmla="*/ 204 h 226"/>
                <a:gd name="T4" fmla="*/ 2 w 226"/>
                <a:gd name="T5" fmla="*/ 213 h 226"/>
                <a:gd name="T6" fmla="*/ 13 w 226"/>
                <a:gd name="T7" fmla="*/ 224 h 226"/>
                <a:gd name="T8" fmla="*/ 22 w 226"/>
                <a:gd name="T9" fmla="*/ 224 h 226"/>
                <a:gd name="T10" fmla="*/ 23 w 226"/>
                <a:gd name="T11" fmla="*/ 216 h 226"/>
                <a:gd name="T12" fmla="*/ 184 w 226"/>
                <a:gd name="T13" fmla="*/ 88 h 226"/>
                <a:gd name="T14" fmla="*/ 184 w 226"/>
                <a:gd name="T15" fmla="*/ 88 h 226"/>
                <a:gd name="T16" fmla="*/ 206 w 226"/>
                <a:gd name="T17" fmla="*/ 75 h 226"/>
                <a:gd name="T18" fmla="*/ 211 w 226"/>
                <a:gd name="T19" fmla="*/ 15 h 226"/>
                <a:gd name="T20" fmla="*/ 151 w 226"/>
                <a:gd name="T21" fmla="*/ 20 h 226"/>
                <a:gd name="T22" fmla="*/ 138 w 226"/>
                <a:gd name="T23" fmla="*/ 42 h 226"/>
                <a:gd name="T24" fmla="*/ 138 w 226"/>
                <a:gd name="T25" fmla="*/ 42 h 226"/>
                <a:gd name="T26" fmla="*/ 10 w 226"/>
                <a:gd name="T27" fmla="*/ 20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26">
                  <a:moveTo>
                    <a:pt x="10" y="203"/>
                  </a:moveTo>
                  <a:cubicBezTo>
                    <a:pt x="7" y="202"/>
                    <a:pt x="4" y="202"/>
                    <a:pt x="2" y="204"/>
                  </a:cubicBezTo>
                  <a:cubicBezTo>
                    <a:pt x="0" y="207"/>
                    <a:pt x="0" y="210"/>
                    <a:pt x="2" y="213"/>
                  </a:cubicBezTo>
                  <a:lnTo>
                    <a:pt x="13" y="224"/>
                  </a:lnTo>
                  <a:cubicBezTo>
                    <a:pt x="16" y="226"/>
                    <a:pt x="19" y="226"/>
                    <a:pt x="22" y="224"/>
                  </a:cubicBezTo>
                  <a:cubicBezTo>
                    <a:pt x="24" y="222"/>
                    <a:pt x="24" y="219"/>
                    <a:pt x="23" y="216"/>
                  </a:cubicBezTo>
                  <a:cubicBezTo>
                    <a:pt x="41" y="197"/>
                    <a:pt x="132" y="103"/>
                    <a:pt x="184" y="88"/>
                  </a:cubicBezTo>
                  <a:lnTo>
                    <a:pt x="184" y="88"/>
                  </a:lnTo>
                  <a:cubicBezTo>
                    <a:pt x="192" y="86"/>
                    <a:pt x="199" y="82"/>
                    <a:pt x="206" y="75"/>
                  </a:cubicBezTo>
                  <a:cubicBezTo>
                    <a:pt x="224" y="57"/>
                    <a:pt x="226" y="30"/>
                    <a:pt x="211" y="15"/>
                  </a:cubicBezTo>
                  <a:cubicBezTo>
                    <a:pt x="196" y="0"/>
                    <a:pt x="169" y="2"/>
                    <a:pt x="151" y="20"/>
                  </a:cubicBezTo>
                  <a:cubicBezTo>
                    <a:pt x="144" y="27"/>
                    <a:pt x="140" y="34"/>
                    <a:pt x="138" y="42"/>
                  </a:cubicBezTo>
                  <a:lnTo>
                    <a:pt x="138" y="42"/>
                  </a:lnTo>
                  <a:cubicBezTo>
                    <a:pt x="123" y="94"/>
                    <a:pt x="29" y="185"/>
                    <a:pt x="10" y="20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661">
              <a:extLst>
                <a:ext uri="{FF2B5EF4-FFF2-40B4-BE49-F238E27FC236}">
                  <a16:creationId xmlns:a16="http://schemas.microsoft.com/office/drawing/2014/main" id="{F0695DC4-ECE9-48AD-9A5D-7BF468761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513" y="3571875"/>
              <a:ext cx="130175" cy="130175"/>
            </a:xfrm>
            <a:custGeom>
              <a:avLst/>
              <a:gdLst>
                <a:gd name="T0" fmla="*/ 216 w 226"/>
                <a:gd name="T1" fmla="*/ 23 h 226"/>
                <a:gd name="T2" fmla="*/ 224 w 226"/>
                <a:gd name="T3" fmla="*/ 22 h 226"/>
                <a:gd name="T4" fmla="*/ 224 w 226"/>
                <a:gd name="T5" fmla="*/ 13 h 226"/>
                <a:gd name="T6" fmla="*/ 213 w 226"/>
                <a:gd name="T7" fmla="*/ 2 h 226"/>
                <a:gd name="T8" fmla="*/ 204 w 226"/>
                <a:gd name="T9" fmla="*/ 2 h 226"/>
                <a:gd name="T10" fmla="*/ 203 w 226"/>
                <a:gd name="T11" fmla="*/ 10 h 226"/>
                <a:gd name="T12" fmla="*/ 42 w 226"/>
                <a:gd name="T13" fmla="*/ 138 h 226"/>
                <a:gd name="T14" fmla="*/ 42 w 226"/>
                <a:gd name="T15" fmla="*/ 138 h 226"/>
                <a:gd name="T16" fmla="*/ 20 w 226"/>
                <a:gd name="T17" fmla="*/ 151 h 226"/>
                <a:gd name="T18" fmla="*/ 15 w 226"/>
                <a:gd name="T19" fmla="*/ 211 h 226"/>
                <a:gd name="T20" fmla="*/ 75 w 226"/>
                <a:gd name="T21" fmla="*/ 206 h 226"/>
                <a:gd name="T22" fmla="*/ 88 w 226"/>
                <a:gd name="T23" fmla="*/ 184 h 226"/>
                <a:gd name="T24" fmla="*/ 88 w 226"/>
                <a:gd name="T25" fmla="*/ 184 h 226"/>
                <a:gd name="T26" fmla="*/ 216 w 226"/>
                <a:gd name="T27" fmla="*/ 2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26">
                  <a:moveTo>
                    <a:pt x="216" y="23"/>
                  </a:moveTo>
                  <a:cubicBezTo>
                    <a:pt x="219" y="24"/>
                    <a:pt x="222" y="24"/>
                    <a:pt x="224" y="22"/>
                  </a:cubicBezTo>
                  <a:cubicBezTo>
                    <a:pt x="226" y="19"/>
                    <a:pt x="226" y="16"/>
                    <a:pt x="224" y="13"/>
                  </a:cubicBezTo>
                  <a:lnTo>
                    <a:pt x="213" y="2"/>
                  </a:lnTo>
                  <a:cubicBezTo>
                    <a:pt x="210" y="0"/>
                    <a:pt x="207" y="0"/>
                    <a:pt x="204" y="2"/>
                  </a:cubicBezTo>
                  <a:cubicBezTo>
                    <a:pt x="202" y="4"/>
                    <a:pt x="202" y="7"/>
                    <a:pt x="203" y="10"/>
                  </a:cubicBezTo>
                  <a:cubicBezTo>
                    <a:pt x="185" y="29"/>
                    <a:pt x="94" y="123"/>
                    <a:pt x="42" y="138"/>
                  </a:cubicBezTo>
                  <a:lnTo>
                    <a:pt x="42" y="138"/>
                  </a:lnTo>
                  <a:cubicBezTo>
                    <a:pt x="34" y="140"/>
                    <a:pt x="27" y="144"/>
                    <a:pt x="20" y="151"/>
                  </a:cubicBezTo>
                  <a:cubicBezTo>
                    <a:pt x="2" y="169"/>
                    <a:pt x="0" y="196"/>
                    <a:pt x="15" y="211"/>
                  </a:cubicBezTo>
                  <a:cubicBezTo>
                    <a:pt x="30" y="226"/>
                    <a:pt x="57" y="224"/>
                    <a:pt x="75" y="206"/>
                  </a:cubicBezTo>
                  <a:cubicBezTo>
                    <a:pt x="82" y="199"/>
                    <a:pt x="86" y="192"/>
                    <a:pt x="88" y="184"/>
                  </a:cubicBezTo>
                  <a:lnTo>
                    <a:pt x="88" y="184"/>
                  </a:lnTo>
                  <a:cubicBezTo>
                    <a:pt x="103" y="132"/>
                    <a:pt x="197" y="41"/>
                    <a:pt x="216" y="2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662">
              <a:extLst>
                <a:ext uri="{FF2B5EF4-FFF2-40B4-BE49-F238E27FC236}">
                  <a16:creationId xmlns:a16="http://schemas.microsoft.com/office/drawing/2014/main" id="{AC66EF9B-D0B3-4107-8DF0-A093B76C5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776" y="3228975"/>
              <a:ext cx="150813" cy="101600"/>
            </a:xfrm>
            <a:custGeom>
              <a:avLst/>
              <a:gdLst>
                <a:gd name="T0" fmla="*/ 11 w 265"/>
                <a:gd name="T1" fmla="*/ 153 h 177"/>
                <a:gd name="T2" fmla="*/ 4 w 265"/>
                <a:gd name="T3" fmla="*/ 152 h 177"/>
                <a:gd name="T4" fmla="*/ 2 w 265"/>
                <a:gd name="T5" fmla="*/ 160 h 177"/>
                <a:gd name="T6" fmla="*/ 10 w 265"/>
                <a:gd name="T7" fmla="*/ 173 h 177"/>
                <a:gd name="T8" fmla="*/ 18 w 265"/>
                <a:gd name="T9" fmla="*/ 175 h 177"/>
                <a:gd name="T10" fmla="*/ 21 w 265"/>
                <a:gd name="T11" fmla="*/ 169 h 177"/>
                <a:gd name="T12" fmla="*/ 210 w 265"/>
                <a:gd name="T13" fmla="*/ 87 h 177"/>
                <a:gd name="T14" fmla="*/ 210 w 265"/>
                <a:gd name="T15" fmla="*/ 87 h 177"/>
                <a:gd name="T16" fmla="*/ 234 w 265"/>
                <a:gd name="T17" fmla="*/ 80 h 177"/>
                <a:gd name="T18" fmla="*/ 254 w 265"/>
                <a:gd name="T19" fmla="*/ 23 h 177"/>
                <a:gd name="T20" fmla="*/ 195 w 265"/>
                <a:gd name="T21" fmla="*/ 12 h 177"/>
                <a:gd name="T22" fmla="*/ 177 w 265"/>
                <a:gd name="T23" fmla="*/ 30 h 177"/>
                <a:gd name="T24" fmla="*/ 177 w 265"/>
                <a:gd name="T25" fmla="*/ 30 h 177"/>
                <a:gd name="T26" fmla="*/ 11 w 265"/>
                <a:gd name="T27" fmla="*/ 153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5" h="177">
                  <a:moveTo>
                    <a:pt x="11" y="153"/>
                  </a:moveTo>
                  <a:cubicBezTo>
                    <a:pt x="10" y="151"/>
                    <a:pt x="7" y="150"/>
                    <a:pt x="4" y="152"/>
                  </a:cubicBezTo>
                  <a:cubicBezTo>
                    <a:pt x="1" y="154"/>
                    <a:pt x="0" y="157"/>
                    <a:pt x="2" y="160"/>
                  </a:cubicBezTo>
                  <a:lnTo>
                    <a:pt x="10" y="173"/>
                  </a:lnTo>
                  <a:cubicBezTo>
                    <a:pt x="11" y="176"/>
                    <a:pt x="15" y="177"/>
                    <a:pt x="18" y="175"/>
                  </a:cubicBezTo>
                  <a:cubicBezTo>
                    <a:pt x="20" y="174"/>
                    <a:pt x="21" y="171"/>
                    <a:pt x="21" y="169"/>
                  </a:cubicBezTo>
                  <a:cubicBezTo>
                    <a:pt x="44" y="154"/>
                    <a:pt x="156" y="88"/>
                    <a:pt x="210" y="87"/>
                  </a:cubicBezTo>
                  <a:lnTo>
                    <a:pt x="210" y="87"/>
                  </a:lnTo>
                  <a:cubicBezTo>
                    <a:pt x="218" y="87"/>
                    <a:pt x="226" y="84"/>
                    <a:pt x="234" y="80"/>
                  </a:cubicBezTo>
                  <a:cubicBezTo>
                    <a:pt x="256" y="67"/>
                    <a:pt x="265" y="42"/>
                    <a:pt x="254" y="23"/>
                  </a:cubicBezTo>
                  <a:cubicBezTo>
                    <a:pt x="244" y="5"/>
                    <a:pt x="217" y="0"/>
                    <a:pt x="195" y="12"/>
                  </a:cubicBezTo>
                  <a:cubicBezTo>
                    <a:pt x="187" y="17"/>
                    <a:pt x="181" y="23"/>
                    <a:pt x="177" y="30"/>
                  </a:cubicBezTo>
                  <a:lnTo>
                    <a:pt x="177" y="30"/>
                  </a:lnTo>
                  <a:cubicBezTo>
                    <a:pt x="149" y="76"/>
                    <a:pt x="36" y="140"/>
                    <a:pt x="11" y="15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 663">
              <a:extLst>
                <a:ext uri="{FF2B5EF4-FFF2-40B4-BE49-F238E27FC236}">
                  <a16:creationId xmlns:a16="http://schemas.microsoft.com/office/drawing/2014/main" id="{5499047A-D2B0-422C-B4FC-B7826FDAA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951" y="3527425"/>
              <a:ext cx="150813" cy="101600"/>
            </a:xfrm>
            <a:custGeom>
              <a:avLst/>
              <a:gdLst>
                <a:gd name="T0" fmla="*/ 254 w 265"/>
                <a:gd name="T1" fmla="*/ 24 h 177"/>
                <a:gd name="T2" fmla="*/ 261 w 265"/>
                <a:gd name="T3" fmla="*/ 25 h 177"/>
                <a:gd name="T4" fmla="*/ 263 w 265"/>
                <a:gd name="T5" fmla="*/ 17 h 177"/>
                <a:gd name="T6" fmla="*/ 255 w 265"/>
                <a:gd name="T7" fmla="*/ 4 h 177"/>
                <a:gd name="T8" fmla="*/ 247 w 265"/>
                <a:gd name="T9" fmla="*/ 2 h 177"/>
                <a:gd name="T10" fmla="*/ 244 w 265"/>
                <a:gd name="T11" fmla="*/ 8 h 177"/>
                <a:gd name="T12" fmla="*/ 55 w 265"/>
                <a:gd name="T13" fmla="*/ 90 h 177"/>
                <a:gd name="T14" fmla="*/ 55 w 265"/>
                <a:gd name="T15" fmla="*/ 90 h 177"/>
                <a:gd name="T16" fmla="*/ 31 w 265"/>
                <a:gd name="T17" fmla="*/ 97 h 177"/>
                <a:gd name="T18" fmla="*/ 11 w 265"/>
                <a:gd name="T19" fmla="*/ 154 h 177"/>
                <a:gd name="T20" fmla="*/ 70 w 265"/>
                <a:gd name="T21" fmla="*/ 165 h 177"/>
                <a:gd name="T22" fmla="*/ 88 w 265"/>
                <a:gd name="T23" fmla="*/ 147 h 177"/>
                <a:gd name="T24" fmla="*/ 88 w 265"/>
                <a:gd name="T25" fmla="*/ 147 h 177"/>
                <a:gd name="T26" fmla="*/ 254 w 265"/>
                <a:gd name="T27" fmla="*/ 2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5" h="177">
                  <a:moveTo>
                    <a:pt x="254" y="24"/>
                  </a:moveTo>
                  <a:cubicBezTo>
                    <a:pt x="255" y="26"/>
                    <a:pt x="258" y="27"/>
                    <a:pt x="261" y="25"/>
                  </a:cubicBezTo>
                  <a:cubicBezTo>
                    <a:pt x="264" y="23"/>
                    <a:pt x="265" y="20"/>
                    <a:pt x="263" y="17"/>
                  </a:cubicBezTo>
                  <a:lnTo>
                    <a:pt x="255" y="4"/>
                  </a:lnTo>
                  <a:cubicBezTo>
                    <a:pt x="254" y="1"/>
                    <a:pt x="250" y="0"/>
                    <a:pt x="247" y="2"/>
                  </a:cubicBezTo>
                  <a:cubicBezTo>
                    <a:pt x="245" y="3"/>
                    <a:pt x="244" y="6"/>
                    <a:pt x="244" y="8"/>
                  </a:cubicBezTo>
                  <a:cubicBezTo>
                    <a:pt x="221" y="23"/>
                    <a:pt x="109" y="89"/>
                    <a:pt x="55" y="90"/>
                  </a:cubicBezTo>
                  <a:lnTo>
                    <a:pt x="55" y="90"/>
                  </a:lnTo>
                  <a:cubicBezTo>
                    <a:pt x="47" y="90"/>
                    <a:pt x="39" y="93"/>
                    <a:pt x="31" y="97"/>
                  </a:cubicBezTo>
                  <a:cubicBezTo>
                    <a:pt x="9" y="110"/>
                    <a:pt x="0" y="135"/>
                    <a:pt x="11" y="154"/>
                  </a:cubicBezTo>
                  <a:cubicBezTo>
                    <a:pt x="21" y="172"/>
                    <a:pt x="48" y="177"/>
                    <a:pt x="70" y="165"/>
                  </a:cubicBezTo>
                  <a:cubicBezTo>
                    <a:pt x="78" y="160"/>
                    <a:pt x="84" y="154"/>
                    <a:pt x="88" y="147"/>
                  </a:cubicBezTo>
                  <a:lnTo>
                    <a:pt x="88" y="147"/>
                  </a:lnTo>
                  <a:cubicBezTo>
                    <a:pt x="116" y="101"/>
                    <a:pt x="229" y="37"/>
                    <a:pt x="254" y="2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664">
              <a:extLst>
                <a:ext uri="{FF2B5EF4-FFF2-40B4-BE49-F238E27FC236}">
                  <a16:creationId xmlns:a16="http://schemas.microsoft.com/office/drawing/2014/main" id="{83EF8839-6274-4260-9368-D02A415DF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001" y="3314700"/>
              <a:ext cx="163513" cy="68263"/>
            </a:xfrm>
            <a:custGeom>
              <a:avLst/>
              <a:gdLst>
                <a:gd name="T0" fmla="*/ 204 w 286"/>
                <a:gd name="T1" fmla="*/ 19 h 119"/>
                <a:gd name="T2" fmla="*/ 12 w 286"/>
                <a:gd name="T3" fmla="*/ 95 h 119"/>
                <a:gd name="T4" fmla="*/ 6 w 286"/>
                <a:gd name="T5" fmla="*/ 92 h 119"/>
                <a:gd name="T6" fmla="*/ 1 w 286"/>
                <a:gd name="T7" fmla="*/ 99 h 119"/>
                <a:gd name="T8" fmla="*/ 5 w 286"/>
                <a:gd name="T9" fmla="*/ 114 h 119"/>
                <a:gd name="T10" fmla="*/ 13 w 286"/>
                <a:gd name="T11" fmla="*/ 118 h 119"/>
                <a:gd name="T12" fmla="*/ 17 w 286"/>
                <a:gd name="T13" fmla="*/ 112 h 119"/>
                <a:gd name="T14" fmla="*/ 221 w 286"/>
                <a:gd name="T15" fmla="*/ 82 h 119"/>
                <a:gd name="T16" fmla="*/ 221 w 286"/>
                <a:gd name="T17" fmla="*/ 82 h 119"/>
                <a:gd name="T18" fmla="*/ 246 w 286"/>
                <a:gd name="T19" fmla="*/ 82 h 119"/>
                <a:gd name="T20" fmla="*/ 281 w 286"/>
                <a:gd name="T21" fmla="*/ 32 h 119"/>
                <a:gd name="T22" fmla="*/ 226 w 286"/>
                <a:gd name="T23" fmla="*/ 7 h 119"/>
                <a:gd name="T24" fmla="*/ 204 w 286"/>
                <a:gd name="T25" fmla="*/ 19 h 119"/>
                <a:gd name="T26" fmla="*/ 204 w 286"/>
                <a:gd name="T2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119">
                  <a:moveTo>
                    <a:pt x="204" y="19"/>
                  </a:moveTo>
                  <a:cubicBezTo>
                    <a:pt x="165" y="56"/>
                    <a:pt x="39" y="88"/>
                    <a:pt x="12" y="95"/>
                  </a:cubicBezTo>
                  <a:cubicBezTo>
                    <a:pt x="11" y="92"/>
                    <a:pt x="8" y="91"/>
                    <a:pt x="6" y="92"/>
                  </a:cubicBezTo>
                  <a:cubicBezTo>
                    <a:pt x="2" y="93"/>
                    <a:pt x="0" y="96"/>
                    <a:pt x="1" y="99"/>
                  </a:cubicBezTo>
                  <a:lnTo>
                    <a:pt x="5" y="114"/>
                  </a:lnTo>
                  <a:cubicBezTo>
                    <a:pt x="6" y="117"/>
                    <a:pt x="9" y="119"/>
                    <a:pt x="13" y="118"/>
                  </a:cubicBezTo>
                  <a:cubicBezTo>
                    <a:pt x="15" y="118"/>
                    <a:pt x="17" y="115"/>
                    <a:pt x="17" y="112"/>
                  </a:cubicBezTo>
                  <a:cubicBezTo>
                    <a:pt x="43" y="105"/>
                    <a:pt x="169" y="70"/>
                    <a:pt x="221" y="82"/>
                  </a:cubicBezTo>
                  <a:lnTo>
                    <a:pt x="221" y="82"/>
                  </a:lnTo>
                  <a:cubicBezTo>
                    <a:pt x="229" y="84"/>
                    <a:pt x="237" y="84"/>
                    <a:pt x="246" y="82"/>
                  </a:cubicBezTo>
                  <a:cubicBezTo>
                    <a:pt x="271" y="75"/>
                    <a:pt x="286" y="53"/>
                    <a:pt x="281" y="32"/>
                  </a:cubicBezTo>
                  <a:cubicBezTo>
                    <a:pt x="275" y="12"/>
                    <a:pt x="250" y="0"/>
                    <a:pt x="226" y="7"/>
                  </a:cubicBezTo>
                  <a:cubicBezTo>
                    <a:pt x="217" y="9"/>
                    <a:pt x="210" y="13"/>
                    <a:pt x="204" y="19"/>
                  </a:cubicBezTo>
                  <a:lnTo>
                    <a:pt x="204" y="19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665">
              <a:extLst>
                <a:ext uri="{FF2B5EF4-FFF2-40B4-BE49-F238E27FC236}">
                  <a16:creationId xmlns:a16="http://schemas.microsoft.com/office/drawing/2014/main" id="{694E886B-CD34-4D8E-B654-FCAAC58ED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026" y="3476625"/>
              <a:ext cx="163513" cy="66675"/>
            </a:xfrm>
            <a:custGeom>
              <a:avLst/>
              <a:gdLst>
                <a:gd name="T0" fmla="*/ 82 w 286"/>
                <a:gd name="T1" fmla="*/ 100 h 119"/>
                <a:gd name="T2" fmla="*/ 274 w 286"/>
                <a:gd name="T3" fmla="*/ 24 h 119"/>
                <a:gd name="T4" fmla="*/ 280 w 286"/>
                <a:gd name="T5" fmla="*/ 27 h 119"/>
                <a:gd name="T6" fmla="*/ 285 w 286"/>
                <a:gd name="T7" fmla="*/ 20 h 119"/>
                <a:gd name="T8" fmla="*/ 281 w 286"/>
                <a:gd name="T9" fmla="*/ 5 h 119"/>
                <a:gd name="T10" fmla="*/ 273 w 286"/>
                <a:gd name="T11" fmla="*/ 1 h 119"/>
                <a:gd name="T12" fmla="*/ 269 w 286"/>
                <a:gd name="T13" fmla="*/ 7 h 119"/>
                <a:gd name="T14" fmla="*/ 65 w 286"/>
                <a:gd name="T15" fmla="*/ 37 h 119"/>
                <a:gd name="T16" fmla="*/ 65 w 286"/>
                <a:gd name="T17" fmla="*/ 37 h 119"/>
                <a:gd name="T18" fmla="*/ 40 w 286"/>
                <a:gd name="T19" fmla="*/ 37 h 119"/>
                <a:gd name="T20" fmla="*/ 5 w 286"/>
                <a:gd name="T21" fmla="*/ 87 h 119"/>
                <a:gd name="T22" fmla="*/ 60 w 286"/>
                <a:gd name="T23" fmla="*/ 112 h 119"/>
                <a:gd name="T24" fmla="*/ 82 w 286"/>
                <a:gd name="T25" fmla="*/ 100 h 119"/>
                <a:gd name="T26" fmla="*/ 82 w 286"/>
                <a:gd name="T27" fmla="*/ 10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119">
                  <a:moveTo>
                    <a:pt x="82" y="100"/>
                  </a:moveTo>
                  <a:cubicBezTo>
                    <a:pt x="121" y="63"/>
                    <a:pt x="247" y="31"/>
                    <a:pt x="274" y="24"/>
                  </a:cubicBezTo>
                  <a:cubicBezTo>
                    <a:pt x="275" y="27"/>
                    <a:pt x="278" y="28"/>
                    <a:pt x="280" y="27"/>
                  </a:cubicBezTo>
                  <a:cubicBezTo>
                    <a:pt x="284" y="26"/>
                    <a:pt x="286" y="23"/>
                    <a:pt x="285" y="20"/>
                  </a:cubicBezTo>
                  <a:lnTo>
                    <a:pt x="281" y="5"/>
                  </a:lnTo>
                  <a:cubicBezTo>
                    <a:pt x="280" y="2"/>
                    <a:pt x="277" y="0"/>
                    <a:pt x="273" y="1"/>
                  </a:cubicBezTo>
                  <a:cubicBezTo>
                    <a:pt x="271" y="1"/>
                    <a:pt x="269" y="4"/>
                    <a:pt x="269" y="7"/>
                  </a:cubicBezTo>
                  <a:cubicBezTo>
                    <a:pt x="243" y="14"/>
                    <a:pt x="117" y="49"/>
                    <a:pt x="65" y="37"/>
                  </a:cubicBezTo>
                  <a:lnTo>
                    <a:pt x="65" y="37"/>
                  </a:lnTo>
                  <a:cubicBezTo>
                    <a:pt x="57" y="35"/>
                    <a:pt x="49" y="35"/>
                    <a:pt x="40" y="37"/>
                  </a:cubicBezTo>
                  <a:cubicBezTo>
                    <a:pt x="15" y="44"/>
                    <a:pt x="0" y="66"/>
                    <a:pt x="5" y="87"/>
                  </a:cubicBezTo>
                  <a:cubicBezTo>
                    <a:pt x="11" y="107"/>
                    <a:pt x="36" y="119"/>
                    <a:pt x="60" y="112"/>
                  </a:cubicBezTo>
                  <a:cubicBezTo>
                    <a:pt x="69" y="110"/>
                    <a:pt x="76" y="106"/>
                    <a:pt x="82" y="100"/>
                  </a:cubicBezTo>
                  <a:lnTo>
                    <a:pt x="82" y="100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666">
              <a:extLst>
                <a:ext uri="{FF2B5EF4-FFF2-40B4-BE49-F238E27FC236}">
                  <a16:creationId xmlns:a16="http://schemas.microsoft.com/office/drawing/2014/main" id="{FA801202-B129-472E-B931-9440CA72E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501" y="3406775"/>
              <a:ext cx="163513" cy="44450"/>
            </a:xfrm>
            <a:custGeom>
              <a:avLst/>
              <a:gdLst>
                <a:gd name="T0" fmla="*/ 71 w 287"/>
                <a:gd name="T1" fmla="*/ 72 h 78"/>
                <a:gd name="T2" fmla="*/ 71 w 287"/>
                <a:gd name="T3" fmla="*/ 72 h 78"/>
                <a:gd name="T4" fmla="*/ 276 w 287"/>
                <a:gd name="T5" fmla="*/ 48 h 78"/>
                <a:gd name="T6" fmla="*/ 281 w 287"/>
                <a:gd name="T7" fmla="*/ 53 h 78"/>
                <a:gd name="T8" fmla="*/ 287 w 287"/>
                <a:gd name="T9" fmla="*/ 47 h 78"/>
                <a:gd name="T10" fmla="*/ 287 w 287"/>
                <a:gd name="T11" fmla="*/ 31 h 78"/>
                <a:gd name="T12" fmla="*/ 281 w 287"/>
                <a:gd name="T13" fmla="*/ 25 h 78"/>
                <a:gd name="T14" fmla="*/ 276 w 287"/>
                <a:gd name="T15" fmla="*/ 30 h 78"/>
                <a:gd name="T16" fmla="*/ 71 w 287"/>
                <a:gd name="T17" fmla="*/ 6 h 78"/>
                <a:gd name="T18" fmla="*/ 71 w 287"/>
                <a:gd name="T19" fmla="*/ 6 h 78"/>
                <a:gd name="T20" fmla="*/ 46 w 287"/>
                <a:gd name="T21" fmla="*/ 0 h 78"/>
                <a:gd name="T22" fmla="*/ 0 w 287"/>
                <a:gd name="T23" fmla="*/ 39 h 78"/>
                <a:gd name="T24" fmla="*/ 46 w 287"/>
                <a:gd name="T25" fmla="*/ 78 h 78"/>
                <a:gd name="T26" fmla="*/ 71 w 287"/>
                <a:gd name="T27" fmla="*/ 7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7" h="78">
                  <a:moveTo>
                    <a:pt x="71" y="72"/>
                  </a:moveTo>
                  <a:lnTo>
                    <a:pt x="71" y="72"/>
                  </a:lnTo>
                  <a:cubicBezTo>
                    <a:pt x="118" y="46"/>
                    <a:pt x="248" y="48"/>
                    <a:pt x="276" y="48"/>
                  </a:cubicBezTo>
                  <a:cubicBezTo>
                    <a:pt x="276" y="51"/>
                    <a:pt x="279" y="53"/>
                    <a:pt x="281" y="53"/>
                  </a:cubicBezTo>
                  <a:cubicBezTo>
                    <a:pt x="285" y="53"/>
                    <a:pt x="287" y="50"/>
                    <a:pt x="287" y="47"/>
                  </a:cubicBezTo>
                  <a:lnTo>
                    <a:pt x="287" y="31"/>
                  </a:lnTo>
                  <a:cubicBezTo>
                    <a:pt x="287" y="28"/>
                    <a:pt x="285" y="25"/>
                    <a:pt x="281" y="25"/>
                  </a:cubicBezTo>
                  <a:cubicBezTo>
                    <a:pt x="279" y="25"/>
                    <a:pt x="276" y="27"/>
                    <a:pt x="276" y="30"/>
                  </a:cubicBezTo>
                  <a:cubicBezTo>
                    <a:pt x="248" y="31"/>
                    <a:pt x="118" y="32"/>
                    <a:pt x="71" y="6"/>
                  </a:cubicBezTo>
                  <a:lnTo>
                    <a:pt x="71" y="6"/>
                  </a:lnTo>
                  <a:cubicBezTo>
                    <a:pt x="64" y="2"/>
                    <a:pt x="55" y="0"/>
                    <a:pt x="46" y="0"/>
                  </a:cubicBezTo>
                  <a:cubicBezTo>
                    <a:pt x="21" y="0"/>
                    <a:pt x="0" y="17"/>
                    <a:pt x="0" y="39"/>
                  </a:cubicBezTo>
                  <a:cubicBezTo>
                    <a:pt x="0" y="61"/>
                    <a:pt x="21" y="78"/>
                    <a:pt x="46" y="78"/>
                  </a:cubicBezTo>
                  <a:cubicBezTo>
                    <a:pt x="55" y="78"/>
                    <a:pt x="64" y="76"/>
                    <a:pt x="71" y="7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667">
              <a:extLst>
                <a:ext uri="{FF2B5EF4-FFF2-40B4-BE49-F238E27FC236}">
                  <a16:creationId xmlns:a16="http://schemas.microsoft.com/office/drawing/2014/main" id="{34698EA0-3309-45BC-8193-8AEB06BEC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6" y="3406775"/>
              <a:ext cx="163513" cy="44450"/>
            </a:xfrm>
            <a:custGeom>
              <a:avLst/>
              <a:gdLst>
                <a:gd name="T0" fmla="*/ 241 w 287"/>
                <a:gd name="T1" fmla="*/ 0 h 78"/>
                <a:gd name="T2" fmla="*/ 216 w 287"/>
                <a:gd name="T3" fmla="*/ 6 h 78"/>
                <a:gd name="T4" fmla="*/ 216 w 287"/>
                <a:gd name="T5" fmla="*/ 6 h 78"/>
                <a:gd name="T6" fmla="*/ 11 w 287"/>
                <a:gd name="T7" fmla="*/ 30 h 78"/>
                <a:gd name="T8" fmla="*/ 6 w 287"/>
                <a:gd name="T9" fmla="*/ 25 h 78"/>
                <a:gd name="T10" fmla="*/ 0 w 287"/>
                <a:gd name="T11" fmla="*/ 31 h 78"/>
                <a:gd name="T12" fmla="*/ 0 w 287"/>
                <a:gd name="T13" fmla="*/ 47 h 78"/>
                <a:gd name="T14" fmla="*/ 6 w 287"/>
                <a:gd name="T15" fmla="*/ 53 h 78"/>
                <a:gd name="T16" fmla="*/ 11 w 287"/>
                <a:gd name="T17" fmla="*/ 48 h 78"/>
                <a:gd name="T18" fmla="*/ 216 w 287"/>
                <a:gd name="T19" fmla="*/ 72 h 78"/>
                <a:gd name="T20" fmla="*/ 216 w 287"/>
                <a:gd name="T21" fmla="*/ 72 h 78"/>
                <a:gd name="T22" fmla="*/ 241 w 287"/>
                <a:gd name="T23" fmla="*/ 78 h 78"/>
                <a:gd name="T24" fmla="*/ 287 w 287"/>
                <a:gd name="T25" fmla="*/ 39 h 78"/>
                <a:gd name="T26" fmla="*/ 241 w 287"/>
                <a:gd name="T2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7" h="78">
                  <a:moveTo>
                    <a:pt x="241" y="0"/>
                  </a:moveTo>
                  <a:cubicBezTo>
                    <a:pt x="232" y="0"/>
                    <a:pt x="223" y="2"/>
                    <a:pt x="216" y="6"/>
                  </a:cubicBezTo>
                  <a:lnTo>
                    <a:pt x="216" y="6"/>
                  </a:lnTo>
                  <a:cubicBezTo>
                    <a:pt x="169" y="32"/>
                    <a:pt x="39" y="31"/>
                    <a:pt x="11" y="30"/>
                  </a:cubicBezTo>
                  <a:cubicBezTo>
                    <a:pt x="11" y="27"/>
                    <a:pt x="8" y="25"/>
                    <a:pt x="6" y="25"/>
                  </a:cubicBezTo>
                  <a:cubicBezTo>
                    <a:pt x="2" y="25"/>
                    <a:pt x="0" y="28"/>
                    <a:pt x="0" y="31"/>
                  </a:cubicBezTo>
                  <a:lnTo>
                    <a:pt x="0" y="47"/>
                  </a:lnTo>
                  <a:cubicBezTo>
                    <a:pt x="0" y="50"/>
                    <a:pt x="2" y="53"/>
                    <a:pt x="6" y="53"/>
                  </a:cubicBezTo>
                  <a:cubicBezTo>
                    <a:pt x="8" y="53"/>
                    <a:pt x="11" y="51"/>
                    <a:pt x="11" y="48"/>
                  </a:cubicBezTo>
                  <a:cubicBezTo>
                    <a:pt x="39" y="48"/>
                    <a:pt x="169" y="46"/>
                    <a:pt x="216" y="72"/>
                  </a:cubicBezTo>
                  <a:lnTo>
                    <a:pt x="216" y="72"/>
                  </a:lnTo>
                  <a:cubicBezTo>
                    <a:pt x="223" y="76"/>
                    <a:pt x="232" y="78"/>
                    <a:pt x="241" y="78"/>
                  </a:cubicBezTo>
                  <a:cubicBezTo>
                    <a:pt x="266" y="78"/>
                    <a:pt x="287" y="61"/>
                    <a:pt x="287" y="39"/>
                  </a:cubicBezTo>
                  <a:cubicBezTo>
                    <a:pt x="287" y="17"/>
                    <a:pt x="266" y="0"/>
                    <a:pt x="241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9" name="Ad_blocke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3A123DCA-A1D2-4180-8730-E7C8B8D8E88B}"/>
              </a:ext>
            </a:extLst>
          </p:cNvPr>
          <p:cNvSpPr>
            <a:spLocks noChangeAspect="1" noEditPoints="1"/>
          </p:cNvSpPr>
          <p:nvPr>
            <p:custDataLst>
              <p:tags r:id="rId2"/>
            </p:custDataLst>
          </p:nvPr>
        </p:nvSpPr>
        <p:spPr bwMode="auto">
          <a:xfrm>
            <a:off x="1813793" y="362732"/>
            <a:ext cx="542925" cy="542925"/>
          </a:xfrm>
          <a:custGeom>
            <a:avLst/>
            <a:gdLst>
              <a:gd name="T0" fmla="*/ 358 w 514"/>
              <a:gd name="T1" fmla="*/ 332 h 514"/>
              <a:gd name="T2" fmla="*/ 358 w 514"/>
              <a:gd name="T3" fmla="*/ 334 h 514"/>
              <a:gd name="T4" fmla="*/ 258 w 514"/>
              <a:gd name="T5" fmla="*/ 417 h 514"/>
              <a:gd name="T6" fmla="*/ 190 w 514"/>
              <a:gd name="T7" fmla="*/ 378 h 514"/>
              <a:gd name="T8" fmla="*/ 115 w 514"/>
              <a:gd name="T9" fmla="*/ 257 h 514"/>
              <a:gd name="T10" fmla="*/ 117 w 514"/>
              <a:gd name="T11" fmla="*/ 240 h 514"/>
              <a:gd name="T12" fmla="*/ 125 w 514"/>
              <a:gd name="T13" fmla="*/ 236 h 514"/>
              <a:gd name="T14" fmla="*/ 136 w 514"/>
              <a:gd name="T15" fmla="*/ 241 h 514"/>
              <a:gd name="T16" fmla="*/ 184 w 514"/>
              <a:gd name="T17" fmla="*/ 274 h 514"/>
              <a:gd name="T18" fmla="*/ 191 w 514"/>
              <a:gd name="T19" fmla="*/ 275 h 514"/>
              <a:gd name="T20" fmla="*/ 194 w 514"/>
              <a:gd name="T21" fmla="*/ 269 h 514"/>
              <a:gd name="T22" fmla="*/ 194 w 514"/>
              <a:gd name="T23" fmla="*/ 140 h 514"/>
              <a:gd name="T24" fmla="*/ 210 w 514"/>
              <a:gd name="T25" fmla="*/ 125 h 514"/>
              <a:gd name="T26" fmla="*/ 225 w 514"/>
              <a:gd name="T27" fmla="*/ 140 h 514"/>
              <a:gd name="T28" fmla="*/ 225 w 514"/>
              <a:gd name="T29" fmla="*/ 238 h 514"/>
              <a:gd name="T30" fmla="*/ 231 w 514"/>
              <a:gd name="T31" fmla="*/ 245 h 514"/>
              <a:gd name="T32" fmla="*/ 238 w 514"/>
              <a:gd name="T33" fmla="*/ 238 h 514"/>
              <a:gd name="T34" fmla="*/ 238 w 514"/>
              <a:gd name="T35" fmla="*/ 140 h 514"/>
              <a:gd name="T36" fmla="*/ 238 w 514"/>
              <a:gd name="T37" fmla="*/ 112 h 514"/>
              <a:gd name="T38" fmla="*/ 253 w 514"/>
              <a:gd name="T39" fmla="*/ 97 h 514"/>
              <a:gd name="T40" fmla="*/ 269 w 514"/>
              <a:gd name="T41" fmla="*/ 112 h 514"/>
              <a:gd name="T42" fmla="*/ 269 w 514"/>
              <a:gd name="T43" fmla="*/ 128 h 514"/>
              <a:gd name="T44" fmla="*/ 269 w 514"/>
              <a:gd name="T45" fmla="*/ 231 h 514"/>
              <a:gd name="T46" fmla="*/ 275 w 514"/>
              <a:gd name="T47" fmla="*/ 238 h 514"/>
              <a:gd name="T48" fmla="*/ 282 w 514"/>
              <a:gd name="T49" fmla="*/ 231 h 514"/>
              <a:gd name="T50" fmla="*/ 282 w 514"/>
              <a:gd name="T51" fmla="*/ 128 h 514"/>
              <a:gd name="T52" fmla="*/ 297 w 514"/>
              <a:gd name="T53" fmla="*/ 113 h 514"/>
              <a:gd name="T54" fmla="*/ 313 w 514"/>
              <a:gd name="T55" fmla="*/ 128 h 514"/>
              <a:gd name="T56" fmla="*/ 313 w 514"/>
              <a:gd name="T57" fmla="*/ 160 h 514"/>
              <a:gd name="T58" fmla="*/ 313 w 514"/>
              <a:gd name="T59" fmla="*/ 246 h 514"/>
              <a:gd name="T60" fmla="*/ 319 w 514"/>
              <a:gd name="T61" fmla="*/ 252 h 514"/>
              <a:gd name="T62" fmla="*/ 326 w 514"/>
              <a:gd name="T63" fmla="*/ 246 h 514"/>
              <a:gd name="T64" fmla="*/ 326 w 514"/>
              <a:gd name="T65" fmla="*/ 160 h 514"/>
              <a:gd name="T66" fmla="*/ 341 w 514"/>
              <a:gd name="T67" fmla="*/ 145 h 514"/>
              <a:gd name="T68" fmla="*/ 357 w 514"/>
              <a:gd name="T69" fmla="*/ 160 h 514"/>
              <a:gd name="T70" fmla="*/ 357 w 514"/>
              <a:gd name="T71" fmla="*/ 229 h 514"/>
              <a:gd name="T72" fmla="*/ 357 w 514"/>
              <a:gd name="T73" fmla="*/ 229 h 514"/>
              <a:gd name="T74" fmla="*/ 359 w 514"/>
              <a:gd name="T75" fmla="*/ 331 h 514"/>
              <a:gd name="T76" fmla="*/ 358 w 514"/>
              <a:gd name="T77" fmla="*/ 332 h 514"/>
              <a:gd name="T78" fmla="*/ 257 w 514"/>
              <a:gd name="T79" fmla="*/ 0 h 514"/>
              <a:gd name="T80" fmla="*/ 0 w 514"/>
              <a:gd name="T81" fmla="*/ 257 h 514"/>
              <a:gd name="T82" fmla="*/ 257 w 514"/>
              <a:gd name="T83" fmla="*/ 514 h 514"/>
              <a:gd name="T84" fmla="*/ 514 w 514"/>
              <a:gd name="T85" fmla="*/ 257 h 514"/>
              <a:gd name="T86" fmla="*/ 257 w 514"/>
              <a:gd name="T87" fmla="*/ 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4" h="514">
                <a:moveTo>
                  <a:pt x="358" y="332"/>
                </a:moveTo>
                <a:cubicBezTo>
                  <a:pt x="358" y="333"/>
                  <a:pt x="358" y="333"/>
                  <a:pt x="358" y="334"/>
                </a:cubicBezTo>
                <a:cubicBezTo>
                  <a:pt x="353" y="384"/>
                  <a:pt x="309" y="421"/>
                  <a:pt x="258" y="417"/>
                </a:cubicBezTo>
                <a:cubicBezTo>
                  <a:pt x="231" y="414"/>
                  <a:pt x="207" y="400"/>
                  <a:pt x="190" y="378"/>
                </a:cubicBezTo>
                <a:cubicBezTo>
                  <a:pt x="188" y="375"/>
                  <a:pt x="144" y="300"/>
                  <a:pt x="115" y="257"/>
                </a:cubicBezTo>
                <a:cubicBezTo>
                  <a:pt x="112" y="252"/>
                  <a:pt x="112" y="244"/>
                  <a:pt x="117" y="240"/>
                </a:cubicBezTo>
                <a:cubicBezTo>
                  <a:pt x="119" y="237"/>
                  <a:pt x="122" y="236"/>
                  <a:pt x="125" y="236"/>
                </a:cubicBezTo>
                <a:cubicBezTo>
                  <a:pt x="129" y="236"/>
                  <a:pt x="133" y="238"/>
                  <a:pt x="136" y="241"/>
                </a:cubicBezTo>
                <a:lnTo>
                  <a:pt x="184" y="274"/>
                </a:lnTo>
                <a:cubicBezTo>
                  <a:pt x="186" y="275"/>
                  <a:pt x="188" y="276"/>
                  <a:pt x="191" y="275"/>
                </a:cubicBezTo>
                <a:cubicBezTo>
                  <a:pt x="193" y="273"/>
                  <a:pt x="194" y="271"/>
                  <a:pt x="194" y="269"/>
                </a:cubicBezTo>
                <a:lnTo>
                  <a:pt x="194" y="140"/>
                </a:lnTo>
                <a:cubicBezTo>
                  <a:pt x="194" y="132"/>
                  <a:pt x="201" y="125"/>
                  <a:pt x="210" y="125"/>
                </a:cubicBezTo>
                <a:cubicBezTo>
                  <a:pt x="218" y="125"/>
                  <a:pt x="225" y="132"/>
                  <a:pt x="225" y="140"/>
                </a:cubicBezTo>
                <a:lnTo>
                  <a:pt x="225" y="238"/>
                </a:lnTo>
                <a:cubicBezTo>
                  <a:pt x="225" y="242"/>
                  <a:pt x="228" y="245"/>
                  <a:pt x="231" y="245"/>
                </a:cubicBezTo>
                <a:cubicBezTo>
                  <a:pt x="235" y="245"/>
                  <a:pt x="238" y="242"/>
                  <a:pt x="238" y="238"/>
                </a:cubicBezTo>
                <a:lnTo>
                  <a:pt x="238" y="140"/>
                </a:lnTo>
                <a:lnTo>
                  <a:pt x="238" y="112"/>
                </a:lnTo>
                <a:cubicBezTo>
                  <a:pt x="238" y="104"/>
                  <a:pt x="245" y="97"/>
                  <a:pt x="253" y="97"/>
                </a:cubicBezTo>
                <a:cubicBezTo>
                  <a:pt x="262" y="97"/>
                  <a:pt x="269" y="104"/>
                  <a:pt x="269" y="112"/>
                </a:cubicBezTo>
                <a:lnTo>
                  <a:pt x="269" y="128"/>
                </a:lnTo>
                <a:lnTo>
                  <a:pt x="269" y="231"/>
                </a:lnTo>
                <a:cubicBezTo>
                  <a:pt x="269" y="235"/>
                  <a:pt x="272" y="238"/>
                  <a:pt x="275" y="238"/>
                </a:cubicBezTo>
                <a:cubicBezTo>
                  <a:pt x="279" y="238"/>
                  <a:pt x="282" y="235"/>
                  <a:pt x="282" y="231"/>
                </a:cubicBezTo>
                <a:lnTo>
                  <a:pt x="282" y="128"/>
                </a:lnTo>
                <a:cubicBezTo>
                  <a:pt x="282" y="120"/>
                  <a:pt x="289" y="113"/>
                  <a:pt x="297" y="113"/>
                </a:cubicBezTo>
                <a:cubicBezTo>
                  <a:pt x="306" y="113"/>
                  <a:pt x="313" y="120"/>
                  <a:pt x="313" y="128"/>
                </a:cubicBezTo>
                <a:lnTo>
                  <a:pt x="313" y="160"/>
                </a:lnTo>
                <a:lnTo>
                  <a:pt x="313" y="246"/>
                </a:lnTo>
                <a:cubicBezTo>
                  <a:pt x="313" y="249"/>
                  <a:pt x="316" y="252"/>
                  <a:pt x="319" y="252"/>
                </a:cubicBezTo>
                <a:cubicBezTo>
                  <a:pt x="323" y="252"/>
                  <a:pt x="326" y="249"/>
                  <a:pt x="326" y="246"/>
                </a:cubicBezTo>
                <a:lnTo>
                  <a:pt x="326" y="160"/>
                </a:lnTo>
                <a:cubicBezTo>
                  <a:pt x="326" y="152"/>
                  <a:pt x="333" y="145"/>
                  <a:pt x="341" y="145"/>
                </a:cubicBezTo>
                <a:cubicBezTo>
                  <a:pt x="350" y="145"/>
                  <a:pt x="357" y="152"/>
                  <a:pt x="357" y="160"/>
                </a:cubicBezTo>
                <a:lnTo>
                  <a:pt x="357" y="229"/>
                </a:lnTo>
                <a:lnTo>
                  <a:pt x="357" y="229"/>
                </a:lnTo>
                <a:lnTo>
                  <a:pt x="359" y="331"/>
                </a:lnTo>
                <a:cubicBezTo>
                  <a:pt x="359" y="331"/>
                  <a:pt x="358" y="332"/>
                  <a:pt x="358" y="332"/>
                </a:cubicBezTo>
                <a:close/>
                <a:moveTo>
                  <a:pt x="257" y="0"/>
                </a:moveTo>
                <a:cubicBezTo>
                  <a:pt x="115" y="0"/>
                  <a:pt x="0" y="115"/>
                  <a:pt x="0" y="257"/>
                </a:cubicBezTo>
                <a:cubicBezTo>
                  <a:pt x="0" y="399"/>
                  <a:pt x="115" y="514"/>
                  <a:pt x="257" y="514"/>
                </a:cubicBezTo>
                <a:cubicBezTo>
                  <a:pt x="399" y="514"/>
                  <a:pt x="514" y="399"/>
                  <a:pt x="514" y="257"/>
                </a:cubicBezTo>
                <a:cubicBezTo>
                  <a:pt x="514" y="115"/>
                  <a:pt x="399" y="0"/>
                  <a:pt x="2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0" name="Browser3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02A499AD-EB34-4D5A-9028-F2647ABCAE25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490705" y="337384"/>
            <a:ext cx="575678" cy="542925"/>
            <a:chOff x="7099300" y="4503738"/>
            <a:chExt cx="725488" cy="684212"/>
          </a:xfrm>
          <a:solidFill>
            <a:schemeClr val="accent1"/>
          </a:solidFill>
        </p:grpSpPr>
        <p:sp>
          <p:nvSpPr>
            <p:cNvPr id="61" name="Freeform 167">
              <a:extLst>
                <a:ext uri="{FF2B5EF4-FFF2-40B4-BE49-F238E27FC236}">
                  <a16:creationId xmlns:a16="http://schemas.microsoft.com/office/drawing/2014/main" id="{A7F0191A-67F1-4C17-AA3E-612057C769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99300" y="4503738"/>
              <a:ext cx="666750" cy="568325"/>
            </a:xfrm>
            <a:custGeom>
              <a:avLst/>
              <a:gdLst>
                <a:gd name="T0" fmla="*/ 69 w 936"/>
                <a:gd name="T1" fmla="*/ 99 h 799"/>
                <a:gd name="T2" fmla="*/ 131 w 936"/>
                <a:gd name="T3" fmla="*/ 52 h 799"/>
                <a:gd name="T4" fmla="*/ 138 w 936"/>
                <a:gd name="T5" fmla="*/ 51 h 799"/>
                <a:gd name="T6" fmla="*/ 142 w 936"/>
                <a:gd name="T7" fmla="*/ 57 h 799"/>
                <a:gd name="T8" fmla="*/ 142 w 936"/>
                <a:gd name="T9" fmla="*/ 152 h 799"/>
                <a:gd name="T10" fmla="*/ 138 w 936"/>
                <a:gd name="T11" fmla="*/ 158 h 799"/>
                <a:gd name="T12" fmla="*/ 131 w 936"/>
                <a:gd name="T13" fmla="*/ 157 h 799"/>
                <a:gd name="T14" fmla="*/ 69 w 936"/>
                <a:gd name="T15" fmla="*/ 110 h 799"/>
                <a:gd name="T16" fmla="*/ 66 w 936"/>
                <a:gd name="T17" fmla="*/ 105 h 799"/>
                <a:gd name="T18" fmla="*/ 69 w 936"/>
                <a:gd name="T19" fmla="*/ 99 h 799"/>
                <a:gd name="T20" fmla="*/ 197 w 936"/>
                <a:gd name="T21" fmla="*/ 57 h 799"/>
                <a:gd name="T22" fmla="*/ 201 w 936"/>
                <a:gd name="T23" fmla="*/ 51 h 799"/>
                <a:gd name="T24" fmla="*/ 207 w 936"/>
                <a:gd name="T25" fmla="*/ 52 h 799"/>
                <a:gd name="T26" fmla="*/ 270 w 936"/>
                <a:gd name="T27" fmla="*/ 99 h 799"/>
                <a:gd name="T28" fmla="*/ 272 w 936"/>
                <a:gd name="T29" fmla="*/ 105 h 799"/>
                <a:gd name="T30" fmla="*/ 270 w 936"/>
                <a:gd name="T31" fmla="*/ 110 h 799"/>
                <a:gd name="T32" fmla="*/ 207 w 936"/>
                <a:gd name="T33" fmla="*/ 157 h 799"/>
                <a:gd name="T34" fmla="*/ 201 w 936"/>
                <a:gd name="T35" fmla="*/ 158 h 799"/>
                <a:gd name="T36" fmla="*/ 197 w 936"/>
                <a:gd name="T37" fmla="*/ 152 h 799"/>
                <a:gd name="T38" fmla="*/ 197 w 936"/>
                <a:gd name="T39" fmla="*/ 57 h 799"/>
                <a:gd name="T40" fmla="*/ 46 w 936"/>
                <a:gd name="T41" fmla="*/ 753 h 799"/>
                <a:gd name="T42" fmla="*/ 46 w 936"/>
                <a:gd name="T43" fmla="*/ 209 h 799"/>
                <a:gd name="T44" fmla="*/ 890 w 936"/>
                <a:gd name="T45" fmla="*/ 209 h 799"/>
                <a:gd name="T46" fmla="*/ 890 w 936"/>
                <a:gd name="T47" fmla="*/ 608 h 799"/>
                <a:gd name="T48" fmla="*/ 936 w 936"/>
                <a:gd name="T49" fmla="*/ 653 h 799"/>
                <a:gd name="T50" fmla="*/ 936 w 936"/>
                <a:gd name="T51" fmla="*/ 26 h 799"/>
                <a:gd name="T52" fmla="*/ 910 w 936"/>
                <a:gd name="T53" fmla="*/ 0 h 799"/>
                <a:gd name="T54" fmla="*/ 25 w 936"/>
                <a:gd name="T55" fmla="*/ 0 h 799"/>
                <a:gd name="T56" fmla="*/ 0 w 936"/>
                <a:gd name="T57" fmla="*/ 26 h 799"/>
                <a:gd name="T58" fmla="*/ 0 w 936"/>
                <a:gd name="T59" fmla="*/ 773 h 799"/>
                <a:gd name="T60" fmla="*/ 25 w 936"/>
                <a:gd name="T61" fmla="*/ 799 h 799"/>
                <a:gd name="T62" fmla="*/ 746 w 936"/>
                <a:gd name="T63" fmla="*/ 799 h 799"/>
                <a:gd name="T64" fmla="*/ 754 w 936"/>
                <a:gd name="T65" fmla="*/ 753 h 799"/>
                <a:gd name="T66" fmla="*/ 46 w 936"/>
                <a:gd name="T67" fmla="*/ 753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36" h="799">
                  <a:moveTo>
                    <a:pt x="69" y="99"/>
                  </a:moveTo>
                  <a:lnTo>
                    <a:pt x="131" y="52"/>
                  </a:lnTo>
                  <a:cubicBezTo>
                    <a:pt x="133" y="50"/>
                    <a:pt x="136" y="50"/>
                    <a:pt x="138" y="51"/>
                  </a:cubicBezTo>
                  <a:cubicBezTo>
                    <a:pt x="140" y="52"/>
                    <a:pt x="142" y="55"/>
                    <a:pt x="142" y="57"/>
                  </a:cubicBezTo>
                  <a:lnTo>
                    <a:pt x="142" y="152"/>
                  </a:lnTo>
                  <a:cubicBezTo>
                    <a:pt x="142" y="155"/>
                    <a:pt x="140" y="157"/>
                    <a:pt x="138" y="158"/>
                  </a:cubicBezTo>
                  <a:cubicBezTo>
                    <a:pt x="136" y="159"/>
                    <a:pt x="133" y="159"/>
                    <a:pt x="131" y="157"/>
                  </a:cubicBezTo>
                  <a:lnTo>
                    <a:pt x="69" y="110"/>
                  </a:lnTo>
                  <a:cubicBezTo>
                    <a:pt x="67" y="109"/>
                    <a:pt x="66" y="107"/>
                    <a:pt x="66" y="105"/>
                  </a:cubicBezTo>
                  <a:cubicBezTo>
                    <a:pt x="66" y="103"/>
                    <a:pt x="67" y="101"/>
                    <a:pt x="69" y="99"/>
                  </a:cubicBezTo>
                  <a:close/>
                  <a:moveTo>
                    <a:pt x="197" y="57"/>
                  </a:moveTo>
                  <a:cubicBezTo>
                    <a:pt x="197" y="55"/>
                    <a:pt x="198" y="52"/>
                    <a:pt x="201" y="51"/>
                  </a:cubicBezTo>
                  <a:cubicBezTo>
                    <a:pt x="203" y="50"/>
                    <a:pt x="206" y="50"/>
                    <a:pt x="207" y="52"/>
                  </a:cubicBezTo>
                  <a:lnTo>
                    <a:pt x="270" y="99"/>
                  </a:lnTo>
                  <a:cubicBezTo>
                    <a:pt x="271" y="101"/>
                    <a:pt x="272" y="103"/>
                    <a:pt x="272" y="105"/>
                  </a:cubicBezTo>
                  <a:cubicBezTo>
                    <a:pt x="272" y="107"/>
                    <a:pt x="271" y="109"/>
                    <a:pt x="270" y="110"/>
                  </a:cubicBezTo>
                  <a:lnTo>
                    <a:pt x="207" y="157"/>
                  </a:lnTo>
                  <a:cubicBezTo>
                    <a:pt x="206" y="159"/>
                    <a:pt x="203" y="159"/>
                    <a:pt x="201" y="158"/>
                  </a:cubicBezTo>
                  <a:cubicBezTo>
                    <a:pt x="198" y="157"/>
                    <a:pt x="197" y="155"/>
                    <a:pt x="197" y="152"/>
                  </a:cubicBezTo>
                  <a:lnTo>
                    <a:pt x="197" y="57"/>
                  </a:lnTo>
                  <a:close/>
                  <a:moveTo>
                    <a:pt x="46" y="753"/>
                  </a:moveTo>
                  <a:lnTo>
                    <a:pt x="46" y="209"/>
                  </a:lnTo>
                  <a:lnTo>
                    <a:pt x="890" y="209"/>
                  </a:lnTo>
                  <a:lnTo>
                    <a:pt x="890" y="608"/>
                  </a:lnTo>
                  <a:lnTo>
                    <a:pt x="936" y="653"/>
                  </a:lnTo>
                  <a:lnTo>
                    <a:pt x="936" y="26"/>
                  </a:lnTo>
                  <a:cubicBezTo>
                    <a:pt x="936" y="12"/>
                    <a:pt x="924" y="0"/>
                    <a:pt x="910" y="0"/>
                  </a:cubicBezTo>
                  <a:lnTo>
                    <a:pt x="25" y="0"/>
                  </a:lnTo>
                  <a:cubicBezTo>
                    <a:pt x="11" y="0"/>
                    <a:pt x="0" y="12"/>
                    <a:pt x="0" y="26"/>
                  </a:cubicBezTo>
                  <a:lnTo>
                    <a:pt x="0" y="773"/>
                  </a:lnTo>
                  <a:cubicBezTo>
                    <a:pt x="0" y="787"/>
                    <a:pt x="11" y="799"/>
                    <a:pt x="25" y="799"/>
                  </a:cubicBezTo>
                  <a:lnTo>
                    <a:pt x="746" y="799"/>
                  </a:lnTo>
                  <a:lnTo>
                    <a:pt x="754" y="753"/>
                  </a:lnTo>
                  <a:lnTo>
                    <a:pt x="46" y="753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168">
              <a:extLst>
                <a:ext uri="{FF2B5EF4-FFF2-40B4-BE49-F238E27FC236}">
                  <a16:creationId xmlns:a16="http://schemas.microsoft.com/office/drawing/2014/main" id="{E37EA7A3-0502-4F34-8DD8-FD82A5B09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488" y="4711700"/>
              <a:ext cx="244475" cy="2698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169">
              <a:extLst>
                <a:ext uri="{FF2B5EF4-FFF2-40B4-BE49-F238E27FC236}">
                  <a16:creationId xmlns:a16="http://schemas.microsoft.com/office/drawing/2014/main" id="{7D21D8D3-1EA2-4075-954B-3FC9275CE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488" y="4792663"/>
              <a:ext cx="244475" cy="2698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 170">
              <a:extLst>
                <a:ext uri="{FF2B5EF4-FFF2-40B4-BE49-F238E27FC236}">
                  <a16:creationId xmlns:a16="http://schemas.microsoft.com/office/drawing/2014/main" id="{19A4725C-91AD-43E6-A509-050BC477E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488" y="4875213"/>
              <a:ext cx="244475" cy="254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171">
              <a:extLst>
                <a:ext uri="{FF2B5EF4-FFF2-40B4-BE49-F238E27FC236}">
                  <a16:creationId xmlns:a16="http://schemas.microsoft.com/office/drawing/2014/main" id="{061B1D8F-1BC9-4150-B8E5-794F7E082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488" y="4956175"/>
              <a:ext cx="449263" cy="25400"/>
            </a:xfrm>
            <a:custGeom>
              <a:avLst/>
              <a:gdLst>
                <a:gd name="T0" fmla="*/ 0 w 283"/>
                <a:gd name="T1" fmla="*/ 16 h 16"/>
                <a:gd name="T2" fmla="*/ 280 w 283"/>
                <a:gd name="T3" fmla="*/ 16 h 16"/>
                <a:gd name="T4" fmla="*/ 283 w 283"/>
                <a:gd name="T5" fmla="*/ 0 h 16"/>
                <a:gd name="T6" fmla="*/ 0 w 283"/>
                <a:gd name="T7" fmla="*/ 0 h 16"/>
                <a:gd name="T8" fmla="*/ 0 w 283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3" h="16">
                  <a:moveTo>
                    <a:pt x="0" y="16"/>
                  </a:moveTo>
                  <a:lnTo>
                    <a:pt x="280" y="16"/>
                  </a:lnTo>
                  <a:lnTo>
                    <a:pt x="283" y="0"/>
                  </a:lnTo>
                  <a:lnTo>
                    <a:pt x="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172">
              <a:extLst>
                <a:ext uri="{FF2B5EF4-FFF2-40B4-BE49-F238E27FC236}">
                  <a16:creationId xmlns:a16="http://schemas.microsoft.com/office/drawing/2014/main" id="{3C978869-BB24-4071-B15C-EF2B5994B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1750" y="4930775"/>
              <a:ext cx="173038" cy="257175"/>
            </a:xfrm>
            <a:custGeom>
              <a:avLst/>
              <a:gdLst>
                <a:gd name="T0" fmla="*/ 0 w 109"/>
                <a:gd name="T1" fmla="*/ 122 h 162"/>
                <a:gd name="T2" fmla="*/ 37 w 109"/>
                <a:gd name="T3" fmla="*/ 100 h 162"/>
                <a:gd name="T4" fmla="*/ 56 w 109"/>
                <a:gd name="T5" fmla="*/ 162 h 162"/>
                <a:gd name="T6" fmla="*/ 84 w 109"/>
                <a:gd name="T7" fmla="*/ 153 h 162"/>
                <a:gd name="T8" fmla="*/ 65 w 109"/>
                <a:gd name="T9" fmla="*/ 91 h 162"/>
                <a:gd name="T10" fmla="*/ 109 w 109"/>
                <a:gd name="T11" fmla="*/ 87 h 162"/>
                <a:gd name="T12" fmla="*/ 21 w 109"/>
                <a:gd name="T13" fmla="*/ 0 h 162"/>
                <a:gd name="T14" fmla="*/ 0 w 109"/>
                <a:gd name="T15" fmla="*/ 12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" h="162">
                  <a:moveTo>
                    <a:pt x="0" y="122"/>
                  </a:moveTo>
                  <a:lnTo>
                    <a:pt x="37" y="100"/>
                  </a:lnTo>
                  <a:lnTo>
                    <a:pt x="56" y="162"/>
                  </a:lnTo>
                  <a:lnTo>
                    <a:pt x="84" y="153"/>
                  </a:lnTo>
                  <a:lnTo>
                    <a:pt x="65" y="91"/>
                  </a:lnTo>
                  <a:lnTo>
                    <a:pt x="109" y="87"/>
                  </a:lnTo>
                  <a:lnTo>
                    <a:pt x="21" y="0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173">
              <a:extLst>
                <a:ext uri="{FF2B5EF4-FFF2-40B4-BE49-F238E27FC236}">
                  <a16:creationId xmlns:a16="http://schemas.microsoft.com/office/drawing/2014/main" id="{DCCFEEB0-D685-496B-9BC9-18CBA04E0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3000" y="4711700"/>
              <a:ext cx="168275" cy="18891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8" name="Compute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F3FA36F-A763-4D2E-82B4-033E50550054}"/>
              </a:ext>
            </a:extLst>
          </p:cNvPr>
          <p:cNvSpPr>
            <a:spLocks noChangeAspect="1" noEditPoints="1"/>
          </p:cNvSpPr>
          <p:nvPr>
            <p:custDataLst>
              <p:tags r:id="rId4"/>
            </p:custDataLst>
          </p:nvPr>
        </p:nvSpPr>
        <p:spPr bwMode="auto">
          <a:xfrm>
            <a:off x="3445954" y="305891"/>
            <a:ext cx="488747" cy="542925"/>
          </a:xfrm>
          <a:custGeom>
            <a:avLst/>
            <a:gdLst>
              <a:gd name="T0" fmla="*/ 970 w 1129"/>
              <a:gd name="T1" fmla="*/ 1043 h 1250"/>
              <a:gd name="T2" fmla="*/ 970 w 1129"/>
              <a:gd name="T3" fmla="*/ 959 h 1250"/>
              <a:gd name="T4" fmla="*/ 783 w 1129"/>
              <a:gd name="T5" fmla="*/ 959 h 1250"/>
              <a:gd name="T6" fmla="*/ 783 w 1129"/>
              <a:gd name="T7" fmla="*/ 910 h 1250"/>
              <a:gd name="T8" fmla="*/ 1100 w 1129"/>
              <a:gd name="T9" fmla="*/ 910 h 1250"/>
              <a:gd name="T10" fmla="*/ 1121 w 1129"/>
              <a:gd name="T11" fmla="*/ 889 h 1250"/>
              <a:gd name="T12" fmla="*/ 1121 w 1129"/>
              <a:gd name="T13" fmla="*/ 21 h 1250"/>
              <a:gd name="T14" fmla="*/ 1100 w 1129"/>
              <a:gd name="T15" fmla="*/ 0 h 1250"/>
              <a:gd name="T16" fmla="*/ 25 w 1129"/>
              <a:gd name="T17" fmla="*/ 0 h 1250"/>
              <a:gd name="T18" fmla="*/ 4 w 1129"/>
              <a:gd name="T19" fmla="*/ 21 h 1250"/>
              <a:gd name="T20" fmla="*/ 4 w 1129"/>
              <a:gd name="T21" fmla="*/ 889 h 1250"/>
              <a:gd name="T22" fmla="*/ 25 w 1129"/>
              <a:gd name="T23" fmla="*/ 910 h 1250"/>
              <a:gd name="T24" fmla="*/ 346 w 1129"/>
              <a:gd name="T25" fmla="*/ 910 h 1250"/>
              <a:gd name="T26" fmla="*/ 346 w 1129"/>
              <a:gd name="T27" fmla="*/ 959 h 1250"/>
              <a:gd name="T28" fmla="*/ 159 w 1129"/>
              <a:gd name="T29" fmla="*/ 959 h 1250"/>
              <a:gd name="T30" fmla="*/ 159 w 1129"/>
              <a:gd name="T31" fmla="*/ 1043 h 1250"/>
              <a:gd name="T32" fmla="*/ 0 w 1129"/>
              <a:gd name="T33" fmla="*/ 1158 h 1250"/>
              <a:gd name="T34" fmla="*/ 0 w 1129"/>
              <a:gd name="T35" fmla="*/ 1250 h 1250"/>
              <a:gd name="T36" fmla="*/ 1129 w 1129"/>
              <a:gd name="T37" fmla="*/ 1250 h 1250"/>
              <a:gd name="T38" fmla="*/ 1129 w 1129"/>
              <a:gd name="T39" fmla="*/ 1158 h 1250"/>
              <a:gd name="T40" fmla="*/ 970 w 1129"/>
              <a:gd name="T41" fmla="*/ 1043 h 1250"/>
              <a:gd name="T42" fmla="*/ 80 w 1129"/>
              <a:gd name="T43" fmla="*/ 828 h 1250"/>
              <a:gd name="T44" fmla="*/ 80 w 1129"/>
              <a:gd name="T45" fmla="*/ 76 h 1250"/>
              <a:gd name="T46" fmla="*/ 97 w 1129"/>
              <a:gd name="T47" fmla="*/ 58 h 1250"/>
              <a:gd name="T48" fmla="*/ 1024 w 1129"/>
              <a:gd name="T49" fmla="*/ 58 h 1250"/>
              <a:gd name="T50" fmla="*/ 1042 w 1129"/>
              <a:gd name="T51" fmla="*/ 76 h 1250"/>
              <a:gd name="T52" fmla="*/ 1042 w 1129"/>
              <a:gd name="T53" fmla="*/ 828 h 1250"/>
              <a:gd name="T54" fmla="*/ 1024 w 1129"/>
              <a:gd name="T55" fmla="*/ 846 h 1250"/>
              <a:gd name="T56" fmla="*/ 97 w 1129"/>
              <a:gd name="T57" fmla="*/ 846 h 1250"/>
              <a:gd name="T58" fmla="*/ 80 w 1129"/>
              <a:gd name="T59" fmla="*/ 828 h 1250"/>
              <a:gd name="T60" fmla="*/ 56 w 1129"/>
              <a:gd name="T61" fmla="*/ 1153 h 1250"/>
              <a:gd name="T62" fmla="*/ 199 w 1129"/>
              <a:gd name="T63" fmla="*/ 1051 h 1250"/>
              <a:gd name="T64" fmla="*/ 930 w 1129"/>
              <a:gd name="T65" fmla="*/ 1051 h 1250"/>
              <a:gd name="T66" fmla="*/ 1073 w 1129"/>
              <a:gd name="T67" fmla="*/ 1153 h 1250"/>
              <a:gd name="T68" fmla="*/ 56 w 1129"/>
              <a:gd name="T69" fmla="*/ 1153 h 1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29" h="1250">
                <a:moveTo>
                  <a:pt x="970" y="1043"/>
                </a:moveTo>
                <a:lnTo>
                  <a:pt x="970" y="959"/>
                </a:lnTo>
                <a:lnTo>
                  <a:pt x="783" y="959"/>
                </a:lnTo>
                <a:lnTo>
                  <a:pt x="783" y="910"/>
                </a:lnTo>
                <a:lnTo>
                  <a:pt x="1100" y="910"/>
                </a:lnTo>
                <a:cubicBezTo>
                  <a:pt x="1112" y="910"/>
                  <a:pt x="1121" y="901"/>
                  <a:pt x="1121" y="889"/>
                </a:cubicBezTo>
                <a:lnTo>
                  <a:pt x="1121" y="21"/>
                </a:lnTo>
                <a:cubicBezTo>
                  <a:pt x="1121" y="9"/>
                  <a:pt x="1112" y="0"/>
                  <a:pt x="1100" y="0"/>
                </a:cubicBezTo>
                <a:lnTo>
                  <a:pt x="25" y="0"/>
                </a:lnTo>
                <a:cubicBezTo>
                  <a:pt x="13" y="0"/>
                  <a:pt x="4" y="9"/>
                  <a:pt x="4" y="21"/>
                </a:cubicBezTo>
                <a:lnTo>
                  <a:pt x="4" y="889"/>
                </a:lnTo>
                <a:cubicBezTo>
                  <a:pt x="4" y="901"/>
                  <a:pt x="13" y="910"/>
                  <a:pt x="25" y="910"/>
                </a:cubicBezTo>
                <a:lnTo>
                  <a:pt x="346" y="910"/>
                </a:lnTo>
                <a:lnTo>
                  <a:pt x="346" y="959"/>
                </a:lnTo>
                <a:lnTo>
                  <a:pt x="159" y="959"/>
                </a:lnTo>
                <a:lnTo>
                  <a:pt x="159" y="1043"/>
                </a:lnTo>
                <a:lnTo>
                  <a:pt x="0" y="1158"/>
                </a:lnTo>
                <a:lnTo>
                  <a:pt x="0" y="1250"/>
                </a:lnTo>
                <a:lnTo>
                  <a:pt x="1129" y="1250"/>
                </a:lnTo>
                <a:lnTo>
                  <a:pt x="1129" y="1158"/>
                </a:lnTo>
                <a:lnTo>
                  <a:pt x="970" y="1043"/>
                </a:lnTo>
                <a:close/>
                <a:moveTo>
                  <a:pt x="80" y="828"/>
                </a:moveTo>
                <a:lnTo>
                  <a:pt x="80" y="76"/>
                </a:lnTo>
                <a:cubicBezTo>
                  <a:pt x="80" y="66"/>
                  <a:pt x="87" y="58"/>
                  <a:pt x="97" y="58"/>
                </a:cubicBezTo>
                <a:lnTo>
                  <a:pt x="1024" y="58"/>
                </a:lnTo>
                <a:cubicBezTo>
                  <a:pt x="1034" y="58"/>
                  <a:pt x="1042" y="66"/>
                  <a:pt x="1042" y="76"/>
                </a:cubicBezTo>
                <a:lnTo>
                  <a:pt x="1042" y="828"/>
                </a:lnTo>
                <a:cubicBezTo>
                  <a:pt x="1042" y="838"/>
                  <a:pt x="1034" y="846"/>
                  <a:pt x="1024" y="846"/>
                </a:cubicBezTo>
                <a:lnTo>
                  <a:pt x="97" y="846"/>
                </a:lnTo>
                <a:cubicBezTo>
                  <a:pt x="87" y="846"/>
                  <a:pt x="80" y="838"/>
                  <a:pt x="80" y="828"/>
                </a:cubicBezTo>
                <a:close/>
                <a:moveTo>
                  <a:pt x="56" y="1153"/>
                </a:moveTo>
                <a:lnTo>
                  <a:pt x="199" y="1051"/>
                </a:lnTo>
                <a:lnTo>
                  <a:pt x="930" y="1051"/>
                </a:lnTo>
                <a:lnTo>
                  <a:pt x="1073" y="1153"/>
                </a:lnTo>
                <a:lnTo>
                  <a:pt x="56" y="1153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File_Word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639E6328-7D61-4D38-A42A-C469E28CDF26}"/>
              </a:ext>
            </a:extLst>
          </p:cNvPr>
          <p:cNvSpPr>
            <a:spLocks noChangeAspect="1" noEditPoints="1"/>
          </p:cNvSpPr>
          <p:nvPr>
            <p:custDataLst>
              <p:tags r:id="rId5"/>
            </p:custDataLst>
          </p:nvPr>
        </p:nvSpPr>
        <p:spPr bwMode="auto">
          <a:xfrm>
            <a:off x="4842015" y="347781"/>
            <a:ext cx="575008" cy="542925"/>
          </a:xfrm>
          <a:custGeom>
            <a:avLst/>
            <a:gdLst>
              <a:gd name="T0" fmla="*/ 300 w 300"/>
              <a:gd name="T1" fmla="*/ 39 h 284"/>
              <a:gd name="T2" fmla="*/ 300 w 300"/>
              <a:gd name="T3" fmla="*/ 246 h 284"/>
              <a:gd name="T4" fmla="*/ 298 w 300"/>
              <a:gd name="T5" fmla="*/ 250 h 284"/>
              <a:gd name="T6" fmla="*/ 294 w 300"/>
              <a:gd name="T7" fmla="*/ 252 h 284"/>
              <a:gd name="T8" fmla="*/ 187 w 300"/>
              <a:gd name="T9" fmla="*/ 252 h 284"/>
              <a:gd name="T10" fmla="*/ 187 w 300"/>
              <a:gd name="T11" fmla="*/ 223 h 284"/>
              <a:gd name="T12" fmla="*/ 274 w 300"/>
              <a:gd name="T13" fmla="*/ 223 h 284"/>
              <a:gd name="T14" fmla="*/ 274 w 300"/>
              <a:gd name="T15" fmla="*/ 210 h 284"/>
              <a:gd name="T16" fmla="*/ 187 w 300"/>
              <a:gd name="T17" fmla="*/ 210 h 284"/>
              <a:gd name="T18" fmla="*/ 187 w 300"/>
              <a:gd name="T19" fmla="*/ 194 h 284"/>
              <a:gd name="T20" fmla="*/ 274 w 300"/>
              <a:gd name="T21" fmla="*/ 194 h 284"/>
              <a:gd name="T22" fmla="*/ 274 w 300"/>
              <a:gd name="T23" fmla="*/ 181 h 284"/>
              <a:gd name="T24" fmla="*/ 187 w 300"/>
              <a:gd name="T25" fmla="*/ 181 h 284"/>
              <a:gd name="T26" fmla="*/ 187 w 300"/>
              <a:gd name="T27" fmla="*/ 165 h 284"/>
              <a:gd name="T28" fmla="*/ 274 w 300"/>
              <a:gd name="T29" fmla="*/ 165 h 284"/>
              <a:gd name="T30" fmla="*/ 274 w 300"/>
              <a:gd name="T31" fmla="*/ 152 h 284"/>
              <a:gd name="T32" fmla="*/ 187 w 300"/>
              <a:gd name="T33" fmla="*/ 152 h 284"/>
              <a:gd name="T34" fmla="*/ 187 w 300"/>
              <a:gd name="T35" fmla="*/ 136 h 284"/>
              <a:gd name="T36" fmla="*/ 274 w 300"/>
              <a:gd name="T37" fmla="*/ 136 h 284"/>
              <a:gd name="T38" fmla="*/ 274 w 300"/>
              <a:gd name="T39" fmla="*/ 123 h 284"/>
              <a:gd name="T40" fmla="*/ 187 w 300"/>
              <a:gd name="T41" fmla="*/ 123 h 284"/>
              <a:gd name="T42" fmla="*/ 187 w 300"/>
              <a:gd name="T43" fmla="*/ 107 h 284"/>
              <a:gd name="T44" fmla="*/ 274 w 300"/>
              <a:gd name="T45" fmla="*/ 107 h 284"/>
              <a:gd name="T46" fmla="*/ 274 w 300"/>
              <a:gd name="T47" fmla="*/ 93 h 284"/>
              <a:gd name="T48" fmla="*/ 187 w 300"/>
              <a:gd name="T49" fmla="*/ 93 h 284"/>
              <a:gd name="T50" fmla="*/ 187 w 300"/>
              <a:gd name="T51" fmla="*/ 77 h 284"/>
              <a:gd name="T52" fmla="*/ 274 w 300"/>
              <a:gd name="T53" fmla="*/ 77 h 284"/>
              <a:gd name="T54" fmla="*/ 274 w 300"/>
              <a:gd name="T55" fmla="*/ 65 h 284"/>
              <a:gd name="T56" fmla="*/ 187 w 300"/>
              <a:gd name="T57" fmla="*/ 65 h 284"/>
              <a:gd name="T58" fmla="*/ 187 w 300"/>
              <a:gd name="T59" fmla="*/ 32 h 284"/>
              <a:gd name="T60" fmla="*/ 294 w 300"/>
              <a:gd name="T61" fmla="*/ 32 h 284"/>
              <a:gd name="T62" fmla="*/ 298 w 300"/>
              <a:gd name="T63" fmla="*/ 34 h 284"/>
              <a:gd name="T64" fmla="*/ 300 w 300"/>
              <a:gd name="T65" fmla="*/ 39 h 284"/>
              <a:gd name="T66" fmla="*/ 171 w 300"/>
              <a:gd name="T67" fmla="*/ 0 h 284"/>
              <a:gd name="T68" fmla="*/ 171 w 300"/>
              <a:gd name="T69" fmla="*/ 284 h 284"/>
              <a:gd name="T70" fmla="*/ 0 w 300"/>
              <a:gd name="T71" fmla="*/ 255 h 284"/>
              <a:gd name="T72" fmla="*/ 0 w 300"/>
              <a:gd name="T73" fmla="*/ 30 h 284"/>
              <a:gd name="T74" fmla="*/ 171 w 300"/>
              <a:gd name="T75" fmla="*/ 0 h 284"/>
              <a:gd name="T76" fmla="*/ 145 w 300"/>
              <a:gd name="T77" fmla="*/ 84 h 284"/>
              <a:gd name="T78" fmla="*/ 124 w 300"/>
              <a:gd name="T79" fmla="*/ 85 h 284"/>
              <a:gd name="T80" fmla="*/ 110 w 300"/>
              <a:gd name="T81" fmla="*/ 170 h 284"/>
              <a:gd name="T82" fmla="*/ 110 w 300"/>
              <a:gd name="T83" fmla="*/ 170 h 284"/>
              <a:gd name="T84" fmla="*/ 102 w 300"/>
              <a:gd name="T85" fmla="*/ 128 h 284"/>
              <a:gd name="T86" fmla="*/ 94 w 300"/>
              <a:gd name="T87" fmla="*/ 87 h 284"/>
              <a:gd name="T88" fmla="*/ 74 w 300"/>
              <a:gd name="T89" fmla="*/ 88 h 284"/>
              <a:gd name="T90" fmla="*/ 66 w 300"/>
              <a:gd name="T91" fmla="*/ 128 h 284"/>
              <a:gd name="T92" fmla="*/ 58 w 300"/>
              <a:gd name="T93" fmla="*/ 168 h 284"/>
              <a:gd name="T94" fmla="*/ 58 w 300"/>
              <a:gd name="T95" fmla="*/ 168 h 284"/>
              <a:gd name="T96" fmla="*/ 45 w 300"/>
              <a:gd name="T97" fmla="*/ 90 h 284"/>
              <a:gd name="T98" fmla="*/ 27 w 300"/>
              <a:gd name="T99" fmla="*/ 91 h 284"/>
              <a:gd name="T100" fmla="*/ 47 w 300"/>
              <a:gd name="T101" fmla="*/ 190 h 284"/>
              <a:gd name="T102" fmla="*/ 67 w 300"/>
              <a:gd name="T103" fmla="*/ 191 h 284"/>
              <a:gd name="T104" fmla="*/ 75 w 300"/>
              <a:gd name="T105" fmla="*/ 153 h 284"/>
              <a:gd name="T106" fmla="*/ 83 w 300"/>
              <a:gd name="T107" fmla="*/ 114 h 284"/>
              <a:gd name="T108" fmla="*/ 83 w 300"/>
              <a:gd name="T109" fmla="*/ 114 h 284"/>
              <a:gd name="T110" fmla="*/ 91 w 300"/>
              <a:gd name="T111" fmla="*/ 154 h 284"/>
              <a:gd name="T112" fmla="*/ 98 w 300"/>
              <a:gd name="T113" fmla="*/ 193 h 284"/>
              <a:gd name="T114" fmla="*/ 121 w 300"/>
              <a:gd name="T115" fmla="*/ 194 h 284"/>
              <a:gd name="T116" fmla="*/ 145 w 300"/>
              <a:gd name="T117" fmla="*/ 84 h 284"/>
              <a:gd name="T118" fmla="*/ 145 w 300"/>
              <a:gd name="T119" fmla="*/ 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0" h="284">
                <a:moveTo>
                  <a:pt x="300" y="39"/>
                </a:moveTo>
                <a:lnTo>
                  <a:pt x="300" y="246"/>
                </a:lnTo>
                <a:cubicBezTo>
                  <a:pt x="300" y="247"/>
                  <a:pt x="299" y="249"/>
                  <a:pt x="298" y="250"/>
                </a:cubicBezTo>
                <a:cubicBezTo>
                  <a:pt x="297" y="251"/>
                  <a:pt x="295" y="252"/>
                  <a:pt x="294" y="252"/>
                </a:cubicBezTo>
                <a:lnTo>
                  <a:pt x="187" y="252"/>
                </a:lnTo>
                <a:lnTo>
                  <a:pt x="187" y="223"/>
                </a:lnTo>
                <a:lnTo>
                  <a:pt x="274" y="223"/>
                </a:lnTo>
                <a:lnTo>
                  <a:pt x="274" y="210"/>
                </a:lnTo>
                <a:lnTo>
                  <a:pt x="187" y="210"/>
                </a:lnTo>
                <a:lnTo>
                  <a:pt x="187" y="194"/>
                </a:lnTo>
                <a:lnTo>
                  <a:pt x="274" y="194"/>
                </a:lnTo>
                <a:lnTo>
                  <a:pt x="274" y="181"/>
                </a:lnTo>
                <a:lnTo>
                  <a:pt x="187" y="181"/>
                </a:lnTo>
                <a:lnTo>
                  <a:pt x="187" y="165"/>
                </a:lnTo>
                <a:lnTo>
                  <a:pt x="274" y="165"/>
                </a:lnTo>
                <a:lnTo>
                  <a:pt x="274" y="152"/>
                </a:lnTo>
                <a:lnTo>
                  <a:pt x="187" y="152"/>
                </a:lnTo>
                <a:lnTo>
                  <a:pt x="187" y="136"/>
                </a:lnTo>
                <a:lnTo>
                  <a:pt x="274" y="136"/>
                </a:lnTo>
                <a:lnTo>
                  <a:pt x="274" y="123"/>
                </a:lnTo>
                <a:lnTo>
                  <a:pt x="187" y="123"/>
                </a:lnTo>
                <a:lnTo>
                  <a:pt x="187" y="107"/>
                </a:lnTo>
                <a:lnTo>
                  <a:pt x="274" y="107"/>
                </a:lnTo>
                <a:lnTo>
                  <a:pt x="274" y="93"/>
                </a:lnTo>
                <a:lnTo>
                  <a:pt x="187" y="93"/>
                </a:lnTo>
                <a:lnTo>
                  <a:pt x="187" y="77"/>
                </a:lnTo>
                <a:lnTo>
                  <a:pt x="274" y="77"/>
                </a:lnTo>
                <a:lnTo>
                  <a:pt x="274" y="65"/>
                </a:lnTo>
                <a:lnTo>
                  <a:pt x="187" y="65"/>
                </a:lnTo>
                <a:lnTo>
                  <a:pt x="187" y="32"/>
                </a:lnTo>
                <a:lnTo>
                  <a:pt x="294" y="32"/>
                </a:lnTo>
                <a:cubicBezTo>
                  <a:pt x="296" y="32"/>
                  <a:pt x="297" y="33"/>
                  <a:pt x="298" y="34"/>
                </a:cubicBezTo>
                <a:cubicBezTo>
                  <a:pt x="299" y="35"/>
                  <a:pt x="300" y="37"/>
                  <a:pt x="300" y="39"/>
                </a:cubicBezTo>
                <a:close/>
                <a:moveTo>
                  <a:pt x="171" y="0"/>
                </a:moveTo>
                <a:lnTo>
                  <a:pt x="171" y="284"/>
                </a:lnTo>
                <a:lnTo>
                  <a:pt x="0" y="255"/>
                </a:lnTo>
                <a:lnTo>
                  <a:pt x="0" y="30"/>
                </a:lnTo>
                <a:lnTo>
                  <a:pt x="171" y="0"/>
                </a:lnTo>
                <a:close/>
                <a:moveTo>
                  <a:pt x="145" y="84"/>
                </a:moveTo>
                <a:lnTo>
                  <a:pt x="124" y="85"/>
                </a:lnTo>
                <a:lnTo>
                  <a:pt x="110" y="170"/>
                </a:lnTo>
                <a:lnTo>
                  <a:pt x="110" y="170"/>
                </a:lnTo>
                <a:cubicBezTo>
                  <a:pt x="109" y="166"/>
                  <a:pt x="106" y="152"/>
                  <a:pt x="102" y="128"/>
                </a:cubicBezTo>
                <a:lnTo>
                  <a:pt x="94" y="87"/>
                </a:lnTo>
                <a:lnTo>
                  <a:pt x="74" y="88"/>
                </a:lnTo>
                <a:lnTo>
                  <a:pt x="66" y="128"/>
                </a:lnTo>
                <a:cubicBezTo>
                  <a:pt x="61" y="151"/>
                  <a:pt x="58" y="165"/>
                  <a:pt x="58" y="168"/>
                </a:cubicBezTo>
                <a:lnTo>
                  <a:pt x="58" y="168"/>
                </a:lnTo>
                <a:lnTo>
                  <a:pt x="45" y="90"/>
                </a:lnTo>
                <a:lnTo>
                  <a:pt x="27" y="91"/>
                </a:lnTo>
                <a:lnTo>
                  <a:pt x="47" y="190"/>
                </a:lnTo>
                <a:lnTo>
                  <a:pt x="67" y="191"/>
                </a:lnTo>
                <a:lnTo>
                  <a:pt x="75" y="153"/>
                </a:lnTo>
                <a:cubicBezTo>
                  <a:pt x="79" y="130"/>
                  <a:pt x="82" y="117"/>
                  <a:pt x="83" y="114"/>
                </a:cubicBezTo>
                <a:lnTo>
                  <a:pt x="83" y="114"/>
                </a:lnTo>
                <a:cubicBezTo>
                  <a:pt x="84" y="117"/>
                  <a:pt x="86" y="131"/>
                  <a:pt x="91" y="154"/>
                </a:cubicBezTo>
                <a:lnTo>
                  <a:pt x="98" y="193"/>
                </a:lnTo>
                <a:lnTo>
                  <a:pt x="121" y="194"/>
                </a:lnTo>
                <a:lnTo>
                  <a:pt x="145" y="84"/>
                </a:lnTo>
                <a:lnTo>
                  <a:pt x="145" y="84"/>
                </a:lnTo>
                <a:close/>
              </a:path>
            </a:pathLst>
          </a:custGeom>
          <a:solidFill>
            <a:srgbClr val="2A579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File_PowerPoint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ECB1F0CC-13B2-4957-92B6-6B6D8078BA91}"/>
              </a:ext>
            </a:extLst>
          </p:cNvPr>
          <p:cNvSpPr>
            <a:spLocks noChangeAspect="1" noEditPoints="1"/>
          </p:cNvSpPr>
          <p:nvPr>
            <p:custDataLst>
              <p:tags r:id="rId6"/>
            </p:custDataLst>
          </p:nvPr>
        </p:nvSpPr>
        <p:spPr bwMode="auto">
          <a:xfrm>
            <a:off x="5731231" y="315437"/>
            <a:ext cx="575008" cy="542925"/>
          </a:xfrm>
          <a:custGeom>
            <a:avLst/>
            <a:gdLst>
              <a:gd name="T0" fmla="*/ 294 w 300"/>
              <a:gd name="T1" fmla="*/ 42 h 284"/>
              <a:gd name="T2" fmla="*/ 187 w 300"/>
              <a:gd name="T3" fmla="*/ 42 h 284"/>
              <a:gd name="T4" fmla="*/ 187 w 300"/>
              <a:gd name="T5" fmla="*/ 82 h 284"/>
              <a:gd name="T6" fmla="*/ 210 w 300"/>
              <a:gd name="T7" fmla="*/ 74 h 284"/>
              <a:gd name="T8" fmla="*/ 210 w 300"/>
              <a:gd name="T9" fmla="*/ 113 h 284"/>
              <a:gd name="T10" fmla="*/ 248 w 300"/>
              <a:gd name="T11" fmla="*/ 113 h 284"/>
              <a:gd name="T12" fmla="*/ 237 w 300"/>
              <a:gd name="T13" fmla="*/ 141 h 284"/>
              <a:gd name="T14" fmla="*/ 210 w 300"/>
              <a:gd name="T15" fmla="*/ 152 h 284"/>
              <a:gd name="T16" fmla="*/ 187 w 300"/>
              <a:gd name="T17" fmla="*/ 144 h 284"/>
              <a:gd name="T18" fmla="*/ 187 w 300"/>
              <a:gd name="T19" fmla="*/ 171 h 284"/>
              <a:gd name="T20" fmla="*/ 271 w 300"/>
              <a:gd name="T21" fmla="*/ 171 h 284"/>
              <a:gd name="T22" fmla="*/ 271 w 300"/>
              <a:gd name="T23" fmla="*/ 184 h 284"/>
              <a:gd name="T24" fmla="*/ 187 w 300"/>
              <a:gd name="T25" fmla="*/ 184 h 284"/>
              <a:gd name="T26" fmla="*/ 187 w 300"/>
              <a:gd name="T27" fmla="*/ 200 h 284"/>
              <a:gd name="T28" fmla="*/ 271 w 300"/>
              <a:gd name="T29" fmla="*/ 200 h 284"/>
              <a:gd name="T30" fmla="*/ 271 w 300"/>
              <a:gd name="T31" fmla="*/ 213 h 284"/>
              <a:gd name="T32" fmla="*/ 187 w 300"/>
              <a:gd name="T33" fmla="*/ 213 h 284"/>
              <a:gd name="T34" fmla="*/ 187 w 300"/>
              <a:gd name="T35" fmla="*/ 242 h 284"/>
              <a:gd name="T36" fmla="*/ 294 w 300"/>
              <a:gd name="T37" fmla="*/ 242 h 284"/>
              <a:gd name="T38" fmla="*/ 300 w 300"/>
              <a:gd name="T39" fmla="*/ 236 h 284"/>
              <a:gd name="T40" fmla="*/ 300 w 300"/>
              <a:gd name="T41" fmla="*/ 48 h 284"/>
              <a:gd name="T42" fmla="*/ 294 w 300"/>
              <a:gd name="T43" fmla="*/ 42 h 284"/>
              <a:gd name="T44" fmla="*/ 216 w 300"/>
              <a:gd name="T45" fmla="*/ 107 h 284"/>
              <a:gd name="T46" fmla="*/ 216 w 300"/>
              <a:gd name="T47" fmla="*/ 68 h 284"/>
              <a:gd name="T48" fmla="*/ 243 w 300"/>
              <a:gd name="T49" fmla="*/ 79 h 284"/>
              <a:gd name="T50" fmla="*/ 255 w 300"/>
              <a:gd name="T51" fmla="*/ 107 h 284"/>
              <a:gd name="T52" fmla="*/ 216 w 300"/>
              <a:gd name="T53" fmla="*/ 107 h 284"/>
              <a:gd name="T54" fmla="*/ 103 w 300"/>
              <a:gd name="T55" fmla="*/ 107 h 284"/>
              <a:gd name="T56" fmla="*/ 100 w 300"/>
              <a:gd name="T57" fmla="*/ 102 h 284"/>
              <a:gd name="T58" fmla="*/ 94 w 300"/>
              <a:gd name="T59" fmla="*/ 99 h 284"/>
              <a:gd name="T60" fmla="*/ 85 w 300"/>
              <a:gd name="T61" fmla="*/ 97 h 284"/>
              <a:gd name="T62" fmla="*/ 76 w 300"/>
              <a:gd name="T63" fmla="*/ 98 h 284"/>
              <a:gd name="T64" fmla="*/ 76 w 300"/>
              <a:gd name="T65" fmla="*/ 135 h 284"/>
              <a:gd name="T66" fmla="*/ 77 w 300"/>
              <a:gd name="T67" fmla="*/ 135 h 284"/>
              <a:gd name="T68" fmla="*/ 87 w 300"/>
              <a:gd name="T69" fmla="*/ 135 h 284"/>
              <a:gd name="T70" fmla="*/ 97 w 300"/>
              <a:gd name="T71" fmla="*/ 132 h 284"/>
              <a:gd name="T72" fmla="*/ 104 w 300"/>
              <a:gd name="T73" fmla="*/ 121 h 284"/>
              <a:gd name="T74" fmla="*/ 103 w 300"/>
              <a:gd name="T75" fmla="*/ 107 h 284"/>
              <a:gd name="T76" fmla="*/ 103 w 300"/>
              <a:gd name="T77" fmla="*/ 107 h 284"/>
              <a:gd name="T78" fmla="*/ 0 w 300"/>
              <a:gd name="T79" fmla="*/ 30 h 284"/>
              <a:gd name="T80" fmla="*/ 0 w 300"/>
              <a:gd name="T81" fmla="*/ 255 h 284"/>
              <a:gd name="T82" fmla="*/ 171 w 300"/>
              <a:gd name="T83" fmla="*/ 284 h 284"/>
              <a:gd name="T84" fmla="*/ 171 w 300"/>
              <a:gd name="T85" fmla="*/ 0 h 284"/>
              <a:gd name="T86" fmla="*/ 0 w 300"/>
              <a:gd name="T87" fmla="*/ 30 h 284"/>
              <a:gd name="T88" fmla="*/ 128 w 300"/>
              <a:gd name="T89" fmla="*/ 131 h 284"/>
              <a:gd name="T90" fmla="*/ 107 w 300"/>
              <a:gd name="T91" fmla="*/ 152 h 284"/>
              <a:gd name="T92" fmla="*/ 76 w 300"/>
              <a:gd name="T93" fmla="*/ 156 h 284"/>
              <a:gd name="T94" fmla="*/ 76 w 300"/>
              <a:gd name="T95" fmla="*/ 198 h 284"/>
              <a:gd name="T96" fmla="*/ 54 w 300"/>
              <a:gd name="T97" fmla="*/ 196 h 284"/>
              <a:gd name="T98" fmla="*/ 54 w 300"/>
              <a:gd name="T99" fmla="*/ 78 h 284"/>
              <a:gd name="T100" fmla="*/ 89 w 300"/>
              <a:gd name="T101" fmla="*/ 76 h 284"/>
              <a:gd name="T102" fmla="*/ 109 w 300"/>
              <a:gd name="T103" fmla="*/ 79 h 284"/>
              <a:gd name="T104" fmla="*/ 124 w 300"/>
              <a:gd name="T105" fmla="*/ 90 h 284"/>
              <a:gd name="T106" fmla="*/ 131 w 300"/>
              <a:gd name="T107" fmla="*/ 110 h 284"/>
              <a:gd name="T108" fmla="*/ 128 w 300"/>
              <a:gd name="T109" fmla="*/ 131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00" h="284">
                <a:moveTo>
                  <a:pt x="294" y="42"/>
                </a:moveTo>
                <a:lnTo>
                  <a:pt x="187" y="42"/>
                </a:lnTo>
                <a:lnTo>
                  <a:pt x="187" y="82"/>
                </a:lnTo>
                <a:cubicBezTo>
                  <a:pt x="193" y="77"/>
                  <a:pt x="201" y="74"/>
                  <a:pt x="210" y="74"/>
                </a:cubicBezTo>
                <a:lnTo>
                  <a:pt x="210" y="113"/>
                </a:lnTo>
                <a:lnTo>
                  <a:pt x="248" y="113"/>
                </a:lnTo>
                <a:cubicBezTo>
                  <a:pt x="248" y="124"/>
                  <a:pt x="244" y="133"/>
                  <a:pt x="237" y="141"/>
                </a:cubicBezTo>
                <a:cubicBezTo>
                  <a:pt x="230" y="148"/>
                  <a:pt x="221" y="152"/>
                  <a:pt x="210" y="152"/>
                </a:cubicBezTo>
                <a:cubicBezTo>
                  <a:pt x="201" y="152"/>
                  <a:pt x="194" y="149"/>
                  <a:pt x="187" y="144"/>
                </a:cubicBezTo>
                <a:lnTo>
                  <a:pt x="187" y="171"/>
                </a:lnTo>
                <a:lnTo>
                  <a:pt x="271" y="171"/>
                </a:lnTo>
                <a:lnTo>
                  <a:pt x="271" y="184"/>
                </a:lnTo>
                <a:lnTo>
                  <a:pt x="187" y="184"/>
                </a:lnTo>
                <a:lnTo>
                  <a:pt x="187" y="200"/>
                </a:lnTo>
                <a:lnTo>
                  <a:pt x="271" y="200"/>
                </a:lnTo>
                <a:lnTo>
                  <a:pt x="271" y="213"/>
                </a:lnTo>
                <a:lnTo>
                  <a:pt x="187" y="213"/>
                </a:lnTo>
                <a:lnTo>
                  <a:pt x="187" y="242"/>
                </a:lnTo>
                <a:lnTo>
                  <a:pt x="294" y="242"/>
                </a:lnTo>
                <a:cubicBezTo>
                  <a:pt x="298" y="242"/>
                  <a:pt x="300" y="240"/>
                  <a:pt x="300" y="236"/>
                </a:cubicBezTo>
                <a:lnTo>
                  <a:pt x="300" y="48"/>
                </a:lnTo>
                <a:cubicBezTo>
                  <a:pt x="300" y="44"/>
                  <a:pt x="298" y="42"/>
                  <a:pt x="294" y="42"/>
                </a:cubicBezTo>
                <a:close/>
                <a:moveTo>
                  <a:pt x="216" y="107"/>
                </a:moveTo>
                <a:lnTo>
                  <a:pt x="216" y="68"/>
                </a:lnTo>
                <a:cubicBezTo>
                  <a:pt x="227" y="68"/>
                  <a:pt x="236" y="72"/>
                  <a:pt x="243" y="79"/>
                </a:cubicBezTo>
                <a:cubicBezTo>
                  <a:pt x="251" y="87"/>
                  <a:pt x="254" y="96"/>
                  <a:pt x="255" y="107"/>
                </a:cubicBezTo>
                <a:lnTo>
                  <a:pt x="216" y="107"/>
                </a:lnTo>
                <a:close/>
                <a:moveTo>
                  <a:pt x="103" y="107"/>
                </a:moveTo>
                <a:cubicBezTo>
                  <a:pt x="103" y="105"/>
                  <a:pt x="101" y="103"/>
                  <a:pt x="100" y="102"/>
                </a:cubicBezTo>
                <a:cubicBezTo>
                  <a:pt x="98" y="100"/>
                  <a:pt x="96" y="99"/>
                  <a:pt x="94" y="99"/>
                </a:cubicBezTo>
                <a:cubicBezTo>
                  <a:pt x="91" y="98"/>
                  <a:pt x="88" y="97"/>
                  <a:pt x="85" y="97"/>
                </a:cubicBezTo>
                <a:lnTo>
                  <a:pt x="76" y="98"/>
                </a:lnTo>
                <a:lnTo>
                  <a:pt x="76" y="135"/>
                </a:lnTo>
                <a:lnTo>
                  <a:pt x="77" y="135"/>
                </a:lnTo>
                <a:cubicBezTo>
                  <a:pt x="80" y="135"/>
                  <a:pt x="83" y="135"/>
                  <a:pt x="87" y="135"/>
                </a:cubicBezTo>
                <a:cubicBezTo>
                  <a:pt x="90" y="135"/>
                  <a:pt x="94" y="134"/>
                  <a:pt x="97" y="132"/>
                </a:cubicBezTo>
                <a:cubicBezTo>
                  <a:pt x="101" y="129"/>
                  <a:pt x="103" y="126"/>
                  <a:pt x="104" y="121"/>
                </a:cubicBezTo>
                <a:cubicBezTo>
                  <a:pt x="105" y="116"/>
                  <a:pt x="105" y="111"/>
                  <a:pt x="103" y="107"/>
                </a:cubicBezTo>
                <a:lnTo>
                  <a:pt x="103" y="107"/>
                </a:lnTo>
                <a:close/>
                <a:moveTo>
                  <a:pt x="0" y="30"/>
                </a:moveTo>
                <a:lnTo>
                  <a:pt x="0" y="255"/>
                </a:lnTo>
                <a:lnTo>
                  <a:pt x="171" y="284"/>
                </a:lnTo>
                <a:lnTo>
                  <a:pt x="171" y="0"/>
                </a:lnTo>
                <a:lnTo>
                  <a:pt x="0" y="30"/>
                </a:lnTo>
                <a:close/>
                <a:moveTo>
                  <a:pt x="128" y="131"/>
                </a:moveTo>
                <a:cubicBezTo>
                  <a:pt x="123" y="142"/>
                  <a:pt x="116" y="149"/>
                  <a:pt x="107" y="152"/>
                </a:cubicBezTo>
                <a:cubicBezTo>
                  <a:pt x="97" y="155"/>
                  <a:pt x="87" y="156"/>
                  <a:pt x="76" y="156"/>
                </a:cubicBezTo>
                <a:lnTo>
                  <a:pt x="76" y="198"/>
                </a:lnTo>
                <a:lnTo>
                  <a:pt x="54" y="196"/>
                </a:lnTo>
                <a:lnTo>
                  <a:pt x="54" y="78"/>
                </a:lnTo>
                <a:lnTo>
                  <a:pt x="89" y="76"/>
                </a:lnTo>
                <a:cubicBezTo>
                  <a:pt x="96" y="76"/>
                  <a:pt x="103" y="77"/>
                  <a:pt x="109" y="79"/>
                </a:cubicBezTo>
                <a:cubicBezTo>
                  <a:pt x="115" y="81"/>
                  <a:pt x="121" y="84"/>
                  <a:pt x="124" y="90"/>
                </a:cubicBezTo>
                <a:cubicBezTo>
                  <a:pt x="128" y="96"/>
                  <a:pt x="130" y="103"/>
                  <a:pt x="131" y="110"/>
                </a:cubicBezTo>
                <a:cubicBezTo>
                  <a:pt x="131" y="118"/>
                  <a:pt x="130" y="125"/>
                  <a:pt x="128" y="131"/>
                </a:cubicBezTo>
                <a:close/>
              </a:path>
            </a:pathLst>
          </a:custGeom>
          <a:solidFill>
            <a:srgbClr val="D1452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File_Excel2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3A9BF938-6E57-4032-998E-6239A623EA98}"/>
              </a:ext>
            </a:extLst>
          </p:cNvPr>
          <p:cNvSpPr>
            <a:spLocks noChangeAspect="1" noEditPoints="1"/>
          </p:cNvSpPr>
          <p:nvPr>
            <p:custDataLst>
              <p:tags r:id="rId7"/>
            </p:custDataLst>
          </p:nvPr>
        </p:nvSpPr>
        <p:spPr bwMode="auto">
          <a:xfrm>
            <a:off x="6636037" y="315436"/>
            <a:ext cx="554832" cy="542925"/>
          </a:xfrm>
          <a:custGeom>
            <a:avLst/>
            <a:gdLst>
              <a:gd name="T0" fmla="*/ 194 w 300"/>
              <a:gd name="T1" fmla="*/ 36 h 294"/>
              <a:gd name="T2" fmla="*/ 224 w 300"/>
              <a:gd name="T3" fmla="*/ 54 h 294"/>
              <a:gd name="T4" fmla="*/ 194 w 300"/>
              <a:gd name="T5" fmla="*/ 84 h 294"/>
              <a:gd name="T6" fmla="*/ 224 w 300"/>
              <a:gd name="T7" fmla="*/ 93 h 294"/>
              <a:gd name="T8" fmla="*/ 194 w 300"/>
              <a:gd name="T9" fmla="*/ 123 h 294"/>
              <a:gd name="T10" fmla="*/ 224 w 300"/>
              <a:gd name="T11" fmla="*/ 132 h 294"/>
              <a:gd name="T12" fmla="*/ 194 w 300"/>
              <a:gd name="T13" fmla="*/ 160 h 294"/>
              <a:gd name="T14" fmla="*/ 224 w 300"/>
              <a:gd name="T15" fmla="*/ 171 h 294"/>
              <a:gd name="T16" fmla="*/ 194 w 300"/>
              <a:gd name="T17" fmla="*/ 199 h 294"/>
              <a:gd name="T18" fmla="*/ 224 w 300"/>
              <a:gd name="T19" fmla="*/ 210 h 294"/>
              <a:gd name="T20" fmla="*/ 194 w 300"/>
              <a:gd name="T21" fmla="*/ 238 h 294"/>
              <a:gd name="T22" fmla="*/ 294 w 300"/>
              <a:gd name="T23" fmla="*/ 259 h 294"/>
              <a:gd name="T24" fmla="*/ 300 w 300"/>
              <a:gd name="T25" fmla="*/ 245 h 294"/>
              <a:gd name="T26" fmla="*/ 298 w 300"/>
              <a:gd name="T27" fmla="*/ 36 h 294"/>
              <a:gd name="T28" fmla="*/ 281 w 300"/>
              <a:gd name="T29" fmla="*/ 238 h 294"/>
              <a:gd name="T30" fmla="*/ 233 w 300"/>
              <a:gd name="T31" fmla="*/ 210 h 294"/>
              <a:gd name="T32" fmla="*/ 281 w 300"/>
              <a:gd name="T33" fmla="*/ 238 h 294"/>
              <a:gd name="T34" fmla="*/ 233 w 300"/>
              <a:gd name="T35" fmla="*/ 199 h 294"/>
              <a:gd name="T36" fmla="*/ 281 w 300"/>
              <a:gd name="T37" fmla="*/ 171 h 294"/>
              <a:gd name="T38" fmla="*/ 281 w 300"/>
              <a:gd name="T39" fmla="*/ 160 h 294"/>
              <a:gd name="T40" fmla="*/ 233 w 300"/>
              <a:gd name="T41" fmla="*/ 132 h 294"/>
              <a:gd name="T42" fmla="*/ 281 w 300"/>
              <a:gd name="T43" fmla="*/ 160 h 294"/>
              <a:gd name="T44" fmla="*/ 233 w 300"/>
              <a:gd name="T45" fmla="*/ 123 h 294"/>
              <a:gd name="T46" fmla="*/ 281 w 300"/>
              <a:gd name="T47" fmla="*/ 93 h 294"/>
              <a:gd name="T48" fmla="*/ 281 w 300"/>
              <a:gd name="T49" fmla="*/ 84 h 294"/>
              <a:gd name="T50" fmla="*/ 233 w 300"/>
              <a:gd name="T51" fmla="*/ 54 h 294"/>
              <a:gd name="T52" fmla="*/ 281 w 300"/>
              <a:gd name="T53" fmla="*/ 84 h 294"/>
              <a:gd name="T54" fmla="*/ 0 w 300"/>
              <a:gd name="T55" fmla="*/ 264 h 294"/>
              <a:gd name="T56" fmla="*/ 177 w 300"/>
              <a:gd name="T57" fmla="*/ 0 h 294"/>
              <a:gd name="T58" fmla="*/ 105 w 300"/>
              <a:gd name="T59" fmla="*/ 207 h 294"/>
              <a:gd name="T60" fmla="*/ 85 w 300"/>
              <a:gd name="T61" fmla="*/ 160 h 294"/>
              <a:gd name="T62" fmla="*/ 66 w 300"/>
              <a:gd name="T63" fmla="*/ 205 h 294"/>
              <a:gd name="T64" fmla="*/ 71 w 300"/>
              <a:gd name="T65" fmla="*/ 147 h 294"/>
              <a:gd name="T66" fmla="*/ 69 w 300"/>
              <a:gd name="T67" fmla="*/ 89 h 294"/>
              <a:gd name="T68" fmla="*/ 87 w 300"/>
              <a:gd name="T69" fmla="*/ 133 h 294"/>
              <a:gd name="T70" fmla="*/ 133 w 300"/>
              <a:gd name="T71" fmla="*/ 86 h 294"/>
              <a:gd name="T72" fmla="*/ 134 w 300"/>
              <a:gd name="T73" fmla="*/ 209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00" h="294">
                <a:moveTo>
                  <a:pt x="294" y="36"/>
                </a:moveTo>
                <a:lnTo>
                  <a:pt x="194" y="36"/>
                </a:lnTo>
                <a:lnTo>
                  <a:pt x="194" y="54"/>
                </a:lnTo>
                <a:lnTo>
                  <a:pt x="224" y="54"/>
                </a:lnTo>
                <a:lnTo>
                  <a:pt x="224" y="84"/>
                </a:lnTo>
                <a:lnTo>
                  <a:pt x="194" y="84"/>
                </a:lnTo>
                <a:lnTo>
                  <a:pt x="194" y="93"/>
                </a:lnTo>
                <a:lnTo>
                  <a:pt x="224" y="93"/>
                </a:lnTo>
                <a:lnTo>
                  <a:pt x="224" y="123"/>
                </a:lnTo>
                <a:lnTo>
                  <a:pt x="194" y="123"/>
                </a:lnTo>
                <a:lnTo>
                  <a:pt x="194" y="132"/>
                </a:lnTo>
                <a:lnTo>
                  <a:pt x="224" y="132"/>
                </a:lnTo>
                <a:lnTo>
                  <a:pt x="224" y="160"/>
                </a:lnTo>
                <a:lnTo>
                  <a:pt x="194" y="160"/>
                </a:lnTo>
                <a:lnTo>
                  <a:pt x="194" y="171"/>
                </a:lnTo>
                <a:lnTo>
                  <a:pt x="224" y="171"/>
                </a:lnTo>
                <a:lnTo>
                  <a:pt x="224" y="199"/>
                </a:lnTo>
                <a:lnTo>
                  <a:pt x="194" y="199"/>
                </a:lnTo>
                <a:lnTo>
                  <a:pt x="194" y="210"/>
                </a:lnTo>
                <a:lnTo>
                  <a:pt x="224" y="210"/>
                </a:lnTo>
                <a:lnTo>
                  <a:pt x="224" y="238"/>
                </a:lnTo>
                <a:lnTo>
                  <a:pt x="194" y="238"/>
                </a:lnTo>
                <a:lnTo>
                  <a:pt x="194" y="259"/>
                </a:lnTo>
                <a:lnTo>
                  <a:pt x="294" y="259"/>
                </a:lnTo>
                <a:cubicBezTo>
                  <a:pt x="296" y="258"/>
                  <a:pt x="297" y="257"/>
                  <a:pt x="298" y="253"/>
                </a:cubicBezTo>
                <a:cubicBezTo>
                  <a:pt x="299" y="250"/>
                  <a:pt x="300" y="247"/>
                  <a:pt x="300" y="245"/>
                </a:cubicBezTo>
                <a:lnTo>
                  <a:pt x="300" y="39"/>
                </a:lnTo>
                <a:cubicBezTo>
                  <a:pt x="300" y="38"/>
                  <a:pt x="299" y="37"/>
                  <a:pt x="298" y="36"/>
                </a:cubicBezTo>
                <a:cubicBezTo>
                  <a:pt x="297" y="36"/>
                  <a:pt x="296" y="36"/>
                  <a:pt x="294" y="36"/>
                </a:cubicBezTo>
                <a:close/>
                <a:moveTo>
                  <a:pt x="281" y="238"/>
                </a:moveTo>
                <a:lnTo>
                  <a:pt x="233" y="238"/>
                </a:lnTo>
                <a:lnTo>
                  <a:pt x="233" y="210"/>
                </a:lnTo>
                <a:lnTo>
                  <a:pt x="281" y="210"/>
                </a:lnTo>
                <a:lnTo>
                  <a:pt x="281" y="238"/>
                </a:lnTo>
                <a:close/>
                <a:moveTo>
                  <a:pt x="281" y="199"/>
                </a:moveTo>
                <a:lnTo>
                  <a:pt x="233" y="199"/>
                </a:lnTo>
                <a:lnTo>
                  <a:pt x="233" y="171"/>
                </a:lnTo>
                <a:lnTo>
                  <a:pt x="281" y="171"/>
                </a:lnTo>
                <a:lnTo>
                  <a:pt x="281" y="199"/>
                </a:lnTo>
                <a:close/>
                <a:moveTo>
                  <a:pt x="281" y="160"/>
                </a:moveTo>
                <a:lnTo>
                  <a:pt x="233" y="160"/>
                </a:lnTo>
                <a:lnTo>
                  <a:pt x="233" y="132"/>
                </a:lnTo>
                <a:lnTo>
                  <a:pt x="281" y="132"/>
                </a:lnTo>
                <a:lnTo>
                  <a:pt x="281" y="160"/>
                </a:lnTo>
                <a:close/>
                <a:moveTo>
                  <a:pt x="281" y="123"/>
                </a:moveTo>
                <a:lnTo>
                  <a:pt x="233" y="123"/>
                </a:lnTo>
                <a:lnTo>
                  <a:pt x="233" y="93"/>
                </a:lnTo>
                <a:lnTo>
                  <a:pt x="281" y="93"/>
                </a:lnTo>
                <a:lnTo>
                  <a:pt x="281" y="123"/>
                </a:lnTo>
                <a:close/>
                <a:moveTo>
                  <a:pt x="281" y="84"/>
                </a:moveTo>
                <a:lnTo>
                  <a:pt x="233" y="84"/>
                </a:lnTo>
                <a:lnTo>
                  <a:pt x="233" y="54"/>
                </a:lnTo>
                <a:lnTo>
                  <a:pt x="281" y="54"/>
                </a:lnTo>
                <a:lnTo>
                  <a:pt x="281" y="84"/>
                </a:lnTo>
                <a:close/>
                <a:moveTo>
                  <a:pt x="0" y="31"/>
                </a:moveTo>
                <a:lnTo>
                  <a:pt x="0" y="264"/>
                </a:lnTo>
                <a:lnTo>
                  <a:pt x="177" y="294"/>
                </a:lnTo>
                <a:lnTo>
                  <a:pt x="177" y="0"/>
                </a:lnTo>
                <a:lnTo>
                  <a:pt x="0" y="31"/>
                </a:lnTo>
                <a:close/>
                <a:moveTo>
                  <a:pt x="105" y="207"/>
                </a:moveTo>
                <a:cubicBezTo>
                  <a:pt x="104" y="205"/>
                  <a:pt x="101" y="197"/>
                  <a:pt x="95" y="184"/>
                </a:cubicBezTo>
                <a:cubicBezTo>
                  <a:pt x="90" y="170"/>
                  <a:pt x="86" y="162"/>
                  <a:pt x="85" y="160"/>
                </a:cubicBezTo>
                <a:lnTo>
                  <a:pt x="85" y="160"/>
                </a:lnTo>
                <a:lnTo>
                  <a:pt x="66" y="205"/>
                </a:lnTo>
                <a:lnTo>
                  <a:pt x="41" y="203"/>
                </a:lnTo>
                <a:lnTo>
                  <a:pt x="71" y="147"/>
                </a:lnTo>
                <a:lnTo>
                  <a:pt x="43" y="91"/>
                </a:lnTo>
                <a:lnTo>
                  <a:pt x="69" y="89"/>
                </a:lnTo>
                <a:lnTo>
                  <a:pt x="86" y="133"/>
                </a:lnTo>
                <a:lnTo>
                  <a:pt x="87" y="133"/>
                </a:lnTo>
                <a:lnTo>
                  <a:pt x="106" y="87"/>
                </a:lnTo>
                <a:lnTo>
                  <a:pt x="133" y="86"/>
                </a:lnTo>
                <a:lnTo>
                  <a:pt x="101" y="147"/>
                </a:lnTo>
                <a:lnTo>
                  <a:pt x="134" y="209"/>
                </a:lnTo>
                <a:lnTo>
                  <a:pt x="105" y="207"/>
                </a:lnTo>
                <a:close/>
              </a:path>
            </a:pathLst>
          </a:custGeom>
          <a:solidFill>
            <a:srgbClr val="1E6F4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File_Outlook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C45DF13F-1D98-4F54-B25F-5F65ECC37D47}"/>
              </a:ext>
            </a:extLst>
          </p:cNvPr>
          <p:cNvSpPr>
            <a:spLocks noChangeAspect="1" noEditPoints="1"/>
          </p:cNvSpPr>
          <p:nvPr>
            <p:custDataLst>
              <p:tags r:id="rId8"/>
            </p:custDataLst>
          </p:nvPr>
        </p:nvSpPr>
        <p:spPr bwMode="auto">
          <a:xfrm>
            <a:off x="7591747" y="315436"/>
            <a:ext cx="588379" cy="542925"/>
          </a:xfrm>
          <a:custGeom>
            <a:avLst/>
            <a:gdLst>
              <a:gd name="T0" fmla="*/ 300 w 300"/>
              <a:gd name="T1" fmla="*/ 81 h 278"/>
              <a:gd name="T2" fmla="*/ 300 w 300"/>
              <a:gd name="T3" fmla="*/ 212 h 278"/>
              <a:gd name="T4" fmla="*/ 297 w 300"/>
              <a:gd name="T5" fmla="*/ 220 h 278"/>
              <a:gd name="T6" fmla="*/ 290 w 300"/>
              <a:gd name="T7" fmla="*/ 222 h 278"/>
              <a:gd name="T8" fmla="*/ 183 w 300"/>
              <a:gd name="T9" fmla="*/ 222 h 278"/>
              <a:gd name="T10" fmla="*/ 183 w 300"/>
              <a:gd name="T11" fmla="*/ 135 h 278"/>
              <a:gd name="T12" fmla="*/ 203 w 300"/>
              <a:gd name="T13" fmla="*/ 151 h 278"/>
              <a:gd name="T14" fmla="*/ 208 w 300"/>
              <a:gd name="T15" fmla="*/ 152 h 278"/>
              <a:gd name="T16" fmla="*/ 213 w 300"/>
              <a:gd name="T17" fmla="*/ 151 h 278"/>
              <a:gd name="T18" fmla="*/ 300 w 300"/>
              <a:gd name="T19" fmla="*/ 81 h 278"/>
              <a:gd name="T20" fmla="*/ 183 w 300"/>
              <a:gd name="T21" fmla="*/ 56 h 278"/>
              <a:gd name="T22" fmla="*/ 290 w 300"/>
              <a:gd name="T23" fmla="*/ 56 h 278"/>
              <a:gd name="T24" fmla="*/ 297 w 300"/>
              <a:gd name="T25" fmla="*/ 58 h 278"/>
              <a:gd name="T26" fmla="*/ 300 w 300"/>
              <a:gd name="T27" fmla="*/ 65 h 278"/>
              <a:gd name="T28" fmla="*/ 208 w 300"/>
              <a:gd name="T29" fmla="*/ 138 h 278"/>
              <a:gd name="T30" fmla="*/ 183 w 300"/>
              <a:gd name="T31" fmla="*/ 119 h 278"/>
              <a:gd name="T32" fmla="*/ 183 w 300"/>
              <a:gd name="T33" fmla="*/ 56 h 278"/>
              <a:gd name="T34" fmla="*/ 168 w 300"/>
              <a:gd name="T35" fmla="*/ 0 h 278"/>
              <a:gd name="T36" fmla="*/ 168 w 300"/>
              <a:gd name="T37" fmla="*/ 278 h 278"/>
              <a:gd name="T38" fmla="*/ 0 w 300"/>
              <a:gd name="T39" fmla="*/ 249 h 278"/>
              <a:gd name="T40" fmla="*/ 0 w 300"/>
              <a:gd name="T41" fmla="*/ 30 h 278"/>
              <a:gd name="T42" fmla="*/ 168 w 300"/>
              <a:gd name="T43" fmla="*/ 0 h 278"/>
              <a:gd name="T44" fmla="*/ 117 w 300"/>
              <a:gd name="T45" fmla="*/ 140 h 278"/>
              <a:gd name="T46" fmla="*/ 106 w 300"/>
              <a:gd name="T47" fmla="*/ 104 h 278"/>
              <a:gd name="T48" fmla="*/ 79 w 300"/>
              <a:gd name="T49" fmla="*/ 90 h 278"/>
              <a:gd name="T50" fmla="*/ 53 w 300"/>
              <a:gd name="T51" fmla="*/ 104 h 278"/>
              <a:gd name="T52" fmla="*/ 42 w 300"/>
              <a:gd name="T53" fmla="*/ 140 h 278"/>
              <a:gd name="T54" fmla="*/ 53 w 300"/>
              <a:gd name="T55" fmla="*/ 174 h 278"/>
              <a:gd name="T56" fmla="*/ 80 w 300"/>
              <a:gd name="T57" fmla="*/ 189 h 278"/>
              <a:gd name="T58" fmla="*/ 106 w 300"/>
              <a:gd name="T59" fmla="*/ 175 h 278"/>
              <a:gd name="T60" fmla="*/ 117 w 300"/>
              <a:gd name="T61" fmla="*/ 140 h 278"/>
              <a:gd name="T62" fmla="*/ 78 w 300"/>
              <a:gd name="T63" fmla="*/ 109 h 278"/>
              <a:gd name="T64" fmla="*/ 91 w 300"/>
              <a:gd name="T65" fmla="*/ 117 h 278"/>
              <a:gd name="T66" fmla="*/ 97 w 300"/>
              <a:gd name="T67" fmla="*/ 139 h 278"/>
              <a:gd name="T68" fmla="*/ 91 w 300"/>
              <a:gd name="T69" fmla="*/ 162 h 278"/>
              <a:gd name="T70" fmla="*/ 78 w 300"/>
              <a:gd name="T71" fmla="*/ 170 h 278"/>
              <a:gd name="T72" fmla="*/ 64 w 300"/>
              <a:gd name="T73" fmla="*/ 162 h 278"/>
              <a:gd name="T74" fmla="*/ 59 w 300"/>
              <a:gd name="T75" fmla="*/ 140 h 278"/>
              <a:gd name="T76" fmla="*/ 64 w 300"/>
              <a:gd name="T77" fmla="*/ 118 h 278"/>
              <a:gd name="T78" fmla="*/ 78 w 300"/>
              <a:gd name="T79" fmla="*/ 109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00" h="278">
                <a:moveTo>
                  <a:pt x="300" y="81"/>
                </a:moveTo>
                <a:lnTo>
                  <a:pt x="300" y="212"/>
                </a:lnTo>
                <a:cubicBezTo>
                  <a:pt x="300" y="215"/>
                  <a:pt x="299" y="218"/>
                  <a:pt x="297" y="220"/>
                </a:cubicBezTo>
                <a:cubicBezTo>
                  <a:pt x="295" y="221"/>
                  <a:pt x="293" y="222"/>
                  <a:pt x="290" y="222"/>
                </a:cubicBezTo>
                <a:lnTo>
                  <a:pt x="183" y="222"/>
                </a:lnTo>
                <a:lnTo>
                  <a:pt x="183" y="135"/>
                </a:lnTo>
                <a:lnTo>
                  <a:pt x="203" y="151"/>
                </a:lnTo>
                <a:cubicBezTo>
                  <a:pt x="204" y="152"/>
                  <a:pt x="206" y="152"/>
                  <a:pt x="208" y="152"/>
                </a:cubicBezTo>
                <a:cubicBezTo>
                  <a:pt x="210" y="152"/>
                  <a:pt x="211" y="152"/>
                  <a:pt x="213" y="151"/>
                </a:cubicBezTo>
                <a:lnTo>
                  <a:pt x="300" y="81"/>
                </a:lnTo>
                <a:close/>
                <a:moveTo>
                  <a:pt x="183" y="56"/>
                </a:moveTo>
                <a:lnTo>
                  <a:pt x="290" y="56"/>
                </a:lnTo>
                <a:cubicBezTo>
                  <a:pt x="292" y="56"/>
                  <a:pt x="295" y="57"/>
                  <a:pt x="297" y="58"/>
                </a:cubicBezTo>
                <a:cubicBezTo>
                  <a:pt x="298" y="60"/>
                  <a:pt x="299" y="62"/>
                  <a:pt x="300" y="65"/>
                </a:cubicBezTo>
                <a:lnTo>
                  <a:pt x="208" y="138"/>
                </a:lnTo>
                <a:lnTo>
                  <a:pt x="183" y="119"/>
                </a:lnTo>
                <a:lnTo>
                  <a:pt x="183" y="56"/>
                </a:lnTo>
                <a:close/>
                <a:moveTo>
                  <a:pt x="168" y="0"/>
                </a:moveTo>
                <a:lnTo>
                  <a:pt x="168" y="278"/>
                </a:lnTo>
                <a:lnTo>
                  <a:pt x="0" y="249"/>
                </a:lnTo>
                <a:lnTo>
                  <a:pt x="0" y="30"/>
                </a:lnTo>
                <a:lnTo>
                  <a:pt x="168" y="0"/>
                </a:lnTo>
                <a:close/>
                <a:moveTo>
                  <a:pt x="117" y="140"/>
                </a:moveTo>
                <a:cubicBezTo>
                  <a:pt x="117" y="125"/>
                  <a:pt x="113" y="114"/>
                  <a:pt x="106" y="104"/>
                </a:cubicBezTo>
                <a:cubicBezTo>
                  <a:pt x="99" y="95"/>
                  <a:pt x="90" y="90"/>
                  <a:pt x="79" y="90"/>
                </a:cubicBezTo>
                <a:cubicBezTo>
                  <a:pt x="69" y="90"/>
                  <a:pt x="60" y="95"/>
                  <a:pt x="53" y="104"/>
                </a:cubicBezTo>
                <a:cubicBezTo>
                  <a:pt x="46" y="114"/>
                  <a:pt x="42" y="125"/>
                  <a:pt x="42" y="140"/>
                </a:cubicBezTo>
                <a:cubicBezTo>
                  <a:pt x="42" y="154"/>
                  <a:pt x="46" y="165"/>
                  <a:pt x="53" y="174"/>
                </a:cubicBezTo>
                <a:cubicBezTo>
                  <a:pt x="60" y="184"/>
                  <a:pt x="69" y="189"/>
                  <a:pt x="80" y="189"/>
                </a:cubicBezTo>
                <a:cubicBezTo>
                  <a:pt x="90" y="189"/>
                  <a:pt x="99" y="184"/>
                  <a:pt x="106" y="175"/>
                </a:cubicBezTo>
                <a:cubicBezTo>
                  <a:pt x="113" y="165"/>
                  <a:pt x="117" y="154"/>
                  <a:pt x="117" y="140"/>
                </a:cubicBezTo>
                <a:close/>
                <a:moveTo>
                  <a:pt x="78" y="109"/>
                </a:moveTo>
                <a:cubicBezTo>
                  <a:pt x="83" y="109"/>
                  <a:pt x="88" y="112"/>
                  <a:pt x="91" y="117"/>
                </a:cubicBezTo>
                <a:cubicBezTo>
                  <a:pt x="95" y="123"/>
                  <a:pt x="97" y="131"/>
                  <a:pt x="97" y="139"/>
                </a:cubicBezTo>
                <a:cubicBezTo>
                  <a:pt x="97" y="148"/>
                  <a:pt x="95" y="156"/>
                  <a:pt x="91" y="162"/>
                </a:cubicBezTo>
                <a:cubicBezTo>
                  <a:pt x="88" y="167"/>
                  <a:pt x="83" y="170"/>
                  <a:pt x="78" y="170"/>
                </a:cubicBezTo>
                <a:cubicBezTo>
                  <a:pt x="72" y="170"/>
                  <a:pt x="68" y="168"/>
                  <a:pt x="64" y="162"/>
                </a:cubicBezTo>
                <a:cubicBezTo>
                  <a:pt x="60" y="156"/>
                  <a:pt x="59" y="149"/>
                  <a:pt x="59" y="140"/>
                </a:cubicBezTo>
                <a:cubicBezTo>
                  <a:pt x="59" y="131"/>
                  <a:pt x="60" y="124"/>
                  <a:pt x="64" y="118"/>
                </a:cubicBezTo>
                <a:cubicBezTo>
                  <a:pt x="68" y="112"/>
                  <a:pt x="72" y="109"/>
                  <a:pt x="78" y="109"/>
                </a:cubicBezTo>
                <a:close/>
              </a:path>
            </a:pathLst>
          </a:custGeom>
          <a:solidFill>
            <a:srgbClr val="0072C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File_Access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44CDB577-95D6-476E-863C-F50100726F0D}"/>
              </a:ext>
            </a:extLst>
          </p:cNvPr>
          <p:cNvSpPr>
            <a:spLocks noChangeAspect="1" noEditPoints="1"/>
          </p:cNvSpPr>
          <p:nvPr>
            <p:custDataLst>
              <p:tags r:id="rId9"/>
            </p:custDataLst>
          </p:nvPr>
        </p:nvSpPr>
        <p:spPr bwMode="auto">
          <a:xfrm>
            <a:off x="8292188" y="296103"/>
            <a:ext cx="577632" cy="542925"/>
          </a:xfrm>
          <a:custGeom>
            <a:avLst/>
            <a:gdLst>
              <a:gd name="T0" fmla="*/ 300 w 300"/>
              <a:gd name="T1" fmla="*/ 179 h 282"/>
              <a:gd name="T2" fmla="*/ 273 w 300"/>
              <a:gd name="T3" fmla="*/ 195 h 282"/>
              <a:gd name="T4" fmla="*/ 207 w 300"/>
              <a:gd name="T5" fmla="*/ 201 h 282"/>
              <a:gd name="T6" fmla="*/ 185 w 300"/>
              <a:gd name="T7" fmla="*/ 201 h 282"/>
              <a:gd name="T8" fmla="*/ 185 w 300"/>
              <a:gd name="T9" fmla="*/ 242 h 282"/>
              <a:gd name="T10" fmla="*/ 207 w 300"/>
              <a:gd name="T11" fmla="*/ 242 h 282"/>
              <a:gd name="T12" fmla="*/ 273 w 300"/>
              <a:gd name="T13" fmla="*/ 235 h 282"/>
              <a:gd name="T14" fmla="*/ 300 w 300"/>
              <a:gd name="T15" fmla="*/ 218 h 282"/>
              <a:gd name="T16" fmla="*/ 300 w 300"/>
              <a:gd name="T17" fmla="*/ 179 h 282"/>
              <a:gd name="T18" fmla="*/ 207 w 300"/>
              <a:gd name="T19" fmla="*/ 149 h 282"/>
              <a:gd name="T20" fmla="*/ 185 w 300"/>
              <a:gd name="T21" fmla="*/ 149 h 282"/>
              <a:gd name="T22" fmla="*/ 185 w 300"/>
              <a:gd name="T23" fmla="*/ 190 h 282"/>
              <a:gd name="T24" fmla="*/ 207 w 300"/>
              <a:gd name="T25" fmla="*/ 191 h 282"/>
              <a:gd name="T26" fmla="*/ 273 w 300"/>
              <a:gd name="T27" fmla="*/ 184 h 282"/>
              <a:gd name="T28" fmla="*/ 300 w 300"/>
              <a:gd name="T29" fmla="*/ 167 h 282"/>
              <a:gd name="T30" fmla="*/ 300 w 300"/>
              <a:gd name="T31" fmla="*/ 127 h 282"/>
              <a:gd name="T32" fmla="*/ 273 w 300"/>
              <a:gd name="T33" fmla="*/ 143 h 282"/>
              <a:gd name="T34" fmla="*/ 207 w 300"/>
              <a:gd name="T35" fmla="*/ 149 h 282"/>
              <a:gd name="T36" fmla="*/ 207 w 300"/>
              <a:gd name="T37" fmla="*/ 149 h 282"/>
              <a:gd name="T38" fmla="*/ 207 w 300"/>
              <a:gd name="T39" fmla="*/ 98 h 282"/>
              <a:gd name="T40" fmla="*/ 185 w 300"/>
              <a:gd name="T41" fmla="*/ 97 h 282"/>
              <a:gd name="T42" fmla="*/ 185 w 300"/>
              <a:gd name="T43" fmla="*/ 139 h 282"/>
              <a:gd name="T44" fmla="*/ 207 w 300"/>
              <a:gd name="T45" fmla="*/ 139 h 282"/>
              <a:gd name="T46" fmla="*/ 273 w 300"/>
              <a:gd name="T47" fmla="*/ 132 h 282"/>
              <a:gd name="T48" fmla="*/ 300 w 300"/>
              <a:gd name="T49" fmla="*/ 116 h 282"/>
              <a:gd name="T50" fmla="*/ 300 w 300"/>
              <a:gd name="T51" fmla="*/ 75 h 282"/>
              <a:gd name="T52" fmla="*/ 273 w 300"/>
              <a:gd name="T53" fmla="*/ 92 h 282"/>
              <a:gd name="T54" fmla="*/ 207 w 300"/>
              <a:gd name="T55" fmla="*/ 98 h 282"/>
              <a:gd name="T56" fmla="*/ 207 w 300"/>
              <a:gd name="T57" fmla="*/ 40 h 282"/>
              <a:gd name="T58" fmla="*/ 185 w 300"/>
              <a:gd name="T59" fmla="*/ 41 h 282"/>
              <a:gd name="T60" fmla="*/ 185 w 300"/>
              <a:gd name="T61" fmla="*/ 87 h 282"/>
              <a:gd name="T62" fmla="*/ 207 w 300"/>
              <a:gd name="T63" fmla="*/ 88 h 282"/>
              <a:gd name="T64" fmla="*/ 273 w 300"/>
              <a:gd name="T65" fmla="*/ 81 h 282"/>
              <a:gd name="T66" fmla="*/ 300 w 300"/>
              <a:gd name="T67" fmla="*/ 64 h 282"/>
              <a:gd name="T68" fmla="*/ 273 w 300"/>
              <a:gd name="T69" fmla="*/ 47 h 282"/>
              <a:gd name="T70" fmla="*/ 207 w 300"/>
              <a:gd name="T71" fmla="*/ 40 h 282"/>
              <a:gd name="T72" fmla="*/ 81 w 300"/>
              <a:gd name="T73" fmla="*/ 105 h 282"/>
              <a:gd name="T74" fmla="*/ 76 w 300"/>
              <a:gd name="T75" fmla="*/ 128 h 282"/>
              <a:gd name="T76" fmla="*/ 70 w 300"/>
              <a:gd name="T77" fmla="*/ 151 h 282"/>
              <a:gd name="T78" fmla="*/ 93 w 300"/>
              <a:gd name="T79" fmla="*/ 152 h 282"/>
              <a:gd name="T80" fmla="*/ 87 w 300"/>
              <a:gd name="T81" fmla="*/ 129 h 282"/>
              <a:gd name="T82" fmla="*/ 82 w 300"/>
              <a:gd name="T83" fmla="*/ 105 h 282"/>
              <a:gd name="T84" fmla="*/ 81 w 300"/>
              <a:gd name="T85" fmla="*/ 105 h 282"/>
              <a:gd name="T86" fmla="*/ 0 w 300"/>
              <a:gd name="T87" fmla="*/ 30 h 282"/>
              <a:gd name="T88" fmla="*/ 0 w 300"/>
              <a:gd name="T89" fmla="*/ 252 h 282"/>
              <a:gd name="T90" fmla="*/ 169 w 300"/>
              <a:gd name="T91" fmla="*/ 282 h 282"/>
              <a:gd name="T92" fmla="*/ 169 w 300"/>
              <a:gd name="T93" fmla="*/ 0 h 282"/>
              <a:gd name="T94" fmla="*/ 0 w 300"/>
              <a:gd name="T95" fmla="*/ 30 h 282"/>
              <a:gd name="T96" fmla="*/ 104 w 300"/>
              <a:gd name="T97" fmla="*/ 196 h 282"/>
              <a:gd name="T98" fmla="*/ 97 w 300"/>
              <a:gd name="T99" fmla="*/ 171 h 282"/>
              <a:gd name="T100" fmla="*/ 66 w 300"/>
              <a:gd name="T101" fmla="*/ 170 h 282"/>
              <a:gd name="T102" fmla="*/ 60 w 300"/>
              <a:gd name="T103" fmla="*/ 193 h 282"/>
              <a:gd name="T104" fmla="*/ 40 w 300"/>
              <a:gd name="T105" fmla="*/ 192 h 282"/>
              <a:gd name="T106" fmla="*/ 70 w 300"/>
              <a:gd name="T107" fmla="*/ 86 h 282"/>
              <a:gd name="T108" fmla="*/ 94 w 300"/>
              <a:gd name="T109" fmla="*/ 85 h 282"/>
              <a:gd name="T110" fmla="*/ 127 w 300"/>
              <a:gd name="T111" fmla="*/ 197 h 282"/>
              <a:gd name="T112" fmla="*/ 103 w 300"/>
              <a:gd name="T113" fmla="*/ 196 h 282"/>
              <a:gd name="T114" fmla="*/ 104 w 300"/>
              <a:gd name="T115" fmla="*/ 196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0" h="282">
                <a:moveTo>
                  <a:pt x="300" y="179"/>
                </a:moveTo>
                <a:cubicBezTo>
                  <a:pt x="299" y="186"/>
                  <a:pt x="290" y="191"/>
                  <a:pt x="273" y="195"/>
                </a:cubicBezTo>
                <a:cubicBezTo>
                  <a:pt x="256" y="199"/>
                  <a:pt x="234" y="201"/>
                  <a:pt x="207" y="201"/>
                </a:cubicBezTo>
                <a:cubicBezTo>
                  <a:pt x="200" y="201"/>
                  <a:pt x="192" y="201"/>
                  <a:pt x="185" y="201"/>
                </a:cubicBezTo>
                <a:lnTo>
                  <a:pt x="185" y="242"/>
                </a:lnTo>
                <a:cubicBezTo>
                  <a:pt x="192" y="242"/>
                  <a:pt x="200" y="242"/>
                  <a:pt x="207" y="242"/>
                </a:cubicBezTo>
                <a:cubicBezTo>
                  <a:pt x="234" y="242"/>
                  <a:pt x="255" y="240"/>
                  <a:pt x="273" y="235"/>
                </a:cubicBezTo>
                <a:cubicBezTo>
                  <a:pt x="290" y="231"/>
                  <a:pt x="299" y="225"/>
                  <a:pt x="300" y="218"/>
                </a:cubicBezTo>
                <a:lnTo>
                  <a:pt x="300" y="179"/>
                </a:lnTo>
                <a:close/>
                <a:moveTo>
                  <a:pt x="207" y="149"/>
                </a:moveTo>
                <a:cubicBezTo>
                  <a:pt x="200" y="149"/>
                  <a:pt x="192" y="149"/>
                  <a:pt x="185" y="149"/>
                </a:cubicBezTo>
                <a:lnTo>
                  <a:pt x="185" y="190"/>
                </a:lnTo>
                <a:cubicBezTo>
                  <a:pt x="192" y="191"/>
                  <a:pt x="200" y="191"/>
                  <a:pt x="207" y="191"/>
                </a:cubicBezTo>
                <a:cubicBezTo>
                  <a:pt x="234" y="191"/>
                  <a:pt x="256" y="188"/>
                  <a:pt x="273" y="184"/>
                </a:cubicBezTo>
                <a:cubicBezTo>
                  <a:pt x="290" y="179"/>
                  <a:pt x="299" y="174"/>
                  <a:pt x="300" y="167"/>
                </a:cubicBezTo>
                <a:lnTo>
                  <a:pt x="300" y="127"/>
                </a:lnTo>
                <a:cubicBezTo>
                  <a:pt x="299" y="134"/>
                  <a:pt x="290" y="139"/>
                  <a:pt x="273" y="143"/>
                </a:cubicBezTo>
                <a:cubicBezTo>
                  <a:pt x="255" y="147"/>
                  <a:pt x="233" y="149"/>
                  <a:pt x="207" y="149"/>
                </a:cubicBezTo>
                <a:lnTo>
                  <a:pt x="207" y="149"/>
                </a:lnTo>
                <a:close/>
                <a:moveTo>
                  <a:pt x="207" y="98"/>
                </a:moveTo>
                <a:cubicBezTo>
                  <a:pt x="200" y="98"/>
                  <a:pt x="192" y="97"/>
                  <a:pt x="185" y="97"/>
                </a:cubicBezTo>
                <a:lnTo>
                  <a:pt x="185" y="139"/>
                </a:lnTo>
                <a:cubicBezTo>
                  <a:pt x="192" y="139"/>
                  <a:pt x="200" y="139"/>
                  <a:pt x="207" y="139"/>
                </a:cubicBezTo>
                <a:cubicBezTo>
                  <a:pt x="233" y="139"/>
                  <a:pt x="255" y="137"/>
                  <a:pt x="273" y="132"/>
                </a:cubicBezTo>
                <a:cubicBezTo>
                  <a:pt x="290" y="128"/>
                  <a:pt x="299" y="122"/>
                  <a:pt x="300" y="116"/>
                </a:cubicBezTo>
                <a:lnTo>
                  <a:pt x="300" y="75"/>
                </a:lnTo>
                <a:cubicBezTo>
                  <a:pt x="299" y="82"/>
                  <a:pt x="290" y="88"/>
                  <a:pt x="273" y="92"/>
                </a:cubicBezTo>
                <a:cubicBezTo>
                  <a:pt x="255" y="96"/>
                  <a:pt x="233" y="98"/>
                  <a:pt x="207" y="98"/>
                </a:cubicBezTo>
                <a:close/>
                <a:moveTo>
                  <a:pt x="207" y="40"/>
                </a:moveTo>
                <a:cubicBezTo>
                  <a:pt x="200" y="40"/>
                  <a:pt x="192" y="40"/>
                  <a:pt x="185" y="41"/>
                </a:cubicBezTo>
                <a:lnTo>
                  <a:pt x="185" y="87"/>
                </a:lnTo>
                <a:cubicBezTo>
                  <a:pt x="192" y="87"/>
                  <a:pt x="200" y="88"/>
                  <a:pt x="207" y="88"/>
                </a:cubicBezTo>
                <a:cubicBezTo>
                  <a:pt x="233" y="87"/>
                  <a:pt x="255" y="85"/>
                  <a:pt x="273" y="81"/>
                </a:cubicBezTo>
                <a:cubicBezTo>
                  <a:pt x="290" y="76"/>
                  <a:pt x="299" y="71"/>
                  <a:pt x="300" y="64"/>
                </a:cubicBezTo>
                <a:cubicBezTo>
                  <a:pt x="299" y="57"/>
                  <a:pt x="290" y="51"/>
                  <a:pt x="273" y="47"/>
                </a:cubicBezTo>
                <a:cubicBezTo>
                  <a:pt x="255" y="42"/>
                  <a:pt x="233" y="40"/>
                  <a:pt x="207" y="40"/>
                </a:cubicBezTo>
                <a:close/>
                <a:moveTo>
                  <a:pt x="81" y="105"/>
                </a:moveTo>
                <a:cubicBezTo>
                  <a:pt x="81" y="107"/>
                  <a:pt x="79" y="115"/>
                  <a:pt x="76" y="128"/>
                </a:cubicBezTo>
                <a:lnTo>
                  <a:pt x="70" y="151"/>
                </a:lnTo>
                <a:lnTo>
                  <a:pt x="93" y="152"/>
                </a:lnTo>
                <a:lnTo>
                  <a:pt x="87" y="129"/>
                </a:lnTo>
                <a:cubicBezTo>
                  <a:pt x="84" y="115"/>
                  <a:pt x="82" y="107"/>
                  <a:pt x="82" y="105"/>
                </a:cubicBezTo>
                <a:lnTo>
                  <a:pt x="81" y="105"/>
                </a:lnTo>
                <a:close/>
                <a:moveTo>
                  <a:pt x="0" y="30"/>
                </a:moveTo>
                <a:lnTo>
                  <a:pt x="0" y="252"/>
                </a:lnTo>
                <a:lnTo>
                  <a:pt x="169" y="282"/>
                </a:lnTo>
                <a:lnTo>
                  <a:pt x="169" y="0"/>
                </a:lnTo>
                <a:lnTo>
                  <a:pt x="0" y="30"/>
                </a:lnTo>
                <a:close/>
                <a:moveTo>
                  <a:pt x="104" y="196"/>
                </a:moveTo>
                <a:lnTo>
                  <a:pt x="97" y="171"/>
                </a:lnTo>
                <a:lnTo>
                  <a:pt x="66" y="170"/>
                </a:lnTo>
                <a:lnTo>
                  <a:pt x="60" y="193"/>
                </a:lnTo>
                <a:lnTo>
                  <a:pt x="40" y="192"/>
                </a:lnTo>
                <a:lnTo>
                  <a:pt x="70" y="86"/>
                </a:lnTo>
                <a:lnTo>
                  <a:pt x="94" y="85"/>
                </a:lnTo>
                <a:lnTo>
                  <a:pt x="127" y="197"/>
                </a:lnTo>
                <a:lnTo>
                  <a:pt x="103" y="196"/>
                </a:lnTo>
                <a:lnTo>
                  <a:pt x="104" y="196"/>
                </a:lnTo>
                <a:close/>
              </a:path>
            </a:pathLst>
          </a:custGeom>
          <a:solidFill>
            <a:srgbClr val="A13439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4" name="File_Zip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52A9B23-7AEF-4DA9-A734-4931CE356BF7}"/>
              </a:ext>
            </a:extLst>
          </p:cNvPr>
          <p:cNvGrpSpPr>
            <a:grpSpLocks noChangeAspect="1"/>
          </p:cNvGrpSpPr>
          <p:nvPr>
            <p:custDataLst>
              <p:tags r:id="rId10"/>
            </p:custDataLst>
          </p:nvPr>
        </p:nvGrpSpPr>
        <p:grpSpPr bwMode="auto">
          <a:xfrm>
            <a:off x="4111168" y="388211"/>
            <a:ext cx="474327" cy="542925"/>
            <a:chOff x="4860" y="3100"/>
            <a:chExt cx="809" cy="926"/>
          </a:xfrm>
          <a:solidFill>
            <a:schemeClr val="accent1"/>
          </a:solidFill>
        </p:grpSpPr>
        <p:sp>
          <p:nvSpPr>
            <p:cNvPr id="75" name="Freeform 51">
              <a:extLst>
                <a:ext uri="{FF2B5EF4-FFF2-40B4-BE49-F238E27FC236}">
                  <a16:creationId xmlns:a16="http://schemas.microsoft.com/office/drawing/2014/main" id="{01A40AEB-D258-4B95-A80D-6F3EBC8007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0" y="3100"/>
              <a:ext cx="809" cy="926"/>
            </a:xfrm>
            <a:custGeom>
              <a:avLst/>
              <a:gdLst>
                <a:gd name="T0" fmla="*/ 166 w 175"/>
                <a:gd name="T1" fmla="*/ 45 h 200"/>
                <a:gd name="T2" fmla="*/ 149 w 175"/>
                <a:gd name="T3" fmla="*/ 25 h 200"/>
                <a:gd name="T4" fmla="*/ 130 w 175"/>
                <a:gd name="T5" fmla="*/ 8 h 200"/>
                <a:gd name="T6" fmla="*/ 112 w 175"/>
                <a:gd name="T7" fmla="*/ 0 h 200"/>
                <a:gd name="T8" fmla="*/ 15 w 175"/>
                <a:gd name="T9" fmla="*/ 0 h 200"/>
                <a:gd name="T10" fmla="*/ 0 w 175"/>
                <a:gd name="T11" fmla="*/ 16 h 200"/>
                <a:gd name="T12" fmla="*/ 0 w 175"/>
                <a:gd name="T13" fmla="*/ 184 h 200"/>
                <a:gd name="T14" fmla="*/ 15 w 175"/>
                <a:gd name="T15" fmla="*/ 200 h 200"/>
                <a:gd name="T16" fmla="*/ 159 w 175"/>
                <a:gd name="T17" fmla="*/ 200 h 200"/>
                <a:gd name="T18" fmla="*/ 175 w 175"/>
                <a:gd name="T19" fmla="*/ 184 h 200"/>
                <a:gd name="T20" fmla="*/ 175 w 175"/>
                <a:gd name="T21" fmla="*/ 63 h 200"/>
                <a:gd name="T22" fmla="*/ 166 w 175"/>
                <a:gd name="T23" fmla="*/ 45 h 200"/>
                <a:gd name="T24" fmla="*/ 166 w 175"/>
                <a:gd name="T25" fmla="*/ 45 h 200"/>
                <a:gd name="T26" fmla="*/ 140 w 175"/>
                <a:gd name="T27" fmla="*/ 34 h 200"/>
                <a:gd name="T28" fmla="*/ 155 w 175"/>
                <a:gd name="T29" fmla="*/ 50 h 200"/>
                <a:gd name="T30" fmla="*/ 124 w 175"/>
                <a:gd name="T31" fmla="*/ 50 h 200"/>
                <a:gd name="T32" fmla="*/ 124 w 175"/>
                <a:gd name="T33" fmla="*/ 20 h 200"/>
                <a:gd name="T34" fmla="*/ 140 w 175"/>
                <a:gd name="T35" fmla="*/ 34 h 200"/>
                <a:gd name="T36" fmla="*/ 140 w 175"/>
                <a:gd name="T37" fmla="*/ 34 h 200"/>
                <a:gd name="T38" fmla="*/ 140 w 175"/>
                <a:gd name="T39" fmla="*/ 34 h 200"/>
                <a:gd name="T40" fmla="*/ 162 w 175"/>
                <a:gd name="T41" fmla="*/ 184 h 200"/>
                <a:gd name="T42" fmla="*/ 159 w 175"/>
                <a:gd name="T43" fmla="*/ 188 h 200"/>
                <a:gd name="T44" fmla="*/ 15 w 175"/>
                <a:gd name="T45" fmla="*/ 188 h 200"/>
                <a:gd name="T46" fmla="*/ 12 w 175"/>
                <a:gd name="T47" fmla="*/ 184 h 200"/>
                <a:gd name="T48" fmla="*/ 12 w 175"/>
                <a:gd name="T49" fmla="*/ 16 h 200"/>
                <a:gd name="T50" fmla="*/ 15 w 175"/>
                <a:gd name="T51" fmla="*/ 13 h 200"/>
                <a:gd name="T52" fmla="*/ 112 w 175"/>
                <a:gd name="T53" fmla="*/ 13 h 200"/>
                <a:gd name="T54" fmla="*/ 112 w 175"/>
                <a:gd name="T55" fmla="*/ 56 h 200"/>
                <a:gd name="T56" fmla="*/ 118 w 175"/>
                <a:gd name="T57" fmla="*/ 63 h 200"/>
                <a:gd name="T58" fmla="*/ 162 w 175"/>
                <a:gd name="T59" fmla="*/ 63 h 200"/>
                <a:gd name="T60" fmla="*/ 162 w 175"/>
                <a:gd name="T61" fmla="*/ 18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5" h="200">
                  <a:moveTo>
                    <a:pt x="166" y="45"/>
                  </a:moveTo>
                  <a:cubicBezTo>
                    <a:pt x="162" y="39"/>
                    <a:pt x="156" y="32"/>
                    <a:pt x="149" y="25"/>
                  </a:cubicBezTo>
                  <a:cubicBezTo>
                    <a:pt x="143" y="19"/>
                    <a:pt x="136" y="13"/>
                    <a:pt x="130" y="8"/>
                  </a:cubicBezTo>
                  <a:cubicBezTo>
                    <a:pt x="120" y="1"/>
                    <a:pt x="115" y="0"/>
                    <a:pt x="112" y="0"/>
                  </a:cubicBezTo>
                  <a:lnTo>
                    <a:pt x="15" y="0"/>
                  </a:lnTo>
                  <a:cubicBezTo>
                    <a:pt x="7" y="0"/>
                    <a:pt x="0" y="7"/>
                    <a:pt x="0" y="16"/>
                  </a:cubicBezTo>
                  <a:lnTo>
                    <a:pt x="0" y="184"/>
                  </a:lnTo>
                  <a:cubicBezTo>
                    <a:pt x="0" y="193"/>
                    <a:pt x="7" y="200"/>
                    <a:pt x="15" y="200"/>
                  </a:cubicBezTo>
                  <a:lnTo>
                    <a:pt x="159" y="200"/>
                  </a:lnTo>
                  <a:cubicBezTo>
                    <a:pt x="167" y="200"/>
                    <a:pt x="175" y="193"/>
                    <a:pt x="175" y="184"/>
                  </a:cubicBezTo>
                  <a:lnTo>
                    <a:pt x="175" y="63"/>
                  </a:lnTo>
                  <a:cubicBezTo>
                    <a:pt x="175" y="60"/>
                    <a:pt x="174" y="55"/>
                    <a:pt x="166" y="45"/>
                  </a:cubicBezTo>
                  <a:lnTo>
                    <a:pt x="166" y="45"/>
                  </a:lnTo>
                  <a:close/>
                  <a:moveTo>
                    <a:pt x="140" y="34"/>
                  </a:moveTo>
                  <a:cubicBezTo>
                    <a:pt x="146" y="40"/>
                    <a:pt x="151" y="46"/>
                    <a:pt x="155" y="50"/>
                  </a:cubicBezTo>
                  <a:lnTo>
                    <a:pt x="124" y="50"/>
                  </a:lnTo>
                  <a:lnTo>
                    <a:pt x="124" y="20"/>
                  </a:lnTo>
                  <a:cubicBezTo>
                    <a:pt x="129" y="23"/>
                    <a:pt x="134" y="28"/>
                    <a:pt x="140" y="34"/>
                  </a:cubicBezTo>
                  <a:lnTo>
                    <a:pt x="140" y="34"/>
                  </a:lnTo>
                  <a:lnTo>
                    <a:pt x="140" y="34"/>
                  </a:lnTo>
                  <a:close/>
                  <a:moveTo>
                    <a:pt x="162" y="184"/>
                  </a:moveTo>
                  <a:cubicBezTo>
                    <a:pt x="162" y="186"/>
                    <a:pt x="161" y="188"/>
                    <a:pt x="159" y="188"/>
                  </a:cubicBezTo>
                  <a:lnTo>
                    <a:pt x="15" y="188"/>
                  </a:lnTo>
                  <a:cubicBezTo>
                    <a:pt x="13" y="188"/>
                    <a:pt x="12" y="186"/>
                    <a:pt x="12" y="184"/>
                  </a:cubicBezTo>
                  <a:lnTo>
                    <a:pt x="12" y="16"/>
                  </a:lnTo>
                  <a:cubicBezTo>
                    <a:pt x="12" y="14"/>
                    <a:pt x="13" y="13"/>
                    <a:pt x="15" y="13"/>
                  </a:cubicBezTo>
                  <a:lnTo>
                    <a:pt x="112" y="13"/>
                  </a:lnTo>
                  <a:lnTo>
                    <a:pt x="112" y="56"/>
                  </a:lnTo>
                  <a:cubicBezTo>
                    <a:pt x="112" y="60"/>
                    <a:pt x="115" y="63"/>
                    <a:pt x="118" y="63"/>
                  </a:cubicBezTo>
                  <a:lnTo>
                    <a:pt x="162" y="63"/>
                  </a:lnTo>
                  <a:lnTo>
                    <a:pt x="162" y="18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Rectangle 52">
              <a:extLst>
                <a:ext uri="{FF2B5EF4-FFF2-40B4-BE49-F238E27FC236}">
                  <a16:creationId xmlns:a16="http://schemas.microsoft.com/office/drawing/2014/main" id="{F678B694-A171-42A7-840C-C88F1D6F0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3160"/>
              <a:ext cx="116" cy="5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Rectangle 53">
              <a:extLst>
                <a:ext uri="{FF2B5EF4-FFF2-40B4-BE49-F238E27FC236}">
                  <a16:creationId xmlns:a16="http://schemas.microsoft.com/office/drawing/2014/main" id="{93FF380A-B597-4789-99A9-558E9303E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3216"/>
              <a:ext cx="115" cy="6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Rectangle 54">
              <a:extLst>
                <a:ext uri="{FF2B5EF4-FFF2-40B4-BE49-F238E27FC236}">
                  <a16:creationId xmlns:a16="http://schemas.microsoft.com/office/drawing/2014/main" id="{35E02D7B-09B4-4AAB-ABAC-B1CAD1EDA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3276"/>
              <a:ext cx="116" cy="5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Rectangle 55">
              <a:extLst>
                <a:ext uri="{FF2B5EF4-FFF2-40B4-BE49-F238E27FC236}">
                  <a16:creationId xmlns:a16="http://schemas.microsoft.com/office/drawing/2014/main" id="{00C5843A-3CB4-4A50-8B19-5D7D8B1D5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3332"/>
              <a:ext cx="115" cy="6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Rectangle 56">
              <a:extLst>
                <a:ext uri="{FF2B5EF4-FFF2-40B4-BE49-F238E27FC236}">
                  <a16:creationId xmlns:a16="http://schemas.microsoft.com/office/drawing/2014/main" id="{3B852C08-36AD-402D-907E-438E8C5B8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3392"/>
              <a:ext cx="116" cy="5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Rectangle 57">
              <a:extLst>
                <a:ext uri="{FF2B5EF4-FFF2-40B4-BE49-F238E27FC236}">
                  <a16:creationId xmlns:a16="http://schemas.microsoft.com/office/drawing/2014/main" id="{B6E5FFA4-56E0-440C-AB44-CC460A5D2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3447"/>
              <a:ext cx="115" cy="61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Rectangle 58">
              <a:extLst>
                <a:ext uri="{FF2B5EF4-FFF2-40B4-BE49-F238E27FC236}">
                  <a16:creationId xmlns:a16="http://schemas.microsoft.com/office/drawing/2014/main" id="{E5EE8D15-BFA7-4D53-8E91-AFD186162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1" y="3508"/>
              <a:ext cx="116" cy="5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Rectangle 59">
              <a:extLst>
                <a:ext uri="{FF2B5EF4-FFF2-40B4-BE49-F238E27FC236}">
                  <a16:creationId xmlns:a16="http://schemas.microsoft.com/office/drawing/2014/main" id="{F7527C42-43BC-491B-B7A4-966F8C54C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3563"/>
              <a:ext cx="115" cy="6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 60">
              <a:extLst>
                <a:ext uri="{FF2B5EF4-FFF2-40B4-BE49-F238E27FC236}">
                  <a16:creationId xmlns:a16="http://schemas.microsoft.com/office/drawing/2014/main" id="{6E62E22B-850F-463A-9771-B40F981DD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1" y="3623"/>
              <a:ext cx="231" cy="288"/>
            </a:xfrm>
            <a:custGeom>
              <a:avLst/>
              <a:gdLst>
                <a:gd name="T0" fmla="*/ 0 w 50"/>
                <a:gd name="T1" fmla="*/ 53 h 62"/>
                <a:gd name="T2" fmla="*/ 9 w 50"/>
                <a:gd name="T3" fmla="*/ 62 h 62"/>
                <a:gd name="T4" fmla="*/ 41 w 50"/>
                <a:gd name="T5" fmla="*/ 62 h 62"/>
                <a:gd name="T6" fmla="*/ 50 w 50"/>
                <a:gd name="T7" fmla="*/ 53 h 62"/>
                <a:gd name="T8" fmla="*/ 50 w 50"/>
                <a:gd name="T9" fmla="*/ 21 h 62"/>
                <a:gd name="T10" fmla="*/ 41 w 50"/>
                <a:gd name="T11" fmla="*/ 12 h 62"/>
                <a:gd name="T12" fmla="*/ 25 w 50"/>
                <a:gd name="T13" fmla="*/ 12 h 62"/>
                <a:gd name="T14" fmla="*/ 25 w 50"/>
                <a:gd name="T15" fmla="*/ 0 h 62"/>
                <a:gd name="T16" fmla="*/ 0 w 50"/>
                <a:gd name="T17" fmla="*/ 0 h 62"/>
                <a:gd name="T18" fmla="*/ 0 w 50"/>
                <a:gd name="T19" fmla="*/ 53 h 62"/>
                <a:gd name="T20" fmla="*/ 38 w 50"/>
                <a:gd name="T21" fmla="*/ 37 h 62"/>
                <a:gd name="T22" fmla="*/ 38 w 50"/>
                <a:gd name="T23" fmla="*/ 50 h 62"/>
                <a:gd name="T24" fmla="*/ 13 w 50"/>
                <a:gd name="T25" fmla="*/ 50 h 62"/>
                <a:gd name="T26" fmla="*/ 13 w 50"/>
                <a:gd name="T27" fmla="*/ 37 h 62"/>
                <a:gd name="T28" fmla="*/ 38 w 50"/>
                <a:gd name="T29" fmla="*/ 3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62">
                  <a:moveTo>
                    <a:pt x="0" y="53"/>
                  </a:moveTo>
                  <a:cubicBezTo>
                    <a:pt x="0" y="58"/>
                    <a:pt x="4" y="62"/>
                    <a:pt x="9" y="62"/>
                  </a:cubicBezTo>
                  <a:lnTo>
                    <a:pt x="41" y="62"/>
                  </a:lnTo>
                  <a:cubicBezTo>
                    <a:pt x="46" y="62"/>
                    <a:pt x="50" y="58"/>
                    <a:pt x="50" y="53"/>
                  </a:cubicBezTo>
                  <a:lnTo>
                    <a:pt x="50" y="21"/>
                  </a:lnTo>
                  <a:cubicBezTo>
                    <a:pt x="50" y="16"/>
                    <a:pt x="46" y="12"/>
                    <a:pt x="41" y="12"/>
                  </a:cubicBezTo>
                  <a:lnTo>
                    <a:pt x="25" y="12"/>
                  </a:lnTo>
                  <a:lnTo>
                    <a:pt x="25" y="0"/>
                  </a:lnTo>
                  <a:lnTo>
                    <a:pt x="0" y="0"/>
                  </a:lnTo>
                  <a:lnTo>
                    <a:pt x="0" y="53"/>
                  </a:lnTo>
                  <a:close/>
                  <a:moveTo>
                    <a:pt x="38" y="37"/>
                  </a:moveTo>
                  <a:lnTo>
                    <a:pt x="38" y="50"/>
                  </a:lnTo>
                  <a:lnTo>
                    <a:pt x="13" y="50"/>
                  </a:lnTo>
                  <a:lnTo>
                    <a:pt x="13" y="37"/>
                  </a:lnTo>
                  <a:lnTo>
                    <a:pt x="38" y="3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85" name="File_OneDrive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1319DB0C-5742-4FB1-B315-566F15B33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292" y="-6777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996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windows xp bliss">
            <a:extLst>
              <a:ext uri="{FF2B5EF4-FFF2-40B4-BE49-F238E27FC236}">
                <a16:creationId xmlns:a16="http://schemas.microsoft.com/office/drawing/2014/main" id="{82D8D8FD-AB8D-45B9-8FC9-9B27B27DB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 Tips to Reset the Administrator Password in Windows XP">
            <a:hlinkClick r:id="rId3" action="ppaction://hlinksldjump"/>
            <a:extLst>
              <a:ext uri="{FF2B5EF4-FFF2-40B4-BE49-F238E27FC236}">
                <a16:creationId xmlns:a16="http://schemas.microsoft.com/office/drawing/2014/main" id="{33E7F096-0C44-44ED-A4F1-0A6174F6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74" y="1194651"/>
            <a:ext cx="6176630" cy="446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39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0ECC1DEB-856C-4B01-BC76-3B8199ECCECB}"/>
              </a:ext>
            </a:extLst>
          </p:cNvPr>
          <p:cNvSpPr/>
          <p:nvPr/>
        </p:nvSpPr>
        <p:spPr>
          <a:xfrm>
            <a:off x="-1" y="6441257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2749C-99D7-4202-910F-CE9E0923B99E}"/>
              </a:ext>
            </a:extLst>
          </p:cNvPr>
          <p:cNvSpPr/>
          <p:nvPr/>
        </p:nvSpPr>
        <p:spPr>
          <a:xfrm>
            <a:off x="202020" y="191386"/>
            <a:ext cx="3561906" cy="4242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2DEB-E3B2-4E0D-B94B-5BA252819D86}"/>
              </a:ext>
            </a:extLst>
          </p:cNvPr>
          <p:cNvSpPr txBox="1"/>
          <p:nvPr/>
        </p:nvSpPr>
        <p:spPr>
          <a:xfrm>
            <a:off x="202018" y="189312"/>
            <a:ext cx="35619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What’s new in this version: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Now in beta!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Updated SE0.99 to WSE v1.00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app crash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Updated EDGE to v1.02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Updated fonts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icons from power user!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run and Winver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 added CMD v0.50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Web Hacker v1.00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340DA-E089-4766-85F5-3C0DE9C16BBE}"/>
              </a:ext>
            </a:extLst>
          </p:cNvPr>
          <p:cNvSpPr txBox="1"/>
          <p:nvPr/>
        </p:nvSpPr>
        <p:spPr>
          <a:xfrm>
            <a:off x="7740503" y="5568150"/>
            <a:ext cx="4451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>
                <a:latin typeface="Segoe UI" panose="020B0502040204020203" pitchFamily="34" charset="0"/>
              </a:rPr>
              <a:t>Windos XP beta 1</a:t>
            </a:r>
          </a:p>
          <a:p>
            <a:pPr algn="r"/>
            <a:r>
              <a:rPr lang="en-GB" sz="1600" dirty="0">
                <a:latin typeface="Segoe UI" panose="020B0502040204020203" pitchFamily="34" charset="0"/>
              </a:rPr>
              <a:t>This version of Windos is not genuine</a:t>
            </a:r>
          </a:p>
          <a:p>
            <a:pPr algn="r"/>
            <a:r>
              <a:rPr lang="en-GB" sz="1600" dirty="0">
                <a:latin typeface="Segoe UI" panose="020B0502040204020203" pitchFamily="34" charset="0"/>
              </a:rPr>
              <a:t>Unstable OS build</a:t>
            </a:r>
          </a:p>
        </p:txBody>
      </p:sp>
      <p:pic>
        <p:nvPicPr>
          <p:cNvPr id="8" name="Graphic 7" descr="Flag">
            <a:hlinkClick r:id="rId4" action="ppaction://hlinksldjump"/>
            <a:extLst>
              <a:ext uri="{FF2B5EF4-FFF2-40B4-BE49-F238E27FC236}">
                <a16:creationId xmlns:a16="http://schemas.microsoft.com/office/drawing/2014/main" id="{E46F95A0-2044-4B59-BCF6-540D1D47FD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27300" y="6462521"/>
            <a:ext cx="330032" cy="330032"/>
          </a:xfrm>
          <a:prstGeom prst="rect">
            <a:avLst/>
          </a:prstGeom>
        </p:spPr>
      </p:pic>
      <p:pic>
        <p:nvPicPr>
          <p:cNvPr id="7" name="Graphic 6">
            <a:hlinkClick r:id="rId3" action="ppaction://hlinksldjump"/>
            <a:extLst>
              <a:ext uri="{FF2B5EF4-FFF2-40B4-BE49-F238E27FC236}">
                <a16:creationId xmlns:a16="http://schemas.microsoft.com/office/drawing/2014/main" id="{2D2CF065-7C33-4120-AC9E-71C4325136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68" y="6499264"/>
            <a:ext cx="334700" cy="3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46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2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E20256-A742-4023-B1FA-EA7CE4F4AC6B}"/>
              </a:ext>
            </a:extLst>
          </p:cNvPr>
          <p:cNvSpPr/>
          <p:nvPr/>
        </p:nvSpPr>
        <p:spPr>
          <a:xfrm>
            <a:off x="-4" y="1466256"/>
            <a:ext cx="3271287" cy="4975001"/>
          </a:xfrm>
          <a:custGeom>
            <a:avLst/>
            <a:gdLst>
              <a:gd name="connsiteX0" fmla="*/ 0 w 6592190"/>
              <a:gd name="connsiteY0" fmla="*/ 0 h 2485945"/>
              <a:gd name="connsiteX1" fmla="*/ 3296095 w 6592190"/>
              <a:gd name="connsiteY1" fmla="*/ 0 h 2485945"/>
              <a:gd name="connsiteX2" fmla="*/ 6592190 w 6592190"/>
              <a:gd name="connsiteY2" fmla="*/ 0 h 2485945"/>
              <a:gd name="connsiteX3" fmla="*/ 6592190 w 6592190"/>
              <a:gd name="connsiteY3" fmla="*/ 2485945 h 2485945"/>
              <a:gd name="connsiteX4" fmla="*/ 3296095 w 6592190"/>
              <a:gd name="connsiteY4" fmla="*/ 2485945 h 2485945"/>
              <a:gd name="connsiteX5" fmla="*/ 0 w 6592190"/>
              <a:gd name="connsiteY5" fmla="*/ 2485945 h 248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92190" h="2485945">
                <a:moveTo>
                  <a:pt x="0" y="0"/>
                </a:moveTo>
                <a:lnTo>
                  <a:pt x="3296095" y="0"/>
                </a:lnTo>
                <a:lnTo>
                  <a:pt x="6592190" y="0"/>
                </a:lnTo>
                <a:lnTo>
                  <a:pt x="6592190" y="2485945"/>
                </a:lnTo>
                <a:lnTo>
                  <a:pt x="3296095" y="2485945"/>
                </a:lnTo>
                <a:lnTo>
                  <a:pt x="0" y="2485945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4C5E7-5969-4B9E-A43D-EF1F7E9BAD9A}"/>
              </a:ext>
            </a:extLst>
          </p:cNvPr>
          <p:cNvSpPr/>
          <p:nvPr/>
        </p:nvSpPr>
        <p:spPr>
          <a:xfrm>
            <a:off x="3250021" y="3946300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09AD3-76BC-4BAC-AE47-A907B6171558}"/>
              </a:ext>
            </a:extLst>
          </p:cNvPr>
          <p:cNvSpPr/>
          <p:nvPr/>
        </p:nvSpPr>
        <p:spPr>
          <a:xfrm>
            <a:off x="3250022" y="1477342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710B8-6EEF-4F1C-82FD-25DDE22565A4}"/>
              </a:ext>
            </a:extLst>
          </p:cNvPr>
          <p:cNvSpPr/>
          <p:nvPr/>
        </p:nvSpPr>
        <p:spPr>
          <a:xfrm>
            <a:off x="-1" y="551856"/>
            <a:ext cx="654965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Administrator***standard user***Users</a:t>
            </a:r>
          </a:p>
        </p:txBody>
      </p:sp>
      <p:sp>
        <p:nvSpPr>
          <p:cNvPr id="13" name="Rectangle 12">
            <a:hlinkClick r:id="rId4" action="ppaction://hlinksldjump"/>
            <a:extLst>
              <a:ext uri="{FF2B5EF4-FFF2-40B4-BE49-F238E27FC236}">
                <a16:creationId xmlns:a16="http://schemas.microsoft.com/office/drawing/2014/main" id="{328905B9-66BE-48DA-A02F-2533F8A48CE6}"/>
              </a:ext>
            </a:extLst>
          </p:cNvPr>
          <p:cNvSpPr/>
          <p:nvPr/>
        </p:nvSpPr>
        <p:spPr>
          <a:xfrm>
            <a:off x="3398877" y="4039919"/>
            <a:ext cx="3019647" cy="588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Web browser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EDGE 1</a:t>
            </a:r>
          </a:p>
        </p:txBody>
      </p:sp>
      <p:sp>
        <p:nvSpPr>
          <p:cNvPr id="15" name="Rectangle 14">
            <a:hlinkClick r:id="rId5" action="ppaction://hlinksldjump"/>
            <a:extLst>
              <a:ext uri="{FF2B5EF4-FFF2-40B4-BE49-F238E27FC236}">
                <a16:creationId xmlns:a16="http://schemas.microsoft.com/office/drawing/2014/main" id="{093A4847-883A-43FD-8749-1EABD73565D1}"/>
              </a:ext>
            </a:extLst>
          </p:cNvPr>
          <p:cNvSpPr/>
          <p:nvPr/>
        </p:nvSpPr>
        <p:spPr>
          <a:xfrm>
            <a:off x="3430774" y="4727338"/>
            <a:ext cx="3019647" cy="583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Email client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17" name="Rectangle 16">
            <a:hlinkClick r:id="rId6" action="ppaction://hlinksldjump"/>
            <a:extLst>
              <a:ext uri="{FF2B5EF4-FFF2-40B4-BE49-F238E27FC236}">
                <a16:creationId xmlns:a16="http://schemas.microsoft.com/office/drawing/2014/main" id="{C79D7F67-6265-4841-8D1F-72699F70EF09}"/>
              </a:ext>
            </a:extLst>
          </p:cNvPr>
          <p:cNvSpPr/>
          <p:nvPr/>
        </p:nvSpPr>
        <p:spPr>
          <a:xfrm>
            <a:off x="3271287" y="1570961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18" name="Rectangle 17">
            <a:hlinkClick r:id="rId7" action="ppaction://hlinksldjump"/>
            <a:extLst>
              <a:ext uri="{FF2B5EF4-FFF2-40B4-BE49-F238E27FC236}">
                <a16:creationId xmlns:a16="http://schemas.microsoft.com/office/drawing/2014/main" id="{62082E32-3D4E-477B-9EF8-9470783E2EA0}"/>
              </a:ext>
            </a:extLst>
          </p:cNvPr>
          <p:cNvSpPr/>
          <p:nvPr/>
        </p:nvSpPr>
        <p:spPr>
          <a:xfrm>
            <a:off x="3359258" y="2658004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19" name="Rectangle 18">
            <a:hlinkClick r:id="rId5" action="ppaction://hlinksldjump"/>
            <a:extLst>
              <a:ext uri="{FF2B5EF4-FFF2-40B4-BE49-F238E27FC236}">
                <a16:creationId xmlns:a16="http://schemas.microsoft.com/office/drawing/2014/main" id="{37CEF73A-0E4F-4F1A-8CBD-9125896DC5B2}"/>
              </a:ext>
            </a:extLst>
          </p:cNvPr>
          <p:cNvSpPr/>
          <p:nvPr/>
        </p:nvSpPr>
        <p:spPr>
          <a:xfrm>
            <a:off x="3377612" y="2142008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Control Panel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0E06F8-7275-42AD-BED4-C2487C2CED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718" y="4802599"/>
            <a:ext cx="2699038" cy="1781365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20D2341-AB9C-4C5D-9596-998EC514A827}"/>
              </a:ext>
            </a:extLst>
          </p:cNvPr>
          <p:cNvSpPr/>
          <p:nvPr/>
        </p:nvSpPr>
        <p:spPr>
          <a:xfrm>
            <a:off x="361507" y="1648047"/>
            <a:ext cx="2408407" cy="2785730"/>
          </a:xfrm>
          <a:prstGeom prst="wedgeRectCallout">
            <a:avLst>
              <a:gd name="adj1" fmla="val -23482"/>
              <a:gd name="adj2" fmla="val 70752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Windos XP! </a:t>
            </a:r>
          </a:p>
        </p:txBody>
      </p:sp>
      <p:pic>
        <p:nvPicPr>
          <p:cNvPr id="23" name="Graphic 22" descr="Folder Search">
            <a:extLst>
              <a:ext uri="{FF2B5EF4-FFF2-40B4-BE49-F238E27FC236}">
                <a16:creationId xmlns:a16="http://schemas.microsoft.com/office/drawing/2014/main" id="{B42B9261-E319-4317-B9F0-95FA12CDA0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87023" y="1522098"/>
            <a:ext cx="506063" cy="506063"/>
          </a:xfrm>
          <a:prstGeom prst="rect">
            <a:avLst/>
          </a:prstGeom>
        </p:spPr>
      </p:pic>
      <p:sp>
        <p:nvSpPr>
          <p:cNvPr id="6" name="Rectangle 5">
            <a:hlinkClick r:id="rId12" action="ppaction://hlinksldjump"/>
            <a:extLst>
              <a:ext uri="{FF2B5EF4-FFF2-40B4-BE49-F238E27FC236}">
                <a16:creationId xmlns:a16="http://schemas.microsoft.com/office/drawing/2014/main" id="{63766C3C-F1BA-4DF5-8E42-B8343705CAA8}"/>
              </a:ext>
            </a:extLst>
          </p:cNvPr>
          <p:cNvSpPr/>
          <p:nvPr/>
        </p:nvSpPr>
        <p:spPr>
          <a:xfrm>
            <a:off x="-1" y="6441257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pic>
        <p:nvPicPr>
          <p:cNvPr id="7" name="Graphic 6">
            <a:hlinkClick r:id="rId12" action="ppaction://hlinksldjump"/>
            <a:extLst>
              <a:ext uri="{FF2B5EF4-FFF2-40B4-BE49-F238E27FC236}">
                <a16:creationId xmlns:a16="http://schemas.microsoft.com/office/drawing/2014/main" id="{EF4B2564-1461-4D1F-85A3-00DDC02E96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668" y="6499264"/>
            <a:ext cx="334700" cy="334700"/>
          </a:xfrm>
          <a:prstGeom prst="rect">
            <a:avLst/>
          </a:prstGeom>
        </p:spPr>
      </p:pic>
      <p:sp>
        <p:nvSpPr>
          <p:cNvPr id="8" name="Rectangle 7">
            <a:hlinkClick r:id="rId15" action="ppaction://hlinksldjump"/>
            <a:extLst>
              <a:ext uri="{FF2B5EF4-FFF2-40B4-BE49-F238E27FC236}">
                <a16:creationId xmlns:a16="http://schemas.microsoft.com/office/drawing/2014/main" id="{14BE8A54-B8AE-44EF-B2F5-3A8255664F6C}"/>
              </a:ext>
            </a:extLst>
          </p:cNvPr>
          <p:cNvSpPr/>
          <p:nvPr/>
        </p:nvSpPr>
        <p:spPr>
          <a:xfrm>
            <a:off x="3400648" y="5486396"/>
            <a:ext cx="3084582" cy="588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Security Essentials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52EEBA-1876-4743-9B5E-08F8770C96C8}"/>
              </a:ext>
            </a:extLst>
          </p:cNvPr>
          <p:cNvSpPr/>
          <p:nvPr/>
        </p:nvSpPr>
        <p:spPr>
          <a:xfrm>
            <a:off x="3398877" y="3264195"/>
            <a:ext cx="3019647" cy="506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Run…</a:t>
            </a:r>
          </a:p>
        </p:txBody>
      </p:sp>
    </p:spTree>
    <p:extLst>
      <p:ext uri="{BB962C8B-B14F-4D97-AF65-F5344CB8AC3E}">
        <p14:creationId xmlns:p14="http://schemas.microsoft.com/office/powerpoint/2010/main" val="2997089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665CE16-F258-48F3-A7D8-7EEF0703EA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255012" y="355993"/>
            <a:ext cx="582778" cy="572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29A78-CA10-4DA3-B348-2A97933F64F0}"/>
              </a:ext>
            </a:extLst>
          </p:cNvPr>
          <p:cNvSpPr txBox="1"/>
          <p:nvPr/>
        </p:nvSpPr>
        <p:spPr>
          <a:xfrm>
            <a:off x="193229" y="949734"/>
            <a:ext cx="1850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EDGE</a:t>
            </a:r>
          </a:p>
        </p:txBody>
      </p:sp>
      <p:pic>
        <p:nvPicPr>
          <p:cNvPr id="11" name="Graphic 10" descr="Folder Search">
            <a:extLst>
              <a:ext uri="{FF2B5EF4-FFF2-40B4-BE49-F238E27FC236}">
                <a16:creationId xmlns:a16="http://schemas.microsoft.com/office/drawing/2014/main" id="{938EB825-01AB-49B4-8145-A02FC2970A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9717" y="355993"/>
            <a:ext cx="506063" cy="5060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C4A8DC-5E98-44C2-8C53-43612C48DD9A}"/>
              </a:ext>
            </a:extLst>
          </p:cNvPr>
          <p:cNvSpPr txBox="1"/>
          <p:nvPr/>
        </p:nvSpPr>
        <p:spPr>
          <a:xfrm>
            <a:off x="1222744" y="862056"/>
            <a:ext cx="3115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Explorer</a:t>
            </a:r>
          </a:p>
        </p:txBody>
      </p:sp>
      <p:pic>
        <p:nvPicPr>
          <p:cNvPr id="5" name="Picture 4">
            <a:hlinkClick r:id="rId9" action="ppaction://hlinksldjump"/>
            <a:extLst>
              <a:ext uri="{FF2B5EF4-FFF2-40B4-BE49-F238E27FC236}">
                <a16:creationId xmlns:a16="http://schemas.microsoft.com/office/drawing/2014/main" id="{5AC4F393-A781-49EB-9C48-A2A65A55D8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762" y="396372"/>
            <a:ext cx="425303" cy="425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76E8D8-7BA2-45F7-A3BD-8D06F214B9AA}"/>
              </a:ext>
            </a:extLst>
          </p:cNvPr>
          <p:cNvSpPr txBox="1"/>
          <p:nvPr/>
        </p:nvSpPr>
        <p:spPr>
          <a:xfrm>
            <a:off x="2137144" y="862056"/>
            <a:ext cx="266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WSE v1.00</a:t>
            </a:r>
          </a:p>
        </p:txBody>
      </p:sp>
    </p:spTree>
    <p:extLst>
      <p:ext uri="{BB962C8B-B14F-4D97-AF65-F5344CB8AC3E}">
        <p14:creationId xmlns:p14="http://schemas.microsoft.com/office/powerpoint/2010/main" val="4178771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EDGE 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Registered to: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Username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Company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D3B8F3D-19CE-409F-97BB-75CC5DE7657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4624994" y="3141723"/>
            <a:ext cx="582778" cy="572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CE7B19-EEE1-4B57-995D-2EEC780BA894}"/>
              </a:ext>
            </a:extLst>
          </p:cNvPr>
          <p:cNvSpPr txBox="1"/>
          <p:nvPr/>
        </p:nvSpPr>
        <p:spPr>
          <a:xfrm>
            <a:off x="3338623" y="4582633"/>
            <a:ext cx="17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V1. 02</a:t>
            </a:r>
          </a:p>
        </p:txBody>
      </p:sp>
    </p:spTree>
    <p:extLst>
      <p:ext uri="{BB962C8B-B14F-4D97-AF65-F5344CB8AC3E}">
        <p14:creationId xmlns:p14="http://schemas.microsoft.com/office/powerpoint/2010/main" val="2992698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EDGE v1.02***stable browser***unstable OS build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2D246-F960-49BB-910C-06AF18BF9954}"/>
              </a:ext>
            </a:extLst>
          </p:cNvPr>
          <p:cNvSpPr txBox="1"/>
          <p:nvPr/>
        </p:nvSpPr>
        <p:spPr>
          <a:xfrm>
            <a:off x="0" y="372140"/>
            <a:ext cx="12192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the Internet, Administrator!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Click on a link to go to the corresponding website: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Google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Bing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Ask Jeeves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8" action="ppaction://hlinksldjump"/>
              </a:rPr>
              <a:t>Windos official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9" action="ppaction://hlinksldjump"/>
              </a:rPr>
              <a:t>Version Plan XP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10" action="ppaction://hlinksldjump"/>
              </a:rPr>
              <a:t>EDGE insider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Google Krom</a:t>
            </a:r>
          </a:p>
          <a:p>
            <a:pPr algn="l"/>
            <a:endParaRPr lang="en-GB" sz="1200" dirty="0"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703A5-50B8-4DC9-8D58-779D09A1FE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5" y="5616791"/>
            <a:ext cx="1169721" cy="772016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2D26D88-E71F-4F75-B366-B49D02F5987F}"/>
              </a:ext>
            </a:extLst>
          </p:cNvPr>
          <p:cNvSpPr/>
          <p:nvPr/>
        </p:nvSpPr>
        <p:spPr>
          <a:xfrm>
            <a:off x="144718" y="3147237"/>
            <a:ext cx="2290138" cy="1754371"/>
          </a:xfrm>
          <a:prstGeom prst="wedgeRectCallout">
            <a:avLst>
              <a:gd name="adj1" fmla="val -20390"/>
              <a:gd name="adj2" fmla="val 88401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EDGE, IE’s replacement. Click on an underlined piece of text to go to that website!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522AC-0223-4C8B-B891-8F37ED9500B7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13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14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15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018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Windos help utility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V1.01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For Windos XP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22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error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cannot find windos.hlp in \Windos\system\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Please update and try again.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20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94D2F450-89D1-4D48-B68C-CAB249F59C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003" y="427068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46A11-18D1-4E5C-B239-CA5B19CF2458}"/>
              </a:ext>
            </a:extLst>
          </p:cNvPr>
          <p:cNvSpPr txBox="1"/>
          <p:nvPr/>
        </p:nvSpPr>
        <p:spPr>
          <a:xfrm>
            <a:off x="95693" y="884268"/>
            <a:ext cx="249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1376991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8B2E72F6-C5EF-45C3-AFE6-398902305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40" y="427068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46E7C-C0A6-41B1-8AD7-8AF6C935F2F8}"/>
              </a:ext>
            </a:extLst>
          </p:cNvPr>
          <p:cNvSpPr txBox="1"/>
          <p:nvPr/>
        </p:nvSpPr>
        <p:spPr>
          <a:xfrm>
            <a:off x="85060" y="963775"/>
            <a:ext cx="1690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C41CE48-090A-4E5D-87ED-ABBA50BE2C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8978" y="457075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E4146E-56F6-4B42-9551-3F50F733EFDF}"/>
              </a:ext>
            </a:extLst>
          </p:cNvPr>
          <p:cNvSpPr txBox="1"/>
          <p:nvPr/>
        </p:nvSpPr>
        <p:spPr>
          <a:xfrm>
            <a:off x="818707" y="933767"/>
            <a:ext cx="1818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User</a:t>
            </a:r>
          </a:p>
        </p:txBody>
      </p:sp>
      <p:pic>
        <p:nvPicPr>
          <p:cNvPr id="10" name="Graphic 9" descr="Chess pieces">
            <a:extLst>
              <a:ext uri="{FF2B5EF4-FFF2-40B4-BE49-F238E27FC236}">
                <a16:creationId xmlns:a16="http://schemas.microsoft.com/office/drawing/2014/main" id="{040BF4B3-0A1C-49D7-9795-A29A71C227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21406" y="451318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0C3902-E428-4F57-9604-D3F111283C44}"/>
              </a:ext>
            </a:extLst>
          </p:cNvPr>
          <p:cNvSpPr txBox="1"/>
          <p:nvPr/>
        </p:nvSpPr>
        <p:spPr>
          <a:xfrm>
            <a:off x="2062716" y="928010"/>
            <a:ext cx="205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ALLAPPS</a:t>
            </a:r>
          </a:p>
        </p:txBody>
      </p:sp>
    </p:spTree>
    <p:extLst>
      <p:ext uri="{BB962C8B-B14F-4D97-AF65-F5344CB8AC3E}">
        <p14:creationId xmlns:p14="http://schemas.microsoft.com/office/powerpoint/2010/main" val="2470131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FC1CC71A-434C-4526-9948-253BF9B8FF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070" y="415553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DF91B8-AD03-428D-BD6C-422F2E937AAD}"/>
              </a:ext>
            </a:extLst>
          </p:cNvPr>
          <p:cNvSpPr txBox="1"/>
          <p:nvPr/>
        </p:nvSpPr>
        <p:spPr>
          <a:xfrm>
            <a:off x="0" y="786809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system32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1BD8933-115F-4970-9DA9-47F77D1AEF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9791" y="516556"/>
            <a:ext cx="334700" cy="334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F6979A-BF7E-486E-942E-22D9DEC04FBF}"/>
              </a:ext>
            </a:extLst>
          </p:cNvPr>
          <p:cNvSpPr txBox="1"/>
          <p:nvPr/>
        </p:nvSpPr>
        <p:spPr>
          <a:xfrm>
            <a:off x="1137684" y="786809"/>
            <a:ext cx="2519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Windos.exe</a:t>
            </a:r>
          </a:p>
        </p:txBody>
      </p:sp>
      <p:pic>
        <p:nvPicPr>
          <p:cNvPr id="10" name="Graphic 9">
            <a:hlinkClick r:id="rId11" action="ppaction://hlinksldjump"/>
            <a:extLst>
              <a:ext uri="{FF2B5EF4-FFF2-40B4-BE49-F238E27FC236}">
                <a16:creationId xmlns:a16="http://schemas.microsoft.com/office/drawing/2014/main" id="{8A8BA0AA-F1F9-4A75-8EC3-7662CC890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8505" y="448984"/>
            <a:ext cx="536707" cy="536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356C6E-7275-4803-A23D-56A68701B1A4}"/>
              </a:ext>
            </a:extLst>
          </p:cNvPr>
          <p:cNvSpPr txBox="1"/>
          <p:nvPr/>
        </p:nvSpPr>
        <p:spPr>
          <a:xfrm>
            <a:off x="2228505" y="952260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1352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\Windos\icons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B902438E-BC56-4932-82A4-D460777D0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469" y="617889"/>
            <a:ext cx="476692" cy="476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7153B5-68C1-49CB-BAA1-9C06952E7EAC}"/>
              </a:ext>
            </a:extLst>
          </p:cNvPr>
          <p:cNvSpPr txBox="1"/>
          <p:nvPr/>
        </p:nvSpPr>
        <p:spPr>
          <a:xfrm>
            <a:off x="212651" y="1094581"/>
            <a:ext cx="269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Legacy.dll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70C48C62-4658-4957-97E4-C253E989F2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3432" y="515831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7269D8-1DFE-415B-91DC-D76E82AF0084}"/>
              </a:ext>
            </a:extLst>
          </p:cNvPr>
          <p:cNvSpPr txBox="1"/>
          <p:nvPr/>
        </p:nvSpPr>
        <p:spPr>
          <a:xfrm>
            <a:off x="1483432" y="992523"/>
            <a:ext cx="1174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current.dll</a:t>
            </a:r>
          </a:p>
        </p:txBody>
      </p:sp>
      <p:pic>
        <p:nvPicPr>
          <p:cNvPr id="10" name="Graphic 9">
            <a:hlinkClick r:id="rId9" action="ppaction://hlinksldjump"/>
            <a:extLst>
              <a:ext uri="{FF2B5EF4-FFF2-40B4-BE49-F238E27FC236}">
                <a16:creationId xmlns:a16="http://schemas.microsoft.com/office/drawing/2014/main" id="{7FEEAB6A-7350-454F-B7A8-620A5F572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6864" y="515831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A78FC1-FF52-4517-A6E9-F201A99D6633}"/>
              </a:ext>
            </a:extLst>
          </p:cNvPr>
          <p:cNvSpPr txBox="1"/>
          <p:nvPr/>
        </p:nvSpPr>
        <p:spPr>
          <a:xfrm>
            <a:off x="2902688" y="992523"/>
            <a:ext cx="1562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ess1.dll</a:t>
            </a:r>
          </a:p>
        </p:txBody>
      </p:sp>
      <p:pic>
        <p:nvPicPr>
          <p:cNvPr id="12" name="Graphic 11">
            <a:hlinkClick r:id="rId10" action="ppaction://hlinksldjump"/>
            <a:extLst>
              <a:ext uri="{FF2B5EF4-FFF2-40B4-BE49-F238E27FC236}">
                <a16:creationId xmlns:a16="http://schemas.microsoft.com/office/drawing/2014/main" id="{65CCD608-A066-4FEA-A1E6-C8455CDE59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0296" y="598576"/>
            <a:ext cx="476692" cy="4766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ED14F2-D46E-4892-B6AC-97108FED3E60}"/>
              </a:ext>
            </a:extLst>
          </p:cNvPr>
          <p:cNvSpPr txBox="1"/>
          <p:nvPr/>
        </p:nvSpPr>
        <p:spPr>
          <a:xfrm>
            <a:off x="4276251" y="1135270"/>
            <a:ext cx="1881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interface.dll</a:t>
            </a:r>
          </a:p>
        </p:txBody>
      </p:sp>
      <p:pic>
        <p:nvPicPr>
          <p:cNvPr id="14" name="Graphic 13">
            <a:hlinkClick r:id="rId11" action="ppaction://hlinksldjump"/>
            <a:extLst>
              <a:ext uri="{FF2B5EF4-FFF2-40B4-BE49-F238E27FC236}">
                <a16:creationId xmlns:a16="http://schemas.microsoft.com/office/drawing/2014/main" id="{592B1445-7455-4B17-A7F0-2DB70900EC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2414" y="561726"/>
            <a:ext cx="476692" cy="4766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022BEF-529F-4F1E-947F-B07575BBE1BB}"/>
              </a:ext>
            </a:extLst>
          </p:cNvPr>
          <p:cNvSpPr txBox="1"/>
          <p:nvPr/>
        </p:nvSpPr>
        <p:spPr>
          <a:xfrm>
            <a:off x="5217233" y="1202836"/>
            <a:ext cx="2253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adobe.dll</a:t>
            </a:r>
          </a:p>
        </p:txBody>
      </p:sp>
    </p:spTree>
    <p:extLst>
      <p:ext uri="{BB962C8B-B14F-4D97-AF65-F5344CB8AC3E}">
        <p14:creationId xmlns:p14="http://schemas.microsoft.com/office/powerpoint/2010/main" val="1728291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site***Windos XP Official Site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750A0-7DAB-4658-A7ED-DADC8733A3F1}"/>
              </a:ext>
            </a:extLst>
          </p:cNvPr>
          <p:cNvSpPr/>
          <p:nvPr/>
        </p:nvSpPr>
        <p:spPr>
          <a:xfrm>
            <a:off x="0" y="6071190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pic>
        <p:nvPicPr>
          <p:cNvPr id="9" name="Graphic 8">
            <a:hlinkClick r:id="rId8" action="ppaction://hlinksldjump"/>
            <a:extLst>
              <a:ext uri="{FF2B5EF4-FFF2-40B4-BE49-F238E27FC236}">
                <a16:creationId xmlns:a16="http://schemas.microsoft.com/office/drawing/2014/main" id="{4D0C1722-5373-484D-92C4-25BE65F9BF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669" y="6129197"/>
            <a:ext cx="334700" cy="334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337603-1C17-4313-9F87-B6C48F6057A5}"/>
              </a:ext>
            </a:extLst>
          </p:cNvPr>
          <p:cNvSpPr/>
          <p:nvPr/>
        </p:nvSpPr>
        <p:spPr>
          <a:xfrm>
            <a:off x="1201480" y="6071190"/>
            <a:ext cx="10990520" cy="4146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Windos XP alpha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D8D60D06-BD2D-4424-97BE-EB303720291B}"/>
              </a:ext>
            </a:extLst>
          </p:cNvPr>
          <p:cNvSpPr/>
          <p:nvPr/>
        </p:nvSpPr>
        <p:spPr>
          <a:xfrm>
            <a:off x="202019" y="2941641"/>
            <a:ext cx="3519376" cy="1414130"/>
          </a:xfrm>
          <a:prstGeom prst="wedgeRoundRectCallout">
            <a:avLst>
              <a:gd name="adj1" fmla="val -38350"/>
              <a:gd name="adj2" fmla="val 1203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Discover Windos XP, the next version of Windos!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A39A2F-3FA7-4CD6-866F-48291C604C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9" y="5270171"/>
            <a:ext cx="1169721" cy="7720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A8F91D-F2E5-465A-85A5-393804939EE9}"/>
              </a:ext>
            </a:extLst>
          </p:cNvPr>
          <p:cNvSpPr txBox="1"/>
          <p:nvPr/>
        </p:nvSpPr>
        <p:spPr>
          <a:xfrm>
            <a:off x="5380075" y="988828"/>
            <a:ext cx="5816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&gt;get Windos XP alpha &lt;blocked by site&gt;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&gt;discover Windos XP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&gt;features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&gt;security standards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&gt;become an Insider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&gt;Windos 2000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&gt;Windos Vista &lt;invalid URL&gt;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EE4BD0-4B16-4F6C-9CC6-C7FA6708A183}"/>
              </a:ext>
            </a:extLst>
          </p:cNvPr>
          <p:cNvSpPr/>
          <p:nvPr/>
        </p:nvSpPr>
        <p:spPr>
          <a:xfrm>
            <a:off x="0" y="202017"/>
            <a:ext cx="12192000" cy="71238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Become an insider and get a free copy when it comes out! 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A681875E-48A6-48F7-8E88-E70B73FC49D2}"/>
              </a:ext>
            </a:extLst>
          </p:cNvPr>
          <p:cNvSpPr/>
          <p:nvPr/>
        </p:nvSpPr>
        <p:spPr>
          <a:xfrm>
            <a:off x="8973879" y="3859619"/>
            <a:ext cx="2307265" cy="988828"/>
          </a:xfrm>
          <a:prstGeom prst="wedgeRectCallout">
            <a:avLst>
              <a:gd name="adj1" fmla="val 86540"/>
              <a:gd name="adj2" fmla="val -95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tells you if a link is invalid so you can save time! </a:t>
            </a:r>
          </a:p>
        </p:txBody>
      </p:sp>
    </p:spTree>
    <p:extLst>
      <p:ext uri="{BB962C8B-B14F-4D97-AF65-F5344CB8AC3E}">
        <p14:creationId xmlns:p14="http://schemas.microsoft.com/office/powerpoint/2010/main" val="3950671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site***XP version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Version plan: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1 is the Internet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2  App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3 Security update 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4- help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5- final beta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00 launch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01 new tech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02 new tech + features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03 new features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SP2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SP3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V1.04 final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05 discontinuation update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195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Windos Security Essentials v1.00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DE88A8D5-C573-4431-AE26-301E3BA8CBE2}"/>
              </a:ext>
            </a:extLst>
          </p:cNvPr>
          <p:cNvSpPr/>
          <p:nvPr/>
        </p:nvSpPr>
        <p:spPr>
          <a:xfrm>
            <a:off x="669851" y="1329070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Antivirus ON</a:t>
            </a:r>
          </a:p>
        </p:txBody>
      </p:sp>
      <p:sp>
        <p:nvSpPr>
          <p:cNvPr id="7" name="Rectangle 6">
            <a:hlinkClick r:id="rId6" action="ppaction://hlinksldjump"/>
            <a:extLst>
              <a:ext uri="{FF2B5EF4-FFF2-40B4-BE49-F238E27FC236}">
                <a16:creationId xmlns:a16="http://schemas.microsoft.com/office/drawing/2014/main" id="{D802F0D5-3D04-4E00-85CB-BF0E9A06A4C5}"/>
              </a:ext>
            </a:extLst>
          </p:cNvPr>
          <p:cNvSpPr/>
          <p:nvPr/>
        </p:nvSpPr>
        <p:spPr>
          <a:xfrm>
            <a:off x="669851" y="2456121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Ransom Protect</a:t>
            </a:r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A2031EC1-0A03-4884-88BE-4D81DD11ACC3}"/>
              </a:ext>
            </a:extLst>
          </p:cNvPr>
          <p:cNvSpPr/>
          <p:nvPr/>
        </p:nvSpPr>
        <p:spPr>
          <a:xfrm>
            <a:off x="669850" y="3492796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Firewall</a:t>
            </a:r>
          </a:p>
        </p:txBody>
      </p:sp>
      <p:sp>
        <p:nvSpPr>
          <p:cNvPr id="11" name="Rectangle 10">
            <a:hlinkClick r:id="rId2" action="ppaction://hlinksldjump"/>
            <a:extLst>
              <a:ext uri="{FF2B5EF4-FFF2-40B4-BE49-F238E27FC236}">
                <a16:creationId xmlns:a16="http://schemas.microsoft.com/office/drawing/2014/main" id="{6F91FF19-66EC-4B3D-97D4-DB2BF13E2E0E}"/>
              </a:ext>
            </a:extLst>
          </p:cNvPr>
          <p:cNvSpPr/>
          <p:nvPr/>
        </p:nvSpPr>
        <p:spPr>
          <a:xfrm>
            <a:off x="669849" y="4354032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VPN</a:t>
            </a:r>
          </a:p>
        </p:txBody>
      </p:sp>
      <p:sp>
        <p:nvSpPr>
          <p:cNvPr id="13" name="Rectangle 12">
            <a:hlinkClick r:id="rId7" action="ppaction://hlinksldjump"/>
            <a:extLst>
              <a:ext uri="{FF2B5EF4-FFF2-40B4-BE49-F238E27FC236}">
                <a16:creationId xmlns:a16="http://schemas.microsoft.com/office/drawing/2014/main" id="{D75FC2A5-5CFC-4A19-B670-72D65D567222}"/>
              </a:ext>
            </a:extLst>
          </p:cNvPr>
          <p:cNvSpPr/>
          <p:nvPr/>
        </p:nvSpPr>
        <p:spPr>
          <a:xfrm>
            <a:off x="669849" y="5528930"/>
            <a:ext cx="4518837" cy="606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Internet Blocker 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C683C8-CD35-4E38-96F4-662B4A756D99}"/>
              </a:ext>
            </a:extLst>
          </p:cNvPr>
          <p:cNvSpPr/>
          <p:nvPr/>
        </p:nvSpPr>
        <p:spPr>
          <a:xfrm>
            <a:off x="0" y="188730"/>
            <a:ext cx="12192000" cy="47314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Security essentials for Windos 2000 SP2 and XP V1. 00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53913B98-0A5B-446A-8603-516B520541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1994" y="2493337"/>
            <a:ext cx="476692" cy="4766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9B405B-60C8-4F57-8821-291FE6CBDA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994" y="5619306"/>
            <a:ext cx="425303" cy="4253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F60B67-891E-4C38-9A91-986EE9B54C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994" y="1384890"/>
            <a:ext cx="425303" cy="4253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B888BB-91E5-4352-A307-E2610A99D1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96" y="3590394"/>
            <a:ext cx="457201" cy="4572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466D83E-9FA9-4E7C-AE28-BC42CF1312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044" y="4439093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490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Scanning for malware…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832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Results: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NaN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44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Internet Blocker 1.0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Internet Blocker is the replacement for the age old Web Protection standard.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This blocker uses advanced tech to detect if a suite is a scam, virus, or PUP and does  NOT let you through.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It is enabled by default and even blocks fake ads!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95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2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CF9E14DA-B94A-4B38-82F2-18F986D88AB8}"/>
              </a:ext>
            </a:extLst>
          </p:cNvPr>
          <p:cNvSpPr/>
          <p:nvPr/>
        </p:nvSpPr>
        <p:spPr>
          <a:xfrm>
            <a:off x="8782493" y="329609"/>
            <a:ext cx="3317358" cy="5720317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B5DA0-5D72-40D2-8C5C-4F583C74E8AA}"/>
              </a:ext>
            </a:extLst>
          </p:cNvPr>
          <p:cNvSpPr txBox="1"/>
          <p:nvPr/>
        </p:nvSpPr>
        <p:spPr>
          <a:xfrm>
            <a:off x="8782493" y="329609"/>
            <a:ext cx="331735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System summary: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beta OS installed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Internet Blocker 1.0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Antivirus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Firewall OFF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VPN OFF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Ransom Protect OFF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Legacy BIOS 2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WP3 ON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br>
              <a:rPr lang="en-GB" dirty="0">
                <a:latin typeface="Segoe UI" panose="020B0502040204020203" pitchFamily="34" charset="0"/>
              </a:rPr>
            </a:b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2F9B9A-A86C-4B42-9138-0234030B3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90" y="1049432"/>
            <a:ext cx="457201" cy="457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BD2D3D-0055-4C77-AEA3-E3AEC73912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571" y="2965562"/>
            <a:ext cx="457201" cy="457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70EFD7-834A-4000-AAAE-36F842FB9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350" y="3523771"/>
            <a:ext cx="457201" cy="4572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03300B-4921-4890-A906-8478E441B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445" y="4111609"/>
            <a:ext cx="457201" cy="457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31E76B-26CC-4833-A17C-A36347EEF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844" y="4669818"/>
            <a:ext cx="457201" cy="4572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E0E185-A307-4EC6-B61D-E7CF377B6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370" y="5217395"/>
            <a:ext cx="457201" cy="4572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6F9AAF-33D0-4DC0-9AB1-C4F308CD7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519" y="2489755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7F5B3B-96DB-40A5-9FCC-70FBA32D06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646" y="1919529"/>
            <a:ext cx="425303" cy="4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96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site***Google as of 5/8/2020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EC1AEB-02DD-4D20-A083-6097FBCB2F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44830"/>
            <a:ext cx="12192000" cy="57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38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site***Bing as of 5/8/2020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43D71D-372D-4CC0-AB11-45ED6C2FF4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91590"/>
            <a:ext cx="12192000" cy="427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78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site***Ask Jeeves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1026" name="Picture 2" descr="Ask.com wants users to ask each other, not Jeeves - Technology ...">
            <a:extLst>
              <a:ext uri="{FF2B5EF4-FFF2-40B4-BE49-F238E27FC236}">
                <a16:creationId xmlns:a16="http://schemas.microsoft.com/office/drawing/2014/main" id="{FF56AA02-2F99-492A-A880-BA618260E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41" y="202017"/>
            <a:ext cx="10412518" cy="624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778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Run. ..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C43811-90AB-4F36-9A89-D29BBFAC6B22}"/>
              </a:ext>
            </a:extLst>
          </p:cNvPr>
          <p:cNvSpPr/>
          <p:nvPr/>
        </p:nvSpPr>
        <p:spPr>
          <a:xfrm>
            <a:off x="303027" y="3859618"/>
            <a:ext cx="501325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Winver</a:t>
            </a:r>
          </a:p>
        </p:txBody>
      </p:sp>
      <p:sp>
        <p:nvSpPr>
          <p:cNvPr id="8" name="Rectangle 7">
            <a:hlinkClick r:id="rId6" action="ppaction://hlinksldjump"/>
            <a:extLst>
              <a:ext uri="{FF2B5EF4-FFF2-40B4-BE49-F238E27FC236}">
                <a16:creationId xmlns:a16="http://schemas.microsoft.com/office/drawing/2014/main" id="{8B354B69-740C-4B56-8F78-245B5D25D8FB}"/>
              </a:ext>
            </a:extLst>
          </p:cNvPr>
          <p:cNvSpPr/>
          <p:nvPr/>
        </p:nvSpPr>
        <p:spPr>
          <a:xfrm>
            <a:off x="3200400" y="5959691"/>
            <a:ext cx="2658140" cy="914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Help</a:t>
            </a:r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7A04200F-5689-477B-B84C-38DE7A3CB2AF}"/>
              </a:ext>
            </a:extLst>
          </p:cNvPr>
          <p:cNvSpPr/>
          <p:nvPr/>
        </p:nvSpPr>
        <p:spPr>
          <a:xfrm>
            <a:off x="1520456" y="5939455"/>
            <a:ext cx="1679944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  <p:sp>
        <p:nvSpPr>
          <p:cNvPr id="12" name="Rectangle 11">
            <a:hlinkClick r:id="rId7" action="ppaction://hlinksldjump"/>
            <a:extLst>
              <a:ext uri="{FF2B5EF4-FFF2-40B4-BE49-F238E27FC236}">
                <a16:creationId xmlns:a16="http://schemas.microsoft.com/office/drawing/2014/main" id="{8A810DB2-8F84-48B6-995A-D591B0F64633}"/>
              </a:ext>
            </a:extLst>
          </p:cNvPr>
          <p:cNvSpPr/>
          <p:nvPr/>
        </p:nvSpPr>
        <p:spPr>
          <a:xfrm>
            <a:off x="0" y="5941527"/>
            <a:ext cx="1520456" cy="9144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419428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About Windos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Micr0$0ft Windos XP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–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2020 Micr0$0ft c0rp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Registered to: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</a:rPr>
              <a:t>Administrator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Company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E8006E5-A0E2-4CD0-9AB2-F0876F1668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3494" y="4563327"/>
            <a:ext cx="1178254" cy="117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120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site***EDGE insider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7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9EFEB69E-D2DB-40C9-BFC1-3B5B8D2FBE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117934" y="305492"/>
            <a:ext cx="582778" cy="572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D67012-84B8-4BDD-B870-6D1ECC35B613}"/>
              </a:ext>
            </a:extLst>
          </p:cNvPr>
          <p:cNvSpPr txBox="1"/>
          <p:nvPr/>
        </p:nvSpPr>
        <p:spPr>
          <a:xfrm>
            <a:off x="914400" y="407064"/>
            <a:ext cx="464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Download EDGE beta and test features out! </a:t>
            </a:r>
          </a:p>
        </p:txBody>
      </p:sp>
      <p:sp>
        <p:nvSpPr>
          <p:cNvPr id="9" name="Rectangle 8">
            <a:hlinkClick r:id="rId9" action="ppaction://hlinksldjump"/>
            <a:extLst>
              <a:ext uri="{FF2B5EF4-FFF2-40B4-BE49-F238E27FC236}">
                <a16:creationId xmlns:a16="http://schemas.microsoft.com/office/drawing/2014/main" id="{F31C9D3E-015A-493C-ADF3-C15D944F7DFF}"/>
              </a:ext>
            </a:extLst>
          </p:cNvPr>
          <p:cNvSpPr/>
          <p:nvPr/>
        </p:nvSpPr>
        <p:spPr>
          <a:xfrm>
            <a:off x="914400" y="4678326"/>
            <a:ext cx="5528931" cy="802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download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1D7935-C028-4AA5-B43D-C42074F5041C}"/>
              </a:ext>
            </a:extLst>
          </p:cNvPr>
          <p:cNvSpPr/>
          <p:nvPr/>
        </p:nvSpPr>
        <p:spPr>
          <a:xfrm>
            <a:off x="8229600" y="202017"/>
            <a:ext cx="3962400" cy="628384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  <a:p>
            <a:pPr algn="ctr"/>
            <a:endParaRPr lang="en-GB" sz="1600" dirty="0"/>
          </a:p>
          <a:p>
            <a:pPr algn="ctr"/>
            <a:endParaRPr lang="en-GB" sz="1600" dirty="0"/>
          </a:p>
          <a:p>
            <a:pPr algn="ctr"/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D2523A-82EA-4A24-9D27-D992CFD8FB1B}"/>
              </a:ext>
            </a:extLst>
          </p:cNvPr>
          <p:cNvSpPr txBox="1"/>
          <p:nvPr/>
        </p:nvSpPr>
        <p:spPr>
          <a:xfrm>
            <a:off x="8229600" y="305492"/>
            <a:ext cx="39624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&gt;Data-insert</a:t>
            </a:r>
          </a:p>
          <a:p>
            <a:r>
              <a:rPr lang="en-GB" sz="1400" dirty="0"/>
              <a:t>&gt;browser=kromv42</a:t>
            </a:r>
          </a:p>
          <a:p>
            <a:r>
              <a:rPr lang="en-GB" sz="1400" dirty="0"/>
              <a:t>&gt;AdBlock=false</a:t>
            </a:r>
          </a:p>
          <a:p>
            <a:r>
              <a:rPr lang="en-GB" sz="1400" dirty="0"/>
              <a:t>&gt;OS=win2k v1.00</a:t>
            </a:r>
          </a:p>
          <a:p>
            <a:r>
              <a:rPr lang="en-GB" sz="1400" dirty="0"/>
              <a:t>&gt;region=UK</a:t>
            </a:r>
          </a:p>
          <a:p>
            <a:r>
              <a:rPr lang="en-GB" sz="1400" dirty="0"/>
              <a:t>&gt;date=5/8/2020</a:t>
            </a:r>
          </a:p>
          <a:p>
            <a:r>
              <a:rPr lang="en-GB" sz="1400" dirty="0"/>
              <a:t>&gt;apply-all</a:t>
            </a:r>
          </a:p>
          <a:p>
            <a:r>
              <a:rPr lang="en-GB" sz="1400" dirty="0"/>
              <a:t>&gt;close</a:t>
            </a:r>
          </a:p>
          <a:p>
            <a:r>
              <a:rPr lang="en-GB" sz="1400" dirty="0"/>
              <a:t>&gt;keep-settings-1</a:t>
            </a:r>
          </a:p>
          <a:p>
            <a:r>
              <a:rPr lang="en-GB" sz="1400" dirty="0"/>
              <a:t>&gt;login admin pass</a:t>
            </a:r>
          </a:p>
          <a:p>
            <a:r>
              <a:rPr lang="en-GB" sz="1400" dirty="0"/>
              <a:t>LOGIN INCORRECT</a:t>
            </a:r>
          </a:p>
          <a:p>
            <a:r>
              <a:rPr lang="en-GB" sz="1400" dirty="0"/>
              <a:t>&gt;exit</a:t>
            </a:r>
          </a:p>
          <a:p>
            <a:r>
              <a:rPr lang="en-GB" sz="1400" dirty="0"/>
              <a:t>&gt;hack edgeinsider.com login </a:t>
            </a:r>
          </a:p>
          <a:p>
            <a:r>
              <a:rPr lang="en-GB" sz="1400" dirty="0"/>
              <a:t>Enter username</a:t>
            </a:r>
          </a:p>
          <a:p>
            <a:r>
              <a:rPr lang="en-GB" sz="1400" dirty="0"/>
              <a:t>&gt;admin</a:t>
            </a:r>
          </a:p>
          <a:p>
            <a:r>
              <a:rPr lang="en-GB" sz="1400" dirty="0"/>
              <a:t>Searching. ..</a:t>
            </a:r>
          </a:p>
          <a:p>
            <a:r>
              <a:rPr lang="en-GB" sz="1400" dirty="0"/>
              <a:t>Found user admin</a:t>
            </a:r>
          </a:p>
          <a:p>
            <a:r>
              <a:rPr lang="en-GB" sz="1400" dirty="0"/>
              <a:t>Password=password</a:t>
            </a:r>
          </a:p>
          <a:p>
            <a:r>
              <a:rPr lang="en-GB" sz="1400" dirty="0"/>
              <a:t>&gt;login admin password</a:t>
            </a:r>
          </a:p>
          <a:p>
            <a:r>
              <a:rPr lang="en-GB" sz="1400" dirty="0"/>
              <a:t>Logged in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&gt;plugin-AdBlock=on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AdBlock is on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&gt;exit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&gt;set &lt;site&gt; EDGE Insider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&gt;exit</a:t>
            </a:r>
          </a:p>
          <a:p>
            <a:pPr algn="l"/>
            <a:r>
              <a:rPr lang="en-GB" sz="1400" dirty="0">
                <a:latin typeface="Segoe UI" panose="020B0502040204020203" pitchFamily="34" charset="0"/>
              </a:rPr>
              <a:t>&gt;quit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54A4AB-A675-4C55-B987-BAF2DBFA3F93}"/>
              </a:ext>
            </a:extLst>
          </p:cNvPr>
          <p:cNvSpPr txBox="1"/>
          <p:nvPr/>
        </p:nvSpPr>
        <p:spPr>
          <a:xfrm>
            <a:off x="297712" y="1212112"/>
            <a:ext cx="73470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Info: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Krom 42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UK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Username: Admin</a:t>
            </a:r>
          </a:p>
        </p:txBody>
      </p:sp>
    </p:spTree>
    <p:extLst>
      <p:ext uri="{BB962C8B-B14F-4D97-AF65-F5344CB8AC3E}">
        <p14:creationId xmlns:p14="http://schemas.microsoft.com/office/powerpoint/2010/main" val="2874404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Insider preview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00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Registered to insider: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Admin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Password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7ACD9B9-B48A-4C1E-A117-CEFFAADC666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3894353" y="3141723"/>
            <a:ext cx="582778" cy="5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3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insider v1.02***stable OS****unstable browser***username= admin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Select a web page to view: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2" action="ppaction://hlinksldjump"/>
              </a:rPr>
              <a:t>Google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3" action="ppaction://hlinksldjump"/>
              </a:rPr>
              <a:t>Bing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4" action="ppaction://hlinksldjump"/>
              </a:rPr>
              <a:t>Ask Jeeves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Windos official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Version Plan XP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7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B09EF3-6C5F-4C92-83B8-E538D0614895}"/>
              </a:ext>
            </a:extLst>
          </p:cNvPr>
          <p:cNvSpPr/>
          <p:nvPr/>
        </p:nvSpPr>
        <p:spPr>
          <a:xfrm>
            <a:off x="0" y="6507126"/>
            <a:ext cx="12192000" cy="350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10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11" action="ppaction://hlinksldjump"/>
              </a:rPr>
              <a:t>about</a:t>
            </a:r>
            <a:r>
              <a:rPr lang="en-GB" dirty="0"/>
              <a:t>***CMD***help***CMD v2***Hacker***</a:t>
            </a:r>
            <a:r>
              <a:rPr lang="en-GB" dirty="0">
                <a:hlinkClick r:id="rId7" action="ppaction://hlinksldjump"/>
              </a:rPr>
              <a:t>exit</a:t>
            </a:r>
            <a:endParaRPr lang="en-GB" dirty="0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791A9F3-C70A-416E-B620-C3388FC6CD9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0" y="202017"/>
            <a:ext cx="582778" cy="572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025485-247B-4323-BEEB-95B318970CDF}"/>
              </a:ext>
            </a:extLst>
          </p:cNvPr>
          <p:cNvSpPr txBox="1"/>
          <p:nvPr/>
        </p:nvSpPr>
        <p:spPr>
          <a:xfrm>
            <a:off x="674370" y="331470"/>
            <a:ext cx="654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EDGE insider is for testing purposes only! </a:t>
            </a:r>
          </a:p>
        </p:txBody>
      </p:sp>
    </p:spTree>
    <p:extLst>
      <p:ext uri="{BB962C8B-B14F-4D97-AF65-F5344CB8AC3E}">
        <p14:creationId xmlns:p14="http://schemas.microsoft.com/office/powerpoint/2010/main" val="3746445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 v0.50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\User\data\CMD\cmd.exe&gt;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Website Hacker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Winver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1891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[ADMIN] CMD: Web Hacker v1.00***home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\Windos\system32\.hacks\web-hack\webhack.bat&gt;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Google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Bing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Google Krom [console fitted in]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EDGE Insider [console fitted in]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Windos Official Site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7530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CMD: hack google.com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&gt;google.com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Connected to host google.com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&gt;login admin password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Username non existent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&gt;net user create admin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1.Admin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2.User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3.Premium user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&gt;&gt;1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Adding. ..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Error access denied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&gt;hack login type=admin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Searching. ..found 223 admins.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&gt;phish login type=admin no=1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U: Akinator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P: iamtoohard2beat</a:t>
            </a:r>
          </a:p>
          <a:p>
            <a:r>
              <a:rPr lang="en-GB" dirty="0">
                <a:latin typeface="Segoe UI" panose="020B0502040204020203" pitchFamily="34" charset="0"/>
              </a:rPr>
              <a:t>&gt;login Akinator iamtoohard2beat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Logged in as Akinator.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&gt;retrieve server data #private #project-x #top-secret #ceo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Retrieving data…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Save to?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&gt;&gt;\hacks\google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Saved.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&gt;Sell \hacks\google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FB4F7-7DBD-4E9B-889D-EC95B1AE90F3}"/>
              </a:ext>
            </a:extLst>
          </p:cNvPr>
          <p:cNvSpPr txBox="1"/>
          <p:nvPr/>
        </p:nvSpPr>
        <p:spPr>
          <a:xfrm>
            <a:off x="6560288" y="308344"/>
            <a:ext cx="563171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Sell to?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&gt;haxorz.com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Searching. ..login needed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&gt;disconnect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Enter URL!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&gt;haxorz.com</a:t>
            </a:r>
          </a:p>
          <a:p>
            <a:r>
              <a:rPr lang="en-GB" dirty="0">
                <a:latin typeface="Segoe UI" panose="020B0502040204020203" pitchFamily="34" charset="0"/>
              </a:rPr>
              <a:t>Connected to host haxorz.com</a:t>
            </a:r>
          </a:p>
          <a:p>
            <a:r>
              <a:rPr lang="en-GB" dirty="0">
                <a:latin typeface="Segoe UI" panose="020B0502040204020203" pitchFamily="34" charset="0"/>
              </a:rPr>
              <a:t>&gt;login Kevin-Mitnick AltaVista</a:t>
            </a:r>
          </a:p>
          <a:p>
            <a:r>
              <a:rPr lang="en-GB" dirty="0">
                <a:latin typeface="Segoe UI" panose="020B0502040204020203" pitchFamily="34" charset="0"/>
              </a:rPr>
              <a:t>Login success!</a:t>
            </a:r>
          </a:p>
          <a:p>
            <a:r>
              <a:rPr lang="en-GB" dirty="0">
                <a:latin typeface="Segoe UI" panose="020B0502040204020203" pitchFamily="34" charset="0"/>
              </a:rPr>
              <a:t>&gt;sell \hacks\Google</a:t>
            </a:r>
          </a:p>
          <a:p>
            <a:r>
              <a:rPr lang="en-GB" dirty="0">
                <a:latin typeface="Segoe UI" panose="020B0502040204020203" pitchFamily="34" charset="0"/>
              </a:rPr>
              <a:t>Sell for?</a:t>
            </a:r>
          </a:p>
          <a:p>
            <a:r>
              <a:rPr lang="en-GB" dirty="0">
                <a:latin typeface="Segoe UI" panose="020B0502040204020203" pitchFamily="34" charset="0"/>
              </a:rPr>
              <a:t>$100,000</a:t>
            </a:r>
          </a:p>
          <a:p>
            <a:r>
              <a:rPr lang="en-GB" dirty="0">
                <a:latin typeface="Segoe UI" panose="020B0502040204020203" pitchFamily="34" charset="0"/>
              </a:rPr>
              <a:t>Put on sale.</a:t>
            </a:r>
          </a:p>
          <a:p>
            <a:r>
              <a:rPr lang="en-GB" dirty="0">
                <a:latin typeface="Segoe UI" panose="020B0502040204020203" pitchFamily="34" charset="0"/>
              </a:rPr>
              <a:t>&gt;disconnect</a:t>
            </a:r>
          </a:p>
          <a:p>
            <a:r>
              <a:rPr lang="en-GB" dirty="0">
                <a:latin typeface="Segoe UI" panose="020B0502040204020203" pitchFamily="34" charset="0"/>
              </a:rPr>
              <a:t>&gt;quit</a:t>
            </a:r>
          </a:p>
          <a:p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1535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CMD: bing.com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78287-4206-49E5-AE66-38EECAE35B40}"/>
              </a:ext>
            </a:extLst>
          </p:cNvPr>
          <p:cNvSpPr txBox="1"/>
          <p:nvPr/>
        </p:nvSpPr>
        <p:spPr>
          <a:xfrm>
            <a:off x="0" y="202017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&gt;bing.com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Connected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&gt;login user pass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Login unavailable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2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&gt;microsoft.com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Connected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1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&gt;login user pass @session2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User invalid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3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&gt;haxorz.com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Connected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&gt;search [Microsoft admin login]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Found Microsoft Admin Login 2020. product no. 1234567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&gt;buy 1234567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Price is $100. accept?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&gt;&gt;yes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Bought.  Username Adminz password Killer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1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72EF5-5F95-42A3-A873-C5D12CC1E24E}"/>
              </a:ext>
            </a:extLst>
          </p:cNvPr>
          <p:cNvSpPr txBox="1"/>
          <p:nvPr/>
        </p:nvSpPr>
        <p:spPr>
          <a:xfrm>
            <a:off x="6273209" y="202017"/>
            <a:ext cx="591879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&gt;login Adminz Killer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Logged in.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&gt;phish #secret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Searching. ..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Save 25Tb to?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&gt;\hacks\Bing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Saving. ..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Error. Firewall stopped transfer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&gt;admin command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&gt;&gt;&gt;firewall status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25 firewalls active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&gt;&gt;&gt;disable firewall 25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22 disabled. 4 remain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&gt;&gt;&gt;exit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&gt;attack firewall 4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Attack complete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&gt;reattempt-dl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Downloading. ..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&gt;session 3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&gt;sell \hacks\Bing $100,000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Sold.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&gt;exit</a:t>
            </a:r>
          </a:p>
        </p:txBody>
      </p:sp>
    </p:spTree>
    <p:extLst>
      <p:ext uri="{BB962C8B-B14F-4D97-AF65-F5344CB8AC3E}">
        <p14:creationId xmlns:p14="http://schemas.microsoft.com/office/powerpoint/2010/main" val="41447914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site***Google Krom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Home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about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8" action="ppaction://hlinksldjump"/>
              </a:rPr>
              <a:t>help</a:t>
            </a:r>
            <a:r>
              <a:rPr lang="en-GB" dirty="0">
                <a:latin typeface="Segoe UI" panose="020B0502040204020203" pitchFamily="34" charset="0"/>
              </a:rPr>
              <a:t>***</a:t>
            </a:r>
            <a:r>
              <a:rPr lang="en-GB" dirty="0">
                <a:latin typeface="Segoe UI" panose="020B0502040204020203" pitchFamily="34" charset="0"/>
                <a:hlinkClick r:id="rId3" action="ppaction://hlinksldjump"/>
              </a:rPr>
              <a:t>quit</a:t>
            </a:r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FD07F0-6BA1-4F17-BC07-2E2816C80DA0}"/>
              </a:ext>
            </a:extLst>
          </p:cNvPr>
          <p:cNvSpPr/>
          <p:nvPr/>
        </p:nvSpPr>
        <p:spPr>
          <a:xfrm>
            <a:off x="8973879" y="202017"/>
            <a:ext cx="3218121" cy="628384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A336C-8D78-46F2-B48E-F5EE7619B21D}"/>
              </a:ext>
            </a:extLst>
          </p:cNvPr>
          <p:cNvSpPr txBox="1"/>
          <p:nvPr/>
        </p:nvSpPr>
        <p:spPr>
          <a:xfrm>
            <a:off x="8973879" y="202017"/>
            <a:ext cx="32181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&gt;data set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On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&gt;browser=edge v1.00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&gt;region=UK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&gt;AdBlock=false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Apply=all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&gt;close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Off.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&gt;hack now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Hacking. .. Stored on\hacks\Krom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&gt;haxorz.com login auto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OK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&gt;sell \hacks\Krom $250,000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Sold. 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&gt;stop console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-------Console stopped------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8" name="Arrow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ADA635DE-D08B-477E-98A1-7A00F781D4D2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1000897" y="1514089"/>
            <a:ext cx="516264" cy="542925"/>
          </a:xfrm>
          <a:custGeom>
            <a:avLst/>
            <a:gdLst>
              <a:gd name="T0" fmla="*/ 377 w 644"/>
              <a:gd name="T1" fmla="*/ 37 h 676"/>
              <a:gd name="T2" fmla="*/ 268 w 644"/>
              <a:gd name="T3" fmla="*/ 37 h 676"/>
              <a:gd name="T4" fmla="*/ 30 w 644"/>
              <a:gd name="T5" fmla="*/ 340 h 676"/>
              <a:gd name="T6" fmla="*/ 58 w 644"/>
              <a:gd name="T7" fmla="*/ 409 h 676"/>
              <a:gd name="T8" fmla="*/ 189 w 644"/>
              <a:gd name="T9" fmla="*/ 409 h 676"/>
              <a:gd name="T10" fmla="*/ 189 w 644"/>
              <a:gd name="T11" fmla="*/ 609 h 676"/>
              <a:gd name="T12" fmla="*/ 256 w 644"/>
              <a:gd name="T13" fmla="*/ 676 h 676"/>
              <a:gd name="T14" fmla="*/ 389 w 644"/>
              <a:gd name="T15" fmla="*/ 676 h 676"/>
              <a:gd name="T16" fmla="*/ 456 w 644"/>
              <a:gd name="T17" fmla="*/ 609 h 676"/>
              <a:gd name="T18" fmla="*/ 456 w 644"/>
              <a:gd name="T19" fmla="*/ 409 h 676"/>
              <a:gd name="T20" fmla="*/ 586 w 644"/>
              <a:gd name="T21" fmla="*/ 409 h 676"/>
              <a:gd name="T22" fmla="*/ 614 w 644"/>
              <a:gd name="T23" fmla="*/ 340 h 676"/>
              <a:gd name="T24" fmla="*/ 377 w 644"/>
              <a:gd name="T25" fmla="*/ 37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4" h="676">
                <a:moveTo>
                  <a:pt x="377" y="37"/>
                </a:moveTo>
                <a:cubicBezTo>
                  <a:pt x="347" y="0"/>
                  <a:pt x="298" y="0"/>
                  <a:pt x="268" y="37"/>
                </a:cubicBezTo>
                <a:lnTo>
                  <a:pt x="30" y="340"/>
                </a:lnTo>
                <a:cubicBezTo>
                  <a:pt x="0" y="378"/>
                  <a:pt x="13" y="409"/>
                  <a:pt x="58" y="409"/>
                </a:cubicBezTo>
                <a:lnTo>
                  <a:pt x="189" y="409"/>
                </a:lnTo>
                <a:lnTo>
                  <a:pt x="189" y="609"/>
                </a:lnTo>
                <a:cubicBezTo>
                  <a:pt x="189" y="646"/>
                  <a:pt x="219" y="676"/>
                  <a:pt x="256" y="676"/>
                </a:cubicBezTo>
                <a:lnTo>
                  <a:pt x="389" y="676"/>
                </a:lnTo>
                <a:cubicBezTo>
                  <a:pt x="426" y="676"/>
                  <a:pt x="456" y="646"/>
                  <a:pt x="456" y="609"/>
                </a:cubicBezTo>
                <a:lnTo>
                  <a:pt x="456" y="409"/>
                </a:lnTo>
                <a:lnTo>
                  <a:pt x="586" y="409"/>
                </a:lnTo>
                <a:cubicBezTo>
                  <a:pt x="632" y="409"/>
                  <a:pt x="644" y="378"/>
                  <a:pt x="614" y="340"/>
                </a:cubicBezTo>
                <a:lnTo>
                  <a:pt x="377" y="3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FE791-7221-4073-9B62-7D15F6C01082}"/>
              </a:ext>
            </a:extLst>
          </p:cNvPr>
          <p:cNvSpPr txBox="1"/>
          <p:nvPr/>
        </p:nvSpPr>
        <p:spPr>
          <a:xfrm>
            <a:off x="1679944" y="1407549"/>
            <a:ext cx="4416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EDGE sucks,</a:t>
            </a:r>
          </a:p>
          <a:p>
            <a:pPr algn="l"/>
            <a:r>
              <a:rPr lang="en-GB" dirty="0">
                <a:latin typeface="Segoe UI" panose="020B0502040204020203" pitchFamily="34" charset="0"/>
              </a:rPr>
              <a:t>Get Krom!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Download button below: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C4E729-416B-4150-B2E4-65A39B332D54}"/>
              </a:ext>
            </a:extLst>
          </p:cNvPr>
          <p:cNvSpPr/>
          <p:nvPr/>
        </p:nvSpPr>
        <p:spPr>
          <a:xfrm>
            <a:off x="1517161" y="3429000"/>
            <a:ext cx="4500867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Krom For Free! </a:t>
            </a:r>
          </a:p>
        </p:txBody>
      </p:sp>
      <p:pic>
        <p:nvPicPr>
          <p:cNvPr id="12" name="Picture 11" descr="A picture containing drawing, ball, game, mouse&#10;&#10;Description automatically generated">
            <a:extLst>
              <a:ext uri="{FF2B5EF4-FFF2-40B4-BE49-F238E27FC236}">
                <a16:creationId xmlns:a16="http://schemas.microsoft.com/office/drawing/2014/main" id="{B21137E2-33DF-4190-85F0-532E9E6B6D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84" y="3520766"/>
            <a:ext cx="1047542" cy="104754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772569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downloads-folder_POWER_USER_SEPARATOR_ICONS_digital_POWER_USER_SEPARATOR_ICONS_documents_POWER_USER_SEPARATOR_ICONS_download_POWER_USER_SEPARATOR_ICONS_folder_POWER_USER_SEPARATOR_ICONS_navigati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browser*internet*wireframe*technology*digital*computer*website*web*connection*browsi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comput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deliverable*document*word*text*microsof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deliverable*document*powerpoint*pptx*presentation*slides*report*microsof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deliverable*document*excel*xlsx*spreadsheet*workbook*data*microsof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microsoft*email*message*outloo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file*format*save as*attachment*deliverable*access*microsoft*database*sq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arrow_POWER_USER_SEPARATOR_ICONS_direction_POWER_USER_SEPARATOR_ICONS_way_POWER_USER_SEPARATOR_ICONS_movement_POWER_USER_SEPARATOR_ICONS_point_POWER_USER_SEPARATOR_ICONS_sign_POWER_USER_SEPARATOR_ICONS_next_POWER_USER_SEPARATOR_ICONS_up_POWER_USER_SEPARATOR_ICONS_growth"/>
</p:tagLst>
</file>

<file path=ppt/theme/theme1.xml><?xml version="1.0" encoding="utf-8"?>
<a:theme xmlns:a="http://schemas.openxmlformats.org/drawingml/2006/main" name="Office Theme">
  <a:themeElements>
    <a:clrScheme name="Windos Generic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</TotalTime>
  <Words>1406</Words>
  <Application>Microsoft Office PowerPoint</Application>
  <PresentationFormat>Widescreen</PresentationFormat>
  <Paragraphs>368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468</cp:revision>
  <dcterms:created xsi:type="dcterms:W3CDTF">2020-07-23T17:46:41Z</dcterms:created>
  <dcterms:modified xsi:type="dcterms:W3CDTF">2020-08-05T16:34:31Z</dcterms:modified>
</cp:coreProperties>
</file>