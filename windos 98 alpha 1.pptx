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7CC4-0D06-44A4-9CF7-1A2AE1124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35222-A861-41B2-8FAC-1A62D958D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DBA24-3B41-43AB-B789-EC3CD6081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4C9B1-BECF-4D50-A3BA-874CD687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C6E2B-AADD-46B4-A2DC-960F62F1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0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1C27-E4BC-4A9A-A686-5C0646F2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8400F-EC96-4C33-82E9-A20CFD1DE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C563D-8F81-49FE-AC08-E05C45B7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B68E0-2270-4A90-AF52-314F9CFE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6EB6D-0A77-42AF-B4DE-32F461D8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2BD52-80A2-4145-8AAE-958E5BF15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BC416-CCAD-4900-8D08-1A2021D8D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86158-2533-422A-8360-0133BEF6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9F1E7-B59A-47F6-AAB5-1EE0C1732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377C8-0FF1-4632-902E-125A9074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089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E820-85CA-4423-A968-8A423FEC5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C71B-02B5-4B48-9917-F2076D420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A1177-9995-40A7-AF0B-458EDE123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4C731-B474-4D6E-85C0-3FE759C35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D5F72-EFFC-424F-A77E-8A4B24C96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3FC6B-7D17-482A-9150-10D9DFF4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3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FB2B-3002-43DE-B3D7-F4A97751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2071D-17FA-4B15-9683-9BD487281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BBF06-76C9-480B-8538-B2259F039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CF8B75-6D87-4F44-89CE-7196BDDCB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8A509-A2FF-42EF-93D1-A34387919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476171-3A0E-4B4D-B77C-C9F7E8418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653C30-016F-4475-AF33-80AC3743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F8B657-517D-4628-ADA4-5A81478A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54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61C2-7113-4699-98CA-AEFE09A7B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5D5308-7301-4744-BFCF-4CEEC6AB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95728-EA55-4FF5-8597-E12021557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FB1B3-1A2C-45E3-873F-0806C79A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95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5E25C-7134-4806-99DA-C6808B9E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63138-3E73-4747-BBCB-7C629E9AF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826A2-51F9-4545-95E7-B92229179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27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06EE4-D031-4F2F-86A2-E8F07172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BBD20-DF1B-44E5-B070-030944CEE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EE108-C52C-45B7-98C7-DF5DF0E0F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66D07-3E32-41E8-9265-9D29E4D9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58CA7-7EC5-4F04-9BC7-15500F2A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26E8E-8073-424C-BAFD-9FF9EF1A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9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8290E-0EB9-46FC-BE2D-7C640400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10FD39-323B-4553-8387-32B6CD9A1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6C31D-9D85-44FC-B4A0-530889851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89D92-20EC-43E2-B448-C5C49DB1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FEC05-79D9-4B63-8283-5B3DAA02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D0475-773D-4E82-BDEB-602E5B1D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08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DEDD-2101-4156-BFDE-B7CECE967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AC06B5-4D8F-461E-AA30-989F82B8B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AC7DA-13A1-4A64-9852-3E2F402F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E2708-5ED0-4C85-903A-D2118AC3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1DB6B-06E6-4456-ADBC-D6DB8963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992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45538-370A-4A00-8953-7A201702B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AF04A-8A93-44EE-A84F-1C7FF210C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D982D-4B6E-41B2-BE39-4D58D0EC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D02D0-1263-4D97-B0B0-8813884CE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BED45-6AE3-4516-BF70-3B329C63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28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8B49B7-E306-4D2F-BF3C-55FAE7767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2732E-5473-48E4-9145-F5B0F2DB1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E7F33-967D-4359-A52C-44D513123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14767-6EC3-4955-8DF1-2C66BE963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D327D-39C4-4A69-B2DC-1381E1841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12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slide" Target="slide19.xml"/><Relationship Id="rId5" Type="http://schemas.openxmlformats.org/officeDocument/2006/relationships/slide" Target="slide23.xml"/><Relationship Id="rId4" Type="http://schemas.openxmlformats.org/officeDocument/2006/relationships/slide" Target="slide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0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7" Type="http://schemas.openxmlformats.org/officeDocument/2006/relationships/image" Target="../media/image6.sv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slide" Target="slide24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slide" Target="slide27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0.xml"/><Relationship Id="rId5" Type="http://schemas.openxmlformats.org/officeDocument/2006/relationships/slide" Target="slide1.xml"/><Relationship Id="rId4" Type="http://schemas.openxmlformats.org/officeDocument/2006/relationships/slide" Target="slide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B60392-19A1-4D8F-AD56-988F1EFC7E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45B9F-0CF7-4499-9B05-15822017B9B6}"/>
              </a:ext>
            </a:extLst>
          </p:cNvPr>
          <p:cNvSpPr txBox="1"/>
          <p:nvPr/>
        </p:nvSpPr>
        <p:spPr>
          <a:xfrm>
            <a:off x="116958" y="106326"/>
            <a:ext cx="10568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98…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Start now 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78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75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623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57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226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Windos 98!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Windos 98.</a:t>
            </a:r>
          </a:p>
          <a:p>
            <a:pPr algn="ctr"/>
            <a:r>
              <a:rPr lang="en-GB" dirty="0"/>
              <a:t>Close the window to start the welcome tour! 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4249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Windos 98!</a:t>
            </a:r>
          </a:p>
          <a:p>
            <a:pPr algn="ctr"/>
            <a:r>
              <a:rPr lang="en-GB" dirty="0"/>
              <a:t>This version is improved and looks like windows 7! </a:t>
            </a:r>
          </a:p>
          <a:p>
            <a:pPr algn="ctr"/>
            <a:r>
              <a:rPr lang="en-GB" dirty="0"/>
              <a:t>Close to proceed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276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your username: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E2D1CF-AC39-42EA-A1E1-FF36C8ACDB2F}"/>
              </a:ext>
            </a:extLst>
          </p:cNvPr>
          <p:cNvSpPr/>
          <p:nvPr/>
        </p:nvSpPr>
        <p:spPr>
          <a:xfrm>
            <a:off x="2488019" y="4444409"/>
            <a:ext cx="339178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</a:t>
            </a:r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43C44BC4-E38E-4334-892F-7712CAA0B7C2}"/>
              </a:ext>
            </a:extLst>
          </p:cNvPr>
          <p:cNvSpPr/>
          <p:nvPr/>
        </p:nvSpPr>
        <p:spPr>
          <a:xfrm>
            <a:off x="6485860" y="4444409"/>
            <a:ext cx="914400" cy="914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088595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set a password to use the computer with: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42BD11-B01E-4D60-99EC-567916E36982}"/>
              </a:ext>
            </a:extLst>
          </p:cNvPr>
          <p:cNvSpPr/>
          <p:nvPr/>
        </p:nvSpPr>
        <p:spPr>
          <a:xfrm>
            <a:off x="2594343" y="5220586"/>
            <a:ext cx="321103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C9A8879D-D434-48F5-8CC9-174D9F56322D}"/>
              </a:ext>
            </a:extLst>
          </p:cNvPr>
          <p:cNvSpPr/>
          <p:nvPr/>
        </p:nvSpPr>
        <p:spPr>
          <a:xfrm>
            <a:off x="6198781" y="5220586"/>
            <a:ext cx="914400" cy="914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21558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Security alert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Setting the password to a blank one is not recommended. Please close the window to go back and press proceed to ignore this window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361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wait as we setup the system…</a:t>
            </a:r>
          </a:p>
        </p:txBody>
      </p:sp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E792E988-1E66-4C08-BE3B-6E76B14B2B0D}"/>
              </a:ext>
            </a:extLst>
          </p:cNvPr>
          <p:cNvSpPr/>
          <p:nvPr/>
        </p:nvSpPr>
        <p:spPr>
          <a:xfrm>
            <a:off x="0" y="5975498"/>
            <a:ext cx="12192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100% complete</a:t>
            </a:r>
          </a:p>
        </p:txBody>
      </p:sp>
    </p:spTree>
    <p:extLst>
      <p:ext uri="{BB962C8B-B14F-4D97-AF65-F5344CB8AC3E}">
        <p14:creationId xmlns:p14="http://schemas.microsoft.com/office/powerpoint/2010/main" val="1954257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close the window.</a:t>
            </a:r>
          </a:p>
          <a:p>
            <a:pPr algn="ctr"/>
            <a:r>
              <a:rPr lang="en-GB" dirty="0"/>
              <a:t>Setup has complete. 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725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close the window to install the updates necessary to your system.</a:t>
            </a:r>
          </a:p>
          <a:p>
            <a:pPr algn="ctr"/>
            <a:r>
              <a:rPr lang="en-GB" dirty="0"/>
              <a:t>You need an internet connection to proceed.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804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D8A1CD2C-8108-4AB1-96E0-655FFFFB8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20"/>
            <a:ext cx="12192000" cy="686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9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Have been completed.</a:t>
            </a:r>
          </a:p>
          <a:p>
            <a:pPr algn="ctr"/>
            <a:r>
              <a:rPr lang="en-GB" dirty="0"/>
              <a:t>Please close and logon!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725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press sign in, Username! </a:t>
            </a:r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61384998-C49A-43F5-A143-CB355B1AC1F5}"/>
              </a:ext>
            </a:extLst>
          </p:cNvPr>
          <p:cNvSpPr/>
          <p:nvPr/>
        </p:nvSpPr>
        <p:spPr>
          <a:xfrm>
            <a:off x="1350335" y="5741581"/>
            <a:ext cx="206271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Sign in</a:t>
            </a:r>
          </a:p>
        </p:txBody>
      </p:sp>
    </p:spTree>
    <p:extLst>
      <p:ext uri="{BB962C8B-B14F-4D97-AF65-F5344CB8AC3E}">
        <p14:creationId xmlns:p14="http://schemas.microsoft.com/office/powerpoint/2010/main" val="4152177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C07C2F-9EB0-4D83-80B4-A93270181E43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208836F8-A8F6-414C-8090-59449178CCB5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58117-E816-4028-8A68-C24F8E057CB7}"/>
              </a:ext>
            </a:extLst>
          </p:cNvPr>
          <p:cNvSpPr txBox="1"/>
          <p:nvPr/>
        </p:nvSpPr>
        <p:spPr>
          <a:xfrm>
            <a:off x="9898912" y="5009085"/>
            <a:ext cx="2427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98</a:t>
            </a:r>
          </a:p>
          <a:p>
            <a:r>
              <a:rPr lang="en-GB" dirty="0"/>
              <a:t>Alpha 1 release 2</a:t>
            </a:r>
          </a:p>
          <a:p>
            <a:r>
              <a:rPr lang="en-GB" dirty="0"/>
              <a:t> for test purposes only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ACA4EE-923F-4581-8BCE-9EE8635628A3}"/>
              </a:ext>
            </a:extLst>
          </p:cNvPr>
          <p:cNvSpPr/>
          <p:nvPr/>
        </p:nvSpPr>
        <p:spPr>
          <a:xfrm>
            <a:off x="609600" y="393405"/>
            <a:ext cx="3923414" cy="5209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0888D-13E8-47A9-9CCA-FF06C7AE399A}"/>
              </a:ext>
            </a:extLst>
          </p:cNvPr>
          <p:cNvSpPr txBox="1"/>
          <p:nvPr/>
        </p:nvSpPr>
        <p:spPr>
          <a:xfrm>
            <a:off x="609600" y="478465"/>
            <a:ext cx="39234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Revamped entire 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welcome tour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Transferred programs to this build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computer [no access to C:\ until it is indexed fully]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all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Revamped power menu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Upgraded to Internet Explorer 22.5!</a:t>
            </a:r>
          </a:p>
          <a:p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7044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C07C2F-9EB0-4D83-80B4-A93270181E43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208836F8-A8F6-414C-8090-59449178CCB5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9EFB7F-5AD3-4FBF-981D-59C26CC17322}"/>
              </a:ext>
            </a:extLst>
          </p:cNvPr>
          <p:cNvSpPr/>
          <p:nvPr/>
        </p:nvSpPr>
        <p:spPr>
          <a:xfrm>
            <a:off x="-15013" y="1531089"/>
            <a:ext cx="2619990" cy="4423144"/>
          </a:xfrm>
          <a:custGeom>
            <a:avLst/>
            <a:gdLst>
              <a:gd name="connsiteX0" fmla="*/ 0 w 2604977"/>
              <a:gd name="connsiteY0" fmla="*/ 434172 h 4412511"/>
              <a:gd name="connsiteX1" fmla="*/ 434172 w 2604977"/>
              <a:gd name="connsiteY1" fmla="*/ 0 h 4412511"/>
              <a:gd name="connsiteX2" fmla="*/ 2170805 w 2604977"/>
              <a:gd name="connsiteY2" fmla="*/ 0 h 4412511"/>
              <a:gd name="connsiteX3" fmla="*/ 2604977 w 2604977"/>
              <a:gd name="connsiteY3" fmla="*/ 434172 h 4412511"/>
              <a:gd name="connsiteX4" fmla="*/ 2604977 w 2604977"/>
              <a:gd name="connsiteY4" fmla="*/ 3978339 h 4412511"/>
              <a:gd name="connsiteX5" fmla="*/ 2170805 w 2604977"/>
              <a:gd name="connsiteY5" fmla="*/ 4412511 h 4412511"/>
              <a:gd name="connsiteX6" fmla="*/ 434172 w 2604977"/>
              <a:gd name="connsiteY6" fmla="*/ 4412511 h 4412511"/>
              <a:gd name="connsiteX7" fmla="*/ 0 w 2604977"/>
              <a:gd name="connsiteY7" fmla="*/ 3978339 h 4412511"/>
              <a:gd name="connsiteX8" fmla="*/ 0 w 2604977"/>
              <a:gd name="connsiteY8" fmla="*/ 434172 h 4412511"/>
              <a:gd name="connsiteX0" fmla="*/ 27 w 2605004"/>
              <a:gd name="connsiteY0" fmla="*/ 434172 h 4423144"/>
              <a:gd name="connsiteX1" fmla="*/ 434199 w 2605004"/>
              <a:gd name="connsiteY1" fmla="*/ 0 h 4423144"/>
              <a:gd name="connsiteX2" fmla="*/ 2170832 w 2605004"/>
              <a:gd name="connsiteY2" fmla="*/ 0 h 4423144"/>
              <a:gd name="connsiteX3" fmla="*/ 2605004 w 2605004"/>
              <a:gd name="connsiteY3" fmla="*/ 434172 h 4423144"/>
              <a:gd name="connsiteX4" fmla="*/ 2605004 w 2605004"/>
              <a:gd name="connsiteY4" fmla="*/ 3978339 h 4423144"/>
              <a:gd name="connsiteX5" fmla="*/ 2170832 w 2605004"/>
              <a:gd name="connsiteY5" fmla="*/ 4412511 h 4423144"/>
              <a:gd name="connsiteX6" fmla="*/ 232180 w 2605004"/>
              <a:gd name="connsiteY6" fmla="*/ 4423144 h 4423144"/>
              <a:gd name="connsiteX7" fmla="*/ 27 w 2605004"/>
              <a:gd name="connsiteY7" fmla="*/ 3978339 h 4423144"/>
              <a:gd name="connsiteX8" fmla="*/ 27 w 2605004"/>
              <a:gd name="connsiteY8" fmla="*/ 434172 h 4423144"/>
              <a:gd name="connsiteX0" fmla="*/ 15013 w 2619990"/>
              <a:gd name="connsiteY0" fmla="*/ 434172 h 4423144"/>
              <a:gd name="connsiteX1" fmla="*/ 449185 w 2619990"/>
              <a:gd name="connsiteY1" fmla="*/ 0 h 4423144"/>
              <a:gd name="connsiteX2" fmla="*/ 2185818 w 2619990"/>
              <a:gd name="connsiteY2" fmla="*/ 0 h 4423144"/>
              <a:gd name="connsiteX3" fmla="*/ 2619990 w 2619990"/>
              <a:gd name="connsiteY3" fmla="*/ 434172 h 4423144"/>
              <a:gd name="connsiteX4" fmla="*/ 2619990 w 2619990"/>
              <a:gd name="connsiteY4" fmla="*/ 3978339 h 4423144"/>
              <a:gd name="connsiteX5" fmla="*/ 2185818 w 2619990"/>
              <a:gd name="connsiteY5" fmla="*/ 4412511 h 4423144"/>
              <a:gd name="connsiteX6" fmla="*/ 247166 w 2619990"/>
              <a:gd name="connsiteY6" fmla="*/ 4423144 h 4423144"/>
              <a:gd name="connsiteX7" fmla="*/ 15013 w 2619990"/>
              <a:gd name="connsiteY7" fmla="*/ 3978339 h 4423144"/>
              <a:gd name="connsiteX8" fmla="*/ 15013 w 2619990"/>
              <a:gd name="connsiteY8" fmla="*/ 434172 h 442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9990" h="4423144">
                <a:moveTo>
                  <a:pt x="15013" y="434172"/>
                </a:moveTo>
                <a:cubicBezTo>
                  <a:pt x="15013" y="194385"/>
                  <a:pt x="209398" y="0"/>
                  <a:pt x="449185" y="0"/>
                </a:cubicBezTo>
                <a:lnTo>
                  <a:pt x="2185818" y="0"/>
                </a:lnTo>
                <a:cubicBezTo>
                  <a:pt x="2425605" y="0"/>
                  <a:pt x="2619990" y="194385"/>
                  <a:pt x="2619990" y="434172"/>
                </a:cubicBezTo>
                <a:lnTo>
                  <a:pt x="2619990" y="3978339"/>
                </a:lnTo>
                <a:cubicBezTo>
                  <a:pt x="2619990" y="4218126"/>
                  <a:pt x="2425605" y="4412511"/>
                  <a:pt x="2185818" y="4412511"/>
                </a:cubicBezTo>
                <a:lnTo>
                  <a:pt x="247166" y="4423144"/>
                </a:lnTo>
                <a:cubicBezTo>
                  <a:pt x="-88314" y="4423144"/>
                  <a:pt x="15013" y="4218126"/>
                  <a:pt x="15013" y="3978339"/>
                </a:cubicBezTo>
                <a:lnTo>
                  <a:pt x="15013" y="43417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clippy.exe is not responding</a:t>
            </a:r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2FBD5FBB-5A77-4C83-A864-6DB21C8A74FA}"/>
              </a:ext>
            </a:extLst>
          </p:cNvPr>
          <p:cNvSpPr/>
          <p:nvPr/>
        </p:nvSpPr>
        <p:spPr>
          <a:xfrm>
            <a:off x="2619990" y="1520456"/>
            <a:ext cx="2619990" cy="4423144"/>
          </a:xfrm>
          <a:custGeom>
            <a:avLst/>
            <a:gdLst>
              <a:gd name="connsiteX0" fmla="*/ 0 w 2604977"/>
              <a:gd name="connsiteY0" fmla="*/ 434172 h 4412511"/>
              <a:gd name="connsiteX1" fmla="*/ 434172 w 2604977"/>
              <a:gd name="connsiteY1" fmla="*/ 0 h 4412511"/>
              <a:gd name="connsiteX2" fmla="*/ 2170805 w 2604977"/>
              <a:gd name="connsiteY2" fmla="*/ 0 h 4412511"/>
              <a:gd name="connsiteX3" fmla="*/ 2604977 w 2604977"/>
              <a:gd name="connsiteY3" fmla="*/ 434172 h 4412511"/>
              <a:gd name="connsiteX4" fmla="*/ 2604977 w 2604977"/>
              <a:gd name="connsiteY4" fmla="*/ 3978339 h 4412511"/>
              <a:gd name="connsiteX5" fmla="*/ 2170805 w 2604977"/>
              <a:gd name="connsiteY5" fmla="*/ 4412511 h 4412511"/>
              <a:gd name="connsiteX6" fmla="*/ 434172 w 2604977"/>
              <a:gd name="connsiteY6" fmla="*/ 4412511 h 4412511"/>
              <a:gd name="connsiteX7" fmla="*/ 0 w 2604977"/>
              <a:gd name="connsiteY7" fmla="*/ 3978339 h 4412511"/>
              <a:gd name="connsiteX8" fmla="*/ 0 w 2604977"/>
              <a:gd name="connsiteY8" fmla="*/ 434172 h 4412511"/>
              <a:gd name="connsiteX0" fmla="*/ 27 w 2605004"/>
              <a:gd name="connsiteY0" fmla="*/ 434172 h 4423144"/>
              <a:gd name="connsiteX1" fmla="*/ 434199 w 2605004"/>
              <a:gd name="connsiteY1" fmla="*/ 0 h 4423144"/>
              <a:gd name="connsiteX2" fmla="*/ 2170832 w 2605004"/>
              <a:gd name="connsiteY2" fmla="*/ 0 h 4423144"/>
              <a:gd name="connsiteX3" fmla="*/ 2605004 w 2605004"/>
              <a:gd name="connsiteY3" fmla="*/ 434172 h 4423144"/>
              <a:gd name="connsiteX4" fmla="*/ 2605004 w 2605004"/>
              <a:gd name="connsiteY4" fmla="*/ 3978339 h 4423144"/>
              <a:gd name="connsiteX5" fmla="*/ 2170832 w 2605004"/>
              <a:gd name="connsiteY5" fmla="*/ 4412511 h 4423144"/>
              <a:gd name="connsiteX6" fmla="*/ 232180 w 2605004"/>
              <a:gd name="connsiteY6" fmla="*/ 4423144 h 4423144"/>
              <a:gd name="connsiteX7" fmla="*/ 27 w 2605004"/>
              <a:gd name="connsiteY7" fmla="*/ 3978339 h 4423144"/>
              <a:gd name="connsiteX8" fmla="*/ 27 w 2605004"/>
              <a:gd name="connsiteY8" fmla="*/ 434172 h 4423144"/>
              <a:gd name="connsiteX0" fmla="*/ 15013 w 2619990"/>
              <a:gd name="connsiteY0" fmla="*/ 434172 h 4423144"/>
              <a:gd name="connsiteX1" fmla="*/ 449185 w 2619990"/>
              <a:gd name="connsiteY1" fmla="*/ 0 h 4423144"/>
              <a:gd name="connsiteX2" fmla="*/ 2185818 w 2619990"/>
              <a:gd name="connsiteY2" fmla="*/ 0 h 4423144"/>
              <a:gd name="connsiteX3" fmla="*/ 2619990 w 2619990"/>
              <a:gd name="connsiteY3" fmla="*/ 434172 h 4423144"/>
              <a:gd name="connsiteX4" fmla="*/ 2619990 w 2619990"/>
              <a:gd name="connsiteY4" fmla="*/ 3978339 h 4423144"/>
              <a:gd name="connsiteX5" fmla="*/ 2185818 w 2619990"/>
              <a:gd name="connsiteY5" fmla="*/ 4412511 h 4423144"/>
              <a:gd name="connsiteX6" fmla="*/ 247166 w 2619990"/>
              <a:gd name="connsiteY6" fmla="*/ 4423144 h 4423144"/>
              <a:gd name="connsiteX7" fmla="*/ 15013 w 2619990"/>
              <a:gd name="connsiteY7" fmla="*/ 3978339 h 4423144"/>
              <a:gd name="connsiteX8" fmla="*/ 15013 w 2619990"/>
              <a:gd name="connsiteY8" fmla="*/ 434172 h 442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9990" h="4423144">
                <a:moveTo>
                  <a:pt x="15013" y="434172"/>
                </a:moveTo>
                <a:cubicBezTo>
                  <a:pt x="15013" y="194385"/>
                  <a:pt x="209398" y="0"/>
                  <a:pt x="449185" y="0"/>
                </a:cubicBezTo>
                <a:lnTo>
                  <a:pt x="2185818" y="0"/>
                </a:lnTo>
                <a:cubicBezTo>
                  <a:pt x="2425605" y="0"/>
                  <a:pt x="2619990" y="194385"/>
                  <a:pt x="2619990" y="434172"/>
                </a:cubicBezTo>
                <a:lnTo>
                  <a:pt x="2619990" y="3978339"/>
                </a:lnTo>
                <a:cubicBezTo>
                  <a:pt x="2619990" y="4218126"/>
                  <a:pt x="2425605" y="4412511"/>
                  <a:pt x="2185818" y="4412511"/>
                </a:cubicBezTo>
                <a:lnTo>
                  <a:pt x="247166" y="4423144"/>
                </a:lnTo>
                <a:cubicBezTo>
                  <a:pt x="-88314" y="4423144"/>
                  <a:pt x="15013" y="4218126"/>
                  <a:pt x="15013" y="3978339"/>
                </a:cubicBezTo>
                <a:lnTo>
                  <a:pt x="15013" y="43417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ED495-DB9A-4AC2-81EC-EEA26C944DC8}"/>
              </a:ext>
            </a:extLst>
          </p:cNvPr>
          <p:cNvSpPr txBox="1"/>
          <p:nvPr/>
        </p:nvSpPr>
        <p:spPr>
          <a:xfrm>
            <a:off x="2849526" y="1669312"/>
            <a:ext cx="22222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Shortcuts:</a:t>
            </a:r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Computer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r>
              <a:rPr lang="en-GB" dirty="0"/>
              <a:t>Power…</a:t>
            </a:r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IE225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6170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BF0BEA2D-FA57-4735-92D4-A01684FB0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5302"/>
            <a:ext cx="9529011" cy="4114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004FD0-5B26-4CCA-990E-787EC3803907}"/>
              </a:ext>
            </a:extLst>
          </p:cNvPr>
          <p:cNvSpPr txBox="1"/>
          <p:nvPr/>
        </p:nvSpPr>
        <p:spPr>
          <a:xfrm>
            <a:off x="701749" y="5348177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Reconnect </a:t>
            </a:r>
            <a:r>
              <a:rPr lang="en-GB" dirty="0">
                <a:hlinkClick r:id="rId5" action="ppaction://hlinksldjump"/>
              </a:rPr>
              <a:t>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8993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BF0BEA2D-FA57-4735-92D4-A01684FB0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5302"/>
            <a:ext cx="9529011" cy="4114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004FD0-5B26-4CCA-990E-787EC3803907}"/>
              </a:ext>
            </a:extLst>
          </p:cNvPr>
          <p:cNvSpPr txBox="1"/>
          <p:nvPr/>
        </p:nvSpPr>
        <p:spPr>
          <a:xfrm>
            <a:off x="701749" y="5348177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Reconnecting. ..</a:t>
            </a:r>
          </a:p>
          <a:p>
            <a:r>
              <a:rPr lang="en-GB" dirty="0">
                <a:hlinkClick r:id="rId5" action="ppaction://hlinksldjump"/>
              </a:rPr>
              <a:t>complete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2705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935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935665"/>
            <a:ext cx="12192000" cy="592233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 rot="5400000">
            <a:off x="11733027" y="317769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AFD1AF-E28E-40F6-970A-DCB307E8A0AB}"/>
              </a:ext>
            </a:extLst>
          </p:cNvPr>
          <p:cNvSpPr/>
          <p:nvPr/>
        </p:nvSpPr>
        <p:spPr>
          <a:xfrm>
            <a:off x="-248094" y="18848"/>
            <a:ext cx="1244009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Internet Explorer 22.5; connected; DNS 1.1.1.2; IP address 112.12.12.345; connection speed is 10mbps; up to date browser;</a:t>
            </a:r>
          </a:p>
          <a:p>
            <a:pPr algn="ctr"/>
            <a:r>
              <a:rPr lang="en-GB" dirty="0"/>
              <a:t>DNS protocol is HTTPS; internet is secured by TSL encryption; cookies enabled; 1000 cookies stored in browser; this site uses 10 cookies; Internet Explorer was made by M1cr0$0ft in 2020. the successor of 3dg3.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CBFB73-FB18-41C9-B385-B516C94A8D60}"/>
              </a:ext>
            </a:extLst>
          </p:cNvPr>
          <p:cNvSpPr txBox="1"/>
          <p:nvPr/>
        </p:nvSpPr>
        <p:spPr>
          <a:xfrm>
            <a:off x="0" y="1311509"/>
            <a:ext cx="12057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Internet!</a:t>
            </a:r>
          </a:p>
          <a:p>
            <a:r>
              <a:rPr lang="en-GB" dirty="0"/>
              <a:t>Please select one of these sites: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5A1F52-0ED1-4517-94FC-05BB19588397}"/>
              </a:ext>
            </a:extLst>
          </p:cNvPr>
          <p:cNvSpPr/>
          <p:nvPr/>
        </p:nvSpPr>
        <p:spPr>
          <a:xfrm>
            <a:off x="3671777" y="3178329"/>
            <a:ext cx="484844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 sites available</a:t>
            </a:r>
          </a:p>
        </p:txBody>
      </p:sp>
    </p:spTree>
    <p:extLst>
      <p:ext uri="{BB962C8B-B14F-4D97-AF65-F5344CB8AC3E}">
        <p14:creationId xmlns:p14="http://schemas.microsoft.com/office/powerpoint/2010/main" val="673500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computer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DA5B1E-13D7-48B7-B336-9ED034A07B34}"/>
              </a:ext>
            </a:extLst>
          </p:cNvPr>
          <p:cNvSpPr/>
          <p:nvPr/>
        </p:nvSpPr>
        <p:spPr>
          <a:xfrm>
            <a:off x="2604976" y="3019647"/>
            <a:ext cx="7495953" cy="12759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 readable disks inserted</a:t>
            </a:r>
          </a:p>
          <a:p>
            <a:pPr algn="ctr"/>
            <a:r>
              <a:rPr lang="en-GB" dirty="0"/>
              <a:t>Please update to see if C:\ Is added! </a:t>
            </a:r>
          </a:p>
        </p:txBody>
      </p:sp>
    </p:spTree>
    <p:extLst>
      <p:ext uri="{BB962C8B-B14F-4D97-AF65-F5344CB8AC3E}">
        <p14:creationId xmlns:p14="http://schemas.microsoft.com/office/powerpoint/2010/main" val="2550156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4E120AB7-4535-4128-86B0-1F7A46769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62" y="664471"/>
            <a:ext cx="924054" cy="914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D50642-8945-4DA4-A28D-F25A6AC2546F}"/>
              </a:ext>
            </a:extLst>
          </p:cNvPr>
          <p:cNvSpPr txBox="1"/>
          <p:nvPr/>
        </p:nvSpPr>
        <p:spPr>
          <a:xfrm>
            <a:off x="116958" y="1796902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IE22.5</a:t>
            </a:r>
          </a:p>
        </p:txBody>
      </p:sp>
      <p:pic>
        <p:nvPicPr>
          <p:cNvPr id="9" name="Graphic 8">
            <a:hlinkClick r:id="rId5" action="ppaction://hlinksldjump"/>
            <a:extLst>
              <a:ext uri="{FF2B5EF4-FFF2-40B4-BE49-F238E27FC236}">
                <a16:creationId xmlns:a16="http://schemas.microsoft.com/office/drawing/2014/main" id="{26234E25-F293-467D-AB3C-EEB6693230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85507" y="664599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85EF6-9869-45D3-A350-3166E51001B4}"/>
              </a:ext>
            </a:extLst>
          </p:cNvPr>
          <p:cNvSpPr txBox="1"/>
          <p:nvPr/>
        </p:nvSpPr>
        <p:spPr>
          <a:xfrm>
            <a:off x="1531088" y="1690577"/>
            <a:ext cx="254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 2.02</a:t>
            </a:r>
          </a:p>
        </p:txBody>
      </p:sp>
    </p:spTree>
    <p:extLst>
      <p:ext uri="{BB962C8B-B14F-4D97-AF65-F5344CB8AC3E}">
        <p14:creationId xmlns:p14="http://schemas.microsoft.com/office/powerpoint/2010/main" val="2023448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A0473E9D-2E60-4A7C-8914-E1EC101C2AFF}"/>
              </a:ext>
            </a:extLst>
          </p:cNvPr>
          <p:cNvSpPr/>
          <p:nvPr/>
        </p:nvSpPr>
        <p:spPr>
          <a:xfrm>
            <a:off x="2392325" y="1648047"/>
            <a:ext cx="6156251" cy="25943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client</a:t>
            </a:r>
          </a:p>
          <a:p>
            <a:pPr algn="ctr"/>
            <a:r>
              <a:rPr lang="en-GB" dirty="0"/>
              <a:t>V2. 02</a:t>
            </a:r>
          </a:p>
          <a:p>
            <a:pPr algn="ctr"/>
            <a:r>
              <a:rPr lang="en-GB" dirty="0"/>
              <a:t>For Windos 98</a:t>
            </a:r>
          </a:p>
          <a:p>
            <a:pPr algn="ctr"/>
            <a:r>
              <a:rPr lang="en-GB" dirty="0"/>
              <a:t>© 2020 M1cr0$0ft c0rp.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B9EE351-7E08-4F84-BC17-EB6540B13C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6751" y="1897975"/>
            <a:ext cx="2004173" cy="200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69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client v2.01 - inbox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 is empty! </a:t>
            </a:r>
            <a:r>
              <a:rPr lang="en-GB" dirty="0">
                <a:sym typeface="Wingdings" panose="05000000000000000000" pitchFamily="2" charset="2"/>
              </a:rPr>
              <a:t>:) </a:t>
            </a:r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374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4" action="ppaction://hlinksldjump"/>
              </a:rPr>
              <a:t>Power off</a:t>
            </a:r>
            <a:endParaRPr lang="en-GB" dirty="0"/>
          </a:p>
          <a:p>
            <a:pPr algn="ctr"/>
            <a:r>
              <a:rPr lang="en-GB" dirty="0">
                <a:hlinkClick r:id="rId5" action="ppaction://hlinksldjump"/>
              </a:rPr>
              <a:t>Reboot</a:t>
            </a:r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Sign out</a:t>
            </a:r>
            <a:endParaRPr lang="en-GB" dirty="0"/>
          </a:p>
          <a:p>
            <a:pPr algn="ctr"/>
            <a:r>
              <a:rPr lang="en-GB" dirty="0">
                <a:hlinkClick r:id="rId6" action="ppaction://hlinksldjump"/>
              </a:rPr>
              <a:t>Sleep</a:t>
            </a:r>
            <a:r>
              <a:rPr lang="en-GB" dirty="0"/>
              <a:t> </a:t>
            </a:r>
          </a:p>
          <a:p>
            <a:pPr algn="ctr"/>
            <a:r>
              <a:rPr lang="en-GB" dirty="0">
                <a:hlinkClick r:id="rId7" action="ppaction://hlinksldjump"/>
              </a:rPr>
              <a:t>Crash system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28917B-0AD5-480E-94C0-59831B491451}"/>
              </a:ext>
            </a:extLst>
          </p:cNvPr>
          <p:cNvSpPr/>
          <p:nvPr/>
        </p:nvSpPr>
        <p:spPr>
          <a:xfrm>
            <a:off x="3515834" y="1509823"/>
            <a:ext cx="5617534" cy="44656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off</a:t>
            </a:r>
          </a:p>
        </p:txBody>
      </p:sp>
    </p:spTree>
    <p:extLst>
      <p:ext uri="{BB962C8B-B14F-4D97-AF65-F5344CB8AC3E}">
        <p14:creationId xmlns:p14="http://schemas.microsoft.com/office/powerpoint/2010/main" val="3063343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Crash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outside of window to cancel.</a:t>
            </a:r>
          </a:p>
          <a:p>
            <a:pPr algn="ctr"/>
            <a:r>
              <a:rPr lang="en-GB" dirty="0"/>
              <a:t>Close window to accept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286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2C2E7587-6612-4BB0-92B1-C5376AD3C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52387"/>
            <a:ext cx="12172950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12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 is now safe to turn off this PC</a:t>
            </a:r>
          </a:p>
          <a:p>
            <a:pPr algn="ctr"/>
            <a:r>
              <a:rPr lang="en-GB" dirty="0"/>
              <a:t>Press ESC to turn off</a:t>
            </a:r>
          </a:p>
          <a:p>
            <a:pPr algn="ctr"/>
            <a:r>
              <a:rPr lang="en-GB" dirty="0">
                <a:hlinkClick r:id="rId3" action="ppaction://hlinksldjump"/>
              </a:rPr>
              <a:t>reboot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1220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88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403</Words>
  <Application>Microsoft Office PowerPoint</Application>
  <PresentationFormat>Widescreen</PresentationFormat>
  <Paragraphs>95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133</cp:revision>
  <dcterms:created xsi:type="dcterms:W3CDTF">2020-07-18T17:31:31Z</dcterms:created>
  <dcterms:modified xsi:type="dcterms:W3CDTF">2020-07-18T18:15:53Z</dcterms:modified>
</cp:coreProperties>
</file>