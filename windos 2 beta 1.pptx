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2" r:id="rId5"/>
    <p:sldId id="263" r:id="rId6"/>
    <p:sldId id="276" r:id="rId7"/>
    <p:sldId id="274" r:id="rId8"/>
    <p:sldId id="273" r:id="rId9"/>
    <p:sldId id="271" r:id="rId10"/>
    <p:sldId id="268" r:id="rId11"/>
    <p:sldId id="267" r:id="rId12"/>
    <p:sldId id="264" r:id="rId13"/>
    <p:sldId id="258" r:id="rId14"/>
    <p:sldId id="277" r:id="rId15"/>
    <p:sldId id="272" r:id="rId16"/>
    <p:sldId id="270" r:id="rId17"/>
    <p:sldId id="269" r:id="rId18"/>
    <p:sldId id="265" r:id="rId19"/>
    <p:sldId id="260" r:id="rId20"/>
    <p:sldId id="275" r:id="rId21"/>
    <p:sldId id="2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24/04/2020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slide" Target="slide1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12.xml"/><Relationship Id="rId10" Type="http://schemas.openxmlformats.org/officeDocument/2006/relationships/slide" Target="slide18.xml"/><Relationship Id="rId4" Type="http://schemas.openxmlformats.org/officeDocument/2006/relationships/slide" Target="slide21.xml"/><Relationship Id="rId9" Type="http://schemas.openxmlformats.org/officeDocument/2006/relationships/slide" Target="slide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4.xml"/><Relationship Id="rId4" Type="http://schemas.openxmlformats.org/officeDocument/2006/relationships/slide" Target="slide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0.xml"/><Relationship Id="rId4" Type="http://schemas.openxmlformats.org/officeDocument/2006/relationships/slide" Target="slide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slide" Target="slide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10.xml"/><Relationship Id="rId4" Type="http://schemas.openxmlformats.org/officeDocument/2006/relationships/slide" Target="slide2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9.svg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17" Type="http://schemas.openxmlformats.org/officeDocument/2006/relationships/hyperlink" Target="https://es.wikipedia.org/wiki/Internet_Explorer" TargetMode="External"/><Relationship Id="rId2" Type="http://schemas.openxmlformats.org/officeDocument/2006/relationships/image" Target="../media/image1.jpe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slide" Target="slide7.xml"/><Relationship Id="rId5" Type="http://schemas.openxmlformats.org/officeDocument/2006/relationships/slide" Target="slide18.xml"/><Relationship Id="rId15" Type="http://schemas.openxmlformats.org/officeDocument/2006/relationships/image" Target="../media/image11.svg"/><Relationship Id="rId10" Type="http://schemas.openxmlformats.org/officeDocument/2006/relationships/image" Target="../media/image7.svg"/><Relationship Id="rId4" Type="http://schemas.openxmlformats.org/officeDocument/2006/relationships/slide" Target="slide21.xml"/><Relationship Id="rId9" Type="http://schemas.openxmlformats.org/officeDocument/2006/relationships/image" Target="../media/image6.png"/><Relationship Id="rId1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slide" Target="slide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fehack.org/articles/technology/3-windows-shortcuts-anyone-can-use.html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" Target="slide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Blue_Screen_of_Death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szymonmochort11.wix.com/ask-jeeves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1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slide" Target="slide20.xml"/><Relationship Id="rId4" Type="http://schemas.openxmlformats.org/officeDocument/2006/relationships/slide" Target="slide4.xml"/><Relationship Id="rId9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8" y="0"/>
            <a:ext cx="1226642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here to boot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B455E8-14E7-44AD-A93F-46C60E2CA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671" y="0"/>
            <a:ext cx="9194193" cy="68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A26E5A42-D79E-4B71-A35D-2CFFDCA0BEAD}"/>
              </a:ext>
            </a:extLst>
          </p:cNvPr>
          <p:cNvSpPr/>
          <p:nvPr/>
        </p:nvSpPr>
        <p:spPr>
          <a:xfrm>
            <a:off x="-50193" y="6188149"/>
            <a:ext cx="12242193" cy="6698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me to exit start menu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ABD63-0E83-46F6-9E4A-62DE259603F7}"/>
              </a:ext>
            </a:extLst>
          </p:cNvPr>
          <p:cNvSpPr/>
          <p:nvPr/>
        </p:nvSpPr>
        <p:spPr>
          <a:xfrm rot="16200000">
            <a:off x="-1992979" y="3325020"/>
            <a:ext cx="4803705" cy="9181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9C6D-E092-4FDE-913F-1E14A1812F81}"/>
              </a:ext>
            </a:extLst>
          </p:cNvPr>
          <p:cNvSpPr/>
          <p:nvPr/>
        </p:nvSpPr>
        <p:spPr>
          <a:xfrm>
            <a:off x="838200" y="2945219"/>
            <a:ext cx="2915093" cy="3240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F663-1802-4F58-8978-0D2FBC0EB6DF}"/>
              </a:ext>
            </a:extLst>
          </p:cNvPr>
          <p:cNvSpPr txBox="1"/>
          <p:nvPr/>
        </p:nvSpPr>
        <p:spPr>
          <a:xfrm>
            <a:off x="838199" y="3040912"/>
            <a:ext cx="26687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Find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Sign out 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3F6B-54CB-4927-A6A0-784F4A3DD42E}"/>
              </a:ext>
            </a:extLst>
          </p:cNvPr>
          <p:cNvSpPr/>
          <p:nvPr/>
        </p:nvSpPr>
        <p:spPr>
          <a:xfrm>
            <a:off x="867938" y="1382232"/>
            <a:ext cx="2885355" cy="155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Memphis the virtual assistant is coming soon! </a:t>
            </a:r>
          </a:p>
        </p:txBody>
      </p:sp>
    </p:spTree>
    <p:extLst>
      <p:ext uri="{BB962C8B-B14F-4D97-AF65-F5344CB8AC3E}">
        <p14:creationId xmlns:p14="http://schemas.microsoft.com/office/powerpoint/2010/main" val="2044334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 INTERNET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TAP HERE TO CONNECT TO THE INTRANET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609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Email 1.00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intranet!</a:t>
            </a:r>
          </a:p>
          <a:p>
            <a:pPr algn="ctr"/>
            <a:r>
              <a:rPr lang="en-GB" dirty="0"/>
              <a:t>Fix it </a:t>
            </a:r>
            <a:r>
              <a:rPr lang="en-GB" dirty="0">
                <a:hlinkClick r:id="rId5" action="ppaction://hlinksldjump"/>
              </a:rPr>
              <a:t>here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349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Browser 0.09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 This browser is in alpha!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Wait until a later update to use it in beta/full version!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6CA71-F940-44B4-90A3-AA5566714660}"/>
              </a:ext>
            </a:extLst>
          </p:cNvPr>
          <p:cNvSpPr/>
          <p:nvPr/>
        </p:nvSpPr>
        <p:spPr>
          <a:xfrm>
            <a:off x="0" y="1137684"/>
            <a:ext cx="12163647" cy="1190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About: alpha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3123-C84B-4050-BF3C-33F46F19A51C}"/>
              </a:ext>
            </a:extLst>
          </p:cNvPr>
          <p:cNvSpPr txBox="1"/>
          <p:nvPr/>
        </p:nvSpPr>
        <p:spPr>
          <a:xfrm>
            <a:off x="28353" y="6368902"/>
            <a:ext cx="308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Intranet</a:t>
            </a:r>
          </a:p>
        </p:txBody>
      </p:sp>
    </p:spTree>
    <p:extLst>
      <p:ext uri="{BB962C8B-B14F-4D97-AF65-F5344CB8AC3E}">
        <p14:creationId xmlns:p14="http://schemas.microsoft.com/office/powerpoint/2010/main" val="2724575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to find: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C5B02-E72B-4AB0-82EA-CAFAFD90A2B1}"/>
              </a:ext>
            </a:extLst>
          </p:cNvPr>
          <p:cNvSpPr/>
          <p:nvPr/>
        </p:nvSpPr>
        <p:spPr>
          <a:xfrm>
            <a:off x="138223" y="1690688"/>
            <a:ext cx="12053777" cy="1403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8C03A-5CD9-4CCF-8800-7AC5B11A900E}"/>
              </a:ext>
            </a:extLst>
          </p:cNvPr>
          <p:cNvSpPr/>
          <p:nvPr/>
        </p:nvSpPr>
        <p:spPr>
          <a:xfrm>
            <a:off x="138223" y="3429000"/>
            <a:ext cx="3168503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Look in:</a:t>
            </a:r>
          </a:p>
          <a:p>
            <a:pPr algn="ctr"/>
            <a:r>
              <a:rPr lang="en-GB" dirty="0"/>
              <a:t>All drives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96FE9-DD5F-47FD-B8D3-80DF4B694565}"/>
              </a:ext>
            </a:extLst>
          </p:cNvPr>
          <p:cNvSpPr/>
          <p:nvPr/>
        </p:nvSpPr>
        <p:spPr>
          <a:xfrm>
            <a:off x="3391786" y="3429000"/>
            <a:ext cx="3423684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an alpha program.</a:t>
            </a:r>
          </a:p>
          <a:p>
            <a:pPr algn="ctr"/>
            <a:r>
              <a:rPr lang="en-GB" dirty="0"/>
              <a:t>You might not get anything! 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D219A373-96C4-479A-907B-B3602E0F7FE4}"/>
              </a:ext>
            </a:extLst>
          </p:cNvPr>
          <p:cNvSpPr/>
          <p:nvPr/>
        </p:nvSpPr>
        <p:spPr>
          <a:xfrm>
            <a:off x="7060019" y="3426789"/>
            <a:ext cx="5029199" cy="8900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now</a:t>
            </a:r>
          </a:p>
        </p:txBody>
      </p:sp>
    </p:spTree>
    <p:extLst>
      <p:ext uri="{BB962C8B-B14F-4D97-AF65-F5344CB8AC3E}">
        <p14:creationId xmlns:p14="http://schemas.microsoft.com/office/powerpoint/2010/main" val="385200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C:\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view folder for some unknown reason.</a:t>
            </a:r>
          </a:p>
          <a:p>
            <a:pPr algn="ctr"/>
            <a:r>
              <a:rPr lang="en-GB" dirty="0"/>
              <a:t>Please check in the next update</a:t>
            </a:r>
          </a:p>
        </p:txBody>
      </p:sp>
    </p:spTree>
    <p:extLst>
      <p:ext uri="{BB962C8B-B14F-4D97-AF65-F5344CB8AC3E}">
        <p14:creationId xmlns:p14="http://schemas.microsoft.com/office/powerpoint/2010/main" val="93425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Computer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BA21DD4-66AB-4956-95CF-95E673236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2" y="1173192"/>
            <a:ext cx="914479" cy="91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BEB70-57E6-4F41-BC7F-DE27B109621C}"/>
              </a:ext>
            </a:extLst>
          </p:cNvPr>
          <p:cNvSpPr txBox="1"/>
          <p:nvPr/>
        </p:nvSpPr>
        <p:spPr>
          <a:xfrm>
            <a:off x="102782" y="2190307"/>
            <a:ext cx="163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449586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Power">
            <a:hlinkClick r:id="rId5" action="ppaction://hlinksldjump"/>
            <a:extLst>
              <a:ext uri="{FF2B5EF4-FFF2-40B4-BE49-F238E27FC236}">
                <a16:creationId xmlns:a16="http://schemas.microsoft.com/office/drawing/2014/main" id="{661AFC88-F6FD-48F2-94B6-E6DC1E20D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39" y="13131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91434-1079-4AB4-9576-0D3E8B8E85DE}"/>
              </a:ext>
            </a:extLst>
          </p:cNvPr>
          <p:cNvSpPr txBox="1"/>
          <p:nvPr/>
        </p:nvSpPr>
        <p:spPr>
          <a:xfrm>
            <a:off x="361507" y="2227521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menu</a:t>
            </a:r>
          </a:p>
        </p:txBody>
      </p:sp>
      <p:pic>
        <p:nvPicPr>
          <p:cNvPr id="10" name="Graphic 9" descr="World">
            <a:hlinkClick r:id="rId8" action="ppaction://hlinksldjump"/>
            <a:extLst>
              <a:ext uri="{FF2B5EF4-FFF2-40B4-BE49-F238E27FC236}">
                <a16:creationId xmlns:a16="http://schemas.microsoft.com/office/drawing/2014/main" id="{4A23B773-ECE1-4460-9DF4-6EF05A991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062" y="138404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F152C-5BD9-4EB0-B16D-E5955F8D7CAA}"/>
              </a:ext>
            </a:extLst>
          </p:cNvPr>
          <p:cNvSpPr txBox="1"/>
          <p:nvPr/>
        </p:nvSpPr>
        <p:spPr>
          <a:xfrm>
            <a:off x="1920062" y="2298442"/>
            <a:ext cx="153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browser</a:t>
            </a:r>
          </a:p>
        </p:txBody>
      </p:sp>
      <p:pic>
        <p:nvPicPr>
          <p:cNvPr id="12" name="Graphic 11" descr="Email">
            <a:hlinkClick r:id="rId11" action="ppaction://hlinksldjump"/>
            <a:extLst>
              <a:ext uri="{FF2B5EF4-FFF2-40B4-BE49-F238E27FC236}">
                <a16:creationId xmlns:a16="http://schemas.microsoft.com/office/drawing/2014/main" id="{CBD33420-1E30-4B1E-8389-2A331439C4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35324" y="138404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60C5BF-FC32-4E01-90DC-F83B6BDDA805}"/>
              </a:ext>
            </a:extLst>
          </p:cNvPr>
          <p:cNvSpPr txBox="1"/>
          <p:nvPr/>
        </p:nvSpPr>
        <p:spPr>
          <a:xfrm>
            <a:off x="3455581" y="2298442"/>
            <a:ext cx="18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15" name="Graphic 14" descr="Shield Tick">
            <a:extLst>
              <a:ext uri="{FF2B5EF4-FFF2-40B4-BE49-F238E27FC236}">
                <a16:creationId xmlns:a16="http://schemas.microsoft.com/office/drawing/2014/main" id="{B56992E3-1F67-4E28-919B-DCD06BDAB6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7058" y="1384042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D83C6D-7BF1-400B-8972-D32DE4FFC058}"/>
              </a:ext>
            </a:extLst>
          </p:cNvPr>
          <p:cNvSpPr/>
          <p:nvPr/>
        </p:nvSpPr>
        <p:spPr>
          <a:xfrm>
            <a:off x="4844843" y="2298442"/>
            <a:ext cx="1161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antivirus+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EBCA94-4DFF-4BC7-9816-A2303ED7E961}"/>
              </a:ext>
            </a:extLst>
          </p:cNvPr>
          <p:cNvPicPr>
            <a:picLocks noChangeAspect="1"/>
          </p:cNvPicPr>
          <p:nvPr/>
        </p:nvPicPr>
        <p:blipFill>
          <a:blip r:embed="rId16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6096000" y="1303488"/>
            <a:ext cx="931477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E9588F-8F39-41A6-BC3B-D57B02C12C3E}"/>
              </a:ext>
            </a:extLst>
          </p:cNvPr>
          <p:cNvSpPr txBox="1"/>
          <p:nvPr/>
        </p:nvSpPr>
        <p:spPr>
          <a:xfrm>
            <a:off x="6123220" y="2217888"/>
            <a:ext cx="104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</p:spTree>
    <p:extLst>
      <p:ext uri="{BB962C8B-B14F-4D97-AF65-F5344CB8AC3E}">
        <p14:creationId xmlns:p14="http://schemas.microsoft.com/office/powerpoint/2010/main" val="195010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inetwiz.exe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intranet</a:t>
            </a:r>
          </a:p>
          <a:p>
            <a:pPr algn="ctr"/>
            <a:r>
              <a:rPr lang="en-GB" dirty="0"/>
              <a:t>Please wait…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5DFA5E-6AA7-47FD-BC3C-430BD16C5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26" y="4657061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8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 result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Found:</a:t>
            </a:r>
          </a:p>
          <a:p>
            <a:pPr algn="ctr"/>
            <a:r>
              <a:rPr lang="en-GB" dirty="0"/>
              <a:t>C:\windos\system32\windos.exe</a:t>
            </a:r>
          </a:p>
          <a:p>
            <a:pPr algn="ctr"/>
            <a:r>
              <a:rPr lang="en-GB" dirty="0"/>
              <a:t>The file is 0.0001Mb in size and was created on : 23/04/2020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4E0775F-7EA9-4458-B877-5BFB0B6C1E4D}"/>
              </a:ext>
            </a:extLst>
          </p:cNvPr>
          <p:cNvSpPr/>
          <p:nvPr/>
        </p:nvSpPr>
        <p:spPr>
          <a:xfrm>
            <a:off x="1520456" y="5348177"/>
            <a:ext cx="4338084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the file</a:t>
            </a:r>
          </a:p>
        </p:txBody>
      </p:sp>
      <p:sp>
        <p:nvSpPr>
          <p:cNvPr id="8" name="Rectangle 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16E3D8AD-EC41-49C2-8F55-867FA31DDCF1}"/>
              </a:ext>
            </a:extLst>
          </p:cNvPr>
          <p:cNvSpPr/>
          <p:nvPr/>
        </p:nvSpPr>
        <p:spPr>
          <a:xfrm>
            <a:off x="5954233" y="5348177"/>
            <a:ext cx="4072269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248970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cannot tun 2 instances of Windos at once, silly! 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B6294DB-A0E0-4E77-9888-03656ECADE09}"/>
              </a:ext>
            </a:extLst>
          </p:cNvPr>
          <p:cNvSpPr/>
          <p:nvPr/>
        </p:nvSpPr>
        <p:spPr>
          <a:xfrm>
            <a:off x="1520456" y="4816549"/>
            <a:ext cx="8814391" cy="1350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062550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Run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the name of the program you wish to run, and Windos will run it for you: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19DED0-C2B3-4AA3-BD19-D36CAD4F946C}"/>
              </a:ext>
            </a:extLst>
          </p:cNvPr>
          <p:cNvSpPr/>
          <p:nvPr/>
        </p:nvSpPr>
        <p:spPr>
          <a:xfrm>
            <a:off x="1860698" y="3429000"/>
            <a:ext cx="8293395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520E6-9D6D-4C6F-B2F6-3EF63D199772}"/>
              </a:ext>
            </a:extLst>
          </p:cNvPr>
          <p:cNvSpPr/>
          <p:nvPr/>
        </p:nvSpPr>
        <p:spPr>
          <a:xfrm>
            <a:off x="1860698" y="4965405"/>
            <a:ext cx="4235302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DD7B5CF-6BA9-4C63-85E1-A45977325392}"/>
              </a:ext>
            </a:extLst>
          </p:cNvPr>
          <p:cNvSpPr/>
          <p:nvPr/>
        </p:nvSpPr>
        <p:spPr>
          <a:xfrm>
            <a:off x="6358270" y="4965405"/>
            <a:ext cx="3795823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047614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ower">
            <a:extLst>
              <a:ext uri="{FF2B5EF4-FFF2-40B4-BE49-F238E27FC236}">
                <a16:creationId xmlns:a16="http://schemas.microsoft.com/office/drawing/2014/main" id="{669B1A37-4870-40C4-8E30-D2579D63A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995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CA82F-AB93-453D-8689-6EFB547E9C3F}"/>
              </a:ext>
            </a:extLst>
          </p:cNvPr>
          <p:cNvSpPr txBox="1"/>
          <p:nvPr/>
        </p:nvSpPr>
        <p:spPr>
          <a:xfrm>
            <a:off x="1857153" y="4178595"/>
            <a:ext cx="1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off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2FEB96-9317-44DF-BFA2-5E16C406C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87995" y="2959395"/>
            <a:ext cx="1219200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B3DCE-EB15-4BE8-8A4F-EDF6CEBE6309}"/>
              </a:ext>
            </a:extLst>
          </p:cNvPr>
          <p:cNvSpPr txBox="1"/>
          <p:nvPr/>
        </p:nvSpPr>
        <p:spPr>
          <a:xfrm>
            <a:off x="3187995" y="4178595"/>
            <a:ext cx="13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3055349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bird, flower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4B54CFC0-C66F-4253-BE47-F7CC6266B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94" r="-3" b="-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59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498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</a:t>
            </a:r>
          </a:p>
          <a:p>
            <a:r>
              <a:rPr lang="en-GB" dirty="0"/>
              <a:t>beta 1</a:t>
            </a:r>
          </a:p>
          <a:p>
            <a:r>
              <a:rPr lang="en-GB" dirty="0"/>
              <a:t>For testing purposes ONLY</a:t>
            </a:r>
          </a:p>
        </p:txBody>
      </p:sp>
      <p:pic>
        <p:nvPicPr>
          <p:cNvPr id="8" name="Graphic 7" descr="Garbage">
            <a:hlinkClick r:id="rId5" action="ppaction://hlinksldjump"/>
            <a:extLst>
              <a:ext uri="{FF2B5EF4-FFF2-40B4-BE49-F238E27FC236}">
                <a16:creationId xmlns:a16="http://schemas.microsoft.com/office/drawing/2014/main" id="{69A6E7C7-E205-441F-8A75-CC10C284D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833" y="471553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7DB83-49DF-4DE7-9B79-7C11E08FF805}"/>
              </a:ext>
            </a:extLst>
          </p:cNvPr>
          <p:cNvSpPr txBox="1"/>
          <p:nvPr/>
        </p:nvSpPr>
        <p:spPr>
          <a:xfrm>
            <a:off x="10866474" y="5794744"/>
            <a:ext cx="13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Trash-can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9DAA5-E3AE-4A02-9FE9-DFC162E0F446}"/>
              </a:ext>
            </a:extLst>
          </p:cNvPr>
          <p:cNvSpPr/>
          <p:nvPr/>
        </p:nvSpPr>
        <p:spPr>
          <a:xfrm>
            <a:off x="7272670" y="365125"/>
            <a:ext cx="3306725" cy="56210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C910F-EC2E-4057-A63F-002815770866}"/>
              </a:ext>
            </a:extLst>
          </p:cNvPr>
          <p:cNvSpPr txBox="1"/>
          <p:nvPr/>
        </p:nvSpPr>
        <p:spPr>
          <a:xfrm>
            <a:off x="7272670" y="499730"/>
            <a:ext cx="32322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Now in beta!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shortcuts to start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 shortcuts should work 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Announce: icons are back!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Clippy click thing…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antivirus+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Intranet explorer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inetwiz.exe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trash-can</a:t>
            </a:r>
          </a:p>
        </p:txBody>
      </p:sp>
      <p:pic>
        <p:nvPicPr>
          <p:cNvPr id="12" name="Picture 2" descr="Image result for clippy">
            <a:hlinkClick r:id="rId8"/>
            <a:extLst>
              <a:ext uri="{FF2B5EF4-FFF2-40B4-BE49-F238E27FC236}">
                <a16:creationId xmlns:a16="http://schemas.microsoft.com/office/drawing/2014/main" id="{80DCA775-1A2C-4CF6-BFDE-1EC39378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6" y="4744779"/>
            <a:ext cx="1905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5128EA9-60A0-4B69-A802-18D58D36372A}"/>
              </a:ext>
            </a:extLst>
          </p:cNvPr>
          <p:cNvSpPr/>
          <p:nvPr/>
        </p:nvSpPr>
        <p:spPr>
          <a:xfrm>
            <a:off x="1048190" y="2916830"/>
            <a:ext cx="2817628" cy="1657828"/>
          </a:xfrm>
          <a:prstGeom prst="wedgeRectCallout">
            <a:avLst>
              <a:gd name="adj1" fmla="val -46116"/>
              <a:gd name="adj2" fmla="val 10098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Hint of the version: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Click me for a random website! Internet needed! </a:t>
            </a:r>
          </a:p>
        </p:txBody>
      </p:sp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2">
      <a:dk1>
        <a:srgbClr val="000000"/>
      </a:dk1>
      <a:lt1>
        <a:srgbClr val="E7E6E6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FFFF00"/>
      </a:accent3>
      <a:accent4>
        <a:srgbClr val="00B050"/>
      </a:accent4>
      <a:accent5>
        <a:srgbClr val="5B9BD5"/>
      </a:accent5>
      <a:accent6>
        <a:srgbClr val="7030A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301</Words>
  <Application>Microsoft Office PowerPoint</Application>
  <PresentationFormat>Widescreen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 - 8YB.</cp:lastModifiedBy>
  <cp:revision>108</cp:revision>
  <dcterms:created xsi:type="dcterms:W3CDTF">2020-04-21T13:45:39Z</dcterms:created>
  <dcterms:modified xsi:type="dcterms:W3CDTF">2020-04-24T13:53:56Z</dcterms:modified>
</cp:coreProperties>
</file>