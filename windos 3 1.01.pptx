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60" r:id="rId4"/>
    <p:sldId id="261" r:id="rId5"/>
    <p:sldId id="262" r:id="rId6"/>
    <p:sldId id="263" r:id="rId7"/>
    <p:sldId id="264" r:id="rId8"/>
    <p:sldId id="273" r:id="rId9"/>
    <p:sldId id="267" r:id="rId10"/>
    <p:sldId id="268" r:id="rId11"/>
    <p:sldId id="269" r:id="rId12"/>
    <p:sldId id="270" r:id="rId13"/>
    <p:sldId id="271" r:id="rId14"/>
    <p:sldId id="272" r:id="rId15"/>
    <p:sldId id="274" r:id="rId16"/>
    <p:sldId id="275" r:id="rId17"/>
    <p:sldId id="276" r:id="rId18"/>
    <p:sldId id="277" r:id="rId19"/>
    <p:sldId id="278" r:id="rId20"/>
    <p:sldId id="324" r:id="rId21"/>
    <p:sldId id="279" r:id="rId22"/>
    <p:sldId id="257" r:id="rId23"/>
    <p:sldId id="318" r:id="rId24"/>
    <p:sldId id="286" r:id="rId25"/>
    <p:sldId id="296" r:id="rId26"/>
    <p:sldId id="259" r:id="rId27"/>
    <p:sldId id="289" r:id="rId28"/>
    <p:sldId id="293" r:id="rId29"/>
    <p:sldId id="302" r:id="rId30"/>
    <p:sldId id="280" r:id="rId31"/>
    <p:sldId id="281" r:id="rId32"/>
    <p:sldId id="282" r:id="rId33"/>
    <p:sldId id="283" r:id="rId34"/>
    <p:sldId id="284" r:id="rId35"/>
    <p:sldId id="285" r:id="rId36"/>
    <p:sldId id="287" r:id="rId37"/>
    <p:sldId id="288" r:id="rId38"/>
    <p:sldId id="301" r:id="rId39"/>
    <p:sldId id="290" r:id="rId40"/>
    <p:sldId id="291" r:id="rId41"/>
    <p:sldId id="292" r:id="rId42"/>
    <p:sldId id="294" r:id="rId43"/>
    <p:sldId id="295" r:id="rId44"/>
    <p:sldId id="297" r:id="rId45"/>
    <p:sldId id="298" r:id="rId46"/>
    <p:sldId id="299" r:id="rId47"/>
    <p:sldId id="300" r:id="rId48"/>
    <p:sldId id="303" r:id="rId49"/>
    <p:sldId id="304"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9" r:id="rId63"/>
    <p:sldId id="320" r:id="rId64"/>
    <p:sldId id="321" r:id="rId65"/>
    <p:sldId id="322" r:id="rId66"/>
    <p:sldId id="323" r:id="rId67"/>
    <p:sldId id="325" r:id="rId68"/>
    <p:sldId id="326" r:id="rId69"/>
    <p:sldId id="327" r:id="rId70"/>
    <p:sldId id="328" r:id="rId71"/>
    <p:sldId id="329" r:id="rId72"/>
    <p:sldId id="330" r:id="rId73"/>
    <p:sldId id="331" r:id="rId7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0789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743" autoAdjust="0"/>
    <p:restoredTop sz="94660"/>
  </p:normalViewPr>
  <p:slideViewPr>
    <p:cSldViewPr snapToGrid="0">
      <p:cViewPr varScale="1">
        <p:scale>
          <a:sx n="90" d="100"/>
          <a:sy n="90" d="100"/>
        </p:scale>
        <p:origin x="58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F82B6-5AF9-40C1-BF33-0E81246CBB0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138FB08-F870-4556-8712-6AA5581572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15B9E762-AB0A-44F9-9304-5F16EE2AC5F3}"/>
              </a:ext>
            </a:extLst>
          </p:cNvPr>
          <p:cNvSpPr>
            <a:spLocks noGrp="1"/>
          </p:cNvSpPr>
          <p:nvPr>
            <p:ph type="dt" sz="half" idx="10"/>
          </p:nvPr>
        </p:nvSpPr>
        <p:spPr/>
        <p:txBody>
          <a:bodyPr/>
          <a:lstStyle/>
          <a:p>
            <a:fld id="{10754BD7-FFA6-41C0-BC41-E648F4C751CD}" type="datetimeFigureOut">
              <a:rPr lang="en-GB" smtClean="0"/>
              <a:t>01/06/2020</a:t>
            </a:fld>
            <a:endParaRPr lang="en-GB" dirty="0"/>
          </a:p>
        </p:txBody>
      </p:sp>
      <p:sp>
        <p:nvSpPr>
          <p:cNvPr id="5" name="Footer Placeholder 4">
            <a:extLst>
              <a:ext uri="{FF2B5EF4-FFF2-40B4-BE49-F238E27FC236}">
                <a16:creationId xmlns:a16="http://schemas.microsoft.com/office/drawing/2014/main" id="{E3389AC8-ED00-4259-A509-110E54B0EF8D}"/>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A519CAF8-55D6-4030-93FC-72F72C6108A5}"/>
              </a:ext>
            </a:extLst>
          </p:cNvPr>
          <p:cNvSpPr>
            <a:spLocks noGrp="1"/>
          </p:cNvSpPr>
          <p:nvPr>
            <p:ph type="sldNum" sz="quarter" idx="12"/>
          </p:nvPr>
        </p:nvSpPr>
        <p:spPr/>
        <p:txBody>
          <a:bodyPr/>
          <a:lstStyle/>
          <a:p>
            <a:fld id="{395921D3-44A7-450E-B6A2-F1A528FCC346}" type="slidenum">
              <a:rPr lang="en-GB" smtClean="0"/>
              <a:t>‹#›</a:t>
            </a:fld>
            <a:endParaRPr lang="en-GB" dirty="0"/>
          </a:p>
        </p:txBody>
      </p:sp>
    </p:spTree>
    <p:extLst>
      <p:ext uri="{BB962C8B-B14F-4D97-AF65-F5344CB8AC3E}">
        <p14:creationId xmlns:p14="http://schemas.microsoft.com/office/powerpoint/2010/main" val="32527917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FC58B-4E9D-4443-A25D-4267D1A9F64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5C3AE40-1FDA-49A1-8DA8-41011D3DB6F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F45E0E1-8979-45C9-8C23-03A69DC235EF}"/>
              </a:ext>
            </a:extLst>
          </p:cNvPr>
          <p:cNvSpPr>
            <a:spLocks noGrp="1"/>
          </p:cNvSpPr>
          <p:nvPr>
            <p:ph type="dt" sz="half" idx="10"/>
          </p:nvPr>
        </p:nvSpPr>
        <p:spPr/>
        <p:txBody>
          <a:bodyPr/>
          <a:lstStyle/>
          <a:p>
            <a:fld id="{10754BD7-FFA6-41C0-BC41-E648F4C751CD}" type="datetimeFigureOut">
              <a:rPr lang="en-GB" smtClean="0"/>
              <a:t>01/06/2020</a:t>
            </a:fld>
            <a:endParaRPr lang="en-GB" dirty="0"/>
          </a:p>
        </p:txBody>
      </p:sp>
      <p:sp>
        <p:nvSpPr>
          <p:cNvPr id="5" name="Footer Placeholder 4">
            <a:extLst>
              <a:ext uri="{FF2B5EF4-FFF2-40B4-BE49-F238E27FC236}">
                <a16:creationId xmlns:a16="http://schemas.microsoft.com/office/drawing/2014/main" id="{25AB3029-3B50-41EB-8746-86544EA61BE6}"/>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7B86B8E7-D508-415E-AED8-7BC03216AD31}"/>
              </a:ext>
            </a:extLst>
          </p:cNvPr>
          <p:cNvSpPr>
            <a:spLocks noGrp="1"/>
          </p:cNvSpPr>
          <p:nvPr>
            <p:ph type="sldNum" sz="quarter" idx="12"/>
          </p:nvPr>
        </p:nvSpPr>
        <p:spPr/>
        <p:txBody>
          <a:bodyPr/>
          <a:lstStyle/>
          <a:p>
            <a:fld id="{395921D3-44A7-450E-B6A2-F1A528FCC346}" type="slidenum">
              <a:rPr lang="en-GB" smtClean="0"/>
              <a:t>‹#›</a:t>
            </a:fld>
            <a:endParaRPr lang="en-GB" dirty="0"/>
          </a:p>
        </p:txBody>
      </p:sp>
    </p:spTree>
    <p:extLst>
      <p:ext uri="{BB962C8B-B14F-4D97-AF65-F5344CB8AC3E}">
        <p14:creationId xmlns:p14="http://schemas.microsoft.com/office/powerpoint/2010/main" val="500167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ACEA9-F7E5-4A34-9338-0E349FB4894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CF3ED676-D604-44EE-BC73-E3911D028A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6E038C-2258-449F-BE71-2D2BDBD617AA}"/>
              </a:ext>
            </a:extLst>
          </p:cNvPr>
          <p:cNvSpPr>
            <a:spLocks noGrp="1"/>
          </p:cNvSpPr>
          <p:nvPr>
            <p:ph type="dt" sz="half" idx="10"/>
          </p:nvPr>
        </p:nvSpPr>
        <p:spPr/>
        <p:txBody>
          <a:bodyPr/>
          <a:lstStyle/>
          <a:p>
            <a:fld id="{10754BD7-FFA6-41C0-BC41-E648F4C751CD}" type="datetimeFigureOut">
              <a:rPr lang="en-GB" smtClean="0"/>
              <a:t>01/06/2020</a:t>
            </a:fld>
            <a:endParaRPr lang="en-GB" dirty="0"/>
          </a:p>
        </p:txBody>
      </p:sp>
      <p:sp>
        <p:nvSpPr>
          <p:cNvPr id="5" name="Footer Placeholder 4">
            <a:extLst>
              <a:ext uri="{FF2B5EF4-FFF2-40B4-BE49-F238E27FC236}">
                <a16:creationId xmlns:a16="http://schemas.microsoft.com/office/drawing/2014/main" id="{70692AD1-0D4C-4F2B-96B8-6B64F054F1A7}"/>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47167C6F-C738-4EE9-9B25-149B1B81D7D3}"/>
              </a:ext>
            </a:extLst>
          </p:cNvPr>
          <p:cNvSpPr>
            <a:spLocks noGrp="1"/>
          </p:cNvSpPr>
          <p:nvPr>
            <p:ph type="sldNum" sz="quarter" idx="12"/>
          </p:nvPr>
        </p:nvSpPr>
        <p:spPr/>
        <p:txBody>
          <a:bodyPr/>
          <a:lstStyle/>
          <a:p>
            <a:fld id="{395921D3-44A7-450E-B6A2-F1A528FCC346}" type="slidenum">
              <a:rPr lang="en-GB" smtClean="0"/>
              <a:t>‹#›</a:t>
            </a:fld>
            <a:endParaRPr lang="en-GB" dirty="0"/>
          </a:p>
        </p:txBody>
      </p:sp>
    </p:spTree>
    <p:extLst>
      <p:ext uri="{BB962C8B-B14F-4D97-AF65-F5344CB8AC3E}">
        <p14:creationId xmlns:p14="http://schemas.microsoft.com/office/powerpoint/2010/main" val="12639622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34205-227D-4199-ADDF-E6C728040B0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E2FE4D6-CF19-458C-AE2B-00A50E49F22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800C53AC-27AF-4210-A99D-928B163F94E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5126BB53-4A92-48A4-A2FB-F32EDE5BAAF3}"/>
              </a:ext>
            </a:extLst>
          </p:cNvPr>
          <p:cNvSpPr>
            <a:spLocks noGrp="1"/>
          </p:cNvSpPr>
          <p:nvPr>
            <p:ph type="dt" sz="half" idx="10"/>
          </p:nvPr>
        </p:nvSpPr>
        <p:spPr/>
        <p:txBody>
          <a:bodyPr/>
          <a:lstStyle/>
          <a:p>
            <a:fld id="{10754BD7-FFA6-41C0-BC41-E648F4C751CD}" type="datetimeFigureOut">
              <a:rPr lang="en-GB" smtClean="0"/>
              <a:t>01/06/2020</a:t>
            </a:fld>
            <a:endParaRPr lang="en-GB" dirty="0"/>
          </a:p>
        </p:txBody>
      </p:sp>
      <p:sp>
        <p:nvSpPr>
          <p:cNvPr id="6" name="Footer Placeholder 5">
            <a:extLst>
              <a:ext uri="{FF2B5EF4-FFF2-40B4-BE49-F238E27FC236}">
                <a16:creationId xmlns:a16="http://schemas.microsoft.com/office/drawing/2014/main" id="{B0EBD527-5D7C-415A-B344-E09B6D864ED1}"/>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E49A375D-4133-4395-A0B9-856F1890E4F4}"/>
              </a:ext>
            </a:extLst>
          </p:cNvPr>
          <p:cNvSpPr>
            <a:spLocks noGrp="1"/>
          </p:cNvSpPr>
          <p:nvPr>
            <p:ph type="sldNum" sz="quarter" idx="12"/>
          </p:nvPr>
        </p:nvSpPr>
        <p:spPr/>
        <p:txBody>
          <a:bodyPr/>
          <a:lstStyle/>
          <a:p>
            <a:fld id="{395921D3-44A7-450E-B6A2-F1A528FCC346}" type="slidenum">
              <a:rPr lang="en-GB" smtClean="0"/>
              <a:t>‹#›</a:t>
            </a:fld>
            <a:endParaRPr lang="en-GB" dirty="0"/>
          </a:p>
        </p:txBody>
      </p:sp>
    </p:spTree>
    <p:extLst>
      <p:ext uri="{BB962C8B-B14F-4D97-AF65-F5344CB8AC3E}">
        <p14:creationId xmlns:p14="http://schemas.microsoft.com/office/powerpoint/2010/main" val="24867565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74397-440B-4A12-97B1-43D235664F42}"/>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4FA0488-5D66-4ED5-BD31-C1E59AAF66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ACF5511-34A8-4093-B289-182506620C0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0E07146E-EAF3-400A-BC96-1F1F640A37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183E4B1-E1C9-4823-8546-96B694E22E0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176C9718-BD4C-488A-891D-330E69FAE5F4}"/>
              </a:ext>
            </a:extLst>
          </p:cNvPr>
          <p:cNvSpPr>
            <a:spLocks noGrp="1"/>
          </p:cNvSpPr>
          <p:nvPr>
            <p:ph type="dt" sz="half" idx="10"/>
          </p:nvPr>
        </p:nvSpPr>
        <p:spPr/>
        <p:txBody>
          <a:bodyPr/>
          <a:lstStyle/>
          <a:p>
            <a:fld id="{10754BD7-FFA6-41C0-BC41-E648F4C751CD}" type="datetimeFigureOut">
              <a:rPr lang="en-GB" smtClean="0"/>
              <a:t>01/06/2020</a:t>
            </a:fld>
            <a:endParaRPr lang="en-GB" dirty="0"/>
          </a:p>
        </p:txBody>
      </p:sp>
      <p:sp>
        <p:nvSpPr>
          <p:cNvPr id="8" name="Footer Placeholder 7">
            <a:extLst>
              <a:ext uri="{FF2B5EF4-FFF2-40B4-BE49-F238E27FC236}">
                <a16:creationId xmlns:a16="http://schemas.microsoft.com/office/drawing/2014/main" id="{10A8E2C9-025C-4CE5-88BF-DC2FBCAF5E7B}"/>
              </a:ext>
            </a:extLst>
          </p:cNvPr>
          <p:cNvSpPr>
            <a:spLocks noGrp="1"/>
          </p:cNvSpPr>
          <p:nvPr>
            <p:ph type="ftr" sz="quarter" idx="11"/>
          </p:nvPr>
        </p:nvSpPr>
        <p:spPr/>
        <p:txBody>
          <a:bodyPr/>
          <a:lstStyle/>
          <a:p>
            <a:endParaRPr lang="en-GB" dirty="0"/>
          </a:p>
        </p:txBody>
      </p:sp>
      <p:sp>
        <p:nvSpPr>
          <p:cNvPr id="9" name="Slide Number Placeholder 8">
            <a:extLst>
              <a:ext uri="{FF2B5EF4-FFF2-40B4-BE49-F238E27FC236}">
                <a16:creationId xmlns:a16="http://schemas.microsoft.com/office/drawing/2014/main" id="{AB2F9A83-3C9B-47FE-80FA-939ABEBD8F78}"/>
              </a:ext>
            </a:extLst>
          </p:cNvPr>
          <p:cNvSpPr>
            <a:spLocks noGrp="1"/>
          </p:cNvSpPr>
          <p:nvPr>
            <p:ph type="sldNum" sz="quarter" idx="12"/>
          </p:nvPr>
        </p:nvSpPr>
        <p:spPr/>
        <p:txBody>
          <a:bodyPr/>
          <a:lstStyle/>
          <a:p>
            <a:fld id="{395921D3-44A7-450E-B6A2-F1A528FCC346}" type="slidenum">
              <a:rPr lang="en-GB" smtClean="0"/>
              <a:t>‹#›</a:t>
            </a:fld>
            <a:endParaRPr lang="en-GB" dirty="0"/>
          </a:p>
        </p:txBody>
      </p:sp>
    </p:spTree>
    <p:extLst>
      <p:ext uri="{BB962C8B-B14F-4D97-AF65-F5344CB8AC3E}">
        <p14:creationId xmlns:p14="http://schemas.microsoft.com/office/powerpoint/2010/main" val="3062528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B7153-317C-49D8-8BCB-9D8FC4989011}"/>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DBE603FF-624E-47C9-9E64-00B47C8BFF80}"/>
              </a:ext>
            </a:extLst>
          </p:cNvPr>
          <p:cNvSpPr>
            <a:spLocks noGrp="1"/>
          </p:cNvSpPr>
          <p:nvPr>
            <p:ph type="dt" sz="half" idx="10"/>
          </p:nvPr>
        </p:nvSpPr>
        <p:spPr/>
        <p:txBody>
          <a:bodyPr/>
          <a:lstStyle/>
          <a:p>
            <a:fld id="{10754BD7-FFA6-41C0-BC41-E648F4C751CD}" type="datetimeFigureOut">
              <a:rPr lang="en-GB" smtClean="0"/>
              <a:t>01/06/2020</a:t>
            </a:fld>
            <a:endParaRPr lang="en-GB" dirty="0"/>
          </a:p>
        </p:txBody>
      </p:sp>
      <p:sp>
        <p:nvSpPr>
          <p:cNvPr id="4" name="Footer Placeholder 3">
            <a:extLst>
              <a:ext uri="{FF2B5EF4-FFF2-40B4-BE49-F238E27FC236}">
                <a16:creationId xmlns:a16="http://schemas.microsoft.com/office/drawing/2014/main" id="{EC8885C9-3839-4200-A043-09086D1A2C6E}"/>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5E512E77-3CB0-43E7-A389-8C5683407942}"/>
              </a:ext>
            </a:extLst>
          </p:cNvPr>
          <p:cNvSpPr>
            <a:spLocks noGrp="1"/>
          </p:cNvSpPr>
          <p:nvPr>
            <p:ph type="sldNum" sz="quarter" idx="12"/>
          </p:nvPr>
        </p:nvSpPr>
        <p:spPr/>
        <p:txBody>
          <a:bodyPr/>
          <a:lstStyle/>
          <a:p>
            <a:fld id="{395921D3-44A7-450E-B6A2-F1A528FCC346}" type="slidenum">
              <a:rPr lang="en-GB" smtClean="0"/>
              <a:t>‹#›</a:t>
            </a:fld>
            <a:endParaRPr lang="en-GB" dirty="0"/>
          </a:p>
        </p:txBody>
      </p:sp>
    </p:spTree>
    <p:extLst>
      <p:ext uri="{BB962C8B-B14F-4D97-AF65-F5344CB8AC3E}">
        <p14:creationId xmlns:p14="http://schemas.microsoft.com/office/powerpoint/2010/main" val="15079179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479488C-80D0-47D0-8BD7-80C16DB3CE1E}"/>
              </a:ext>
            </a:extLst>
          </p:cNvPr>
          <p:cNvSpPr>
            <a:spLocks noGrp="1"/>
          </p:cNvSpPr>
          <p:nvPr>
            <p:ph type="dt" sz="half" idx="10"/>
          </p:nvPr>
        </p:nvSpPr>
        <p:spPr/>
        <p:txBody>
          <a:bodyPr/>
          <a:lstStyle/>
          <a:p>
            <a:fld id="{10754BD7-FFA6-41C0-BC41-E648F4C751CD}" type="datetimeFigureOut">
              <a:rPr lang="en-GB" smtClean="0"/>
              <a:t>01/06/2020</a:t>
            </a:fld>
            <a:endParaRPr lang="en-GB" dirty="0"/>
          </a:p>
        </p:txBody>
      </p:sp>
      <p:sp>
        <p:nvSpPr>
          <p:cNvPr id="3" name="Footer Placeholder 2">
            <a:extLst>
              <a:ext uri="{FF2B5EF4-FFF2-40B4-BE49-F238E27FC236}">
                <a16:creationId xmlns:a16="http://schemas.microsoft.com/office/drawing/2014/main" id="{04B6942E-A657-49F7-9762-998E04EF59F8}"/>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C3364B4C-9B94-4117-9149-C1D820DEDB82}"/>
              </a:ext>
            </a:extLst>
          </p:cNvPr>
          <p:cNvSpPr>
            <a:spLocks noGrp="1"/>
          </p:cNvSpPr>
          <p:nvPr>
            <p:ph type="sldNum" sz="quarter" idx="12"/>
          </p:nvPr>
        </p:nvSpPr>
        <p:spPr/>
        <p:txBody>
          <a:bodyPr/>
          <a:lstStyle/>
          <a:p>
            <a:fld id="{395921D3-44A7-450E-B6A2-F1A528FCC346}" type="slidenum">
              <a:rPr lang="en-GB" smtClean="0"/>
              <a:t>‹#›</a:t>
            </a:fld>
            <a:endParaRPr lang="en-GB" dirty="0"/>
          </a:p>
        </p:txBody>
      </p:sp>
    </p:spTree>
    <p:extLst>
      <p:ext uri="{BB962C8B-B14F-4D97-AF65-F5344CB8AC3E}">
        <p14:creationId xmlns:p14="http://schemas.microsoft.com/office/powerpoint/2010/main" val="32507234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6D4B0-1B8B-4845-9738-1BA7417ED0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3E199FEE-DB8D-4117-B6B4-E05AD5D5ED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CC9F1FEB-85FE-4C06-AF11-0817581B07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03AFCA-2CA2-4E80-B930-2E11F66767D5}"/>
              </a:ext>
            </a:extLst>
          </p:cNvPr>
          <p:cNvSpPr>
            <a:spLocks noGrp="1"/>
          </p:cNvSpPr>
          <p:nvPr>
            <p:ph type="dt" sz="half" idx="10"/>
          </p:nvPr>
        </p:nvSpPr>
        <p:spPr/>
        <p:txBody>
          <a:bodyPr/>
          <a:lstStyle/>
          <a:p>
            <a:fld id="{10754BD7-FFA6-41C0-BC41-E648F4C751CD}" type="datetimeFigureOut">
              <a:rPr lang="en-GB" smtClean="0"/>
              <a:t>01/06/2020</a:t>
            </a:fld>
            <a:endParaRPr lang="en-GB" dirty="0"/>
          </a:p>
        </p:txBody>
      </p:sp>
      <p:sp>
        <p:nvSpPr>
          <p:cNvPr id="6" name="Footer Placeholder 5">
            <a:extLst>
              <a:ext uri="{FF2B5EF4-FFF2-40B4-BE49-F238E27FC236}">
                <a16:creationId xmlns:a16="http://schemas.microsoft.com/office/drawing/2014/main" id="{779B015B-A16C-4811-92F0-C18B6FE9DAF9}"/>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1E1CDF53-F3DF-4CA4-A204-1C82DA37E6E8}"/>
              </a:ext>
            </a:extLst>
          </p:cNvPr>
          <p:cNvSpPr>
            <a:spLocks noGrp="1"/>
          </p:cNvSpPr>
          <p:nvPr>
            <p:ph type="sldNum" sz="quarter" idx="12"/>
          </p:nvPr>
        </p:nvSpPr>
        <p:spPr/>
        <p:txBody>
          <a:bodyPr/>
          <a:lstStyle/>
          <a:p>
            <a:fld id="{395921D3-44A7-450E-B6A2-F1A528FCC346}" type="slidenum">
              <a:rPr lang="en-GB" smtClean="0"/>
              <a:t>‹#›</a:t>
            </a:fld>
            <a:endParaRPr lang="en-GB" dirty="0"/>
          </a:p>
        </p:txBody>
      </p:sp>
    </p:spTree>
    <p:extLst>
      <p:ext uri="{BB962C8B-B14F-4D97-AF65-F5344CB8AC3E}">
        <p14:creationId xmlns:p14="http://schemas.microsoft.com/office/powerpoint/2010/main" val="11989898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7D0CF-55EF-4115-A901-73A08E7443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C3B74A15-2C34-47FF-970F-C78210C5A1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a:extLst>
              <a:ext uri="{FF2B5EF4-FFF2-40B4-BE49-F238E27FC236}">
                <a16:creationId xmlns:a16="http://schemas.microsoft.com/office/drawing/2014/main" id="{F994EC65-E1C2-4540-B591-FBBAE25DED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97A0BA-B7BB-4433-B3C6-AB90E9D31D4D}"/>
              </a:ext>
            </a:extLst>
          </p:cNvPr>
          <p:cNvSpPr>
            <a:spLocks noGrp="1"/>
          </p:cNvSpPr>
          <p:nvPr>
            <p:ph type="dt" sz="half" idx="10"/>
          </p:nvPr>
        </p:nvSpPr>
        <p:spPr/>
        <p:txBody>
          <a:bodyPr/>
          <a:lstStyle/>
          <a:p>
            <a:fld id="{10754BD7-FFA6-41C0-BC41-E648F4C751CD}" type="datetimeFigureOut">
              <a:rPr lang="en-GB" smtClean="0"/>
              <a:t>01/06/2020</a:t>
            </a:fld>
            <a:endParaRPr lang="en-GB" dirty="0"/>
          </a:p>
        </p:txBody>
      </p:sp>
      <p:sp>
        <p:nvSpPr>
          <p:cNvPr id="6" name="Footer Placeholder 5">
            <a:extLst>
              <a:ext uri="{FF2B5EF4-FFF2-40B4-BE49-F238E27FC236}">
                <a16:creationId xmlns:a16="http://schemas.microsoft.com/office/drawing/2014/main" id="{F8322142-F8A7-479C-BE12-0AF1DCB88C7F}"/>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042D7F1D-12E5-4054-AD73-3D80A3405CEC}"/>
              </a:ext>
            </a:extLst>
          </p:cNvPr>
          <p:cNvSpPr>
            <a:spLocks noGrp="1"/>
          </p:cNvSpPr>
          <p:nvPr>
            <p:ph type="sldNum" sz="quarter" idx="12"/>
          </p:nvPr>
        </p:nvSpPr>
        <p:spPr/>
        <p:txBody>
          <a:bodyPr/>
          <a:lstStyle/>
          <a:p>
            <a:fld id="{395921D3-44A7-450E-B6A2-F1A528FCC346}" type="slidenum">
              <a:rPr lang="en-GB" smtClean="0"/>
              <a:t>‹#›</a:t>
            </a:fld>
            <a:endParaRPr lang="en-GB" dirty="0"/>
          </a:p>
        </p:txBody>
      </p:sp>
    </p:spTree>
    <p:extLst>
      <p:ext uri="{BB962C8B-B14F-4D97-AF65-F5344CB8AC3E}">
        <p14:creationId xmlns:p14="http://schemas.microsoft.com/office/powerpoint/2010/main" val="25459979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BB3B5-57E6-4F48-A040-B5242EB5E9E1}"/>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DA2D299-36AF-4325-AD16-210FB10837F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64D95FB-355F-4FEA-8537-C34CB1EC9E45}"/>
              </a:ext>
            </a:extLst>
          </p:cNvPr>
          <p:cNvSpPr>
            <a:spLocks noGrp="1"/>
          </p:cNvSpPr>
          <p:nvPr>
            <p:ph type="dt" sz="half" idx="10"/>
          </p:nvPr>
        </p:nvSpPr>
        <p:spPr/>
        <p:txBody>
          <a:bodyPr/>
          <a:lstStyle/>
          <a:p>
            <a:fld id="{10754BD7-FFA6-41C0-BC41-E648F4C751CD}" type="datetimeFigureOut">
              <a:rPr lang="en-GB" smtClean="0"/>
              <a:t>01/06/2020</a:t>
            </a:fld>
            <a:endParaRPr lang="en-GB" dirty="0"/>
          </a:p>
        </p:txBody>
      </p:sp>
      <p:sp>
        <p:nvSpPr>
          <p:cNvPr id="5" name="Footer Placeholder 4">
            <a:extLst>
              <a:ext uri="{FF2B5EF4-FFF2-40B4-BE49-F238E27FC236}">
                <a16:creationId xmlns:a16="http://schemas.microsoft.com/office/drawing/2014/main" id="{BDA187A6-5AE2-466C-9BC0-EBF9AA0602FB}"/>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C09BCEAA-234A-4771-8B74-0DC0FA6326B8}"/>
              </a:ext>
            </a:extLst>
          </p:cNvPr>
          <p:cNvSpPr>
            <a:spLocks noGrp="1"/>
          </p:cNvSpPr>
          <p:nvPr>
            <p:ph type="sldNum" sz="quarter" idx="12"/>
          </p:nvPr>
        </p:nvSpPr>
        <p:spPr/>
        <p:txBody>
          <a:bodyPr/>
          <a:lstStyle/>
          <a:p>
            <a:fld id="{395921D3-44A7-450E-B6A2-F1A528FCC346}" type="slidenum">
              <a:rPr lang="en-GB" smtClean="0"/>
              <a:t>‹#›</a:t>
            </a:fld>
            <a:endParaRPr lang="en-GB" dirty="0"/>
          </a:p>
        </p:txBody>
      </p:sp>
    </p:spTree>
    <p:extLst>
      <p:ext uri="{BB962C8B-B14F-4D97-AF65-F5344CB8AC3E}">
        <p14:creationId xmlns:p14="http://schemas.microsoft.com/office/powerpoint/2010/main" val="12318500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2F4762-AB06-4EF2-8FD0-B71D6C4C991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B28B7E7-C48F-4C0C-AEB4-74255A91175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24525D5-9D61-4CA6-82D3-3D725082F723}"/>
              </a:ext>
            </a:extLst>
          </p:cNvPr>
          <p:cNvSpPr>
            <a:spLocks noGrp="1"/>
          </p:cNvSpPr>
          <p:nvPr>
            <p:ph type="dt" sz="half" idx="10"/>
          </p:nvPr>
        </p:nvSpPr>
        <p:spPr/>
        <p:txBody>
          <a:bodyPr/>
          <a:lstStyle/>
          <a:p>
            <a:fld id="{10754BD7-FFA6-41C0-BC41-E648F4C751CD}" type="datetimeFigureOut">
              <a:rPr lang="en-GB" smtClean="0"/>
              <a:t>01/06/2020</a:t>
            </a:fld>
            <a:endParaRPr lang="en-GB" dirty="0"/>
          </a:p>
        </p:txBody>
      </p:sp>
      <p:sp>
        <p:nvSpPr>
          <p:cNvPr id="5" name="Footer Placeholder 4">
            <a:extLst>
              <a:ext uri="{FF2B5EF4-FFF2-40B4-BE49-F238E27FC236}">
                <a16:creationId xmlns:a16="http://schemas.microsoft.com/office/drawing/2014/main" id="{C9C11317-460F-468A-B5FB-3FF0D10FCB4C}"/>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1D9540D0-B00E-48E1-B81B-5106396F6962}"/>
              </a:ext>
            </a:extLst>
          </p:cNvPr>
          <p:cNvSpPr>
            <a:spLocks noGrp="1"/>
          </p:cNvSpPr>
          <p:nvPr>
            <p:ph type="sldNum" sz="quarter" idx="12"/>
          </p:nvPr>
        </p:nvSpPr>
        <p:spPr/>
        <p:txBody>
          <a:bodyPr/>
          <a:lstStyle/>
          <a:p>
            <a:fld id="{395921D3-44A7-450E-B6A2-F1A528FCC346}" type="slidenum">
              <a:rPr lang="en-GB" smtClean="0"/>
              <a:t>‹#›</a:t>
            </a:fld>
            <a:endParaRPr lang="en-GB" dirty="0"/>
          </a:p>
        </p:txBody>
      </p:sp>
    </p:spTree>
    <p:extLst>
      <p:ext uri="{BB962C8B-B14F-4D97-AF65-F5344CB8AC3E}">
        <p14:creationId xmlns:p14="http://schemas.microsoft.com/office/powerpoint/2010/main" val="1328926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952DFBA-6F67-4AB1-ACAD-DBDFB63265B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10478F9-8899-4AED-ADFD-0DEF84D80F8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92623F0-4DBD-433A-8304-A200231724A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754BD7-FFA6-41C0-BC41-E648F4C751CD}" type="datetimeFigureOut">
              <a:rPr lang="en-GB" smtClean="0"/>
              <a:t>01/06/2020</a:t>
            </a:fld>
            <a:endParaRPr lang="en-GB" dirty="0"/>
          </a:p>
        </p:txBody>
      </p:sp>
      <p:sp>
        <p:nvSpPr>
          <p:cNvPr id="5" name="Footer Placeholder 4">
            <a:extLst>
              <a:ext uri="{FF2B5EF4-FFF2-40B4-BE49-F238E27FC236}">
                <a16:creationId xmlns:a16="http://schemas.microsoft.com/office/drawing/2014/main" id="{B97EFA18-688A-4BC9-A24A-8374FB8452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a:extLst>
              <a:ext uri="{FF2B5EF4-FFF2-40B4-BE49-F238E27FC236}">
                <a16:creationId xmlns:a16="http://schemas.microsoft.com/office/drawing/2014/main" id="{3F3CD343-E530-4795-AAE0-75F92CFB48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5921D3-44A7-450E-B6A2-F1A528FCC346}" type="slidenum">
              <a:rPr lang="en-GB" smtClean="0"/>
              <a:t>‹#›</a:t>
            </a:fld>
            <a:endParaRPr lang="en-GB" dirty="0"/>
          </a:p>
        </p:txBody>
      </p:sp>
    </p:spTree>
    <p:extLst>
      <p:ext uri="{BB962C8B-B14F-4D97-AF65-F5344CB8AC3E}">
        <p14:creationId xmlns:p14="http://schemas.microsoft.com/office/powerpoint/2010/main" val="14461376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slide" Target="slide3.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 Target="slide9.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 Target="slide10.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 Target="slide1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 Target="slide1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 Target="slide1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slide" Target="slide1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slide" Target="slide1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 Target="slide1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 Target="slide1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slide" Target="slide1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 Target="slide2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 Target="slide6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 Target="slide3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 Target="slide3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 Target="slide3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slide" Target="slide43.xml"/><Relationship Id="rId2" Type="http://schemas.openxmlformats.org/officeDocument/2006/relationships/slide" Target="slide3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2" Type="http://schemas.openxmlformats.org/officeDocument/2006/relationships/slide" Target="slide3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 Target="slide36.xml"/><Relationship Id="rId1" Type="http://schemas.openxmlformats.org/officeDocument/2006/relationships/slideLayout" Target="../slideLayouts/slideLayout2.xml"/><Relationship Id="rId5" Type="http://schemas.openxmlformats.org/officeDocument/2006/relationships/slide" Target="slide31.xml"/><Relationship Id="rId4" Type="http://schemas.openxmlformats.org/officeDocument/2006/relationships/image" Target="../media/image4.svg"/></Relationships>
</file>

<file path=ppt/slides/_rels/slide28.xml.rels><?xml version="1.0" encoding="UTF-8" standalone="yes"?>
<Relationships xmlns="http://schemas.openxmlformats.org/package/2006/relationships"><Relationship Id="rId3" Type="http://schemas.openxmlformats.org/officeDocument/2006/relationships/slide" Target="slide37.xml"/><Relationship Id="rId2" Type="http://schemas.openxmlformats.org/officeDocument/2006/relationships/slide" Target="slide31.xml"/><Relationship Id="rId1" Type="http://schemas.openxmlformats.org/officeDocument/2006/relationships/slideLayout" Target="../slideLayouts/slideLayout2.xml"/><Relationship Id="rId5" Type="http://schemas.openxmlformats.org/officeDocument/2006/relationships/image" Target="../media/image6.svg"/><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3" Type="http://schemas.openxmlformats.org/officeDocument/2006/relationships/slide" Target="slide38.xml"/><Relationship Id="rId2" Type="http://schemas.openxmlformats.org/officeDocument/2006/relationships/slide" Target="slide31.xml"/><Relationship Id="rId1" Type="http://schemas.openxmlformats.org/officeDocument/2006/relationships/slideLayout" Target="../slideLayouts/slideLayout2.xml"/><Relationship Id="rId5" Type="http://schemas.openxmlformats.org/officeDocument/2006/relationships/image" Target="../media/image6.svg"/><Relationship Id="rId4" Type="http://schemas.openxmlformats.org/officeDocument/2006/relationships/image" Target="../media/image5.png"/></Relationships>
</file>

<file path=ppt/slides/_rels/slide30.xml.rels><?xml version="1.0" encoding="UTF-8" standalone="yes"?>
<Relationships xmlns="http://schemas.openxmlformats.org/package/2006/relationships"><Relationship Id="rId3" Type="http://schemas.openxmlformats.org/officeDocument/2006/relationships/slide" Target="slide3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audio" Target="../media/audio1.wav"/></Relationships>
</file>

<file path=ppt/slides/_rels/slide3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slide" Target="slide61.xml"/><Relationship Id="rId18" Type="http://schemas.openxmlformats.org/officeDocument/2006/relationships/image" Target="../media/image13.svg"/><Relationship Id="rId3" Type="http://schemas.openxmlformats.org/officeDocument/2006/relationships/slide" Target="slide33.xml"/><Relationship Id="rId21" Type="http://schemas.openxmlformats.org/officeDocument/2006/relationships/image" Target="../media/image15.svg"/><Relationship Id="rId7" Type="http://schemas.openxmlformats.org/officeDocument/2006/relationships/slide" Target="slide36.xml"/><Relationship Id="rId12" Type="http://schemas.openxmlformats.org/officeDocument/2006/relationships/image" Target="../media/image9.svg"/><Relationship Id="rId17" Type="http://schemas.openxmlformats.org/officeDocument/2006/relationships/image" Target="../media/image12.png"/><Relationship Id="rId2" Type="http://schemas.openxmlformats.org/officeDocument/2006/relationships/slide" Target="slide32.xml"/><Relationship Id="rId16" Type="http://schemas.openxmlformats.org/officeDocument/2006/relationships/image" Target="../media/image11.svg"/><Relationship Id="rId20"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slide" Target="slide43.xml"/><Relationship Id="rId11" Type="http://schemas.openxmlformats.org/officeDocument/2006/relationships/image" Target="../media/image8.png"/><Relationship Id="rId5" Type="http://schemas.openxmlformats.org/officeDocument/2006/relationships/slide" Target="slide37.xml"/><Relationship Id="rId15" Type="http://schemas.openxmlformats.org/officeDocument/2006/relationships/image" Target="../media/image10.png"/><Relationship Id="rId10" Type="http://schemas.openxmlformats.org/officeDocument/2006/relationships/slide" Target="slide30.xml"/><Relationship Id="rId19" Type="http://schemas.openxmlformats.org/officeDocument/2006/relationships/slide" Target="slide66.xml"/><Relationship Id="rId4" Type="http://schemas.openxmlformats.org/officeDocument/2006/relationships/slide" Target="slide57.xml"/><Relationship Id="rId9" Type="http://schemas.openxmlformats.org/officeDocument/2006/relationships/slide" Target="slide50.xml"/><Relationship Id="rId14" Type="http://schemas.openxmlformats.org/officeDocument/2006/relationships/slide" Target="slide23.xml"/></Relationships>
</file>

<file path=ppt/slides/_rels/slide32.xml.rels><?xml version="1.0" encoding="UTF-8" standalone="yes"?>
<Relationships xmlns="http://schemas.openxmlformats.org/package/2006/relationships"><Relationship Id="rId3" Type="http://schemas.openxmlformats.org/officeDocument/2006/relationships/slide" Target="slide34.xml"/><Relationship Id="rId2" Type="http://schemas.openxmlformats.org/officeDocument/2006/relationships/slide" Target="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slide" Target="slide50.xml"/><Relationship Id="rId18" Type="http://schemas.openxmlformats.org/officeDocument/2006/relationships/slide" Target="slide62.xml"/><Relationship Id="rId3" Type="http://schemas.openxmlformats.org/officeDocument/2006/relationships/image" Target="../media/image17.svg"/><Relationship Id="rId21" Type="http://schemas.openxmlformats.org/officeDocument/2006/relationships/slide" Target="slide66.xml"/><Relationship Id="rId7" Type="http://schemas.openxmlformats.org/officeDocument/2006/relationships/slide" Target="slide37.xml"/><Relationship Id="rId12" Type="http://schemas.openxmlformats.org/officeDocument/2006/relationships/image" Target="../media/image21.svg"/><Relationship Id="rId17" Type="http://schemas.openxmlformats.org/officeDocument/2006/relationships/image" Target="../media/image24.png"/><Relationship Id="rId2" Type="http://schemas.openxmlformats.org/officeDocument/2006/relationships/image" Target="../media/image16.png"/><Relationship Id="rId16" Type="http://schemas.openxmlformats.org/officeDocument/2006/relationships/slide" Target="slide59.xml"/><Relationship Id="rId20" Type="http://schemas.openxmlformats.org/officeDocument/2006/relationships/slide" Target="slide63.xml"/><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20.png"/><Relationship Id="rId5" Type="http://schemas.openxmlformats.org/officeDocument/2006/relationships/slide" Target="slide36.xml"/><Relationship Id="rId15" Type="http://schemas.openxmlformats.org/officeDocument/2006/relationships/image" Target="../media/image23.svg"/><Relationship Id="rId23" Type="http://schemas.openxmlformats.org/officeDocument/2006/relationships/image" Target="../media/image15.svg"/><Relationship Id="rId10" Type="http://schemas.openxmlformats.org/officeDocument/2006/relationships/slide" Target="slide60.xml"/><Relationship Id="rId19" Type="http://schemas.openxmlformats.org/officeDocument/2006/relationships/image" Target="../media/image25.png"/><Relationship Id="rId4" Type="http://schemas.openxmlformats.org/officeDocument/2006/relationships/slide" Target="slide31.xml"/><Relationship Id="rId9" Type="http://schemas.openxmlformats.org/officeDocument/2006/relationships/image" Target="../media/image19.svg"/><Relationship Id="rId14" Type="http://schemas.openxmlformats.org/officeDocument/2006/relationships/image" Target="../media/image22.png"/><Relationship Id="rId22" Type="http://schemas.openxmlformats.org/officeDocument/2006/relationships/image" Target="../media/image14.png"/></Relationships>
</file>

<file path=ppt/slides/_rels/slide34.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slide" Target="slide3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8" Type="http://schemas.openxmlformats.org/officeDocument/2006/relationships/slide" Target="slide64.xml"/><Relationship Id="rId3" Type="http://schemas.openxmlformats.org/officeDocument/2006/relationships/slide" Target="slide39.xml"/><Relationship Id="rId7" Type="http://schemas.openxmlformats.org/officeDocument/2006/relationships/slide" Target="slide60.xml"/><Relationship Id="rId2" Type="http://schemas.openxmlformats.org/officeDocument/2006/relationships/slide" Target="slide31.xml"/><Relationship Id="rId1" Type="http://schemas.openxmlformats.org/officeDocument/2006/relationships/slideLayout" Target="../slideLayouts/slideLayout2.xml"/><Relationship Id="rId6" Type="http://schemas.openxmlformats.org/officeDocument/2006/relationships/slide" Target="slide57.xml"/><Relationship Id="rId5" Type="http://schemas.openxmlformats.org/officeDocument/2006/relationships/slide" Target="slide41.xml"/><Relationship Id="rId10" Type="http://schemas.openxmlformats.org/officeDocument/2006/relationships/slide" Target="slide72.xml"/><Relationship Id="rId4" Type="http://schemas.openxmlformats.org/officeDocument/2006/relationships/slide" Target="slide40.xml"/><Relationship Id="rId9" Type="http://schemas.openxmlformats.org/officeDocument/2006/relationships/slide" Target="slide65.xml"/></Relationships>
</file>

<file path=ppt/slides/_rels/slide37.xml.rels><?xml version="1.0" encoding="UTF-8" standalone="yes"?>
<Relationships xmlns="http://schemas.openxmlformats.org/package/2006/relationships"><Relationship Id="rId3" Type="http://schemas.openxmlformats.org/officeDocument/2006/relationships/slide" Target="slide38.xml"/><Relationship Id="rId7" Type="http://schemas.openxmlformats.org/officeDocument/2006/relationships/slide" Target="slide68.xml"/><Relationship Id="rId2" Type="http://schemas.openxmlformats.org/officeDocument/2006/relationships/slide" Target="slide31.xml"/><Relationship Id="rId1" Type="http://schemas.openxmlformats.org/officeDocument/2006/relationships/slideLayout" Target="../slideLayouts/slideLayout2.xml"/><Relationship Id="rId6" Type="http://schemas.openxmlformats.org/officeDocument/2006/relationships/slide" Target="slide67.xml"/><Relationship Id="rId5" Type="http://schemas.openxmlformats.org/officeDocument/2006/relationships/slide" Target="slide49.xml"/><Relationship Id="rId4" Type="http://schemas.openxmlformats.org/officeDocument/2006/relationships/slide" Target="slide42.xml"/></Relationships>
</file>

<file path=ppt/slides/_rels/slide38.xml.rels><?xml version="1.0" encoding="UTF-8" standalone="yes"?>
<Relationships xmlns="http://schemas.openxmlformats.org/package/2006/relationships"><Relationship Id="rId8" Type="http://schemas.openxmlformats.org/officeDocument/2006/relationships/slide" Target="slide71.xml"/><Relationship Id="rId3" Type="http://schemas.openxmlformats.org/officeDocument/2006/relationships/slide" Target="slide37.xml"/><Relationship Id="rId7" Type="http://schemas.openxmlformats.org/officeDocument/2006/relationships/slide" Target="slide70.xml"/><Relationship Id="rId2" Type="http://schemas.openxmlformats.org/officeDocument/2006/relationships/slide" Target="slide31.xml"/><Relationship Id="rId1" Type="http://schemas.openxmlformats.org/officeDocument/2006/relationships/slideLayout" Target="../slideLayouts/slideLayout2.xml"/><Relationship Id="rId6" Type="http://schemas.openxmlformats.org/officeDocument/2006/relationships/slide" Target="slide56.xml"/><Relationship Id="rId5" Type="http://schemas.openxmlformats.org/officeDocument/2006/relationships/slide" Target="slide55.xml"/><Relationship Id="rId4" Type="http://schemas.openxmlformats.org/officeDocument/2006/relationships/slide" Target="slide48.xml"/></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 Target="slide36.xml"/><Relationship Id="rId1" Type="http://schemas.openxmlformats.org/officeDocument/2006/relationships/slideLayout" Target="../slideLayouts/slideLayout2.xml"/><Relationship Id="rId6" Type="http://schemas.openxmlformats.org/officeDocument/2006/relationships/image" Target="../media/image26.jpeg"/><Relationship Id="rId5" Type="http://schemas.openxmlformats.org/officeDocument/2006/relationships/slide" Target="slide31.xml"/><Relationship Id="rId4" Type="http://schemas.openxmlformats.org/officeDocument/2006/relationships/image" Target="../media/image4.svg"/></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 Target="slide36.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slide" Target="slide31.xml"/><Relationship Id="rId4" Type="http://schemas.openxmlformats.org/officeDocument/2006/relationships/image" Target="../media/image4.svg"/></Relationships>
</file>

<file path=ppt/slides/_rels/slide41.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5.png"/><Relationship Id="rId3" Type="http://schemas.openxmlformats.org/officeDocument/2006/relationships/image" Target="../media/image3.png"/><Relationship Id="rId7" Type="http://schemas.openxmlformats.org/officeDocument/2006/relationships/image" Target="../media/image29.png"/><Relationship Id="rId12" Type="http://schemas.openxmlformats.org/officeDocument/2006/relationships/image" Target="../media/image34.png"/><Relationship Id="rId2" Type="http://schemas.openxmlformats.org/officeDocument/2006/relationships/slide" Target="slide36.xml"/><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image" Target="../media/image33.png"/><Relationship Id="rId5" Type="http://schemas.openxmlformats.org/officeDocument/2006/relationships/slide" Target="slide31.xml"/><Relationship Id="rId10" Type="http://schemas.openxmlformats.org/officeDocument/2006/relationships/image" Target="../media/image32.png"/><Relationship Id="rId4" Type="http://schemas.openxmlformats.org/officeDocument/2006/relationships/image" Target="../media/image4.svg"/><Relationship Id="rId9" Type="http://schemas.openxmlformats.org/officeDocument/2006/relationships/image" Target="../media/image31.png"/><Relationship Id="rId14" Type="http://schemas.openxmlformats.org/officeDocument/2006/relationships/image" Target="../media/image36.png"/></Relationships>
</file>

<file path=ppt/slides/_rels/slide42.xml.rels><?xml version="1.0" encoding="UTF-8" standalone="yes"?>
<Relationships xmlns="http://schemas.openxmlformats.org/package/2006/relationships"><Relationship Id="rId3" Type="http://schemas.openxmlformats.org/officeDocument/2006/relationships/slide" Target="slide37.xml"/><Relationship Id="rId2" Type="http://schemas.openxmlformats.org/officeDocument/2006/relationships/slide" Target="slide31.xml"/><Relationship Id="rId1" Type="http://schemas.openxmlformats.org/officeDocument/2006/relationships/slideLayout" Target="../slideLayouts/slideLayout2.xml"/><Relationship Id="rId5" Type="http://schemas.openxmlformats.org/officeDocument/2006/relationships/image" Target="../media/image6.svg"/><Relationship Id="rId4" Type="http://schemas.openxmlformats.org/officeDocument/2006/relationships/image" Target="../media/image5.png"/></Relationships>
</file>

<file path=ppt/slides/_rels/slide43.xml.rels><?xml version="1.0" encoding="UTF-8" standalone="yes"?>
<Relationships xmlns="http://schemas.openxmlformats.org/package/2006/relationships"><Relationship Id="rId8" Type="http://schemas.openxmlformats.org/officeDocument/2006/relationships/slide" Target="slide47.xml"/><Relationship Id="rId13" Type="http://schemas.openxmlformats.org/officeDocument/2006/relationships/image" Target="../media/image44.png"/><Relationship Id="rId3" Type="http://schemas.openxmlformats.org/officeDocument/2006/relationships/image" Target="../media/image38.svg"/><Relationship Id="rId7" Type="http://schemas.openxmlformats.org/officeDocument/2006/relationships/image" Target="../media/image39.png"/><Relationship Id="rId12" Type="http://schemas.openxmlformats.org/officeDocument/2006/relationships/image" Target="../media/image43.svg"/><Relationship Id="rId2" Type="http://schemas.openxmlformats.org/officeDocument/2006/relationships/image" Target="../media/image37.png"/><Relationship Id="rId16" Type="http://schemas.openxmlformats.org/officeDocument/2006/relationships/image" Target="../media/image47.svg"/><Relationship Id="rId1" Type="http://schemas.openxmlformats.org/officeDocument/2006/relationships/slideLayout" Target="../slideLayouts/slideLayout2.xml"/><Relationship Id="rId6" Type="http://schemas.openxmlformats.org/officeDocument/2006/relationships/slide" Target="slide46.xml"/><Relationship Id="rId11" Type="http://schemas.openxmlformats.org/officeDocument/2006/relationships/image" Target="../media/image42.png"/><Relationship Id="rId5" Type="http://schemas.openxmlformats.org/officeDocument/2006/relationships/slide" Target="slide44.xml"/><Relationship Id="rId15" Type="http://schemas.openxmlformats.org/officeDocument/2006/relationships/image" Target="../media/image46.png"/><Relationship Id="rId10" Type="http://schemas.openxmlformats.org/officeDocument/2006/relationships/image" Target="../media/image41.svg"/><Relationship Id="rId4" Type="http://schemas.openxmlformats.org/officeDocument/2006/relationships/slide" Target="slide31.xml"/><Relationship Id="rId9" Type="http://schemas.openxmlformats.org/officeDocument/2006/relationships/image" Target="../media/image40.png"/><Relationship Id="rId14" Type="http://schemas.openxmlformats.org/officeDocument/2006/relationships/image" Target="../media/image45.svg"/></Relationships>
</file>

<file path=ppt/slides/_rels/slide44.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slide" Target="slide43.xml"/><Relationship Id="rId7" Type="http://schemas.openxmlformats.org/officeDocument/2006/relationships/image" Target="../media/image49.svg"/><Relationship Id="rId2" Type="http://schemas.openxmlformats.org/officeDocument/2006/relationships/slide" Target="slide31.xml"/><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slide" Target="slide45.xml"/><Relationship Id="rId4" Type="http://schemas.openxmlformats.org/officeDocument/2006/relationships/image" Target="../media/image2.png"/><Relationship Id="rId9" Type="http://schemas.openxmlformats.org/officeDocument/2006/relationships/image" Target="../media/image51.svg"/></Relationships>
</file>

<file path=ppt/slides/_rels/slide45.xml.rels><?xml version="1.0" encoding="UTF-8" standalone="yes"?>
<Relationships xmlns="http://schemas.openxmlformats.org/package/2006/relationships"><Relationship Id="rId3" Type="http://schemas.openxmlformats.org/officeDocument/2006/relationships/slide" Target="slide43.xml"/><Relationship Id="rId7" Type="http://schemas.openxmlformats.org/officeDocument/2006/relationships/image" Target="../media/image49.svg"/><Relationship Id="rId2" Type="http://schemas.openxmlformats.org/officeDocument/2006/relationships/slide" Target="slide31.xml"/><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slide" Target="slide46.xml"/><Relationship Id="rId4" Type="http://schemas.openxmlformats.org/officeDocument/2006/relationships/image" Target="../media/image2.png"/></Relationships>
</file>

<file path=ppt/slides/_rels/slide46.xml.rels><?xml version="1.0" encoding="UTF-8" standalone="yes"?>
<Relationships xmlns="http://schemas.openxmlformats.org/package/2006/relationships"><Relationship Id="rId2" Type="http://schemas.openxmlformats.org/officeDocument/2006/relationships/slide" Target="slide3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slide" Target="slide3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slide" Target="slide38.xml"/><Relationship Id="rId2" Type="http://schemas.openxmlformats.org/officeDocument/2006/relationships/slide" Target="slide31.xml"/><Relationship Id="rId1" Type="http://schemas.openxmlformats.org/officeDocument/2006/relationships/slideLayout" Target="../slideLayouts/slideLayout2.xml"/><Relationship Id="rId5" Type="http://schemas.openxmlformats.org/officeDocument/2006/relationships/image" Target="../media/image6.svg"/><Relationship Id="rId4" Type="http://schemas.openxmlformats.org/officeDocument/2006/relationships/image" Target="../media/image5.png"/></Relationships>
</file>

<file path=ppt/slides/_rels/slide49.xml.rels><?xml version="1.0" encoding="UTF-8" standalone="yes"?>
<Relationships xmlns="http://schemas.openxmlformats.org/package/2006/relationships"><Relationship Id="rId3" Type="http://schemas.openxmlformats.org/officeDocument/2006/relationships/slide" Target="slide37.xml"/><Relationship Id="rId2" Type="http://schemas.openxmlformats.org/officeDocument/2006/relationships/slide" Target="slide31.xml"/><Relationship Id="rId1" Type="http://schemas.openxmlformats.org/officeDocument/2006/relationships/slideLayout" Target="../slideLayouts/slideLayout2.xml"/><Relationship Id="rId5" Type="http://schemas.openxmlformats.org/officeDocument/2006/relationships/image" Target="../media/image6.svg"/><Relationship Id="rId4" Type="http://schemas.openxmlformats.org/officeDocument/2006/relationships/image" Target="../media/image5.png"/></Relationships>
</file>

<file path=ppt/slides/_rels/slide50.xml.rels><?xml version="1.0" encoding="UTF-8" standalone="yes"?>
<Relationships xmlns="http://schemas.openxmlformats.org/package/2006/relationships"><Relationship Id="rId3" Type="http://schemas.openxmlformats.org/officeDocument/2006/relationships/slide" Target="slide51.xml"/><Relationship Id="rId2" Type="http://schemas.openxmlformats.org/officeDocument/2006/relationships/slide" Target="slide31.xml"/><Relationship Id="rId1" Type="http://schemas.openxmlformats.org/officeDocument/2006/relationships/slideLayout" Target="../slideLayouts/slideLayout2.xml"/><Relationship Id="rId6" Type="http://schemas.openxmlformats.org/officeDocument/2006/relationships/slide" Target="slide54.xml"/><Relationship Id="rId5" Type="http://schemas.openxmlformats.org/officeDocument/2006/relationships/slide" Target="slide53.xml"/><Relationship Id="rId4" Type="http://schemas.openxmlformats.org/officeDocument/2006/relationships/slide" Target="slide52.xml"/></Relationships>
</file>

<file path=ppt/slides/_rels/slide51.xml.rels><?xml version="1.0" encoding="UTF-8" standalone="yes"?>
<Relationships xmlns="http://schemas.openxmlformats.org/package/2006/relationships"><Relationship Id="rId3" Type="http://schemas.openxmlformats.org/officeDocument/2006/relationships/slide" Target="slide50.xml"/><Relationship Id="rId2" Type="http://schemas.openxmlformats.org/officeDocument/2006/relationships/slide" Target="slide3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slide" Target="slide50.xml"/><Relationship Id="rId2" Type="http://schemas.openxmlformats.org/officeDocument/2006/relationships/slide" Target="slide3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slide" Target="slide50.xml"/><Relationship Id="rId2" Type="http://schemas.openxmlformats.org/officeDocument/2006/relationships/slide" Target="slide3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slide" Target="slide50.xml"/><Relationship Id="rId2" Type="http://schemas.openxmlformats.org/officeDocument/2006/relationships/slide" Target="slide3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slide" Target="slide38.xml"/><Relationship Id="rId2" Type="http://schemas.openxmlformats.org/officeDocument/2006/relationships/slide" Target="slide31.xml"/><Relationship Id="rId1" Type="http://schemas.openxmlformats.org/officeDocument/2006/relationships/slideLayout" Target="../slideLayouts/slideLayout2.xml"/><Relationship Id="rId5" Type="http://schemas.openxmlformats.org/officeDocument/2006/relationships/image" Target="../media/image6.svg"/><Relationship Id="rId4" Type="http://schemas.openxmlformats.org/officeDocument/2006/relationships/image" Target="../media/image5.png"/></Relationships>
</file>

<file path=ppt/slides/_rels/slide56.xml.rels><?xml version="1.0" encoding="UTF-8" standalone="yes"?>
<Relationships xmlns="http://schemas.openxmlformats.org/package/2006/relationships"><Relationship Id="rId3" Type="http://schemas.openxmlformats.org/officeDocument/2006/relationships/slide" Target="slide38.xml"/><Relationship Id="rId2" Type="http://schemas.openxmlformats.org/officeDocument/2006/relationships/slide" Target="slide31.xml"/><Relationship Id="rId1" Type="http://schemas.openxmlformats.org/officeDocument/2006/relationships/slideLayout" Target="../slideLayouts/slideLayout2.xml"/><Relationship Id="rId5" Type="http://schemas.openxmlformats.org/officeDocument/2006/relationships/image" Target="../media/image6.svg"/><Relationship Id="rId4" Type="http://schemas.openxmlformats.org/officeDocument/2006/relationships/image" Target="../media/image5.png"/></Relationships>
</file>

<file path=ppt/slides/_rels/slide57.xml.rels><?xml version="1.0" encoding="UTF-8" standalone="yes"?>
<Relationships xmlns="http://schemas.openxmlformats.org/package/2006/relationships"><Relationship Id="rId8" Type="http://schemas.openxmlformats.org/officeDocument/2006/relationships/slide" Target="slide49.xml"/><Relationship Id="rId3" Type="http://schemas.openxmlformats.org/officeDocument/2006/relationships/image" Target="../media/image3.png"/><Relationship Id="rId7" Type="http://schemas.openxmlformats.org/officeDocument/2006/relationships/hyperlink" Target="mailto:szymonmochort11@gmail.com?subject=Windos" TargetMode="External"/><Relationship Id="rId2" Type="http://schemas.openxmlformats.org/officeDocument/2006/relationships/slide" Target="slide36.xml"/><Relationship Id="rId1" Type="http://schemas.openxmlformats.org/officeDocument/2006/relationships/slideLayout" Target="../slideLayouts/slideLayout2.xml"/><Relationship Id="rId6" Type="http://schemas.openxmlformats.org/officeDocument/2006/relationships/slide" Target="slide58.xml"/><Relationship Id="rId11" Type="http://schemas.openxmlformats.org/officeDocument/2006/relationships/slide" Target="slide65.xml"/><Relationship Id="rId5" Type="http://schemas.openxmlformats.org/officeDocument/2006/relationships/slide" Target="slide31.xml"/><Relationship Id="rId10" Type="http://schemas.openxmlformats.org/officeDocument/2006/relationships/slide" Target="slide64.xml"/><Relationship Id="rId4" Type="http://schemas.openxmlformats.org/officeDocument/2006/relationships/image" Target="../media/image4.svg"/><Relationship Id="rId9" Type="http://schemas.openxmlformats.org/officeDocument/2006/relationships/image" Target="../media/image52.png"/></Relationships>
</file>

<file path=ppt/slides/_rels/slide58.xml.rels><?xml version="1.0" encoding="UTF-8" standalone="yes"?>
<Relationships xmlns="http://schemas.openxmlformats.org/package/2006/relationships"><Relationship Id="rId8" Type="http://schemas.openxmlformats.org/officeDocument/2006/relationships/slide" Target="slide49.xml"/><Relationship Id="rId3" Type="http://schemas.openxmlformats.org/officeDocument/2006/relationships/image" Target="../media/image3.png"/><Relationship Id="rId7" Type="http://schemas.openxmlformats.org/officeDocument/2006/relationships/hyperlink" Target="mailto:szymonmochort11@gmail.com?subject=Windos" TargetMode="External"/><Relationship Id="rId2" Type="http://schemas.openxmlformats.org/officeDocument/2006/relationships/slide" Target="slide36.xml"/><Relationship Id="rId1" Type="http://schemas.openxmlformats.org/officeDocument/2006/relationships/slideLayout" Target="../slideLayouts/slideLayout2.xml"/><Relationship Id="rId6" Type="http://schemas.openxmlformats.org/officeDocument/2006/relationships/slide" Target="slide57.xml"/><Relationship Id="rId11" Type="http://schemas.openxmlformats.org/officeDocument/2006/relationships/slide" Target="slide1.xml"/><Relationship Id="rId5" Type="http://schemas.openxmlformats.org/officeDocument/2006/relationships/slide" Target="slide31.xml"/><Relationship Id="rId10" Type="http://schemas.openxmlformats.org/officeDocument/2006/relationships/slide" Target="slide59.xml"/><Relationship Id="rId4" Type="http://schemas.openxmlformats.org/officeDocument/2006/relationships/image" Target="../media/image4.svg"/><Relationship Id="rId9" Type="http://schemas.openxmlformats.org/officeDocument/2006/relationships/image" Target="../media/image52.png"/></Relationships>
</file>

<file path=ppt/slides/_rels/slide59.xml.rels><?xml version="1.0" encoding="UTF-8" standalone="yes"?>
<Relationships xmlns="http://schemas.openxmlformats.org/package/2006/relationships"><Relationship Id="rId2" Type="http://schemas.openxmlformats.org/officeDocument/2006/relationships/slide" Target="slide3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 Target="slide36.xml"/><Relationship Id="rId1" Type="http://schemas.openxmlformats.org/officeDocument/2006/relationships/slideLayout" Target="../slideLayouts/slideLayout2.xml"/><Relationship Id="rId6" Type="http://schemas.openxmlformats.org/officeDocument/2006/relationships/image" Target="../media/image53.jpg"/><Relationship Id="rId5" Type="http://schemas.openxmlformats.org/officeDocument/2006/relationships/slide" Target="slide31.xml"/><Relationship Id="rId4" Type="http://schemas.openxmlformats.org/officeDocument/2006/relationships/image" Target="../media/image4.svg"/></Relationships>
</file>

<file path=ppt/slides/_rels/slide6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slide" Target="slide3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slide" Target="slide31.xml"/><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slide" Target="slide3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hyperlink" Target="mailto:szymonmochort11@gmail.com?subject=request%20windos%2095%20v1.00" TargetMode="External"/><Relationship Id="rId2" Type="http://schemas.openxmlformats.org/officeDocument/2006/relationships/slide" Target="slide36.xml"/><Relationship Id="rId1" Type="http://schemas.openxmlformats.org/officeDocument/2006/relationships/slideLayout" Target="../slideLayouts/slideLayout2.xml"/><Relationship Id="rId6" Type="http://schemas.openxmlformats.org/officeDocument/2006/relationships/slide" Target="slide57.xml"/><Relationship Id="rId5" Type="http://schemas.openxmlformats.org/officeDocument/2006/relationships/slide" Target="slide31.xml"/><Relationship Id="rId4" Type="http://schemas.openxmlformats.org/officeDocument/2006/relationships/image" Target="../media/image4.svg"/></Relationships>
</file>

<file path=ppt/slides/_rels/slide6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3.png"/><Relationship Id="rId7" Type="http://schemas.openxmlformats.org/officeDocument/2006/relationships/hyperlink" Target="mailto:szymonmochort11@gmail.com?subject=Windos%203%20Feedback" TargetMode="External"/><Relationship Id="rId12" Type="http://schemas.openxmlformats.org/officeDocument/2006/relationships/slide" Target="slide65.xml"/><Relationship Id="rId2" Type="http://schemas.openxmlformats.org/officeDocument/2006/relationships/slide" Target="slide36.xml"/><Relationship Id="rId1" Type="http://schemas.openxmlformats.org/officeDocument/2006/relationships/slideLayout" Target="../slideLayouts/slideLayout2.xml"/><Relationship Id="rId6" Type="http://schemas.openxmlformats.org/officeDocument/2006/relationships/slide" Target="slide57.xml"/><Relationship Id="rId11" Type="http://schemas.openxmlformats.org/officeDocument/2006/relationships/image" Target="../media/image55.jpg"/><Relationship Id="rId5" Type="http://schemas.openxmlformats.org/officeDocument/2006/relationships/slide" Target="slide31.xml"/><Relationship Id="rId10" Type="http://schemas.openxmlformats.org/officeDocument/2006/relationships/hyperlink" Target="mailto:szymonmochort11@gmail.com?subject=windos%203%20copy%20request" TargetMode="External"/><Relationship Id="rId4" Type="http://schemas.openxmlformats.org/officeDocument/2006/relationships/image" Target="../media/image4.svg"/><Relationship Id="rId9" Type="http://schemas.openxmlformats.org/officeDocument/2006/relationships/image" Target="../media/image19.svg"/></Relationships>
</file>

<file path=ppt/slides/_rels/slide6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slide" Target="slide21.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slide" Target="slide37.xml"/><Relationship Id="rId2" Type="http://schemas.openxmlformats.org/officeDocument/2006/relationships/slide" Target="slide31.xml"/><Relationship Id="rId1" Type="http://schemas.openxmlformats.org/officeDocument/2006/relationships/slideLayout" Target="../slideLayouts/slideLayout2.xml"/><Relationship Id="rId5" Type="http://schemas.openxmlformats.org/officeDocument/2006/relationships/image" Target="../media/image6.svg"/><Relationship Id="rId4" Type="http://schemas.openxmlformats.org/officeDocument/2006/relationships/image" Target="../media/image5.png"/></Relationships>
</file>

<file path=ppt/slides/_rels/slide68.xml.rels><?xml version="1.0" encoding="UTF-8" standalone="yes"?>
<Relationships xmlns="http://schemas.openxmlformats.org/package/2006/relationships"><Relationship Id="rId3" Type="http://schemas.openxmlformats.org/officeDocument/2006/relationships/slide" Target="slide37.xml"/><Relationship Id="rId2" Type="http://schemas.openxmlformats.org/officeDocument/2006/relationships/slide" Target="slide31.xml"/><Relationship Id="rId1" Type="http://schemas.openxmlformats.org/officeDocument/2006/relationships/slideLayout" Target="../slideLayouts/slideLayout2.xml"/><Relationship Id="rId6" Type="http://schemas.openxmlformats.org/officeDocument/2006/relationships/hyperlink" Target="https://www.youtube.com/watch?v=7Tb8TAeUgSM" TargetMode="External"/><Relationship Id="rId5" Type="http://schemas.openxmlformats.org/officeDocument/2006/relationships/image" Target="../media/image6.svg"/><Relationship Id="rId4" Type="http://schemas.openxmlformats.org/officeDocument/2006/relationships/image" Target="../media/image5.png"/></Relationships>
</file>

<file path=ppt/slides/_rels/slide69.xml.rels><?xml version="1.0" encoding="UTF-8" standalone="yes"?>
<Relationships xmlns="http://schemas.openxmlformats.org/package/2006/relationships"><Relationship Id="rId3" Type="http://schemas.openxmlformats.org/officeDocument/2006/relationships/slide" Target="slide37.xml"/><Relationship Id="rId2" Type="http://schemas.openxmlformats.org/officeDocument/2006/relationships/slide" Target="slide31.xml"/><Relationship Id="rId1" Type="http://schemas.openxmlformats.org/officeDocument/2006/relationships/slideLayout" Target="../slideLayouts/slideLayout2.xml"/><Relationship Id="rId6" Type="http://schemas.openxmlformats.org/officeDocument/2006/relationships/hyperlink" Target="mailto:szymonmochort11@gmail.com?subject=Windos%203%20support%20ticket%20%231" TargetMode="External"/><Relationship Id="rId5" Type="http://schemas.openxmlformats.org/officeDocument/2006/relationships/image" Target="../media/image6.svg"/><Relationship Id="rId4" Type="http://schemas.openxmlformats.org/officeDocument/2006/relationships/image" Target="../media/image5.png"/></Relationships>
</file>

<file path=ppt/slides/_rels/slide70.xml.rels><?xml version="1.0" encoding="UTF-8" standalone="yes"?>
<Relationships xmlns="http://schemas.openxmlformats.org/package/2006/relationships"><Relationship Id="rId3" Type="http://schemas.openxmlformats.org/officeDocument/2006/relationships/slide" Target="slide38.xml"/><Relationship Id="rId2" Type="http://schemas.openxmlformats.org/officeDocument/2006/relationships/slide" Target="slide31.xml"/><Relationship Id="rId1" Type="http://schemas.openxmlformats.org/officeDocument/2006/relationships/slideLayout" Target="../slideLayouts/slideLayout2.xml"/><Relationship Id="rId5" Type="http://schemas.openxmlformats.org/officeDocument/2006/relationships/image" Target="../media/image6.svg"/><Relationship Id="rId4" Type="http://schemas.openxmlformats.org/officeDocument/2006/relationships/image" Target="../media/image5.png"/></Relationships>
</file>

<file path=ppt/slides/_rels/slide71.xml.rels><?xml version="1.0" encoding="UTF-8" standalone="yes"?>
<Relationships xmlns="http://schemas.openxmlformats.org/package/2006/relationships"><Relationship Id="rId3" Type="http://schemas.openxmlformats.org/officeDocument/2006/relationships/slide" Target="slide38.xml"/><Relationship Id="rId2" Type="http://schemas.openxmlformats.org/officeDocument/2006/relationships/slide" Target="slide31.xml"/><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6.svg"/><Relationship Id="rId4" Type="http://schemas.openxmlformats.org/officeDocument/2006/relationships/image" Target="../media/image5.png"/></Relationships>
</file>

<file path=ppt/slides/_rels/slide7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 Target="slide36.xml"/><Relationship Id="rId1" Type="http://schemas.openxmlformats.org/officeDocument/2006/relationships/slideLayout" Target="../slideLayouts/slideLayout2.xml"/><Relationship Id="rId6" Type="http://schemas.openxmlformats.org/officeDocument/2006/relationships/image" Target="../media/image58.jpeg"/><Relationship Id="rId5" Type="http://schemas.openxmlformats.org/officeDocument/2006/relationships/slide" Target="slide31.xml"/><Relationship Id="rId4" Type="http://schemas.openxmlformats.org/officeDocument/2006/relationships/image" Target="../media/image4.svg"/></Relationships>
</file>

<file path=ppt/slides/_rels/slide7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 Target="slide36.xml"/><Relationship Id="rId1" Type="http://schemas.openxmlformats.org/officeDocument/2006/relationships/slideLayout" Target="../slideLayouts/slideLayout2.xml"/><Relationship Id="rId6" Type="http://schemas.openxmlformats.org/officeDocument/2006/relationships/image" Target="../media/image59.jpeg"/><Relationship Id="rId5" Type="http://schemas.openxmlformats.org/officeDocument/2006/relationships/slide" Target="slide31.xml"/><Relationship Id="rId4" Type="http://schemas.openxmlformats.org/officeDocument/2006/relationships/image" Target="../media/image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08B3D90-1727-45A5-8866-C381CD8F5E4A}"/>
              </a:ext>
            </a:extLst>
          </p:cNvPr>
          <p:cNvSpPr/>
          <p:nvPr/>
        </p:nvSpPr>
        <p:spPr>
          <a:xfrm>
            <a:off x="0" y="0"/>
            <a:ext cx="12192000" cy="6858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TextBox 5">
            <a:extLst>
              <a:ext uri="{FF2B5EF4-FFF2-40B4-BE49-F238E27FC236}">
                <a16:creationId xmlns:a16="http://schemas.microsoft.com/office/drawing/2014/main" id="{5B9B2C59-90F6-48C4-BE6C-9FA1E80EE7BE}"/>
              </a:ext>
            </a:extLst>
          </p:cNvPr>
          <p:cNvSpPr txBox="1"/>
          <p:nvPr/>
        </p:nvSpPr>
        <p:spPr>
          <a:xfrm>
            <a:off x="0" y="77118"/>
            <a:ext cx="5354198" cy="923330"/>
          </a:xfrm>
          <a:prstGeom prst="rect">
            <a:avLst/>
          </a:prstGeom>
          <a:noFill/>
        </p:spPr>
        <p:txBody>
          <a:bodyPr wrap="square" rtlCol="0">
            <a:spAutoFit/>
          </a:bodyPr>
          <a:lstStyle/>
          <a:p>
            <a:r>
              <a:rPr lang="en-GB" dirty="0">
                <a:solidFill>
                  <a:schemeClr val="bg1"/>
                </a:solidFill>
              </a:rPr>
              <a:t>Booting CD/DVD…</a:t>
            </a:r>
          </a:p>
          <a:p>
            <a:r>
              <a:rPr lang="en-GB" dirty="0">
                <a:solidFill>
                  <a:schemeClr val="bg1"/>
                </a:solidFill>
              </a:rPr>
              <a:t>Starting Windos 3 setup…</a:t>
            </a:r>
          </a:p>
          <a:p>
            <a:r>
              <a:rPr lang="en-GB" dirty="0">
                <a:solidFill>
                  <a:schemeClr val="bg1"/>
                </a:solidFill>
                <a:hlinkClick r:id="rId2" action="ppaction://hlinksldjump"/>
              </a:rPr>
              <a:t>Click me to start up</a:t>
            </a:r>
            <a:endParaRPr lang="en-GB" dirty="0">
              <a:solidFill>
                <a:schemeClr val="bg1"/>
              </a:solidFill>
            </a:endParaRPr>
          </a:p>
        </p:txBody>
      </p:sp>
      <p:sp>
        <p:nvSpPr>
          <p:cNvPr id="2" name="Title 1">
            <a:extLst>
              <a:ext uri="{FF2B5EF4-FFF2-40B4-BE49-F238E27FC236}">
                <a16:creationId xmlns:a16="http://schemas.microsoft.com/office/drawing/2014/main" id="{E69988BB-EF14-4E04-A302-6DED399C49DF}"/>
              </a:ext>
            </a:extLst>
          </p:cNvPr>
          <p:cNvSpPr>
            <a:spLocks noGrp="1"/>
          </p:cNvSpPr>
          <p:nvPr>
            <p:ph type="ctrTitle"/>
          </p:nvPr>
        </p:nvSpPr>
        <p:spPr/>
        <p:txBody>
          <a:bodyPr/>
          <a:lstStyle/>
          <a:p>
            <a:endParaRPr lang="en-GB" dirty="0"/>
          </a:p>
        </p:txBody>
      </p:sp>
      <p:sp>
        <p:nvSpPr>
          <p:cNvPr id="3" name="Subtitle 2">
            <a:extLst>
              <a:ext uri="{FF2B5EF4-FFF2-40B4-BE49-F238E27FC236}">
                <a16:creationId xmlns:a16="http://schemas.microsoft.com/office/drawing/2014/main" id="{04D5C8D9-B937-4017-BE73-B66EA9A5ACFB}"/>
              </a:ext>
            </a:extLst>
          </p:cNvPr>
          <p:cNvSpPr>
            <a:spLocks noGrp="1"/>
          </p:cNvSpPr>
          <p:nvPr>
            <p:ph type="subTitle" idx="1"/>
          </p:nvPr>
        </p:nvSpPr>
        <p:spPr/>
        <p:txBody>
          <a:bodyPr/>
          <a:lstStyle/>
          <a:p>
            <a:endParaRPr lang="en-GB" dirty="0"/>
          </a:p>
        </p:txBody>
      </p:sp>
    </p:spTree>
    <p:extLst>
      <p:ext uri="{BB962C8B-B14F-4D97-AF65-F5344CB8AC3E}">
        <p14:creationId xmlns:p14="http://schemas.microsoft.com/office/powerpoint/2010/main" val="17808613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0D1E66E-EB2F-4433-AE7D-9FEEF985D545}"/>
              </a:ext>
            </a:extLst>
          </p:cNvPr>
          <p:cNvSpPr>
            <a:spLocks noGrp="1"/>
          </p:cNvSpPr>
          <p:nvPr>
            <p:ph type="title"/>
          </p:nvPr>
        </p:nvSpPr>
        <p:spPr/>
        <p:txBody>
          <a:bodyPr/>
          <a:lstStyle/>
          <a:p>
            <a:endParaRPr lang="en-GB" dirty="0"/>
          </a:p>
        </p:txBody>
      </p:sp>
      <p:sp>
        <p:nvSpPr>
          <p:cNvPr id="9" name="Content Placeholder 8">
            <a:extLst>
              <a:ext uri="{FF2B5EF4-FFF2-40B4-BE49-F238E27FC236}">
                <a16:creationId xmlns:a16="http://schemas.microsoft.com/office/drawing/2014/main" id="{39C5FACE-AFFA-41D2-8ABB-4B15BEFB3848}"/>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37A48B31-B214-4AF1-9FB2-94A18942E02F}"/>
              </a:ext>
            </a:extLst>
          </p:cNvPr>
          <p:cNvSpPr/>
          <p:nvPr/>
        </p:nvSpPr>
        <p:spPr>
          <a:xfrm>
            <a:off x="2085402" y="2137473"/>
            <a:ext cx="8538072" cy="3727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Welcome to setup!</a:t>
            </a:r>
          </a:p>
          <a:p>
            <a:pPr algn="ctr"/>
            <a:r>
              <a:rPr lang="en-GB" dirty="0"/>
              <a:t>This setup installs Windos 3 on your computer.</a:t>
            </a:r>
          </a:p>
          <a:p>
            <a:pPr algn="ctr"/>
            <a:r>
              <a:rPr lang="en-GB" dirty="0"/>
              <a:t>Please press next to continue. </a:t>
            </a:r>
          </a:p>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2085402" y="1244906"/>
            <a:ext cx="8538072"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setup</a:t>
            </a:r>
          </a:p>
        </p:txBody>
      </p:sp>
      <p:sp>
        <p:nvSpPr>
          <p:cNvPr id="7" name="Rectangle 6">
            <a:hlinkClick r:id="rId2" action="ppaction://hlinksldjump"/>
            <a:extLst>
              <a:ext uri="{FF2B5EF4-FFF2-40B4-BE49-F238E27FC236}">
                <a16:creationId xmlns:a16="http://schemas.microsoft.com/office/drawing/2014/main" id="{48E274BF-7DA0-473B-8504-F5DA26C390E7}"/>
              </a:ext>
            </a:extLst>
          </p:cNvPr>
          <p:cNvSpPr/>
          <p:nvPr/>
        </p:nvSpPr>
        <p:spPr>
          <a:xfrm>
            <a:off x="8984512" y="4811871"/>
            <a:ext cx="141413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Next&gt;</a:t>
            </a:r>
          </a:p>
        </p:txBody>
      </p:sp>
      <p:sp>
        <p:nvSpPr>
          <p:cNvPr id="2" name="Rectangle 1">
            <a:hlinkClick r:id="rId3" action="ppaction://hlinksldjump"/>
            <a:extLst>
              <a:ext uri="{FF2B5EF4-FFF2-40B4-BE49-F238E27FC236}">
                <a16:creationId xmlns:a16="http://schemas.microsoft.com/office/drawing/2014/main" id="{79B8F2EC-A767-4044-91A2-0C53C2F4FD10}"/>
              </a:ext>
            </a:extLst>
          </p:cNvPr>
          <p:cNvSpPr/>
          <p:nvPr/>
        </p:nvSpPr>
        <p:spPr>
          <a:xfrm>
            <a:off x="10064068" y="1572959"/>
            <a:ext cx="334574" cy="305498"/>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6480689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D1A324E3-53D8-41D8-B980-297F9F443790}"/>
              </a:ext>
            </a:extLst>
          </p:cNvPr>
          <p:cNvSpPr>
            <a:spLocks noGrp="1"/>
          </p:cNvSpPr>
          <p:nvPr>
            <p:ph type="title"/>
          </p:nvPr>
        </p:nvSpPr>
        <p:spPr/>
        <p:txBody>
          <a:bodyPr/>
          <a:lstStyle/>
          <a:p>
            <a:endParaRPr lang="en-GB" dirty="0"/>
          </a:p>
        </p:txBody>
      </p:sp>
      <p:sp>
        <p:nvSpPr>
          <p:cNvPr id="10" name="Content Placeholder 9">
            <a:extLst>
              <a:ext uri="{FF2B5EF4-FFF2-40B4-BE49-F238E27FC236}">
                <a16:creationId xmlns:a16="http://schemas.microsoft.com/office/drawing/2014/main" id="{9DD70C8B-503A-4A25-91DE-99D9688619B0}"/>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37A48B31-B214-4AF1-9FB2-94A18942E02F}"/>
              </a:ext>
            </a:extLst>
          </p:cNvPr>
          <p:cNvSpPr/>
          <p:nvPr/>
        </p:nvSpPr>
        <p:spPr>
          <a:xfrm>
            <a:off x="2085402" y="2137473"/>
            <a:ext cx="8538072" cy="3727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Please enter your username and press next:</a:t>
            </a:r>
          </a:p>
        </p:txBody>
      </p:sp>
      <p:sp>
        <p:nvSpPr>
          <p:cNvPr id="6" name="Rectangle 5">
            <a:extLst>
              <a:ext uri="{FF2B5EF4-FFF2-40B4-BE49-F238E27FC236}">
                <a16:creationId xmlns:a16="http://schemas.microsoft.com/office/drawing/2014/main" id="{BEEA9436-8ACE-467F-A4A6-25230868C9CF}"/>
              </a:ext>
            </a:extLst>
          </p:cNvPr>
          <p:cNvSpPr/>
          <p:nvPr/>
        </p:nvSpPr>
        <p:spPr>
          <a:xfrm>
            <a:off x="2085402" y="1244906"/>
            <a:ext cx="8538072"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setup</a:t>
            </a:r>
          </a:p>
        </p:txBody>
      </p:sp>
      <p:sp>
        <p:nvSpPr>
          <p:cNvPr id="7" name="Rectangle 6">
            <a:extLst>
              <a:ext uri="{FF2B5EF4-FFF2-40B4-BE49-F238E27FC236}">
                <a16:creationId xmlns:a16="http://schemas.microsoft.com/office/drawing/2014/main" id="{94E42EA7-EB44-4055-8D01-CA900EF3730D}"/>
              </a:ext>
            </a:extLst>
          </p:cNvPr>
          <p:cNvSpPr/>
          <p:nvPr/>
        </p:nvSpPr>
        <p:spPr>
          <a:xfrm>
            <a:off x="3051672" y="4175393"/>
            <a:ext cx="6753340" cy="8042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Username Password</a:t>
            </a:r>
          </a:p>
        </p:txBody>
      </p:sp>
      <p:sp>
        <p:nvSpPr>
          <p:cNvPr id="8" name="Rectangle 7">
            <a:hlinkClick r:id="rId2" action="ppaction://hlinksldjump"/>
            <a:extLst>
              <a:ext uri="{FF2B5EF4-FFF2-40B4-BE49-F238E27FC236}">
                <a16:creationId xmlns:a16="http://schemas.microsoft.com/office/drawing/2014/main" id="{06586BEA-CDA3-4C92-9F50-0E8048AB0A5B}"/>
              </a:ext>
            </a:extLst>
          </p:cNvPr>
          <p:cNvSpPr/>
          <p:nvPr/>
        </p:nvSpPr>
        <p:spPr>
          <a:xfrm>
            <a:off x="8456727" y="5196523"/>
            <a:ext cx="1938968" cy="4516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next</a:t>
            </a:r>
          </a:p>
        </p:txBody>
      </p:sp>
    </p:spTree>
    <p:extLst>
      <p:ext uri="{BB962C8B-B14F-4D97-AF65-F5344CB8AC3E}">
        <p14:creationId xmlns:p14="http://schemas.microsoft.com/office/powerpoint/2010/main" val="33865673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4B18FF3F-F86A-4BE6-847B-69FBA384A669}"/>
              </a:ext>
            </a:extLst>
          </p:cNvPr>
          <p:cNvSpPr>
            <a:spLocks noGrp="1"/>
          </p:cNvSpPr>
          <p:nvPr>
            <p:ph type="title"/>
          </p:nvPr>
        </p:nvSpPr>
        <p:spPr/>
        <p:txBody>
          <a:bodyPr/>
          <a:lstStyle/>
          <a:p>
            <a:endParaRPr lang="en-GB" dirty="0"/>
          </a:p>
        </p:txBody>
      </p:sp>
      <p:sp>
        <p:nvSpPr>
          <p:cNvPr id="10" name="Content Placeholder 9">
            <a:extLst>
              <a:ext uri="{FF2B5EF4-FFF2-40B4-BE49-F238E27FC236}">
                <a16:creationId xmlns:a16="http://schemas.microsoft.com/office/drawing/2014/main" id="{63D3EC01-339D-49B6-BB78-CAEC1B75935A}"/>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37A48B31-B214-4AF1-9FB2-94A18942E02F}"/>
              </a:ext>
            </a:extLst>
          </p:cNvPr>
          <p:cNvSpPr/>
          <p:nvPr/>
        </p:nvSpPr>
        <p:spPr>
          <a:xfrm>
            <a:off x="2085402" y="2137473"/>
            <a:ext cx="8538072" cy="3727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Please enter the 25-digit product key below:</a:t>
            </a:r>
          </a:p>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2085402" y="1244906"/>
            <a:ext cx="8538072"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setup</a:t>
            </a:r>
          </a:p>
        </p:txBody>
      </p:sp>
      <p:sp>
        <p:nvSpPr>
          <p:cNvPr id="7" name="Rectangle 6">
            <a:extLst>
              <a:ext uri="{FF2B5EF4-FFF2-40B4-BE49-F238E27FC236}">
                <a16:creationId xmlns:a16="http://schemas.microsoft.com/office/drawing/2014/main" id="{0863E4E6-A7E1-4C28-B889-545414131581}"/>
              </a:ext>
            </a:extLst>
          </p:cNvPr>
          <p:cNvSpPr/>
          <p:nvPr/>
        </p:nvSpPr>
        <p:spPr>
          <a:xfrm>
            <a:off x="4435971" y="4284921"/>
            <a:ext cx="3836933" cy="6485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RBDC9-VTRC8-D7972-J97JY-PRVMG</a:t>
            </a:r>
          </a:p>
        </p:txBody>
      </p:sp>
      <p:sp>
        <p:nvSpPr>
          <p:cNvPr id="8" name="Rectangle 7">
            <a:hlinkClick r:id="rId2" action="ppaction://hlinksldjump"/>
            <a:extLst>
              <a:ext uri="{FF2B5EF4-FFF2-40B4-BE49-F238E27FC236}">
                <a16:creationId xmlns:a16="http://schemas.microsoft.com/office/drawing/2014/main" id="{7FA219EE-8189-4D31-910C-56465D3C2750}"/>
              </a:ext>
            </a:extLst>
          </p:cNvPr>
          <p:cNvSpPr/>
          <p:nvPr/>
        </p:nvSpPr>
        <p:spPr>
          <a:xfrm>
            <a:off x="8527312" y="5241851"/>
            <a:ext cx="1988288" cy="5316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next</a:t>
            </a:r>
          </a:p>
        </p:txBody>
      </p:sp>
    </p:spTree>
    <p:extLst>
      <p:ext uri="{BB962C8B-B14F-4D97-AF65-F5344CB8AC3E}">
        <p14:creationId xmlns:p14="http://schemas.microsoft.com/office/powerpoint/2010/main" val="6567947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B92C869-165F-49F8-91B1-28337215BA09}"/>
              </a:ext>
            </a:extLst>
          </p:cNvPr>
          <p:cNvSpPr>
            <a:spLocks noGrp="1"/>
          </p:cNvSpPr>
          <p:nvPr>
            <p:ph type="title"/>
          </p:nvPr>
        </p:nvSpPr>
        <p:spPr/>
        <p:txBody>
          <a:bodyPr/>
          <a:lstStyle/>
          <a:p>
            <a:endParaRPr lang="en-GB" dirty="0"/>
          </a:p>
        </p:txBody>
      </p:sp>
      <p:sp>
        <p:nvSpPr>
          <p:cNvPr id="9" name="Content Placeholder 8">
            <a:extLst>
              <a:ext uri="{FF2B5EF4-FFF2-40B4-BE49-F238E27FC236}">
                <a16:creationId xmlns:a16="http://schemas.microsoft.com/office/drawing/2014/main" id="{7D4BAC53-A465-47CF-AC2D-FF3756E32A4E}"/>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37A48B31-B214-4AF1-9FB2-94A18942E02F}"/>
              </a:ext>
            </a:extLst>
          </p:cNvPr>
          <p:cNvSpPr/>
          <p:nvPr/>
        </p:nvSpPr>
        <p:spPr>
          <a:xfrm>
            <a:off x="2085402" y="2137473"/>
            <a:ext cx="8538072" cy="3727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Thanks for not stealing this installation.</a:t>
            </a:r>
          </a:p>
          <a:p>
            <a:pPr algn="ctr"/>
            <a:r>
              <a:rPr lang="en-GB" dirty="0"/>
              <a:t>Please press next to begin the identifying process. </a:t>
            </a:r>
          </a:p>
        </p:txBody>
      </p:sp>
      <p:sp>
        <p:nvSpPr>
          <p:cNvPr id="6" name="Rectangle 5">
            <a:extLst>
              <a:ext uri="{FF2B5EF4-FFF2-40B4-BE49-F238E27FC236}">
                <a16:creationId xmlns:a16="http://schemas.microsoft.com/office/drawing/2014/main" id="{BEEA9436-8ACE-467F-A4A6-25230868C9CF}"/>
              </a:ext>
            </a:extLst>
          </p:cNvPr>
          <p:cNvSpPr/>
          <p:nvPr/>
        </p:nvSpPr>
        <p:spPr>
          <a:xfrm>
            <a:off x="2085402" y="1244906"/>
            <a:ext cx="8538072"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setup</a:t>
            </a:r>
          </a:p>
        </p:txBody>
      </p:sp>
      <p:sp>
        <p:nvSpPr>
          <p:cNvPr id="7" name="Rectangle 6">
            <a:hlinkClick r:id="rId2" action="ppaction://hlinksldjump"/>
            <a:extLst>
              <a:ext uri="{FF2B5EF4-FFF2-40B4-BE49-F238E27FC236}">
                <a16:creationId xmlns:a16="http://schemas.microsoft.com/office/drawing/2014/main" id="{3406DC5A-C80B-4953-B148-6C5595422F8F}"/>
              </a:ext>
            </a:extLst>
          </p:cNvPr>
          <p:cNvSpPr/>
          <p:nvPr/>
        </p:nvSpPr>
        <p:spPr>
          <a:xfrm>
            <a:off x="8654902" y="5082363"/>
            <a:ext cx="1876535" cy="6660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Next&gt;</a:t>
            </a:r>
          </a:p>
        </p:txBody>
      </p:sp>
    </p:spTree>
    <p:extLst>
      <p:ext uri="{BB962C8B-B14F-4D97-AF65-F5344CB8AC3E}">
        <p14:creationId xmlns:p14="http://schemas.microsoft.com/office/powerpoint/2010/main" val="13794954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3D8DD26-8F90-48FE-A9C4-39B2B890B489}"/>
              </a:ext>
            </a:extLst>
          </p:cNvPr>
          <p:cNvSpPr>
            <a:spLocks noGrp="1"/>
          </p:cNvSpPr>
          <p:nvPr>
            <p:ph type="title"/>
          </p:nvPr>
        </p:nvSpPr>
        <p:spPr/>
        <p:txBody>
          <a:bodyPr/>
          <a:lstStyle/>
          <a:p>
            <a:endParaRPr lang="en-GB" dirty="0"/>
          </a:p>
        </p:txBody>
      </p:sp>
      <p:sp>
        <p:nvSpPr>
          <p:cNvPr id="10" name="Content Placeholder 9">
            <a:extLst>
              <a:ext uri="{FF2B5EF4-FFF2-40B4-BE49-F238E27FC236}">
                <a16:creationId xmlns:a16="http://schemas.microsoft.com/office/drawing/2014/main" id="{3BDFB311-E809-4EA9-8C28-D3A95DE6B914}"/>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37A48B31-B214-4AF1-9FB2-94A18942E02F}"/>
              </a:ext>
            </a:extLst>
          </p:cNvPr>
          <p:cNvSpPr/>
          <p:nvPr/>
        </p:nvSpPr>
        <p:spPr>
          <a:xfrm>
            <a:off x="2085402" y="2137473"/>
            <a:ext cx="8538072" cy="3727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Welcome, user!</a:t>
            </a:r>
          </a:p>
          <a:p>
            <a:pPr algn="ctr"/>
            <a:r>
              <a:rPr lang="en-GB" dirty="0"/>
              <a:t>Whet is your full name?</a:t>
            </a:r>
          </a:p>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2085402" y="1244906"/>
            <a:ext cx="8538072"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identifier</a:t>
            </a:r>
          </a:p>
        </p:txBody>
      </p:sp>
      <p:sp>
        <p:nvSpPr>
          <p:cNvPr id="7" name="Rectangle 6">
            <a:extLst>
              <a:ext uri="{FF2B5EF4-FFF2-40B4-BE49-F238E27FC236}">
                <a16:creationId xmlns:a16="http://schemas.microsoft.com/office/drawing/2014/main" id="{5A350784-E673-4CAE-A6E8-FE517E824BA2}"/>
              </a:ext>
            </a:extLst>
          </p:cNvPr>
          <p:cNvSpPr/>
          <p:nvPr/>
        </p:nvSpPr>
        <p:spPr>
          <a:xfrm>
            <a:off x="2456121" y="4795284"/>
            <a:ext cx="4646428" cy="8178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Username password</a:t>
            </a:r>
          </a:p>
        </p:txBody>
      </p:sp>
      <p:sp>
        <p:nvSpPr>
          <p:cNvPr id="8" name="Rectangle 7">
            <a:hlinkClick r:id="rId2" action="ppaction://hlinksldjump"/>
            <a:extLst>
              <a:ext uri="{FF2B5EF4-FFF2-40B4-BE49-F238E27FC236}">
                <a16:creationId xmlns:a16="http://schemas.microsoft.com/office/drawing/2014/main" id="{95FFA82B-C657-41CE-82E1-F97929C75A74}"/>
              </a:ext>
            </a:extLst>
          </p:cNvPr>
          <p:cNvSpPr/>
          <p:nvPr/>
        </p:nvSpPr>
        <p:spPr>
          <a:xfrm>
            <a:off x="9473609" y="4649439"/>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Tree>
    <p:extLst>
      <p:ext uri="{BB962C8B-B14F-4D97-AF65-F5344CB8AC3E}">
        <p14:creationId xmlns:p14="http://schemas.microsoft.com/office/powerpoint/2010/main" val="7611367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8D495531-157F-41C6-8C8C-05CE539B391F}"/>
              </a:ext>
            </a:extLst>
          </p:cNvPr>
          <p:cNvSpPr>
            <a:spLocks noGrp="1"/>
          </p:cNvSpPr>
          <p:nvPr>
            <p:ph type="title"/>
          </p:nvPr>
        </p:nvSpPr>
        <p:spPr/>
        <p:txBody>
          <a:bodyPr/>
          <a:lstStyle/>
          <a:p>
            <a:endParaRPr lang="en-GB" dirty="0"/>
          </a:p>
        </p:txBody>
      </p:sp>
      <p:sp>
        <p:nvSpPr>
          <p:cNvPr id="10" name="Content Placeholder 9">
            <a:extLst>
              <a:ext uri="{FF2B5EF4-FFF2-40B4-BE49-F238E27FC236}">
                <a16:creationId xmlns:a16="http://schemas.microsoft.com/office/drawing/2014/main" id="{9C92A604-44FA-448E-A07B-517E50A64280}"/>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37A48B31-B214-4AF1-9FB2-94A18942E02F}"/>
              </a:ext>
            </a:extLst>
          </p:cNvPr>
          <p:cNvSpPr/>
          <p:nvPr/>
        </p:nvSpPr>
        <p:spPr>
          <a:xfrm>
            <a:off x="2085402" y="2137473"/>
            <a:ext cx="8538072" cy="3727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How old are you?</a:t>
            </a:r>
          </a:p>
          <a:p>
            <a:pPr algn="ctr"/>
            <a:r>
              <a:rPr lang="en-GB" dirty="0"/>
              <a:t>Type in a 	NUMBER ONLY! </a:t>
            </a:r>
          </a:p>
        </p:txBody>
      </p:sp>
      <p:sp>
        <p:nvSpPr>
          <p:cNvPr id="6" name="Rectangle 5">
            <a:extLst>
              <a:ext uri="{FF2B5EF4-FFF2-40B4-BE49-F238E27FC236}">
                <a16:creationId xmlns:a16="http://schemas.microsoft.com/office/drawing/2014/main" id="{BEEA9436-8ACE-467F-A4A6-25230868C9CF}"/>
              </a:ext>
            </a:extLst>
          </p:cNvPr>
          <p:cNvSpPr/>
          <p:nvPr/>
        </p:nvSpPr>
        <p:spPr>
          <a:xfrm>
            <a:off x="2085402" y="1244906"/>
            <a:ext cx="8538072"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identifier</a:t>
            </a:r>
          </a:p>
        </p:txBody>
      </p:sp>
      <p:sp>
        <p:nvSpPr>
          <p:cNvPr id="7" name="Rectangle 6">
            <a:extLst>
              <a:ext uri="{FF2B5EF4-FFF2-40B4-BE49-F238E27FC236}">
                <a16:creationId xmlns:a16="http://schemas.microsoft.com/office/drawing/2014/main" id="{CD611BAE-62E7-4780-BE7F-C846E44B3592}"/>
              </a:ext>
            </a:extLst>
          </p:cNvPr>
          <p:cNvSpPr/>
          <p:nvPr/>
        </p:nvSpPr>
        <p:spPr>
          <a:xfrm>
            <a:off x="2190307" y="5135526"/>
            <a:ext cx="2626242" cy="4775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346587456~@}XRCFGVH</a:t>
            </a:r>
          </a:p>
        </p:txBody>
      </p:sp>
      <p:sp>
        <p:nvSpPr>
          <p:cNvPr id="8" name="Rectangle 7">
            <a:hlinkClick r:id="rId2" action="ppaction://hlinksldjump"/>
            <a:extLst>
              <a:ext uri="{FF2B5EF4-FFF2-40B4-BE49-F238E27FC236}">
                <a16:creationId xmlns:a16="http://schemas.microsoft.com/office/drawing/2014/main" id="{1D1DAE0A-693A-44B0-9A37-E3B265143135}"/>
              </a:ext>
            </a:extLst>
          </p:cNvPr>
          <p:cNvSpPr/>
          <p:nvPr/>
        </p:nvSpPr>
        <p:spPr>
          <a:xfrm>
            <a:off x="9554016" y="4845864"/>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Tree>
    <p:extLst>
      <p:ext uri="{BB962C8B-B14F-4D97-AF65-F5344CB8AC3E}">
        <p14:creationId xmlns:p14="http://schemas.microsoft.com/office/powerpoint/2010/main" val="10295837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A829A927-D88D-41A9-A870-DDB14A5F2759}"/>
              </a:ext>
            </a:extLst>
          </p:cNvPr>
          <p:cNvSpPr>
            <a:spLocks noGrp="1"/>
          </p:cNvSpPr>
          <p:nvPr>
            <p:ph type="title"/>
          </p:nvPr>
        </p:nvSpPr>
        <p:spPr/>
        <p:txBody>
          <a:bodyPr/>
          <a:lstStyle/>
          <a:p>
            <a:endParaRPr lang="en-GB" dirty="0"/>
          </a:p>
        </p:txBody>
      </p:sp>
      <p:sp>
        <p:nvSpPr>
          <p:cNvPr id="9" name="Content Placeholder 8">
            <a:extLst>
              <a:ext uri="{FF2B5EF4-FFF2-40B4-BE49-F238E27FC236}">
                <a16:creationId xmlns:a16="http://schemas.microsoft.com/office/drawing/2014/main" id="{31850CE3-9D08-4F9E-844B-42258F0FEAF3}"/>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01FBBDD8-9401-4757-81AB-F2BAEA062770}"/>
              </a:ext>
            </a:extLst>
          </p:cNvPr>
          <p:cNvSpPr/>
          <p:nvPr/>
        </p:nvSpPr>
        <p:spPr>
          <a:xfrm>
            <a:off x="170121" y="4869712"/>
            <a:ext cx="4444409" cy="1796902"/>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0D49DEB6-A4CB-4758-9EE0-A70EE5EFB248}"/>
              </a:ext>
            </a:extLst>
          </p:cNvPr>
          <p:cNvSpPr/>
          <p:nvPr/>
        </p:nvSpPr>
        <p:spPr>
          <a:xfrm>
            <a:off x="170121" y="4157330"/>
            <a:ext cx="4444409" cy="7123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error</a:t>
            </a:r>
          </a:p>
        </p:txBody>
      </p:sp>
      <p:sp>
        <p:nvSpPr>
          <p:cNvPr id="7" name="Rectangle 6">
            <a:extLst>
              <a:ext uri="{FF2B5EF4-FFF2-40B4-BE49-F238E27FC236}">
                <a16:creationId xmlns:a16="http://schemas.microsoft.com/office/drawing/2014/main" id="{51A85E33-347A-4A5B-BC4E-62764FAEC59E}"/>
              </a:ext>
            </a:extLst>
          </p:cNvPr>
          <p:cNvSpPr/>
          <p:nvPr/>
        </p:nvSpPr>
        <p:spPr>
          <a:xfrm>
            <a:off x="3944679" y="4295553"/>
            <a:ext cx="510363" cy="38277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a:t>
            </a:r>
          </a:p>
        </p:txBody>
      </p:sp>
    </p:spTree>
    <p:extLst>
      <p:ext uri="{BB962C8B-B14F-4D97-AF65-F5344CB8AC3E}">
        <p14:creationId xmlns:p14="http://schemas.microsoft.com/office/powerpoint/2010/main" val="4862743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11BF67B2-1B63-4C0C-B21A-E14D848C053B}"/>
              </a:ext>
            </a:extLst>
          </p:cNvPr>
          <p:cNvSpPr>
            <a:spLocks noGrp="1"/>
          </p:cNvSpPr>
          <p:nvPr>
            <p:ph type="title"/>
          </p:nvPr>
        </p:nvSpPr>
        <p:spPr/>
        <p:txBody>
          <a:bodyPr/>
          <a:lstStyle/>
          <a:p>
            <a:endParaRPr lang="en-GB" dirty="0"/>
          </a:p>
        </p:txBody>
      </p:sp>
      <p:sp>
        <p:nvSpPr>
          <p:cNvPr id="10" name="Content Placeholder 9">
            <a:extLst>
              <a:ext uri="{FF2B5EF4-FFF2-40B4-BE49-F238E27FC236}">
                <a16:creationId xmlns:a16="http://schemas.microsoft.com/office/drawing/2014/main" id="{2D2D2D75-E15E-44AE-A69F-86AF27795D6B}"/>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37A48B31-B214-4AF1-9FB2-94A18942E02F}"/>
              </a:ext>
            </a:extLst>
          </p:cNvPr>
          <p:cNvSpPr/>
          <p:nvPr/>
        </p:nvSpPr>
        <p:spPr>
          <a:xfrm>
            <a:off x="2085402" y="2137473"/>
            <a:ext cx="8538072" cy="3727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Please enter the correct age:</a:t>
            </a:r>
          </a:p>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2085402" y="1244906"/>
            <a:ext cx="8538072"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identifier</a:t>
            </a:r>
          </a:p>
        </p:txBody>
      </p:sp>
      <p:sp>
        <p:nvSpPr>
          <p:cNvPr id="7" name="Rectangle 6">
            <a:extLst>
              <a:ext uri="{FF2B5EF4-FFF2-40B4-BE49-F238E27FC236}">
                <a16:creationId xmlns:a16="http://schemas.microsoft.com/office/drawing/2014/main" id="{EC09F87C-7BF0-45C4-87E9-1B31298A8D34}"/>
              </a:ext>
            </a:extLst>
          </p:cNvPr>
          <p:cNvSpPr/>
          <p:nvPr/>
        </p:nvSpPr>
        <p:spPr>
          <a:xfrm>
            <a:off x="2615609" y="4774019"/>
            <a:ext cx="2190307" cy="7230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35</a:t>
            </a:r>
          </a:p>
        </p:txBody>
      </p:sp>
      <p:sp>
        <p:nvSpPr>
          <p:cNvPr id="8" name="Rectangle 7">
            <a:hlinkClick r:id="rId2" action="ppaction://hlinksldjump"/>
            <a:extLst>
              <a:ext uri="{FF2B5EF4-FFF2-40B4-BE49-F238E27FC236}">
                <a16:creationId xmlns:a16="http://schemas.microsoft.com/office/drawing/2014/main" id="{B531F403-F792-4E3B-B77A-947B44594061}"/>
              </a:ext>
            </a:extLst>
          </p:cNvPr>
          <p:cNvSpPr/>
          <p:nvPr/>
        </p:nvSpPr>
        <p:spPr>
          <a:xfrm>
            <a:off x="9335386" y="4603898"/>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Tree>
    <p:extLst>
      <p:ext uri="{BB962C8B-B14F-4D97-AF65-F5344CB8AC3E}">
        <p14:creationId xmlns:p14="http://schemas.microsoft.com/office/powerpoint/2010/main" val="22594185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98D9227-7D96-47B0-B4E0-34DCC49AC91A}"/>
              </a:ext>
            </a:extLst>
          </p:cNvPr>
          <p:cNvSpPr>
            <a:spLocks noGrp="1"/>
          </p:cNvSpPr>
          <p:nvPr>
            <p:ph type="title"/>
          </p:nvPr>
        </p:nvSpPr>
        <p:spPr/>
        <p:txBody>
          <a:bodyPr/>
          <a:lstStyle/>
          <a:p>
            <a:endParaRPr lang="en-GB" dirty="0"/>
          </a:p>
        </p:txBody>
      </p:sp>
      <p:sp>
        <p:nvSpPr>
          <p:cNvPr id="9" name="Content Placeholder 8">
            <a:extLst>
              <a:ext uri="{FF2B5EF4-FFF2-40B4-BE49-F238E27FC236}">
                <a16:creationId xmlns:a16="http://schemas.microsoft.com/office/drawing/2014/main" id="{5749284B-1E47-4CDA-B411-AF4221DEC145}"/>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37A48B31-B214-4AF1-9FB2-94A18942E02F}"/>
              </a:ext>
            </a:extLst>
          </p:cNvPr>
          <p:cNvSpPr/>
          <p:nvPr/>
        </p:nvSpPr>
        <p:spPr>
          <a:xfrm>
            <a:off x="2085402" y="2137473"/>
            <a:ext cx="8538072" cy="3727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Thanks for completing this short form.</a:t>
            </a:r>
          </a:p>
          <a:p>
            <a:pPr algn="ctr"/>
            <a:r>
              <a:rPr lang="en-GB" dirty="0"/>
              <a:t>We will now connect you to the Internet. </a:t>
            </a:r>
          </a:p>
        </p:txBody>
      </p:sp>
      <p:sp>
        <p:nvSpPr>
          <p:cNvPr id="6" name="Rectangle 5">
            <a:extLst>
              <a:ext uri="{FF2B5EF4-FFF2-40B4-BE49-F238E27FC236}">
                <a16:creationId xmlns:a16="http://schemas.microsoft.com/office/drawing/2014/main" id="{BEEA9436-8ACE-467F-A4A6-25230868C9CF}"/>
              </a:ext>
            </a:extLst>
          </p:cNvPr>
          <p:cNvSpPr/>
          <p:nvPr/>
        </p:nvSpPr>
        <p:spPr>
          <a:xfrm>
            <a:off x="2085402" y="1244906"/>
            <a:ext cx="8538072"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identifier</a:t>
            </a:r>
          </a:p>
        </p:txBody>
      </p:sp>
      <p:sp>
        <p:nvSpPr>
          <p:cNvPr id="7" name="Rectangle 6">
            <a:hlinkClick r:id="rId2" action="ppaction://hlinksldjump"/>
            <a:extLst>
              <a:ext uri="{FF2B5EF4-FFF2-40B4-BE49-F238E27FC236}">
                <a16:creationId xmlns:a16="http://schemas.microsoft.com/office/drawing/2014/main" id="{B7859EE7-64C7-42D3-B6E5-4F7887FFDB76}"/>
              </a:ext>
            </a:extLst>
          </p:cNvPr>
          <p:cNvSpPr/>
          <p:nvPr/>
        </p:nvSpPr>
        <p:spPr>
          <a:xfrm>
            <a:off x="5954233" y="4742121"/>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OK</a:t>
            </a:r>
          </a:p>
        </p:txBody>
      </p:sp>
    </p:spTree>
    <p:extLst>
      <p:ext uri="{BB962C8B-B14F-4D97-AF65-F5344CB8AC3E}">
        <p14:creationId xmlns:p14="http://schemas.microsoft.com/office/powerpoint/2010/main" val="15022080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CF6E810-29D1-4E11-899C-505D11F9C855}"/>
              </a:ext>
            </a:extLst>
          </p:cNvPr>
          <p:cNvSpPr>
            <a:spLocks noGrp="1"/>
          </p:cNvSpPr>
          <p:nvPr>
            <p:ph type="title"/>
          </p:nvPr>
        </p:nvSpPr>
        <p:spPr/>
        <p:txBody>
          <a:bodyPr/>
          <a:lstStyle/>
          <a:p>
            <a:endParaRPr lang="en-GB" dirty="0"/>
          </a:p>
        </p:txBody>
      </p:sp>
      <p:sp>
        <p:nvSpPr>
          <p:cNvPr id="9" name="Content Placeholder 8">
            <a:extLst>
              <a:ext uri="{FF2B5EF4-FFF2-40B4-BE49-F238E27FC236}">
                <a16:creationId xmlns:a16="http://schemas.microsoft.com/office/drawing/2014/main" id="{3B2BDDF3-66E8-4DAF-9FF9-B1653DB0E720}"/>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37A48B31-B214-4AF1-9FB2-94A18942E02F}"/>
              </a:ext>
            </a:extLst>
          </p:cNvPr>
          <p:cNvSpPr/>
          <p:nvPr/>
        </p:nvSpPr>
        <p:spPr>
          <a:xfrm>
            <a:off x="2085402" y="2137473"/>
            <a:ext cx="8538072" cy="3727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Searching for Internet devices…</a:t>
            </a:r>
          </a:p>
        </p:txBody>
      </p:sp>
      <p:sp>
        <p:nvSpPr>
          <p:cNvPr id="6" name="Rectangle 5">
            <a:extLst>
              <a:ext uri="{FF2B5EF4-FFF2-40B4-BE49-F238E27FC236}">
                <a16:creationId xmlns:a16="http://schemas.microsoft.com/office/drawing/2014/main" id="{BEEA9436-8ACE-467F-A4A6-25230868C9CF}"/>
              </a:ext>
            </a:extLst>
          </p:cNvPr>
          <p:cNvSpPr/>
          <p:nvPr/>
        </p:nvSpPr>
        <p:spPr>
          <a:xfrm>
            <a:off x="2085402" y="1244906"/>
            <a:ext cx="8538072"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Internet Wizard</a:t>
            </a:r>
          </a:p>
        </p:txBody>
      </p:sp>
      <p:sp>
        <p:nvSpPr>
          <p:cNvPr id="7" name="Rectangle 6">
            <a:hlinkClick r:id="rId2" action="ppaction://hlinksldjump"/>
            <a:extLst>
              <a:ext uri="{FF2B5EF4-FFF2-40B4-BE49-F238E27FC236}">
                <a16:creationId xmlns:a16="http://schemas.microsoft.com/office/drawing/2014/main" id="{3575112D-0726-4D9A-829D-04A757945523}"/>
              </a:ext>
            </a:extLst>
          </p:cNvPr>
          <p:cNvSpPr/>
          <p:nvPr/>
        </p:nvSpPr>
        <p:spPr>
          <a:xfrm>
            <a:off x="6354438" y="4649439"/>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Tree>
    <p:extLst>
      <p:ext uri="{BB962C8B-B14F-4D97-AF65-F5344CB8AC3E}">
        <p14:creationId xmlns:p14="http://schemas.microsoft.com/office/powerpoint/2010/main" val="39646049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E8903AA-282A-4018-8F84-E4557F4F2303}"/>
              </a:ext>
            </a:extLst>
          </p:cNvPr>
          <p:cNvSpPr>
            <a:spLocks noGrp="1"/>
          </p:cNvSpPr>
          <p:nvPr>
            <p:ph type="title"/>
          </p:nvPr>
        </p:nvSpPr>
        <p:spPr/>
        <p:txBody>
          <a:bodyPr/>
          <a:lstStyle/>
          <a:p>
            <a:endParaRPr lang="en-GB" dirty="0"/>
          </a:p>
        </p:txBody>
      </p:sp>
      <p:sp>
        <p:nvSpPr>
          <p:cNvPr id="9" name="Content Placeholder 8">
            <a:extLst>
              <a:ext uri="{FF2B5EF4-FFF2-40B4-BE49-F238E27FC236}">
                <a16:creationId xmlns:a16="http://schemas.microsoft.com/office/drawing/2014/main" id="{0A9E7976-E14C-44B8-8885-FFB801DC34A1}"/>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37A48B31-B214-4AF1-9FB2-94A18942E02F}"/>
              </a:ext>
            </a:extLst>
          </p:cNvPr>
          <p:cNvSpPr/>
          <p:nvPr/>
        </p:nvSpPr>
        <p:spPr>
          <a:xfrm>
            <a:off x="2085402" y="2137473"/>
            <a:ext cx="8538072" cy="3727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Would you like to connect to the Internet now?</a:t>
            </a:r>
          </a:p>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2085402" y="1244906"/>
            <a:ext cx="8538072"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Internet Wizard</a:t>
            </a:r>
          </a:p>
        </p:txBody>
      </p:sp>
      <p:sp>
        <p:nvSpPr>
          <p:cNvPr id="7" name="Rectangle 6">
            <a:hlinkClick r:id="rId2" action="ppaction://hlinksldjump"/>
            <a:extLst>
              <a:ext uri="{FF2B5EF4-FFF2-40B4-BE49-F238E27FC236}">
                <a16:creationId xmlns:a16="http://schemas.microsoft.com/office/drawing/2014/main" id="{2933F8FA-4B30-40F8-9B17-63F15D8FD27E}"/>
              </a:ext>
            </a:extLst>
          </p:cNvPr>
          <p:cNvSpPr/>
          <p:nvPr/>
        </p:nvSpPr>
        <p:spPr>
          <a:xfrm>
            <a:off x="5638800" y="4529471"/>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Tree>
    <p:extLst>
      <p:ext uri="{BB962C8B-B14F-4D97-AF65-F5344CB8AC3E}">
        <p14:creationId xmlns:p14="http://schemas.microsoft.com/office/powerpoint/2010/main" val="13083638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1D5C65A-1C34-42F0-A285-4BC09532DD0F}"/>
              </a:ext>
            </a:extLst>
          </p:cNvPr>
          <p:cNvSpPr>
            <a:spLocks noGrp="1"/>
          </p:cNvSpPr>
          <p:nvPr>
            <p:ph type="title"/>
          </p:nvPr>
        </p:nvSpPr>
        <p:spPr/>
        <p:txBody>
          <a:bodyPr/>
          <a:lstStyle/>
          <a:p>
            <a:endParaRPr lang="en-GB" dirty="0"/>
          </a:p>
        </p:txBody>
      </p:sp>
      <p:sp>
        <p:nvSpPr>
          <p:cNvPr id="9" name="Content Placeholder 8">
            <a:extLst>
              <a:ext uri="{FF2B5EF4-FFF2-40B4-BE49-F238E27FC236}">
                <a16:creationId xmlns:a16="http://schemas.microsoft.com/office/drawing/2014/main" id="{D8889536-6852-46A1-9C7B-44032CCE091E}"/>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37A48B31-B214-4AF1-9FB2-94A18942E02F}"/>
              </a:ext>
            </a:extLst>
          </p:cNvPr>
          <p:cNvSpPr/>
          <p:nvPr/>
        </p:nvSpPr>
        <p:spPr>
          <a:xfrm>
            <a:off x="2085402" y="2137473"/>
            <a:ext cx="8538072" cy="3727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Connecting to the Internet…</a:t>
            </a:r>
          </a:p>
        </p:txBody>
      </p:sp>
      <p:sp>
        <p:nvSpPr>
          <p:cNvPr id="6" name="Rectangle 5">
            <a:extLst>
              <a:ext uri="{FF2B5EF4-FFF2-40B4-BE49-F238E27FC236}">
                <a16:creationId xmlns:a16="http://schemas.microsoft.com/office/drawing/2014/main" id="{BEEA9436-8ACE-467F-A4A6-25230868C9CF}"/>
              </a:ext>
            </a:extLst>
          </p:cNvPr>
          <p:cNvSpPr/>
          <p:nvPr/>
        </p:nvSpPr>
        <p:spPr>
          <a:xfrm>
            <a:off x="2085402" y="1244906"/>
            <a:ext cx="8538072"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Internet Wizard</a:t>
            </a:r>
          </a:p>
        </p:txBody>
      </p:sp>
      <p:pic>
        <p:nvPicPr>
          <p:cNvPr id="7" name="Picture 6">
            <a:hlinkClick r:id="rId2" action="ppaction://hlinksldjump"/>
            <a:extLst>
              <a:ext uri="{FF2B5EF4-FFF2-40B4-BE49-F238E27FC236}">
                <a16:creationId xmlns:a16="http://schemas.microsoft.com/office/drawing/2014/main" id="{E75E5488-F9F0-4CA7-A34E-57873677E1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15719" y="4540103"/>
            <a:ext cx="3066347" cy="535394"/>
          </a:xfrm>
          <a:prstGeom prst="rect">
            <a:avLst/>
          </a:prstGeom>
        </p:spPr>
      </p:pic>
    </p:spTree>
    <p:extLst>
      <p:ext uri="{BB962C8B-B14F-4D97-AF65-F5344CB8AC3E}">
        <p14:creationId xmlns:p14="http://schemas.microsoft.com/office/powerpoint/2010/main" val="23602702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94572FF-C48F-4AF9-BBDC-EF03FC71693E}"/>
              </a:ext>
            </a:extLst>
          </p:cNvPr>
          <p:cNvSpPr>
            <a:spLocks noGrp="1"/>
          </p:cNvSpPr>
          <p:nvPr>
            <p:ph type="title"/>
          </p:nvPr>
        </p:nvSpPr>
        <p:spPr/>
        <p:txBody>
          <a:bodyPr/>
          <a:lstStyle/>
          <a:p>
            <a:endParaRPr lang="en-GB" dirty="0"/>
          </a:p>
        </p:txBody>
      </p:sp>
      <p:sp>
        <p:nvSpPr>
          <p:cNvPr id="9" name="Content Placeholder 8">
            <a:extLst>
              <a:ext uri="{FF2B5EF4-FFF2-40B4-BE49-F238E27FC236}">
                <a16:creationId xmlns:a16="http://schemas.microsoft.com/office/drawing/2014/main" id="{71319B29-C580-47EE-B76A-51A674D30205}"/>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37A48B31-B214-4AF1-9FB2-94A18942E02F}"/>
              </a:ext>
            </a:extLst>
          </p:cNvPr>
          <p:cNvSpPr/>
          <p:nvPr/>
        </p:nvSpPr>
        <p:spPr>
          <a:xfrm>
            <a:off x="2085402" y="2137473"/>
            <a:ext cx="8538072" cy="3727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Connected to the internet.</a:t>
            </a:r>
          </a:p>
          <a:p>
            <a:pPr algn="ctr"/>
            <a:r>
              <a:rPr lang="en-GB" dirty="0"/>
              <a:t>Testing the connection…</a:t>
            </a:r>
          </a:p>
        </p:txBody>
      </p:sp>
      <p:sp>
        <p:nvSpPr>
          <p:cNvPr id="6" name="Rectangle 5">
            <a:extLst>
              <a:ext uri="{FF2B5EF4-FFF2-40B4-BE49-F238E27FC236}">
                <a16:creationId xmlns:a16="http://schemas.microsoft.com/office/drawing/2014/main" id="{BEEA9436-8ACE-467F-A4A6-25230868C9CF}"/>
              </a:ext>
            </a:extLst>
          </p:cNvPr>
          <p:cNvSpPr/>
          <p:nvPr/>
        </p:nvSpPr>
        <p:spPr>
          <a:xfrm>
            <a:off x="2085402" y="1244906"/>
            <a:ext cx="8538072"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Internet Wizard</a:t>
            </a:r>
          </a:p>
        </p:txBody>
      </p:sp>
      <p:pic>
        <p:nvPicPr>
          <p:cNvPr id="7" name="Picture 6">
            <a:hlinkClick r:id="rId2" action="ppaction://hlinksldjump"/>
            <a:extLst>
              <a:ext uri="{FF2B5EF4-FFF2-40B4-BE49-F238E27FC236}">
                <a16:creationId xmlns:a16="http://schemas.microsoft.com/office/drawing/2014/main" id="{2C2F2DF7-D2FA-4B4E-A18D-B6E1530451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48854" y="4720528"/>
            <a:ext cx="3066347" cy="535394"/>
          </a:xfrm>
          <a:prstGeom prst="rect">
            <a:avLst/>
          </a:prstGeom>
        </p:spPr>
      </p:pic>
    </p:spTree>
    <p:extLst>
      <p:ext uri="{BB962C8B-B14F-4D97-AF65-F5344CB8AC3E}">
        <p14:creationId xmlns:p14="http://schemas.microsoft.com/office/powerpoint/2010/main" val="9329449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49EBBBD-2ED2-46FF-AFA8-881DD15F3DCE}"/>
              </a:ext>
            </a:extLst>
          </p:cNvPr>
          <p:cNvSpPr>
            <a:spLocks noGrp="1"/>
          </p:cNvSpPr>
          <p:nvPr>
            <p:ph type="title"/>
          </p:nvPr>
        </p:nvSpPr>
        <p:spPr/>
        <p:txBody>
          <a:bodyPr/>
          <a:lstStyle/>
          <a:p>
            <a:endParaRPr lang="en-GB" dirty="0"/>
          </a:p>
        </p:txBody>
      </p:sp>
      <p:sp>
        <p:nvSpPr>
          <p:cNvPr id="9" name="Content Placeholder 8">
            <a:extLst>
              <a:ext uri="{FF2B5EF4-FFF2-40B4-BE49-F238E27FC236}">
                <a16:creationId xmlns:a16="http://schemas.microsoft.com/office/drawing/2014/main" id="{6B88BC8A-8739-4AA7-A782-E7F433265C63}"/>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85061"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01FBBDD8-9401-4757-81AB-F2BAEA062770}"/>
              </a:ext>
            </a:extLst>
          </p:cNvPr>
          <p:cNvSpPr/>
          <p:nvPr/>
        </p:nvSpPr>
        <p:spPr>
          <a:xfrm>
            <a:off x="170121" y="4869712"/>
            <a:ext cx="4444409" cy="1796902"/>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You have connected to the Intranet!</a:t>
            </a:r>
          </a:p>
          <a:p>
            <a:pPr algn="ctr"/>
            <a:r>
              <a:rPr lang="en-GB" dirty="0"/>
              <a:t>This is the opposite of the Internet sadly but it is 100x better! </a:t>
            </a:r>
          </a:p>
        </p:txBody>
      </p:sp>
      <p:sp>
        <p:nvSpPr>
          <p:cNvPr id="6" name="Rectangle 5">
            <a:extLst>
              <a:ext uri="{FF2B5EF4-FFF2-40B4-BE49-F238E27FC236}">
                <a16:creationId xmlns:a16="http://schemas.microsoft.com/office/drawing/2014/main" id="{0D49DEB6-A4CB-4758-9EE0-A70EE5EFB248}"/>
              </a:ext>
            </a:extLst>
          </p:cNvPr>
          <p:cNvSpPr/>
          <p:nvPr/>
        </p:nvSpPr>
        <p:spPr>
          <a:xfrm>
            <a:off x="170121" y="4157330"/>
            <a:ext cx="4444409" cy="7123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info</a:t>
            </a:r>
          </a:p>
        </p:txBody>
      </p:sp>
      <p:sp>
        <p:nvSpPr>
          <p:cNvPr id="7" name="Rectangle 6">
            <a:hlinkClick r:id="rId2" action="ppaction://hlinksldjump"/>
            <a:extLst>
              <a:ext uri="{FF2B5EF4-FFF2-40B4-BE49-F238E27FC236}">
                <a16:creationId xmlns:a16="http://schemas.microsoft.com/office/drawing/2014/main" id="{51A85E33-347A-4A5B-BC4E-62764FAEC59E}"/>
              </a:ext>
            </a:extLst>
          </p:cNvPr>
          <p:cNvSpPr/>
          <p:nvPr/>
        </p:nvSpPr>
        <p:spPr>
          <a:xfrm>
            <a:off x="3944679" y="4295553"/>
            <a:ext cx="510363" cy="38277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a:t>
            </a:r>
          </a:p>
        </p:txBody>
      </p:sp>
    </p:spTree>
    <p:extLst>
      <p:ext uri="{BB962C8B-B14F-4D97-AF65-F5344CB8AC3E}">
        <p14:creationId xmlns:p14="http://schemas.microsoft.com/office/powerpoint/2010/main" val="12128625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5A5F6C8-E273-4B6C-AB27-E3BDAA9C25CE}"/>
              </a:ext>
            </a:extLst>
          </p:cNvPr>
          <p:cNvSpPr>
            <a:spLocks noGrp="1"/>
          </p:cNvSpPr>
          <p:nvPr>
            <p:ph type="title"/>
          </p:nvPr>
        </p:nvSpPr>
        <p:spPr/>
        <p:txBody>
          <a:bodyPr/>
          <a:lstStyle/>
          <a:p>
            <a:endParaRPr lang="en-GB" dirty="0"/>
          </a:p>
        </p:txBody>
      </p:sp>
      <p:sp>
        <p:nvSpPr>
          <p:cNvPr id="9" name="Content Placeholder 8">
            <a:extLst>
              <a:ext uri="{FF2B5EF4-FFF2-40B4-BE49-F238E27FC236}">
                <a16:creationId xmlns:a16="http://schemas.microsoft.com/office/drawing/2014/main" id="{017940A8-47F6-45AE-8EFB-F2FDD2F632B3}"/>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37A48B31-B214-4AF1-9FB2-94A18942E02F}"/>
              </a:ext>
            </a:extLst>
          </p:cNvPr>
          <p:cNvSpPr/>
          <p:nvPr/>
        </p:nvSpPr>
        <p:spPr>
          <a:xfrm>
            <a:off x="2085402" y="2137473"/>
            <a:ext cx="8538072" cy="3727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Press the below button to exit:</a:t>
            </a:r>
          </a:p>
        </p:txBody>
      </p:sp>
      <p:sp>
        <p:nvSpPr>
          <p:cNvPr id="6" name="Rectangle 5">
            <a:extLst>
              <a:ext uri="{FF2B5EF4-FFF2-40B4-BE49-F238E27FC236}">
                <a16:creationId xmlns:a16="http://schemas.microsoft.com/office/drawing/2014/main" id="{BEEA9436-8ACE-467F-A4A6-25230868C9CF}"/>
              </a:ext>
            </a:extLst>
          </p:cNvPr>
          <p:cNvSpPr/>
          <p:nvPr/>
        </p:nvSpPr>
        <p:spPr>
          <a:xfrm>
            <a:off x="2085402" y="1244906"/>
            <a:ext cx="8538072"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Internet Wizard</a:t>
            </a:r>
          </a:p>
        </p:txBody>
      </p:sp>
      <p:sp>
        <p:nvSpPr>
          <p:cNvPr id="7" name="Rectangle 6">
            <a:hlinkClick r:id="rId2" action="ppaction://hlinksldjump"/>
            <a:extLst>
              <a:ext uri="{FF2B5EF4-FFF2-40B4-BE49-F238E27FC236}">
                <a16:creationId xmlns:a16="http://schemas.microsoft.com/office/drawing/2014/main" id="{20697A53-BFB5-4405-8A29-121473DCD1A3}"/>
              </a:ext>
            </a:extLst>
          </p:cNvPr>
          <p:cNvSpPr/>
          <p:nvPr/>
        </p:nvSpPr>
        <p:spPr>
          <a:xfrm>
            <a:off x="6096000" y="448694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a:t>
            </a:r>
          </a:p>
        </p:txBody>
      </p:sp>
    </p:spTree>
    <p:extLst>
      <p:ext uri="{BB962C8B-B14F-4D97-AF65-F5344CB8AC3E}">
        <p14:creationId xmlns:p14="http://schemas.microsoft.com/office/powerpoint/2010/main" val="31916687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3F7DCDC-3051-4391-B2CA-41DB3A240F67}"/>
              </a:ext>
            </a:extLst>
          </p:cNvPr>
          <p:cNvSpPr>
            <a:spLocks noGrp="1"/>
          </p:cNvSpPr>
          <p:nvPr>
            <p:ph type="title"/>
          </p:nvPr>
        </p:nvSpPr>
        <p:spPr/>
        <p:txBody>
          <a:bodyPr/>
          <a:lstStyle/>
          <a:p>
            <a:endParaRPr lang="en-GB" dirty="0"/>
          </a:p>
        </p:txBody>
      </p:sp>
      <p:sp>
        <p:nvSpPr>
          <p:cNvPr id="9" name="Content Placeholder 8">
            <a:extLst>
              <a:ext uri="{FF2B5EF4-FFF2-40B4-BE49-F238E27FC236}">
                <a16:creationId xmlns:a16="http://schemas.microsoft.com/office/drawing/2014/main" id="{B8298E73-4C0E-4C49-A6DA-64E0C3A98A77}"/>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37A48B31-B214-4AF1-9FB2-94A18942E02F}"/>
              </a:ext>
            </a:extLst>
          </p:cNvPr>
          <p:cNvSpPr/>
          <p:nvPr/>
        </p:nvSpPr>
        <p:spPr>
          <a:xfrm>
            <a:off x="2085402" y="2137473"/>
            <a:ext cx="8538072" cy="3727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Press the below button to install Windos:</a:t>
            </a:r>
          </a:p>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2085402" y="1244906"/>
            <a:ext cx="8538072"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installer</a:t>
            </a:r>
          </a:p>
        </p:txBody>
      </p:sp>
      <p:sp>
        <p:nvSpPr>
          <p:cNvPr id="7" name="Rectangle 6">
            <a:hlinkClick r:id="rId2" action="ppaction://hlinksldjump"/>
            <a:extLst>
              <a:ext uri="{FF2B5EF4-FFF2-40B4-BE49-F238E27FC236}">
                <a16:creationId xmlns:a16="http://schemas.microsoft.com/office/drawing/2014/main" id="{0B64971B-F8D2-4848-92A6-EDB58A5B5A6B}"/>
              </a:ext>
            </a:extLst>
          </p:cNvPr>
          <p:cNvSpPr/>
          <p:nvPr/>
        </p:nvSpPr>
        <p:spPr>
          <a:xfrm>
            <a:off x="5050465" y="4369981"/>
            <a:ext cx="3370521" cy="7868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Install Windos</a:t>
            </a:r>
          </a:p>
        </p:txBody>
      </p:sp>
    </p:spTree>
    <p:extLst>
      <p:ext uri="{BB962C8B-B14F-4D97-AF65-F5344CB8AC3E}">
        <p14:creationId xmlns:p14="http://schemas.microsoft.com/office/powerpoint/2010/main" val="34448483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47A0D13-A659-43ED-8E83-8B726E0B7FC2}"/>
              </a:ext>
            </a:extLst>
          </p:cNvPr>
          <p:cNvSpPr>
            <a:spLocks noGrp="1"/>
          </p:cNvSpPr>
          <p:nvPr>
            <p:ph type="title"/>
          </p:nvPr>
        </p:nvSpPr>
        <p:spPr/>
        <p:txBody>
          <a:bodyPr/>
          <a:lstStyle/>
          <a:p>
            <a:endParaRPr lang="en-GB" dirty="0"/>
          </a:p>
        </p:txBody>
      </p:sp>
      <p:sp>
        <p:nvSpPr>
          <p:cNvPr id="9" name="Content Placeholder 8">
            <a:extLst>
              <a:ext uri="{FF2B5EF4-FFF2-40B4-BE49-F238E27FC236}">
                <a16:creationId xmlns:a16="http://schemas.microsoft.com/office/drawing/2014/main" id="{6DE7C441-CDB3-4F3D-B413-7A56D5CB9042}"/>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37A48B31-B214-4AF1-9FB2-94A18942E02F}"/>
              </a:ext>
            </a:extLst>
          </p:cNvPr>
          <p:cNvSpPr/>
          <p:nvPr/>
        </p:nvSpPr>
        <p:spPr>
          <a:xfrm>
            <a:off x="2085402" y="2137473"/>
            <a:ext cx="8538072" cy="3727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Installing Windos 3…</a:t>
            </a:r>
          </a:p>
          <a:p>
            <a:pPr algn="ctr"/>
            <a:r>
              <a:rPr lang="en-GB" dirty="0"/>
              <a:t>Please wait…</a:t>
            </a:r>
          </a:p>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2085402" y="1244906"/>
            <a:ext cx="8538072"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installer</a:t>
            </a:r>
          </a:p>
        </p:txBody>
      </p:sp>
      <p:pic>
        <p:nvPicPr>
          <p:cNvPr id="7" name="Picture 6">
            <a:hlinkClick r:id="rId2" action="ppaction://hlinksldjump"/>
            <a:extLst>
              <a:ext uri="{FF2B5EF4-FFF2-40B4-BE49-F238E27FC236}">
                <a16:creationId xmlns:a16="http://schemas.microsoft.com/office/drawing/2014/main" id="{DFEBCFCE-08B2-4088-B8D8-56DEB0D076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017" y="4561039"/>
            <a:ext cx="3066347" cy="535394"/>
          </a:xfrm>
          <a:prstGeom prst="rect">
            <a:avLst/>
          </a:prstGeom>
        </p:spPr>
      </p:pic>
    </p:spTree>
    <p:extLst>
      <p:ext uri="{BB962C8B-B14F-4D97-AF65-F5344CB8AC3E}">
        <p14:creationId xmlns:p14="http://schemas.microsoft.com/office/powerpoint/2010/main" val="1998622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EBE212E-23F7-4D09-8277-B9C0FE25ED1A}"/>
              </a:ext>
            </a:extLst>
          </p:cNvPr>
          <p:cNvSpPr>
            <a:spLocks noGrp="1"/>
          </p:cNvSpPr>
          <p:nvPr>
            <p:ph type="title"/>
          </p:nvPr>
        </p:nvSpPr>
        <p:spPr/>
        <p:txBody>
          <a:bodyPr/>
          <a:lstStyle/>
          <a:p>
            <a:endParaRPr lang="en-GB" dirty="0"/>
          </a:p>
        </p:txBody>
      </p:sp>
      <p:sp>
        <p:nvSpPr>
          <p:cNvPr id="9" name="Content Placeholder 8">
            <a:extLst>
              <a:ext uri="{FF2B5EF4-FFF2-40B4-BE49-F238E27FC236}">
                <a16:creationId xmlns:a16="http://schemas.microsoft.com/office/drawing/2014/main" id="{FA71767D-9E33-4151-B4AE-4F5DEC8AD9E9}"/>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01FBBDD8-9401-4757-81AB-F2BAEA062770}"/>
              </a:ext>
            </a:extLst>
          </p:cNvPr>
          <p:cNvSpPr/>
          <p:nvPr/>
        </p:nvSpPr>
        <p:spPr>
          <a:xfrm>
            <a:off x="170121" y="4869712"/>
            <a:ext cx="4444409" cy="1796902"/>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Install complete!</a:t>
            </a:r>
          </a:p>
          <a:p>
            <a:pPr algn="ctr"/>
            <a:r>
              <a:rPr lang="en-GB" dirty="0"/>
              <a:t>Exit to start Windos 3! </a:t>
            </a:r>
          </a:p>
        </p:txBody>
      </p:sp>
      <p:sp>
        <p:nvSpPr>
          <p:cNvPr id="6" name="Rectangle 5">
            <a:extLst>
              <a:ext uri="{FF2B5EF4-FFF2-40B4-BE49-F238E27FC236}">
                <a16:creationId xmlns:a16="http://schemas.microsoft.com/office/drawing/2014/main" id="{0D49DEB6-A4CB-4758-9EE0-A70EE5EFB248}"/>
              </a:ext>
            </a:extLst>
          </p:cNvPr>
          <p:cNvSpPr/>
          <p:nvPr/>
        </p:nvSpPr>
        <p:spPr>
          <a:xfrm>
            <a:off x="170121" y="4157330"/>
            <a:ext cx="4444409" cy="7123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success</a:t>
            </a:r>
          </a:p>
        </p:txBody>
      </p:sp>
      <p:sp>
        <p:nvSpPr>
          <p:cNvPr id="7" name="Rectangle 6">
            <a:hlinkClick r:id="rId2" action="ppaction://hlinksldjump"/>
            <a:extLst>
              <a:ext uri="{FF2B5EF4-FFF2-40B4-BE49-F238E27FC236}">
                <a16:creationId xmlns:a16="http://schemas.microsoft.com/office/drawing/2014/main" id="{51A85E33-347A-4A5B-BC4E-62764FAEC59E}"/>
              </a:ext>
            </a:extLst>
          </p:cNvPr>
          <p:cNvSpPr/>
          <p:nvPr/>
        </p:nvSpPr>
        <p:spPr>
          <a:xfrm>
            <a:off x="3944679" y="4295553"/>
            <a:ext cx="510363" cy="38277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a:t>
            </a:r>
          </a:p>
        </p:txBody>
      </p:sp>
    </p:spTree>
    <p:extLst>
      <p:ext uri="{BB962C8B-B14F-4D97-AF65-F5344CB8AC3E}">
        <p14:creationId xmlns:p14="http://schemas.microsoft.com/office/powerpoint/2010/main" val="7269971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788A7F7-146A-4CBC-B63C-F584C904E538}"/>
              </a:ext>
            </a:extLst>
          </p:cNvPr>
          <p:cNvSpPr>
            <a:spLocks noGrp="1"/>
          </p:cNvSpPr>
          <p:nvPr>
            <p:ph type="title"/>
          </p:nvPr>
        </p:nvSpPr>
        <p:spPr/>
        <p:txBody>
          <a:bodyPr/>
          <a:lstStyle/>
          <a:p>
            <a:endParaRPr lang="en-GB" dirty="0"/>
          </a:p>
        </p:txBody>
      </p:sp>
      <p:sp>
        <p:nvSpPr>
          <p:cNvPr id="9" name="Content Placeholder 8">
            <a:extLst>
              <a:ext uri="{FF2B5EF4-FFF2-40B4-BE49-F238E27FC236}">
                <a16:creationId xmlns:a16="http://schemas.microsoft.com/office/drawing/2014/main" id="{FF600B6F-B2F6-4501-9EFB-5B68D31A1B93}"/>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37A48B31-B214-4AF1-9FB2-94A18942E02F}"/>
              </a:ext>
            </a:extLst>
          </p:cNvPr>
          <p:cNvSpPr/>
          <p:nvPr/>
        </p:nvSpPr>
        <p:spPr>
          <a:xfrm>
            <a:off x="2085402" y="2137473"/>
            <a:ext cx="8538072" cy="3727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Was not completed successfully.</a:t>
            </a:r>
          </a:p>
          <a:p>
            <a:pPr algn="ctr"/>
            <a:r>
              <a:rPr lang="en-GB" dirty="0"/>
              <a:t>Close to crash PC</a:t>
            </a:r>
          </a:p>
        </p:txBody>
      </p:sp>
      <p:sp>
        <p:nvSpPr>
          <p:cNvPr id="6" name="Rectangle 5">
            <a:extLst>
              <a:ext uri="{FF2B5EF4-FFF2-40B4-BE49-F238E27FC236}">
                <a16:creationId xmlns:a16="http://schemas.microsoft.com/office/drawing/2014/main" id="{BEEA9436-8ACE-467F-A4A6-25230868C9CF}"/>
              </a:ext>
            </a:extLst>
          </p:cNvPr>
          <p:cNvSpPr/>
          <p:nvPr/>
        </p:nvSpPr>
        <p:spPr>
          <a:xfrm>
            <a:off x="2085402" y="1244906"/>
            <a:ext cx="8538072" cy="892567"/>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setup</a:t>
            </a:r>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9622465" y="1467293"/>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a:t>
            </a:r>
          </a:p>
        </p:txBody>
      </p:sp>
    </p:spTree>
    <p:extLst>
      <p:ext uri="{BB962C8B-B14F-4D97-AF65-F5344CB8AC3E}">
        <p14:creationId xmlns:p14="http://schemas.microsoft.com/office/powerpoint/2010/main" val="33392428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08B3D90-1727-45A5-8866-C381CD8F5E4A}"/>
              </a:ext>
            </a:extLst>
          </p:cNvPr>
          <p:cNvSpPr/>
          <p:nvPr/>
        </p:nvSpPr>
        <p:spPr>
          <a:xfrm>
            <a:off x="0" y="0"/>
            <a:ext cx="12192000" cy="6858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TextBox 5">
            <a:extLst>
              <a:ext uri="{FF2B5EF4-FFF2-40B4-BE49-F238E27FC236}">
                <a16:creationId xmlns:a16="http://schemas.microsoft.com/office/drawing/2014/main" id="{5B9B2C59-90F6-48C4-BE6C-9FA1E80EE7BE}"/>
              </a:ext>
            </a:extLst>
          </p:cNvPr>
          <p:cNvSpPr txBox="1"/>
          <p:nvPr/>
        </p:nvSpPr>
        <p:spPr>
          <a:xfrm>
            <a:off x="0" y="77118"/>
            <a:ext cx="5354198" cy="923330"/>
          </a:xfrm>
          <a:prstGeom prst="rect">
            <a:avLst/>
          </a:prstGeom>
          <a:noFill/>
        </p:spPr>
        <p:txBody>
          <a:bodyPr wrap="square" rtlCol="0">
            <a:spAutoFit/>
          </a:bodyPr>
          <a:lstStyle/>
          <a:p>
            <a:r>
              <a:rPr lang="en-GB" dirty="0">
                <a:solidFill>
                  <a:schemeClr val="bg1"/>
                </a:solidFill>
              </a:rPr>
              <a:t>Booting from hard disk…</a:t>
            </a:r>
          </a:p>
          <a:p>
            <a:r>
              <a:rPr lang="en-GB" dirty="0">
                <a:solidFill>
                  <a:schemeClr val="bg1"/>
                </a:solidFill>
              </a:rPr>
              <a:t>Starting Windos 3 …</a:t>
            </a:r>
          </a:p>
          <a:p>
            <a:r>
              <a:rPr lang="en-GB" dirty="0">
                <a:solidFill>
                  <a:schemeClr val="bg1"/>
                </a:solidFill>
                <a:hlinkClick r:id="rId2" action="ppaction://hlinksldjump"/>
              </a:rPr>
              <a:t>Click me to start up</a:t>
            </a:r>
            <a:endParaRPr lang="en-GB" dirty="0">
              <a:solidFill>
                <a:schemeClr val="bg1"/>
              </a:solidFill>
            </a:endParaRPr>
          </a:p>
        </p:txBody>
      </p:sp>
      <p:sp>
        <p:nvSpPr>
          <p:cNvPr id="2" name="Title 1">
            <a:extLst>
              <a:ext uri="{FF2B5EF4-FFF2-40B4-BE49-F238E27FC236}">
                <a16:creationId xmlns:a16="http://schemas.microsoft.com/office/drawing/2014/main" id="{C0FF0B84-953D-4485-96DA-07A59BDA750C}"/>
              </a:ext>
            </a:extLst>
          </p:cNvPr>
          <p:cNvSpPr>
            <a:spLocks noGrp="1"/>
          </p:cNvSpPr>
          <p:nvPr>
            <p:ph type="ctrTitle"/>
          </p:nvPr>
        </p:nvSpPr>
        <p:spPr/>
        <p:txBody>
          <a:bodyPr/>
          <a:lstStyle/>
          <a:p>
            <a:endParaRPr lang="en-GB" dirty="0"/>
          </a:p>
        </p:txBody>
      </p:sp>
      <p:sp>
        <p:nvSpPr>
          <p:cNvPr id="3" name="Subtitle 2">
            <a:extLst>
              <a:ext uri="{FF2B5EF4-FFF2-40B4-BE49-F238E27FC236}">
                <a16:creationId xmlns:a16="http://schemas.microsoft.com/office/drawing/2014/main" id="{31413839-D6CA-44E4-864A-547EF645E36B}"/>
              </a:ext>
            </a:extLst>
          </p:cNvPr>
          <p:cNvSpPr>
            <a:spLocks noGrp="1"/>
          </p:cNvSpPr>
          <p:nvPr>
            <p:ph type="subTitle" idx="1"/>
          </p:nvPr>
        </p:nvSpPr>
        <p:spPr/>
        <p:txBody>
          <a:bodyPr/>
          <a:lstStyle/>
          <a:p>
            <a:endParaRPr lang="en-GB" dirty="0"/>
          </a:p>
        </p:txBody>
      </p:sp>
    </p:spTree>
    <p:extLst>
      <p:ext uri="{BB962C8B-B14F-4D97-AF65-F5344CB8AC3E}">
        <p14:creationId xmlns:p14="http://schemas.microsoft.com/office/powerpoint/2010/main" val="31286699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D3ADF44-58EC-4597-BEAF-63C3C5A11F87}"/>
              </a:ext>
            </a:extLst>
          </p:cNvPr>
          <p:cNvSpPr>
            <a:spLocks noGrp="1"/>
          </p:cNvSpPr>
          <p:nvPr>
            <p:ph type="title"/>
          </p:nvPr>
        </p:nvSpPr>
        <p:spPr/>
        <p:txBody>
          <a:bodyPr/>
          <a:lstStyle/>
          <a:p>
            <a:endParaRPr lang="en-GB" dirty="0"/>
          </a:p>
        </p:txBody>
      </p:sp>
      <p:sp>
        <p:nvSpPr>
          <p:cNvPr id="6" name="Content Placeholder 5">
            <a:extLst>
              <a:ext uri="{FF2B5EF4-FFF2-40B4-BE49-F238E27FC236}">
                <a16:creationId xmlns:a16="http://schemas.microsoft.com/office/drawing/2014/main" id="{B9147765-1CF8-4161-89A1-D339C7E2EC57}"/>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rgbClr val="40789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0925350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D3ADF44-58EC-4597-BEAF-63C3C5A11F87}"/>
              </a:ext>
            </a:extLst>
          </p:cNvPr>
          <p:cNvSpPr>
            <a:spLocks noGrp="1"/>
          </p:cNvSpPr>
          <p:nvPr>
            <p:ph type="title"/>
          </p:nvPr>
        </p:nvSpPr>
        <p:spPr/>
        <p:txBody>
          <a:bodyPr/>
          <a:lstStyle/>
          <a:p>
            <a:endParaRPr lang="en-GB" dirty="0"/>
          </a:p>
        </p:txBody>
      </p:sp>
      <p:sp>
        <p:nvSpPr>
          <p:cNvPr id="6" name="Content Placeholder 5">
            <a:extLst>
              <a:ext uri="{FF2B5EF4-FFF2-40B4-BE49-F238E27FC236}">
                <a16:creationId xmlns:a16="http://schemas.microsoft.com/office/drawing/2014/main" id="{B9147765-1CF8-4161-89A1-D339C7E2EC57}"/>
              </a:ext>
            </a:extLst>
          </p:cNvPr>
          <p:cNvSpPr>
            <a:spLocks noGrp="1"/>
          </p:cNvSpPr>
          <p:nvPr>
            <p:ph idx="1"/>
          </p:nvPr>
        </p:nvSpPr>
        <p:spPr/>
        <p:txBody>
          <a:bodyPr/>
          <a:lstStyle/>
          <a:p>
            <a:endParaRPr lang="en-GB" dirty="0"/>
          </a:p>
        </p:txBody>
      </p:sp>
      <p:sp>
        <p:nvSpPr>
          <p:cNvPr id="4" name="Rectangle 3">
            <a:hlinkClick r:id="rId2" action="ppaction://hlinksldjump"/>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rgbClr val="40789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Windos 3:</a:t>
            </a:r>
          </a:p>
          <a:p>
            <a:pPr algn="ctr"/>
            <a:r>
              <a:rPr lang="en-GB" dirty="0"/>
              <a:t>This device is locked. </a:t>
            </a:r>
          </a:p>
        </p:txBody>
      </p:sp>
    </p:spTree>
    <p:extLst>
      <p:ext uri="{BB962C8B-B14F-4D97-AF65-F5344CB8AC3E}">
        <p14:creationId xmlns:p14="http://schemas.microsoft.com/office/powerpoint/2010/main" val="25907995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A55397-0195-40D2-9AEC-C3ACEC07389A}"/>
              </a:ext>
            </a:extLst>
          </p:cNvPr>
          <p:cNvSpPr>
            <a:spLocks noGrp="1"/>
          </p:cNvSpPr>
          <p:nvPr>
            <p:ph type="title"/>
          </p:nvPr>
        </p:nvSpPr>
        <p:spPr/>
        <p:txBody>
          <a:bodyPr/>
          <a:lstStyle/>
          <a:p>
            <a:endParaRPr lang="en-GB" dirty="0"/>
          </a:p>
        </p:txBody>
      </p:sp>
      <p:sp>
        <p:nvSpPr>
          <p:cNvPr id="8" name="Content Placeholder 7">
            <a:extLst>
              <a:ext uri="{FF2B5EF4-FFF2-40B4-BE49-F238E27FC236}">
                <a16:creationId xmlns:a16="http://schemas.microsoft.com/office/drawing/2014/main" id="{B052427C-2E9C-4AFC-8A4B-2032FE3A5DCC}"/>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a:t>
            </a:r>
          </a:p>
        </p:txBody>
      </p:sp>
    </p:spTree>
    <p:extLst>
      <p:ext uri="{BB962C8B-B14F-4D97-AF65-F5344CB8AC3E}">
        <p14:creationId xmlns:p14="http://schemas.microsoft.com/office/powerpoint/2010/main" val="21917390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A55397-0195-40D2-9AEC-C3ACEC07389A}"/>
              </a:ext>
            </a:extLst>
          </p:cNvPr>
          <p:cNvSpPr>
            <a:spLocks noGrp="1"/>
          </p:cNvSpPr>
          <p:nvPr>
            <p:ph type="title"/>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a:t>
            </a:r>
          </a:p>
        </p:txBody>
      </p:sp>
      <p:pic>
        <p:nvPicPr>
          <p:cNvPr id="3" name="Content Placeholder 2">
            <a:hlinkClick r:id="rId3" action="ppaction://hlinksldjump"/>
            <a:extLst>
              <a:ext uri="{FF2B5EF4-FFF2-40B4-BE49-F238E27FC236}">
                <a16:creationId xmlns:a16="http://schemas.microsoft.com/office/drawing/2014/main" id="{33328094-A8D8-4ACD-B0C5-3CAC85499F4E}"/>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9982327" y="74776"/>
            <a:ext cx="950667" cy="818016"/>
          </a:xfrm>
        </p:spPr>
      </p:pic>
    </p:spTree>
    <p:extLst>
      <p:ext uri="{BB962C8B-B14F-4D97-AF65-F5344CB8AC3E}">
        <p14:creationId xmlns:p14="http://schemas.microsoft.com/office/powerpoint/2010/main" val="32732723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788A7F7-146A-4CBC-B63C-F584C904E538}"/>
              </a:ext>
            </a:extLst>
          </p:cNvPr>
          <p:cNvSpPr>
            <a:spLocks noGrp="1"/>
          </p:cNvSpPr>
          <p:nvPr>
            <p:ph type="title"/>
          </p:nvPr>
        </p:nvSpPr>
        <p:spPr/>
        <p:txBody>
          <a:bodyPr/>
          <a:lstStyle/>
          <a:p>
            <a:endParaRPr lang="en-GB" dirty="0"/>
          </a:p>
        </p:txBody>
      </p:sp>
      <p:sp>
        <p:nvSpPr>
          <p:cNvPr id="9" name="Content Placeholder 8">
            <a:extLst>
              <a:ext uri="{FF2B5EF4-FFF2-40B4-BE49-F238E27FC236}">
                <a16:creationId xmlns:a16="http://schemas.microsoft.com/office/drawing/2014/main" id="{FF600B6F-B2F6-4501-9EFB-5B68D31A1B93}"/>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37A48B31-B214-4AF1-9FB2-94A18942E02F}"/>
              </a:ext>
            </a:extLst>
          </p:cNvPr>
          <p:cNvSpPr/>
          <p:nvPr/>
        </p:nvSpPr>
        <p:spPr>
          <a:xfrm>
            <a:off x="2085402" y="2137473"/>
            <a:ext cx="8538072" cy="3727641"/>
          </a:xfrm>
          <a:prstGeom prst="rect">
            <a:avLst/>
          </a:prstGeom>
          <a:solidFill>
            <a:srgbClr val="40789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2085402" y="1244906"/>
            <a:ext cx="8538072" cy="892567"/>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9622465" y="1467293"/>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a:t>
            </a:r>
          </a:p>
        </p:txBody>
      </p:sp>
    </p:spTree>
    <p:extLst>
      <p:ext uri="{BB962C8B-B14F-4D97-AF65-F5344CB8AC3E}">
        <p14:creationId xmlns:p14="http://schemas.microsoft.com/office/powerpoint/2010/main" val="24279260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AC828EF0-92D5-4357-BDE7-02758D3D58B3}"/>
              </a:ext>
            </a:extLst>
          </p:cNvPr>
          <p:cNvSpPr>
            <a:spLocks noGrp="1"/>
          </p:cNvSpPr>
          <p:nvPr>
            <p:ph type="title"/>
          </p:nvPr>
        </p:nvSpPr>
        <p:spPr/>
        <p:txBody>
          <a:bodyPr/>
          <a:lstStyle/>
          <a:p>
            <a:endParaRPr lang="en-GB" dirty="0"/>
          </a:p>
        </p:txBody>
      </p:sp>
      <p:pic>
        <p:nvPicPr>
          <p:cNvPr id="8" name="Content Placeholder 7">
            <a:hlinkClick r:id="rId2" action="ppaction://hlinksldjump"/>
            <a:extLst>
              <a:ext uri="{FF2B5EF4-FFF2-40B4-BE49-F238E27FC236}">
                <a16:creationId xmlns:a16="http://schemas.microsoft.com/office/drawing/2014/main" id="{8AEEDECC-FB88-4673-BDEE-B34428DDC5BB}"/>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38800" y="3544094"/>
            <a:ext cx="914400" cy="914400"/>
          </a:xfrm>
        </p:spPr>
      </p:pic>
      <p:sp>
        <p:nvSpPr>
          <p:cNvPr id="4" name="Rectangle 3">
            <a:extLst>
              <a:ext uri="{FF2B5EF4-FFF2-40B4-BE49-F238E27FC236}">
                <a16:creationId xmlns:a16="http://schemas.microsoft.com/office/drawing/2014/main" id="{19E8B571-F1EF-46A7-AD15-3DE701879D3F}"/>
              </a:ext>
            </a:extLst>
          </p:cNvPr>
          <p:cNvSpPr/>
          <p:nvPr/>
        </p:nvSpPr>
        <p:spPr>
          <a:xfrm>
            <a:off x="0" y="900368"/>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\\websites\</a:t>
            </a:r>
          </a:p>
        </p:txBody>
      </p:sp>
      <p:sp>
        <p:nvSpPr>
          <p:cNvPr id="7" name="Rectangle 6">
            <a:hlinkClick r:id="rId5"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a:t>
            </a:r>
          </a:p>
        </p:txBody>
      </p:sp>
      <p:pic>
        <p:nvPicPr>
          <p:cNvPr id="12" name="Graphic 11">
            <a:hlinkClick r:id="rId2" action="ppaction://hlinksldjump"/>
            <a:extLst>
              <a:ext uri="{FF2B5EF4-FFF2-40B4-BE49-F238E27FC236}">
                <a16:creationId xmlns:a16="http://schemas.microsoft.com/office/drawing/2014/main" id="{FA3CEC08-8C3C-483D-9489-36E3A23C263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302063" y="-43785"/>
            <a:ext cx="914400" cy="914400"/>
          </a:xfrm>
          <a:prstGeom prst="rect">
            <a:avLst/>
          </a:prstGeom>
        </p:spPr>
      </p:pic>
    </p:spTree>
    <p:extLst>
      <p:ext uri="{BB962C8B-B14F-4D97-AF65-F5344CB8AC3E}">
        <p14:creationId xmlns:p14="http://schemas.microsoft.com/office/powerpoint/2010/main" val="33277134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A55397-0195-40D2-9AEC-C3ACEC07389A}"/>
              </a:ext>
            </a:extLst>
          </p:cNvPr>
          <p:cNvSpPr>
            <a:spLocks noGrp="1"/>
          </p:cNvSpPr>
          <p:nvPr>
            <p:ph type="title"/>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received message</a:t>
            </a:r>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a:t>
            </a:r>
          </a:p>
        </p:txBody>
      </p:sp>
      <p:pic>
        <p:nvPicPr>
          <p:cNvPr id="12" name="Content Placeholder 11">
            <a:hlinkClick r:id="rId3" action="ppaction://hlinksldjump"/>
            <a:extLst>
              <a:ext uri="{FF2B5EF4-FFF2-40B4-BE49-F238E27FC236}">
                <a16:creationId xmlns:a16="http://schemas.microsoft.com/office/drawing/2014/main" id="{D6C78EC4-77E9-492C-AD86-7A168B721D15}"/>
              </a:ext>
            </a:extLst>
          </p:cNvPr>
          <p:cNvPicPr>
            <a:picLocks noGrp="1" noChangeAspect="1"/>
          </p:cNvPicPr>
          <p:nvPr>
            <p:ph idx="1"/>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081437" y="0"/>
            <a:ext cx="914400" cy="914400"/>
          </a:xfrm>
        </p:spPr>
      </p:pic>
      <p:sp>
        <p:nvSpPr>
          <p:cNvPr id="13" name="Rectangle 12">
            <a:extLst>
              <a:ext uri="{FF2B5EF4-FFF2-40B4-BE49-F238E27FC236}">
                <a16:creationId xmlns:a16="http://schemas.microsoft.com/office/drawing/2014/main" id="{9EEF4B2C-9E0F-4CF9-B0A4-5E15EF6EC981}"/>
              </a:ext>
            </a:extLst>
          </p:cNvPr>
          <p:cNvSpPr/>
          <p:nvPr/>
        </p:nvSpPr>
        <p:spPr>
          <a:xfrm>
            <a:off x="232144" y="1059971"/>
            <a:ext cx="11857075" cy="55969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Fr:</a:t>
            </a:r>
          </a:p>
        </p:txBody>
      </p:sp>
      <p:sp>
        <p:nvSpPr>
          <p:cNvPr id="14" name="Rectangle 13">
            <a:extLst>
              <a:ext uri="{FF2B5EF4-FFF2-40B4-BE49-F238E27FC236}">
                <a16:creationId xmlns:a16="http://schemas.microsoft.com/office/drawing/2014/main" id="{C653514E-6C5E-4806-9267-13E370C3D7D4}"/>
              </a:ext>
            </a:extLst>
          </p:cNvPr>
          <p:cNvSpPr/>
          <p:nvPr/>
        </p:nvSpPr>
        <p:spPr>
          <a:xfrm>
            <a:off x="192274" y="1836259"/>
            <a:ext cx="11896945" cy="5596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Sj:</a:t>
            </a:r>
          </a:p>
        </p:txBody>
      </p:sp>
      <p:cxnSp>
        <p:nvCxnSpPr>
          <p:cNvPr id="16" name="Straight Connector 15">
            <a:extLst>
              <a:ext uri="{FF2B5EF4-FFF2-40B4-BE49-F238E27FC236}">
                <a16:creationId xmlns:a16="http://schemas.microsoft.com/office/drawing/2014/main" id="{DA4F4679-CC11-4761-84B5-C16AE3E2B2C8}"/>
              </a:ext>
            </a:extLst>
          </p:cNvPr>
          <p:cNvCxnSpPr/>
          <p:nvPr/>
        </p:nvCxnSpPr>
        <p:spPr>
          <a:xfrm>
            <a:off x="0" y="2732567"/>
            <a:ext cx="1208921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12964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A55397-0195-40D2-9AEC-C3ACEC07389A}"/>
              </a:ext>
            </a:extLst>
          </p:cNvPr>
          <p:cNvSpPr>
            <a:spLocks noGrp="1"/>
          </p:cNvSpPr>
          <p:nvPr>
            <p:ph type="title"/>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sent message</a:t>
            </a:r>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a:t>
            </a:r>
          </a:p>
        </p:txBody>
      </p:sp>
      <p:pic>
        <p:nvPicPr>
          <p:cNvPr id="12" name="Content Placeholder 11">
            <a:hlinkClick r:id="rId3" action="ppaction://hlinksldjump"/>
            <a:extLst>
              <a:ext uri="{FF2B5EF4-FFF2-40B4-BE49-F238E27FC236}">
                <a16:creationId xmlns:a16="http://schemas.microsoft.com/office/drawing/2014/main" id="{D6C78EC4-77E9-492C-AD86-7A168B721D15}"/>
              </a:ext>
            </a:extLst>
          </p:cNvPr>
          <p:cNvPicPr>
            <a:picLocks noGrp="1" noChangeAspect="1"/>
          </p:cNvPicPr>
          <p:nvPr>
            <p:ph idx="1"/>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081437" y="0"/>
            <a:ext cx="914400" cy="914400"/>
          </a:xfrm>
        </p:spPr>
      </p:pic>
      <p:sp>
        <p:nvSpPr>
          <p:cNvPr id="13" name="Rectangle 12">
            <a:extLst>
              <a:ext uri="{FF2B5EF4-FFF2-40B4-BE49-F238E27FC236}">
                <a16:creationId xmlns:a16="http://schemas.microsoft.com/office/drawing/2014/main" id="{9EEF4B2C-9E0F-4CF9-B0A4-5E15EF6EC981}"/>
              </a:ext>
            </a:extLst>
          </p:cNvPr>
          <p:cNvSpPr/>
          <p:nvPr/>
        </p:nvSpPr>
        <p:spPr>
          <a:xfrm>
            <a:off x="232144" y="1059971"/>
            <a:ext cx="11857075" cy="5596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To:</a:t>
            </a:r>
          </a:p>
        </p:txBody>
      </p:sp>
      <p:sp>
        <p:nvSpPr>
          <p:cNvPr id="14" name="Rectangle 13">
            <a:extLst>
              <a:ext uri="{FF2B5EF4-FFF2-40B4-BE49-F238E27FC236}">
                <a16:creationId xmlns:a16="http://schemas.microsoft.com/office/drawing/2014/main" id="{C653514E-6C5E-4806-9267-13E370C3D7D4}"/>
              </a:ext>
            </a:extLst>
          </p:cNvPr>
          <p:cNvSpPr/>
          <p:nvPr/>
        </p:nvSpPr>
        <p:spPr>
          <a:xfrm>
            <a:off x="192274" y="1836259"/>
            <a:ext cx="11896945" cy="5596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Sj:</a:t>
            </a:r>
          </a:p>
        </p:txBody>
      </p:sp>
      <p:cxnSp>
        <p:nvCxnSpPr>
          <p:cNvPr id="16" name="Straight Connector 15">
            <a:extLst>
              <a:ext uri="{FF2B5EF4-FFF2-40B4-BE49-F238E27FC236}">
                <a16:creationId xmlns:a16="http://schemas.microsoft.com/office/drawing/2014/main" id="{DA4F4679-CC11-4761-84B5-C16AE3E2B2C8}"/>
              </a:ext>
            </a:extLst>
          </p:cNvPr>
          <p:cNvCxnSpPr/>
          <p:nvPr/>
        </p:nvCxnSpPr>
        <p:spPr>
          <a:xfrm>
            <a:off x="0" y="2732567"/>
            <a:ext cx="1208921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93438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CDE17FA0-9C1F-4EEA-BB2E-79FCAC783DFB}"/>
              </a:ext>
            </a:extLst>
          </p:cNvPr>
          <p:cNvSpPr>
            <a:spLocks noGrp="1"/>
          </p:cNvSpPr>
          <p:nvPr>
            <p:ph type="title"/>
          </p:nvPr>
        </p:nvSpPr>
        <p:spPr/>
        <p:txBody>
          <a:bodyPr/>
          <a:lstStyle/>
          <a:p>
            <a:endParaRPr lang="en-GB" dirty="0"/>
          </a:p>
        </p:txBody>
      </p:sp>
      <p:sp>
        <p:nvSpPr>
          <p:cNvPr id="10" name="Content Placeholder 9">
            <a:extLst>
              <a:ext uri="{FF2B5EF4-FFF2-40B4-BE49-F238E27FC236}">
                <a16:creationId xmlns:a16="http://schemas.microsoft.com/office/drawing/2014/main" id="{0EEB737E-CF15-46BB-B3BE-41C3946EF80C}"/>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37A48B31-B214-4AF1-9FB2-94A18942E02F}"/>
              </a:ext>
            </a:extLst>
          </p:cNvPr>
          <p:cNvSpPr/>
          <p:nvPr/>
        </p:nvSpPr>
        <p:spPr>
          <a:xfrm>
            <a:off x="2085402" y="2137473"/>
            <a:ext cx="8538072" cy="3727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Username Password</a:t>
            </a:r>
          </a:p>
          <a:p>
            <a:pPr algn="ctr"/>
            <a:r>
              <a:rPr lang="en-GB" dirty="0"/>
              <a:t>Password:</a:t>
            </a:r>
          </a:p>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2085402" y="1244906"/>
            <a:ext cx="8538072"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login</a:t>
            </a:r>
          </a:p>
        </p:txBody>
      </p:sp>
      <p:sp>
        <p:nvSpPr>
          <p:cNvPr id="7" name="Rectangle 6">
            <a:extLst>
              <a:ext uri="{FF2B5EF4-FFF2-40B4-BE49-F238E27FC236}">
                <a16:creationId xmlns:a16="http://schemas.microsoft.com/office/drawing/2014/main" id="{8A3C62D1-EB04-42DD-BA76-243EFEB41C85}"/>
              </a:ext>
            </a:extLst>
          </p:cNvPr>
          <p:cNvSpPr/>
          <p:nvPr/>
        </p:nvSpPr>
        <p:spPr>
          <a:xfrm>
            <a:off x="2222205" y="4944140"/>
            <a:ext cx="4061637" cy="6689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p>
        </p:txBody>
      </p:sp>
      <p:sp>
        <p:nvSpPr>
          <p:cNvPr id="8" name="Rectangle 7">
            <a:hlinkClick r:id="rId3" action="ppaction://hlinksldjump"/>
            <a:extLst>
              <a:ext uri="{FF2B5EF4-FFF2-40B4-BE49-F238E27FC236}">
                <a16:creationId xmlns:a16="http://schemas.microsoft.com/office/drawing/2014/main" id="{10D13154-110E-4C18-B9CB-A47F682366A0}"/>
              </a:ext>
            </a:extLst>
          </p:cNvPr>
          <p:cNvSpPr/>
          <p:nvPr/>
        </p:nvSpPr>
        <p:spPr>
          <a:xfrm>
            <a:off x="9569302" y="4795837"/>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Tree>
    <p:extLst>
      <p:ext uri="{BB962C8B-B14F-4D97-AF65-F5344CB8AC3E}">
        <p14:creationId xmlns:p14="http://schemas.microsoft.com/office/powerpoint/2010/main" val="3775946807"/>
      </p:ext>
    </p:extLst>
  </p:cSld>
  <p:clrMapOvr>
    <a:masterClrMapping/>
  </p:clrMapOvr>
  <mc:AlternateContent xmlns:mc="http://schemas.openxmlformats.org/markup-compatibility/2006" xmlns:p14="http://schemas.microsoft.com/office/powerpoint/2010/main">
    <mc:Choice Requires="p14">
      <p:transition spd="slow" p14:dur="2000">
        <p:sndAc>
          <p:stSnd>
            <p:snd r:embed="rId2" name="cashreg.wav"/>
          </p:stSnd>
        </p:sndAc>
      </p:transition>
    </mc:Choice>
    <mc:Fallback xmlns="">
      <p:transition spd="slow">
        <p:sndAc>
          <p:stSnd>
            <p:snd r:embed="rId6" name="cashreg.wav"/>
          </p:stSnd>
        </p:sndAc>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BB513EA1-FAD8-456B-BB09-38C93EFF536B}"/>
              </a:ext>
            </a:extLst>
          </p:cNvPr>
          <p:cNvSpPr>
            <a:spLocks noGrp="1"/>
          </p:cNvSpPr>
          <p:nvPr>
            <p:ph type="title"/>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rgbClr val="40789E"/>
          </a:solidFill>
          <a:ln>
            <a:solidFill>
              <a:srgbClr val="4078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CDAAFFDC-BB8E-4C44-BB68-0F132C3DC0B8}"/>
              </a:ext>
            </a:extLst>
          </p:cNvPr>
          <p:cNvSpPr/>
          <p:nvPr/>
        </p:nvSpPr>
        <p:spPr>
          <a:xfrm>
            <a:off x="0" y="0"/>
            <a:ext cx="1137684"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Rectangle 6">
            <a:hlinkClick r:id="rId2" action="ppaction://hlinksldjump"/>
            <a:extLst>
              <a:ext uri="{FF2B5EF4-FFF2-40B4-BE49-F238E27FC236}">
                <a16:creationId xmlns:a16="http://schemas.microsoft.com/office/drawing/2014/main" id="{632A1F69-4C33-4939-A44E-56BDF02E13BF}"/>
              </a:ext>
            </a:extLst>
          </p:cNvPr>
          <p:cNvSpPr/>
          <p:nvPr/>
        </p:nvSpPr>
        <p:spPr>
          <a:xfrm>
            <a:off x="111642" y="191386"/>
            <a:ext cx="914400" cy="9144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a:t>
            </a:r>
          </a:p>
        </p:txBody>
      </p:sp>
      <p:sp>
        <p:nvSpPr>
          <p:cNvPr id="8" name="Rectangle 7">
            <a:hlinkClick r:id="rId3" action="ppaction://hlinksldjump"/>
            <a:extLst>
              <a:ext uri="{FF2B5EF4-FFF2-40B4-BE49-F238E27FC236}">
                <a16:creationId xmlns:a16="http://schemas.microsoft.com/office/drawing/2014/main" id="{3C76AF03-FC1C-4714-AB70-1A45B2906D1F}"/>
              </a:ext>
            </a:extLst>
          </p:cNvPr>
          <p:cNvSpPr/>
          <p:nvPr/>
        </p:nvSpPr>
        <p:spPr>
          <a:xfrm>
            <a:off x="111642" y="1286540"/>
            <a:ext cx="914400" cy="680483"/>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All apps</a:t>
            </a:r>
          </a:p>
        </p:txBody>
      </p:sp>
      <p:sp>
        <p:nvSpPr>
          <p:cNvPr id="9" name="Rectangle 8">
            <a:extLst>
              <a:ext uri="{FF2B5EF4-FFF2-40B4-BE49-F238E27FC236}">
                <a16:creationId xmlns:a16="http://schemas.microsoft.com/office/drawing/2014/main" id="{D24C74D8-6B7F-45E0-B918-072F6C8EF8EC}"/>
              </a:ext>
            </a:extLst>
          </p:cNvPr>
          <p:cNvSpPr/>
          <p:nvPr/>
        </p:nvSpPr>
        <p:spPr>
          <a:xfrm>
            <a:off x="5403523" y="365125"/>
            <a:ext cx="3083442" cy="6127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TextBox 9">
            <a:extLst>
              <a:ext uri="{FF2B5EF4-FFF2-40B4-BE49-F238E27FC236}">
                <a16:creationId xmlns:a16="http://schemas.microsoft.com/office/drawing/2014/main" id="{DD08161B-B4F0-438A-A468-EF51A65152EB}"/>
              </a:ext>
            </a:extLst>
          </p:cNvPr>
          <p:cNvSpPr txBox="1"/>
          <p:nvPr/>
        </p:nvSpPr>
        <p:spPr>
          <a:xfrm>
            <a:off x="5436780" y="343645"/>
            <a:ext cx="2902688" cy="4247317"/>
          </a:xfrm>
          <a:prstGeom prst="rect">
            <a:avLst/>
          </a:prstGeom>
          <a:noFill/>
        </p:spPr>
        <p:txBody>
          <a:bodyPr wrap="square" rtlCol="0">
            <a:spAutoFit/>
          </a:bodyPr>
          <a:lstStyle/>
          <a:p>
            <a:r>
              <a:rPr lang="en-GB" u="sng" dirty="0"/>
              <a:t>What’s new in v1.01:</a:t>
            </a:r>
          </a:p>
          <a:p>
            <a:pPr marL="285750" indent="-285750">
              <a:buFont typeface="Arial" panose="020B0604020202020204" pitchFamily="34" charset="0"/>
              <a:buChar char="•"/>
            </a:pPr>
            <a:r>
              <a:rPr lang="en-GB" dirty="0"/>
              <a:t>Added X to close button</a:t>
            </a:r>
          </a:p>
          <a:p>
            <a:pPr marL="285750" indent="-285750">
              <a:buFont typeface="Arial" panose="020B0604020202020204" pitchFamily="34" charset="0"/>
              <a:buChar char="•"/>
            </a:pPr>
            <a:r>
              <a:rPr lang="en-GB" dirty="0"/>
              <a:t>Modified theme to be one of the Office themes</a:t>
            </a:r>
          </a:p>
          <a:p>
            <a:pPr marL="285750" indent="-285750">
              <a:buFont typeface="Arial" panose="020B0604020202020204" pitchFamily="34" charset="0"/>
              <a:buChar char="•"/>
            </a:pPr>
            <a:r>
              <a:rPr lang="en-GB" dirty="0"/>
              <a:t>Announcement: Windos 95 is in development!</a:t>
            </a:r>
          </a:p>
          <a:p>
            <a:pPr marL="285750" indent="-285750">
              <a:buFont typeface="Arial" panose="020B0604020202020204" pitchFamily="34" charset="0"/>
              <a:buChar char="•"/>
            </a:pPr>
            <a:r>
              <a:rPr lang="en-GB" dirty="0"/>
              <a:t>This may be the last version of Windos!</a:t>
            </a:r>
          </a:p>
          <a:p>
            <a:pPr marL="285750" indent="-285750">
              <a:buFont typeface="Arial" panose="020B0604020202020204" pitchFamily="34" charset="0"/>
              <a:buChar char="•"/>
            </a:pPr>
            <a:r>
              <a:rPr lang="en-GB" dirty="0"/>
              <a:t>Updated </a:t>
            </a:r>
            <a:r>
              <a:rPr lang="en-GB" dirty="0">
                <a:hlinkClick r:id="rId4" action="ppaction://hlinksldjump"/>
              </a:rPr>
              <a:t>Windos</a:t>
            </a:r>
            <a:r>
              <a:rPr lang="en-GB" dirty="0"/>
              <a:t> website</a:t>
            </a:r>
          </a:p>
          <a:p>
            <a:pPr marL="285750" indent="-285750">
              <a:buFont typeface="Arial" panose="020B0604020202020204" pitchFamily="34" charset="0"/>
              <a:buChar char="•"/>
            </a:pPr>
            <a:r>
              <a:rPr lang="en-GB" dirty="0"/>
              <a:t>Found glitch in last </a:t>
            </a:r>
            <a:r>
              <a:rPr lang="en-GB" dirty="0">
                <a:hlinkClick r:id="rId5" action="ppaction://hlinksldjump"/>
              </a:rPr>
              <a:t>email</a:t>
            </a:r>
            <a:r>
              <a:rPr lang="en-GB" dirty="0"/>
              <a:t>.</a:t>
            </a:r>
          </a:p>
          <a:p>
            <a:pPr marL="285750" indent="-285750">
              <a:buFont typeface="Arial" panose="020B0604020202020204" pitchFamily="34" charset="0"/>
              <a:buChar char="•"/>
            </a:pPr>
            <a:r>
              <a:rPr lang="en-GB" dirty="0"/>
              <a:t>It has been removed as it is just a link to a sent item.    </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p:txBody>
      </p:sp>
      <p:sp>
        <p:nvSpPr>
          <p:cNvPr id="11" name="Rectangle 10">
            <a:hlinkClick r:id="rId5" action="ppaction://hlinksldjump"/>
            <a:extLst>
              <a:ext uri="{FF2B5EF4-FFF2-40B4-BE49-F238E27FC236}">
                <a16:creationId xmlns:a16="http://schemas.microsoft.com/office/drawing/2014/main" id="{C5FA3C8D-DFB4-4288-A537-9AE7D9A50114}"/>
              </a:ext>
            </a:extLst>
          </p:cNvPr>
          <p:cNvSpPr/>
          <p:nvPr/>
        </p:nvSpPr>
        <p:spPr>
          <a:xfrm>
            <a:off x="9581707" y="4703526"/>
            <a:ext cx="1532860" cy="14743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9 emails</a:t>
            </a:r>
          </a:p>
        </p:txBody>
      </p:sp>
      <p:sp>
        <p:nvSpPr>
          <p:cNvPr id="14" name="Rectangle 13">
            <a:hlinkClick r:id="rId6" action="ppaction://hlinksldjump"/>
            <a:extLst>
              <a:ext uri="{FF2B5EF4-FFF2-40B4-BE49-F238E27FC236}">
                <a16:creationId xmlns:a16="http://schemas.microsoft.com/office/drawing/2014/main" id="{6B08C070-78D0-40EF-9688-1F5FB92E028C}"/>
              </a:ext>
            </a:extLst>
          </p:cNvPr>
          <p:cNvSpPr/>
          <p:nvPr/>
        </p:nvSpPr>
        <p:spPr>
          <a:xfrm>
            <a:off x="111642" y="2296356"/>
            <a:ext cx="914400" cy="9144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PC</a:t>
            </a:r>
          </a:p>
        </p:txBody>
      </p:sp>
      <p:pic>
        <p:nvPicPr>
          <p:cNvPr id="15" name="Picture 14" descr="A close up of a logo&#10;&#10;Description automatically generated">
            <a:hlinkClick r:id="rId7" action="ppaction://hlinksldjump"/>
            <a:extLst>
              <a:ext uri="{FF2B5EF4-FFF2-40B4-BE49-F238E27FC236}">
                <a16:creationId xmlns:a16="http://schemas.microsoft.com/office/drawing/2014/main" id="{E5D57AC4-D10A-49D3-BAF3-059B1CFD831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0342" y="3322067"/>
            <a:ext cx="933580" cy="914528"/>
          </a:xfrm>
          <a:prstGeom prst="rect">
            <a:avLst/>
          </a:prstGeom>
        </p:spPr>
      </p:pic>
      <p:sp>
        <p:nvSpPr>
          <p:cNvPr id="3" name="Rectangle 2">
            <a:extLst>
              <a:ext uri="{FF2B5EF4-FFF2-40B4-BE49-F238E27FC236}">
                <a16:creationId xmlns:a16="http://schemas.microsoft.com/office/drawing/2014/main" id="{5139FBAD-A5D4-42C5-818C-D261DA225BBC}"/>
              </a:ext>
            </a:extLst>
          </p:cNvPr>
          <p:cNvSpPr/>
          <p:nvPr/>
        </p:nvSpPr>
        <p:spPr>
          <a:xfrm>
            <a:off x="1371538" y="4196531"/>
            <a:ext cx="2530549" cy="24882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TextBox 15">
            <a:extLst>
              <a:ext uri="{FF2B5EF4-FFF2-40B4-BE49-F238E27FC236}">
                <a16:creationId xmlns:a16="http://schemas.microsoft.com/office/drawing/2014/main" id="{626215CC-F7AF-4278-9B6D-ED50D4E55FE9}"/>
              </a:ext>
            </a:extLst>
          </p:cNvPr>
          <p:cNvSpPr txBox="1"/>
          <p:nvPr/>
        </p:nvSpPr>
        <p:spPr>
          <a:xfrm>
            <a:off x="1545637" y="4196531"/>
            <a:ext cx="2413589" cy="2862322"/>
          </a:xfrm>
          <a:prstGeom prst="rect">
            <a:avLst/>
          </a:prstGeom>
          <a:noFill/>
        </p:spPr>
        <p:txBody>
          <a:bodyPr wrap="square" rtlCol="0">
            <a:spAutoFit/>
          </a:bodyPr>
          <a:lstStyle/>
          <a:p>
            <a:r>
              <a:rPr lang="en-GB" dirty="0"/>
              <a:t>Shortcuts:</a:t>
            </a:r>
          </a:p>
          <a:p>
            <a:pPr marL="285750" indent="-285750">
              <a:buFont typeface="Arial" panose="020B0604020202020204" pitchFamily="34" charset="0"/>
              <a:buChar char="•"/>
            </a:pPr>
            <a:r>
              <a:rPr lang="en-GB" dirty="0">
                <a:hlinkClick r:id="rId6" action="ppaction://hlinksldjump"/>
              </a:rPr>
              <a:t>PC</a:t>
            </a:r>
            <a:endParaRPr lang="en-GB" dirty="0"/>
          </a:p>
          <a:p>
            <a:pPr marL="285750" indent="-285750">
              <a:buFont typeface="Arial" panose="020B0604020202020204" pitchFamily="34" charset="0"/>
              <a:buChar char="•"/>
            </a:pPr>
            <a:r>
              <a:rPr lang="en-GB" dirty="0">
                <a:hlinkClick r:id="rId3" action="ppaction://hlinksldjump"/>
              </a:rPr>
              <a:t>All apps</a:t>
            </a:r>
            <a:endParaRPr lang="en-GB" dirty="0"/>
          </a:p>
          <a:p>
            <a:pPr marL="285750" indent="-285750">
              <a:buFont typeface="Arial" panose="020B0604020202020204" pitchFamily="34" charset="0"/>
              <a:buChar char="•"/>
            </a:pPr>
            <a:r>
              <a:rPr lang="en-GB" dirty="0">
                <a:hlinkClick r:id="rId7" action="ppaction://hlinksldjump"/>
              </a:rPr>
              <a:t>The Intranet</a:t>
            </a:r>
            <a:endParaRPr lang="en-GB" dirty="0"/>
          </a:p>
          <a:p>
            <a:pPr marL="285750" indent="-285750">
              <a:buFont typeface="Arial" panose="020B0604020202020204" pitchFamily="34" charset="0"/>
              <a:buChar char="•"/>
            </a:pPr>
            <a:r>
              <a:rPr lang="en-GB" dirty="0">
                <a:hlinkClick r:id="rId5" action="ppaction://hlinksldjump"/>
              </a:rPr>
              <a:t>Email</a:t>
            </a:r>
            <a:endParaRPr lang="en-GB" dirty="0"/>
          </a:p>
          <a:p>
            <a:pPr marL="285750" indent="-285750">
              <a:buFont typeface="Arial" panose="020B0604020202020204" pitchFamily="34" charset="0"/>
              <a:buChar char="•"/>
            </a:pPr>
            <a:r>
              <a:rPr lang="en-GB" dirty="0">
                <a:hlinkClick r:id="rId9" action="ppaction://hlinksldjump"/>
              </a:rPr>
              <a:t>Antivirus++</a:t>
            </a:r>
            <a:endParaRPr lang="en-GB" dirty="0"/>
          </a:p>
          <a:p>
            <a:pPr marL="285750" indent="-285750">
              <a:buFont typeface="Arial" panose="020B0604020202020204" pitchFamily="34" charset="0"/>
              <a:buChar char="•"/>
            </a:pPr>
            <a:r>
              <a:rPr lang="en-GB" dirty="0">
                <a:hlinkClick r:id="rId4" action="ppaction://hlinksldjump"/>
              </a:rPr>
              <a:t>Windos website</a:t>
            </a: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p:txBody>
      </p:sp>
      <p:pic>
        <p:nvPicPr>
          <p:cNvPr id="18" name="Graphic 17">
            <a:hlinkClick r:id="rId10" action="ppaction://hlinksldjump"/>
            <a:extLst>
              <a:ext uri="{FF2B5EF4-FFF2-40B4-BE49-F238E27FC236}">
                <a16:creationId xmlns:a16="http://schemas.microsoft.com/office/drawing/2014/main" id="{8C0B4BA2-9DB2-430E-AD29-8100A4A1575F}"/>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19535166">
            <a:off x="202020" y="4347906"/>
            <a:ext cx="914400" cy="914400"/>
          </a:xfrm>
          <a:prstGeom prst="rect">
            <a:avLst/>
          </a:prstGeom>
        </p:spPr>
      </p:pic>
      <p:sp>
        <p:nvSpPr>
          <p:cNvPr id="20" name="Rectangle 19">
            <a:extLst>
              <a:ext uri="{FF2B5EF4-FFF2-40B4-BE49-F238E27FC236}">
                <a16:creationId xmlns:a16="http://schemas.microsoft.com/office/drawing/2014/main" id="{6A310286-6BB3-4C36-8BD3-C14A280B4268}"/>
              </a:ext>
            </a:extLst>
          </p:cNvPr>
          <p:cNvSpPr/>
          <p:nvPr/>
        </p:nvSpPr>
        <p:spPr>
          <a:xfrm>
            <a:off x="1378122" y="365125"/>
            <a:ext cx="3774558" cy="16866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Power menu:</a:t>
            </a:r>
            <a:endParaRPr lang="en-GB" dirty="0">
              <a:hlinkClick r:id="rId2" action="ppaction://hlinksldjump"/>
            </a:endParaRPr>
          </a:p>
          <a:p>
            <a:pPr algn="ctr"/>
            <a:r>
              <a:rPr lang="en-GB" dirty="0">
                <a:hlinkClick r:id="rId2" action="ppaction://hlinksldjump"/>
              </a:rPr>
              <a:t>Uninstall</a:t>
            </a:r>
            <a:endParaRPr lang="en-GB" dirty="0"/>
          </a:p>
          <a:p>
            <a:pPr algn="ctr"/>
            <a:r>
              <a:rPr lang="en-GB" dirty="0">
                <a:hlinkClick r:id="rId13" action="ppaction://hlinksldjump"/>
              </a:rPr>
              <a:t>Reinstall</a:t>
            </a:r>
            <a:endParaRPr lang="en-GB" dirty="0"/>
          </a:p>
          <a:p>
            <a:pPr algn="ctr"/>
            <a:r>
              <a:rPr lang="en-GB" dirty="0">
                <a:hlinkClick r:id="rId10" action="ppaction://hlinksldjump"/>
              </a:rPr>
              <a:t>Sign out</a:t>
            </a:r>
            <a:endParaRPr lang="en-GB" dirty="0"/>
          </a:p>
          <a:p>
            <a:pPr algn="ctr"/>
            <a:r>
              <a:rPr lang="en-GB" dirty="0">
                <a:hlinkClick r:id="rId14" action="ppaction://hlinksldjump"/>
              </a:rPr>
              <a:t>lock</a:t>
            </a:r>
            <a:endParaRPr lang="en-GB" dirty="0"/>
          </a:p>
        </p:txBody>
      </p:sp>
      <p:sp>
        <p:nvSpPr>
          <p:cNvPr id="2" name="Rectangle 1">
            <a:extLst>
              <a:ext uri="{FF2B5EF4-FFF2-40B4-BE49-F238E27FC236}">
                <a16:creationId xmlns:a16="http://schemas.microsoft.com/office/drawing/2014/main" id="{35F987B2-554A-4898-87CE-F9891D09609F}"/>
              </a:ext>
            </a:extLst>
          </p:cNvPr>
          <p:cNvSpPr/>
          <p:nvPr/>
        </p:nvSpPr>
        <p:spPr>
          <a:xfrm>
            <a:off x="11268739" y="0"/>
            <a:ext cx="9144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7" name="Content Placeholder 16" descr="Wireless">
            <a:extLst>
              <a:ext uri="{FF2B5EF4-FFF2-40B4-BE49-F238E27FC236}">
                <a16:creationId xmlns:a16="http://schemas.microsoft.com/office/drawing/2014/main" id="{8EF6453D-F86B-4BA6-BCFE-5FFB1D81C7E6}"/>
              </a:ext>
            </a:extLst>
          </p:cNvPr>
          <p:cNvPicPr>
            <a:picLocks noGrp="1" noChangeAspect="1"/>
          </p:cNvPicPr>
          <p:nvPr>
            <p:ph idx="1"/>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1259878" y="6035675"/>
            <a:ext cx="914400" cy="914400"/>
          </a:xfrm>
        </p:spPr>
      </p:pic>
      <p:pic>
        <p:nvPicPr>
          <p:cNvPr id="21" name="Graphic 20">
            <a:extLst>
              <a:ext uri="{FF2B5EF4-FFF2-40B4-BE49-F238E27FC236}">
                <a16:creationId xmlns:a16="http://schemas.microsoft.com/office/drawing/2014/main" id="{69B051CD-7469-48D6-A0BB-20FA8EAB93CD}"/>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1344207" y="5246878"/>
            <a:ext cx="914400" cy="914400"/>
          </a:xfrm>
          <a:prstGeom prst="rect">
            <a:avLst/>
          </a:prstGeom>
        </p:spPr>
      </p:pic>
      <p:pic>
        <p:nvPicPr>
          <p:cNvPr id="22" name="Graphic 21">
            <a:hlinkClick r:id="rId19" action="ppaction://hlinksldjump"/>
            <a:extLst>
              <a:ext uri="{FF2B5EF4-FFF2-40B4-BE49-F238E27FC236}">
                <a16:creationId xmlns:a16="http://schemas.microsoft.com/office/drawing/2014/main" id="{33D5A01A-B542-4D13-A4EB-729652F61B0C}"/>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11314173" y="4434371"/>
            <a:ext cx="805810" cy="805810"/>
          </a:xfrm>
          <a:prstGeom prst="rect">
            <a:avLst/>
          </a:prstGeom>
        </p:spPr>
      </p:pic>
    </p:spTree>
    <p:extLst>
      <p:ext uri="{BB962C8B-B14F-4D97-AF65-F5344CB8AC3E}">
        <p14:creationId xmlns:p14="http://schemas.microsoft.com/office/powerpoint/2010/main" val="20952543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421AF07-4E37-4F7D-BC5F-15D0E357275B}"/>
              </a:ext>
            </a:extLst>
          </p:cNvPr>
          <p:cNvSpPr>
            <a:spLocks noGrp="1"/>
          </p:cNvSpPr>
          <p:nvPr>
            <p:ph type="title"/>
          </p:nvPr>
        </p:nvSpPr>
        <p:spPr/>
        <p:txBody>
          <a:bodyPr/>
          <a:lstStyle/>
          <a:p>
            <a:endParaRPr lang="en-GB" dirty="0"/>
          </a:p>
        </p:txBody>
      </p:sp>
      <p:sp>
        <p:nvSpPr>
          <p:cNvPr id="11" name="Content Placeholder 10">
            <a:extLst>
              <a:ext uri="{FF2B5EF4-FFF2-40B4-BE49-F238E27FC236}">
                <a16:creationId xmlns:a16="http://schemas.microsoft.com/office/drawing/2014/main" id="{96358222-182C-4C27-B29A-947EA1D20A41}"/>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37A48B31-B214-4AF1-9FB2-94A18942E02F}"/>
              </a:ext>
            </a:extLst>
          </p:cNvPr>
          <p:cNvSpPr/>
          <p:nvPr/>
        </p:nvSpPr>
        <p:spPr>
          <a:xfrm>
            <a:off x="2085402" y="2137473"/>
            <a:ext cx="8538072" cy="3727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Are you sure?</a:t>
            </a:r>
          </a:p>
        </p:txBody>
      </p:sp>
      <p:sp>
        <p:nvSpPr>
          <p:cNvPr id="6" name="Rectangle 5">
            <a:extLst>
              <a:ext uri="{FF2B5EF4-FFF2-40B4-BE49-F238E27FC236}">
                <a16:creationId xmlns:a16="http://schemas.microsoft.com/office/drawing/2014/main" id="{BEEA9436-8ACE-467F-A4A6-25230868C9CF}"/>
              </a:ext>
            </a:extLst>
          </p:cNvPr>
          <p:cNvSpPr/>
          <p:nvPr/>
        </p:nvSpPr>
        <p:spPr>
          <a:xfrm>
            <a:off x="2085402" y="1244906"/>
            <a:ext cx="8538072"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Confirm uninstall</a:t>
            </a:r>
          </a:p>
        </p:txBody>
      </p:sp>
      <p:sp>
        <p:nvSpPr>
          <p:cNvPr id="7" name="Rectangle 6">
            <a:hlinkClick r:id="rId2" action="ppaction://hlinksldjump"/>
            <a:extLst>
              <a:ext uri="{FF2B5EF4-FFF2-40B4-BE49-F238E27FC236}">
                <a16:creationId xmlns:a16="http://schemas.microsoft.com/office/drawing/2014/main" id="{3FA4E0E6-E857-40ED-A547-583E6496A54B}"/>
              </a:ext>
            </a:extLst>
          </p:cNvPr>
          <p:cNvSpPr/>
          <p:nvPr/>
        </p:nvSpPr>
        <p:spPr>
          <a:xfrm>
            <a:off x="9867365" y="1403302"/>
            <a:ext cx="478465" cy="574771"/>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 </a:t>
            </a:r>
          </a:p>
        </p:txBody>
      </p:sp>
      <p:sp>
        <p:nvSpPr>
          <p:cNvPr id="8" name="Rectangle 7">
            <a:hlinkClick r:id="rId3" action="ppaction://hlinksldjump"/>
            <a:extLst>
              <a:ext uri="{FF2B5EF4-FFF2-40B4-BE49-F238E27FC236}">
                <a16:creationId xmlns:a16="http://schemas.microsoft.com/office/drawing/2014/main" id="{BC1DF54D-D76E-434E-9DFF-CB529D7CC600}"/>
              </a:ext>
            </a:extLst>
          </p:cNvPr>
          <p:cNvSpPr/>
          <p:nvPr/>
        </p:nvSpPr>
        <p:spPr>
          <a:xfrm>
            <a:off x="3870251" y="4729695"/>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9" name="Rectangle 8">
            <a:hlinkClick r:id="rId2" action="ppaction://hlinksldjump"/>
            <a:extLst>
              <a:ext uri="{FF2B5EF4-FFF2-40B4-BE49-F238E27FC236}">
                <a16:creationId xmlns:a16="http://schemas.microsoft.com/office/drawing/2014/main" id="{227091A4-38E0-4E90-8C0C-6F70B83D58F0}"/>
              </a:ext>
            </a:extLst>
          </p:cNvPr>
          <p:cNvSpPr/>
          <p:nvPr/>
        </p:nvSpPr>
        <p:spPr>
          <a:xfrm>
            <a:off x="6569500" y="4720528"/>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a:t>
            </a:r>
          </a:p>
        </p:txBody>
      </p:sp>
    </p:spTree>
    <p:extLst>
      <p:ext uri="{BB962C8B-B14F-4D97-AF65-F5344CB8AC3E}">
        <p14:creationId xmlns:p14="http://schemas.microsoft.com/office/powerpoint/2010/main" val="19121220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A099B7C3-02DF-407E-82DE-31D5109D4BFE}"/>
              </a:ext>
            </a:extLst>
          </p:cNvPr>
          <p:cNvSpPr>
            <a:spLocks noGrp="1"/>
          </p:cNvSpPr>
          <p:nvPr>
            <p:ph type="title"/>
          </p:nvPr>
        </p:nvSpPr>
        <p:spPr/>
        <p:txBody>
          <a:bodyPr/>
          <a:lstStyle/>
          <a:p>
            <a:endParaRPr lang="en-GB" dirty="0"/>
          </a:p>
        </p:txBody>
      </p:sp>
      <p:pic>
        <p:nvPicPr>
          <p:cNvPr id="9" name="Content Placeholder 8" descr="Garbage">
            <a:extLst>
              <a:ext uri="{FF2B5EF4-FFF2-40B4-BE49-F238E27FC236}">
                <a16:creationId xmlns:a16="http://schemas.microsoft.com/office/drawing/2014/main" id="{735683AA-FF3B-4A98-87E5-4AED48874758}"/>
              </a:ext>
            </a:extLst>
          </p:cNvPr>
          <p:cNvPicPr>
            <a:picLocks noGrp="1" noChangeAspect="1"/>
          </p:cNvPicPr>
          <p:nvPr>
            <p:ph idx="1"/>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38800" y="3544094"/>
            <a:ext cx="914400" cy="914400"/>
          </a:xfrm>
        </p:spPr>
      </p:pic>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rgbClr val="40789E"/>
          </a:solidFill>
          <a:ln>
            <a:solidFill>
              <a:srgbClr val="4078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14783"/>
            <a:ext cx="12192000" cy="892567"/>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All apps</a:t>
            </a:r>
          </a:p>
        </p:txBody>
      </p:sp>
      <p:sp>
        <p:nvSpPr>
          <p:cNvPr id="7" name="Rectangle 6">
            <a:hlinkClick r:id="rId4" action="ppaction://hlinksldjump"/>
            <a:extLst>
              <a:ext uri="{FF2B5EF4-FFF2-40B4-BE49-F238E27FC236}">
                <a16:creationId xmlns:a16="http://schemas.microsoft.com/office/drawing/2014/main" id="{F876B071-1FA6-4473-9FE7-0F4B0AA7BA72}"/>
              </a:ext>
            </a:extLst>
          </p:cNvPr>
          <p:cNvSpPr/>
          <p:nvPr/>
        </p:nvSpPr>
        <p:spPr>
          <a:xfrm>
            <a:off x="11482987" y="104818"/>
            <a:ext cx="579826" cy="72096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 </a:t>
            </a:r>
          </a:p>
        </p:txBody>
      </p:sp>
      <p:pic>
        <p:nvPicPr>
          <p:cNvPr id="8" name="Picture 7" descr="A close up of a logo&#10;&#10;Description automatically generated">
            <a:hlinkClick r:id="rId5" action="ppaction://hlinksldjump"/>
            <a:extLst>
              <a:ext uri="{FF2B5EF4-FFF2-40B4-BE49-F238E27FC236}">
                <a16:creationId xmlns:a16="http://schemas.microsoft.com/office/drawing/2014/main" id="{68A45A89-56BE-4CC6-B700-EBE70E39179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4427" y="1027906"/>
            <a:ext cx="933580" cy="914528"/>
          </a:xfrm>
          <a:prstGeom prst="rect">
            <a:avLst/>
          </a:prstGeom>
        </p:spPr>
      </p:pic>
      <p:sp>
        <p:nvSpPr>
          <p:cNvPr id="10" name="TextBox 9">
            <a:extLst>
              <a:ext uri="{FF2B5EF4-FFF2-40B4-BE49-F238E27FC236}">
                <a16:creationId xmlns:a16="http://schemas.microsoft.com/office/drawing/2014/main" id="{2D6C1D74-F070-49B0-B255-3D18069774BF}"/>
              </a:ext>
            </a:extLst>
          </p:cNvPr>
          <p:cNvSpPr txBox="1"/>
          <p:nvPr/>
        </p:nvSpPr>
        <p:spPr>
          <a:xfrm>
            <a:off x="221511" y="1942434"/>
            <a:ext cx="1233377" cy="369332"/>
          </a:xfrm>
          <a:prstGeom prst="rect">
            <a:avLst/>
          </a:prstGeom>
          <a:noFill/>
        </p:spPr>
        <p:txBody>
          <a:bodyPr wrap="square" rtlCol="0">
            <a:spAutoFit/>
          </a:bodyPr>
          <a:lstStyle/>
          <a:p>
            <a:r>
              <a:rPr lang="en-GB" dirty="0"/>
              <a:t>IE 15</a:t>
            </a:r>
          </a:p>
        </p:txBody>
      </p:sp>
      <p:pic>
        <p:nvPicPr>
          <p:cNvPr id="12" name="Graphic 11">
            <a:hlinkClick r:id="rId7" action="ppaction://hlinksldjump"/>
            <a:extLst>
              <a:ext uri="{FF2B5EF4-FFF2-40B4-BE49-F238E27FC236}">
                <a16:creationId xmlns:a16="http://schemas.microsoft.com/office/drawing/2014/main" id="{8E2A4528-0908-463A-9795-7F826169FE7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454888" y="902161"/>
            <a:ext cx="914400" cy="914400"/>
          </a:xfrm>
          <a:prstGeom prst="rect">
            <a:avLst/>
          </a:prstGeom>
        </p:spPr>
      </p:pic>
      <p:sp>
        <p:nvSpPr>
          <p:cNvPr id="13" name="TextBox 12">
            <a:extLst>
              <a:ext uri="{FF2B5EF4-FFF2-40B4-BE49-F238E27FC236}">
                <a16:creationId xmlns:a16="http://schemas.microsoft.com/office/drawing/2014/main" id="{6F6FB1F6-F268-4850-9506-D275A6BDF36D}"/>
              </a:ext>
            </a:extLst>
          </p:cNvPr>
          <p:cNvSpPr txBox="1"/>
          <p:nvPr/>
        </p:nvSpPr>
        <p:spPr>
          <a:xfrm>
            <a:off x="1454888" y="1942434"/>
            <a:ext cx="1564759" cy="369332"/>
          </a:xfrm>
          <a:prstGeom prst="rect">
            <a:avLst/>
          </a:prstGeom>
          <a:noFill/>
        </p:spPr>
        <p:txBody>
          <a:bodyPr wrap="square" rtlCol="0">
            <a:spAutoFit/>
          </a:bodyPr>
          <a:lstStyle/>
          <a:p>
            <a:r>
              <a:rPr lang="en-GB" dirty="0"/>
              <a:t>email</a:t>
            </a:r>
          </a:p>
        </p:txBody>
      </p:sp>
      <p:pic>
        <p:nvPicPr>
          <p:cNvPr id="3" name="Picture 2">
            <a:hlinkClick r:id="rId10" action="ppaction://hlinksldjump"/>
            <a:extLst>
              <a:ext uri="{FF2B5EF4-FFF2-40B4-BE49-F238E27FC236}">
                <a16:creationId xmlns:a16="http://schemas.microsoft.com/office/drawing/2014/main" id="{AE93B286-00B6-4A9F-8AD9-93B8E9414896}"/>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p:blipFill>
        <p:spPr>
          <a:xfrm>
            <a:off x="2562383" y="990940"/>
            <a:ext cx="914528" cy="914528"/>
          </a:xfrm>
          <a:prstGeom prst="rect">
            <a:avLst/>
          </a:prstGeom>
        </p:spPr>
      </p:pic>
      <p:sp>
        <p:nvSpPr>
          <p:cNvPr id="5" name="TextBox 4">
            <a:extLst>
              <a:ext uri="{FF2B5EF4-FFF2-40B4-BE49-F238E27FC236}">
                <a16:creationId xmlns:a16="http://schemas.microsoft.com/office/drawing/2014/main" id="{9049D960-D6C8-41DC-A6DC-9B52DB49E24B}"/>
              </a:ext>
            </a:extLst>
          </p:cNvPr>
          <p:cNvSpPr txBox="1"/>
          <p:nvPr/>
        </p:nvSpPr>
        <p:spPr>
          <a:xfrm>
            <a:off x="2369288" y="1942434"/>
            <a:ext cx="1809307" cy="369332"/>
          </a:xfrm>
          <a:prstGeom prst="rect">
            <a:avLst/>
          </a:prstGeom>
          <a:noFill/>
        </p:spPr>
        <p:txBody>
          <a:bodyPr wrap="square" rtlCol="0">
            <a:spAutoFit/>
          </a:bodyPr>
          <a:lstStyle/>
          <a:p>
            <a:r>
              <a:rPr lang="en-GB" dirty="0"/>
              <a:t>Minecraft! </a:t>
            </a:r>
          </a:p>
        </p:txBody>
      </p:sp>
      <p:pic>
        <p:nvPicPr>
          <p:cNvPr id="17" name="Graphic 16">
            <a:hlinkClick r:id="rId13" action="ppaction://hlinksldjump"/>
            <a:extLst>
              <a:ext uri="{FF2B5EF4-FFF2-40B4-BE49-F238E27FC236}">
                <a16:creationId xmlns:a16="http://schemas.microsoft.com/office/drawing/2014/main" id="{B171DD79-8B3A-43EC-9C9B-293AB9F793E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721395" y="1037455"/>
            <a:ext cx="914400" cy="914400"/>
          </a:xfrm>
          <a:prstGeom prst="rect">
            <a:avLst/>
          </a:prstGeom>
        </p:spPr>
      </p:pic>
      <p:sp>
        <p:nvSpPr>
          <p:cNvPr id="18" name="TextBox 17">
            <a:extLst>
              <a:ext uri="{FF2B5EF4-FFF2-40B4-BE49-F238E27FC236}">
                <a16:creationId xmlns:a16="http://schemas.microsoft.com/office/drawing/2014/main" id="{A68D5BB0-084F-4A7F-B47C-52FAEB745E75}"/>
              </a:ext>
            </a:extLst>
          </p:cNvPr>
          <p:cNvSpPr txBox="1"/>
          <p:nvPr/>
        </p:nvSpPr>
        <p:spPr>
          <a:xfrm>
            <a:off x="3668232" y="1893062"/>
            <a:ext cx="1382233" cy="369332"/>
          </a:xfrm>
          <a:prstGeom prst="rect">
            <a:avLst/>
          </a:prstGeom>
          <a:noFill/>
        </p:spPr>
        <p:txBody>
          <a:bodyPr wrap="square" rtlCol="0">
            <a:spAutoFit/>
          </a:bodyPr>
          <a:lstStyle/>
          <a:p>
            <a:r>
              <a:rPr lang="en-GB" dirty="0"/>
              <a:t>Antivirus++</a:t>
            </a:r>
          </a:p>
        </p:txBody>
      </p:sp>
      <p:pic>
        <p:nvPicPr>
          <p:cNvPr id="19" name="Picture 18">
            <a:hlinkClick r:id="rId16" action="ppaction://hlinksldjump"/>
            <a:extLst>
              <a:ext uri="{FF2B5EF4-FFF2-40B4-BE49-F238E27FC236}">
                <a16:creationId xmlns:a16="http://schemas.microsoft.com/office/drawing/2014/main" id="{FB38AA13-379D-4C13-8EE8-AD9DF8EBCA4F}"/>
              </a:ext>
            </a:extLst>
          </p:cNvPr>
          <p:cNvPicPr>
            <a:picLocks noChangeAspect="1"/>
          </p:cNvPicPr>
          <p:nvPr/>
        </p:nvPicPr>
        <p:blipFill>
          <a:blip r:embed="rId17"/>
          <a:stretch>
            <a:fillRect/>
          </a:stretch>
        </p:blipFill>
        <p:spPr>
          <a:xfrm>
            <a:off x="5129638" y="1313106"/>
            <a:ext cx="663647" cy="503455"/>
          </a:xfrm>
          <a:prstGeom prst="rect">
            <a:avLst/>
          </a:prstGeom>
        </p:spPr>
      </p:pic>
      <p:sp>
        <p:nvSpPr>
          <p:cNvPr id="20" name="TextBox 19">
            <a:extLst>
              <a:ext uri="{FF2B5EF4-FFF2-40B4-BE49-F238E27FC236}">
                <a16:creationId xmlns:a16="http://schemas.microsoft.com/office/drawing/2014/main" id="{004ED08F-C3EE-49A9-B121-6E1050A1B0E7}"/>
              </a:ext>
            </a:extLst>
          </p:cNvPr>
          <p:cNvSpPr txBox="1"/>
          <p:nvPr/>
        </p:nvSpPr>
        <p:spPr>
          <a:xfrm>
            <a:off x="5180509" y="1873384"/>
            <a:ext cx="1157490" cy="369332"/>
          </a:xfrm>
          <a:prstGeom prst="rect">
            <a:avLst/>
          </a:prstGeom>
          <a:noFill/>
        </p:spPr>
        <p:txBody>
          <a:bodyPr wrap="square" rtlCol="0">
            <a:spAutoFit/>
          </a:bodyPr>
          <a:lstStyle/>
          <a:p>
            <a:r>
              <a:rPr lang="en-GB" dirty="0"/>
              <a:t>7z 19.00</a:t>
            </a:r>
          </a:p>
        </p:txBody>
      </p:sp>
      <p:pic>
        <p:nvPicPr>
          <p:cNvPr id="21" name="Picture 20">
            <a:hlinkClick r:id="rId18" action="ppaction://hlinksldjump"/>
            <a:extLst>
              <a:ext uri="{FF2B5EF4-FFF2-40B4-BE49-F238E27FC236}">
                <a16:creationId xmlns:a16="http://schemas.microsoft.com/office/drawing/2014/main" id="{8BAE6B6B-4EA2-42D6-AA08-4D0A9257E8D2}"/>
              </a:ext>
            </a:extLst>
          </p:cNvPr>
          <p:cNvPicPr>
            <a:picLocks noChangeAspect="1"/>
          </p:cNvPicPr>
          <p:nvPr/>
        </p:nvPicPr>
        <p:blipFill>
          <a:blip r:embed="rId19"/>
          <a:stretch>
            <a:fillRect/>
          </a:stretch>
        </p:blipFill>
        <p:spPr>
          <a:xfrm>
            <a:off x="6551806" y="1276292"/>
            <a:ext cx="960050" cy="515583"/>
          </a:xfrm>
          <a:prstGeom prst="rect">
            <a:avLst/>
          </a:prstGeom>
        </p:spPr>
      </p:pic>
      <p:sp>
        <p:nvSpPr>
          <p:cNvPr id="22" name="TextBox 21">
            <a:extLst>
              <a:ext uri="{FF2B5EF4-FFF2-40B4-BE49-F238E27FC236}">
                <a16:creationId xmlns:a16="http://schemas.microsoft.com/office/drawing/2014/main" id="{8DEED86D-3155-438D-98C2-45043F346B68}"/>
              </a:ext>
            </a:extLst>
          </p:cNvPr>
          <p:cNvSpPr txBox="1"/>
          <p:nvPr/>
        </p:nvSpPr>
        <p:spPr>
          <a:xfrm>
            <a:off x="6587912" y="1885790"/>
            <a:ext cx="1157490" cy="369332"/>
          </a:xfrm>
          <a:prstGeom prst="rect">
            <a:avLst/>
          </a:prstGeom>
          <a:noFill/>
        </p:spPr>
        <p:txBody>
          <a:bodyPr wrap="square" rtlCol="0">
            <a:spAutoFit/>
          </a:bodyPr>
          <a:lstStyle/>
          <a:p>
            <a:r>
              <a:rPr lang="en-GB" dirty="0"/>
              <a:t>Scratch 2</a:t>
            </a:r>
          </a:p>
        </p:txBody>
      </p:sp>
      <p:sp>
        <p:nvSpPr>
          <p:cNvPr id="24" name="Rectangle 23">
            <a:hlinkClick r:id="rId20" action="ppaction://hlinksldjump"/>
            <a:extLst>
              <a:ext uri="{FF2B5EF4-FFF2-40B4-BE49-F238E27FC236}">
                <a16:creationId xmlns:a16="http://schemas.microsoft.com/office/drawing/2014/main" id="{073AF388-0AD4-46E9-8693-55E7FF924311}"/>
              </a:ext>
            </a:extLst>
          </p:cNvPr>
          <p:cNvSpPr/>
          <p:nvPr/>
        </p:nvSpPr>
        <p:spPr>
          <a:xfrm>
            <a:off x="7873989" y="1037455"/>
            <a:ext cx="890211" cy="848335"/>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3" name="Isosceles Triangle 22">
            <a:hlinkClick r:id="rId20" action="ppaction://hlinksldjump"/>
            <a:extLst>
              <a:ext uri="{FF2B5EF4-FFF2-40B4-BE49-F238E27FC236}">
                <a16:creationId xmlns:a16="http://schemas.microsoft.com/office/drawing/2014/main" id="{B9A8C88F-DD55-4694-9C48-764EB568A4E8}"/>
              </a:ext>
            </a:extLst>
          </p:cNvPr>
          <p:cNvSpPr/>
          <p:nvPr/>
        </p:nvSpPr>
        <p:spPr>
          <a:xfrm rot="5400000">
            <a:off x="8179999" y="1366293"/>
            <a:ext cx="340113" cy="220312"/>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5" name="TextBox 24">
            <a:extLst>
              <a:ext uri="{FF2B5EF4-FFF2-40B4-BE49-F238E27FC236}">
                <a16:creationId xmlns:a16="http://schemas.microsoft.com/office/drawing/2014/main" id="{E0960B9E-7A65-4BDF-B064-671E4F1E6B79}"/>
              </a:ext>
            </a:extLst>
          </p:cNvPr>
          <p:cNvSpPr txBox="1"/>
          <p:nvPr/>
        </p:nvSpPr>
        <p:spPr>
          <a:xfrm>
            <a:off x="7745402" y="1885790"/>
            <a:ext cx="1246407" cy="646331"/>
          </a:xfrm>
          <a:prstGeom prst="rect">
            <a:avLst/>
          </a:prstGeom>
          <a:noFill/>
        </p:spPr>
        <p:txBody>
          <a:bodyPr wrap="square" rtlCol="0">
            <a:spAutoFit/>
          </a:bodyPr>
          <a:lstStyle/>
          <a:p>
            <a:r>
              <a:rPr lang="en-GB" dirty="0"/>
              <a:t>Media player 1.00</a:t>
            </a:r>
          </a:p>
        </p:txBody>
      </p:sp>
      <p:pic>
        <p:nvPicPr>
          <p:cNvPr id="27" name="Graphic 26">
            <a:hlinkClick r:id="rId21" action="ppaction://hlinksldjump"/>
            <a:extLst>
              <a:ext uri="{FF2B5EF4-FFF2-40B4-BE49-F238E27FC236}">
                <a16:creationId xmlns:a16="http://schemas.microsoft.com/office/drawing/2014/main" id="{28CBFDB7-EADD-4129-B5F3-B9B981AE34B5}"/>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9200290" y="958984"/>
            <a:ext cx="914400" cy="914400"/>
          </a:xfrm>
          <a:prstGeom prst="rect">
            <a:avLst/>
          </a:prstGeom>
        </p:spPr>
      </p:pic>
      <p:sp>
        <p:nvSpPr>
          <p:cNvPr id="28" name="TextBox 27">
            <a:extLst>
              <a:ext uri="{FF2B5EF4-FFF2-40B4-BE49-F238E27FC236}">
                <a16:creationId xmlns:a16="http://schemas.microsoft.com/office/drawing/2014/main" id="{1C23DEAC-74B6-4FD7-8CD3-852899D96DEE}"/>
              </a:ext>
            </a:extLst>
          </p:cNvPr>
          <p:cNvSpPr txBox="1"/>
          <p:nvPr/>
        </p:nvSpPr>
        <p:spPr>
          <a:xfrm>
            <a:off x="9282223" y="2058050"/>
            <a:ext cx="1020726" cy="369332"/>
          </a:xfrm>
          <a:prstGeom prst="rect">
            <a:avLst/>
          </a:prstGeom>
          <a:noFill/>
        </p:spPr>
        <p:txBody>
          <a:bodyPr wrap="square" rtlCol="0">
            <a:spAutoFit/>
          </a:bodyPr>
          <a:lstStyle/>
          <a:p>
            <a:r>
              <a:rPr lang="en-GB" dirty="0"/>
              <a:t>OSOD</a:t>
            </a:r>
          </a:p>
        </p:txBody>
      </p:sp>
    </p:spTree>
    <p:extLst>
      <p:ext uri="{BB962C8B-B14F-4D97-AF65-F5344CB8AC3E}">
        <p14:creationId xmlns:p14="http://schemas.microsoft.com/office/powerpoint/2010/main" val="37483334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0FEA65F-EE83-4519-9A42-E9D7E8D87A15}"/>
              </a:ext>
            </a:extLst>
          </p:cNvPr>
          <p:cNvSpPr>
            <a:spLocks noGrp="1"/>
          </p:cNvSpPr>
          <p:nvPr>
            <p:ph type="title"/>
          </p:nvPr>
        </p:nvSpPr>
        <p:spPr/>
        <p:txBody>
          <a:bodyPr/>
          <a:lstStyle/>
          <a:p>
            <a:endParaRPr lang="en-GB" dirty="0"/>
          </a:p>
        </p:txBody>
      </p:sp>
      <p:sp>
        <p:nvSpPr>
          <p:cNvPr id="10" name="Content Placeholder 9">
            <a:extLst>
              <a:ext uri="{FF2B5EF4-FFF2-40B4-BE49-F238E27FC236}">
                <a16:creationId xmlns:a16="http://schemas.microsoft.com/office/drawing/2014/main" id="{18C1AE46-4852-47B3-A417-59080E7BA56D}"/>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37A48B31-B214-4AF1-9FB2-94A18942E02F}"/>
              </a:ext>
            </a:extLst>
          </p:cNvPr>
          <p:cNvSpPr/>
          <p:nvPr/>
        </p:nvSpPr>
        <p:spPr>
          <a:xfrm>
            <a:off x="2085402" y="2137473"/>
            <a:ext cx="8538072" cy="3727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Uninstalling Windos 3…</a:t>
            </a:r>
          </a:p>
          <a:p>
            <a:pPr algn="ctr"/>
            <a:r>
              <a:rPr lang="en-GB" dirty="0"/>
              <a:t>Please press the green bar to finish the process!</a:t>
            </a:r>
          </a:p>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2085402" y="1244906"/>
            <a:ext cx="8538072"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Uninstaller 1.00</a:t>
            </a:r>
          </a:p>
        </p:txBody>
      </p:sp>
      <p:pic>
        <p:nvPicPr>
          <p:cNvPr id="8" name="Picture 7">
            <a:hlinkClick r:id="rId2" action="ppaction://hlinksldjump"/>
            <a:extLst>
              <a:ext uri="{FF2B5EF4-FFF2-40B4-BE49-F238E27FC236}">
                <a16:creationId xmlns:a16="http://schemas.microsoft.com/office/drawing/2014/main" id="{1D058B49-48BE-477C-A87B-3E71EFA18B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017" y="4561039"/>
            <a:ext cx="3066347" cy="535394"/>
          </a:xfrm>
          <a:prstGeom prst="rect">
            <a:avLst/>
          </a:prstGeom>
        </p:spPr>
      </p:pic>
    </p:spTree>
    <p:extLst>
      <p:ext uri="{BB962C8B-B14F-4D97-AF65-F5344CB8AC3E}">
        <p14:creationId xmlns:p14="http://schemas.microsoft.com/office/powerpoint/2010/main" val="6310277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08B3D90-1727-45A5-8866-C381CD8F5E4A}"/>
              </a:ext>
            </a:extLst>
          </p:cNvPr>
          <p:cNvSpPr/>
          <p:nvPr/>
        </p:nvSpPr>
        <p:spPr>
          <a:xfrm>
            <a:off x="0" y="0"/>
            <a:ext cx="12192000" cy="6858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TextBox 5">
            <a:extLst>
              <a:ext uri="{FF2B5EF4-FFF2-40B4-BE49-F238E27FC236}">
                <a16:creationId xmlns:a16="http://schemas.microsoft.com/office/drawing/2014/main" id="{5B9B2C59-90F6-48C4-BE6C-9FA1E80EE7BE}"/>
              </a:ext>
            </a:extLst>
          </p:cNvPr>
          <p:cNvSpPr txBox="1"/>
          <p:nvPr/>
        </p:nvSpPr>
        <p:spPr>
          <a:xfrm>
            <a:off x="0" y="77118"/>
            <a:ext cx="5354198" cy="3970318"/>
          </a:xfrm>
          <a:prstGeom prst="rect">
            <a:avLst/>
          </a:prstGeom>
          <a:noFill/>
        </p:spPr>
        <p:txBody>
          <a:bodyPr wrap="square" rtlCol="0">
            <a:spAutoFit/>
          </a:bodyPr>
          <a:lstStyle/>
          <a:p>
            <a:r>
              <a:rPr lang="en-GB" dirty="0">
                <a:solidFill>
                  <a:schemeClr val="bg1"/>
                </a:solidFill>
              </a:rPr>
              <a:t>Booting from hard disk…</a:t>
            </a:r>
          </a:p>
          <a:p>
            <a:r>
              <a:rPr lang="en-GB" dirty="0">
                <a:solidFill>
                  <a:schemeClr val="bg1"/>
                </a:solidFill>
              </a:rPr>
              <a:t>No bootable media found!</a:t>
            </a:r>
          </a:p>
          <a:p>
            <a:endParaRPr lang="en-GB" dirty="0">
              <a:solidFill>
                <a:schemeClr val="bg1"/>
              </a:solidFill>
            </a:endParaRPr>
          </a:p>
          <a:p>
            <a:r>
              <a:rPr lang="en-GB" dirty="0">
                <a:solidFill>
                  <a:schemeClr val="bg1"/>
                </a:solidFill>
              </a:rPr>
              <a:t>Booting from CD/DVD…</a:t>
            </a:r>
          </a:p>
          <a:p>
            <a:r>
              <a:rPr lang="en-GB" dirty="0">
                <a:solidFill>
                  <a:schemeClr val="bg1"/>
                </a:solidFill>
              </a:rPr>
              <a:t>No bootable media found!</a:t>
            </a:r>
          </a:p>
          <a:p>
            <a:endParaRPr lang="en-GB" dirty="0">
              <a:solidFill>
                <a:schemeClr val="bg1"/>
              </a:solidFill>
            </a:endParaRPr>
          </a:p>
          <a:p>
            <a:r>
              <a:rPr lang="en-GB" dirty="0">
                <a:solidFill>
                  <a:schemeClr val="bg1"/>
                </a:solidFill>
              </a:rPr>
              <a:t>Booting from floppy…</a:t>
            </a:r>
          </a:p>
          <a:p>
            <a:r>
              <a:rPr lang="en-GB" dirty="0">
                <a:solidFill>
                  <a:schemeClr val="bg1"/>
                </a:solidFill>
              </a:rPr>
              <a:t>No bootable media found!</a:t>
            </a:r>
          </a:p>
          <a:p>
            <a:endParaRPr lang="en-GB" dirty="0">
              <a:solidFill>
                <a:schemeClr val="bg1"/>
              </a:solidFill>
            </a:endParaRPr>
          </a:p>
          <a:p>
            <a:endParaRPr lang="en-GB" dirty="0">
              <a:solidFill>
                <a:schemeClr val="bg1"/>
              </a:solidFill>
            </a:endParaRPr>
          </a:p>
          <a:p>
            <a:r>
              <a:rPr lang="en-GB" dirty="0">
                <a:solidFill>
                  <a:schemeClr val="bg1"/>
                </a:solidFill>
              </a:rPr>
              <a:t>Press ESC to power off the PC then insert some installation media. </a:t>
            </a:r>
          </a:p>
          <a:p>
            <a:endParaRPr lang="en-GB" dirty="0">
              <a:solidFill>
                <a:schemeClr val="bg1"/>
              </a:solidFill>
            </a:endParaRPr>
          </a:p>
          <a:p>
            <a:r>
              <a:rPr lang="en-GB" dirty="0">
                <a:solidFill>
                  <a:schemeClr val="bg1"/>
                </a:solidFill>
              </a:rPr>
              <a:t>ERROR NO MEDIA CODE 128</a:t>
            </a:r>
          </a:p>
        </p:txBody>
      </p:sp>
      <p:sp>
        <p:nvSpPr>
          <p:cNvPr id="2" name="Title 1">
            <a:extLst>
              <a:ext uri="{FF2B5EF4-FFF2-40B4-BE49-F238E27FC236}">
                <a16:creationId xmlns:a16="http://schemas.microsoft.com/office/drawing/2014/main" id="{665FF180-8652-4EB4-BC7C-B38B2266B67B}"/>
              </a:ext>
            </a:extLst>
          </p:cNvPr>
          <p:cNvSpPr>
            <a:spLocks noGrp="1"/>
          </p:cNvSpPr>
          <p:nvPr>
            <p:ph type="ctrTitle"/>
          </p:nvPr>
        </p:nvSpPr>
        <p:spPr/>
        <p:txBody>
          <a:bodyPr/>
          <a:lstStyle/>
          <a:p>
            <a:endParaRPr lang="en-GB" dirty="0"/>
          </a:p>
        </p:txBody>
      </p:sp>
      <p:sp>
        <p:nvSpPr>
          <p:cNvPr id="3" name="Subtitle 2">
            <a:extLst>
              <a:ext uri="{FF2B5EF4-FFF2-40B4-BE49-F238E27FC236}">
                <a16:creationId xmlns:a16="http://schemas.microsoft.com/office/drawing/2014/main" id="{D071E677-5456-4968-81BE-FB6404228832}"/>
              </a:ext>
            </a:extLst>
          </p:cNvPr>
          <p:cNvSpPr>
            <a:spLocks noGrp="1"/>
          </p:cNvSpPr>
          <p:nvPr>
            <p:ph type="subTitle" idx="1"/>
          </p:nvPr>
        </p:nvSpPr>
        <p:spPr/>
        <p:txBody>
          <a:bodyPr/>
          <a:lstStyle/>
          <a:p>
            <a:endParaRPr lang="en-GB" dirty="0"/>
          </a:p>
        </p:txBody>
      </p:sp>
    </p:spTree>
    <p:extLst>
      <p:ext uri="{BB962C8B-B14F-4D97-AF65-F5344CB8AC3E}">
        <p14:creationId xmlns:p14="http://schemas.microsoft.com/office/powerpoint/2010/main" val="21508400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0A3CC07-DD25-44BE-BD9B-E814B62BB73F}"/>
              </a:ext>
            </a:extLst>
          </p:cNvPr>
          <p:cNvSpPr>
            <a:spLocks noGrp="1"/>
          </p:cNvSpPr>
          <p:nvPr>
            <p:ph type="title"/>
          </p:nvPr>
        </p:nvSpPr>
        <p:spPr/>
        <p:txBody>
          <a:bodyPr/>
          <a:lstStyle/>
          <a:p>
            <a:endParaRPr lang="en-GB" dirty="0"/>
          </a:p>
        </p:txBody>
      </p:sp>
      <p:sp>
        <p:nvSpPr>
          <p:cNvPr id="9" name="Content Placeholder 8">
            <a:extLst>
              <a:ext uri="{FF2B5EF4-FFF2-40B4-BE49-F238E27FC236}">
                <a16:creationId xmlns:a16="http://schemas.microsoft.com/office/drawing/2014/main" id="{5E498062-389A-423E-A7DC-71D2A72C8E7E}"/>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IE 15 CONNECTED </a:t>
            </a:r>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a:t>
            </a:r>
          </a:p>
        </p:txBody>
      </p:sp>
      <p:sp>
        <p:nvSpPr>
          <p:cNvPr id="5" name="TextBox 4">
            <a:extLst>
              <a:ext uri="{FF2B5EF4-FFF2-40B4-BE49-F238E27FC236}">
                <a16:creationId xmlns:a16="http://schemas.microsoft.com/office/drawing/2014/main" id="{BB074094-D3F6-4568-B715-5AAC6DF09CFB}"/>
              </a:ext>
            </a:extLst>
          </p:cNvPr>
          <p:cNvSpPr txBox="1"/>
          <p:nvPr/>
        </p:nvSpPr>
        <p:spPr>
          <a:xfrm>
            <a:off x="0" y="967563"/>
            <a:ext cx="11993526" cy="4247317"/>
          </a:xfrm>
          <a:prstGeom prst="rect">
            <a:avLst/>
          </a:prstGeom>
          <a:noFill/>
        </p:spPr>
        <p:txBody>
          <a:bodyPr wrap="square" rtlCol="0">
            <a:spAutoFit/>
          </a:bodyPr>
          <a:lstStyle/>
          <a:p>
            <a:r>
              <a:rPr lang="en-GB" dirty="0"/>
              <a:t>Welcome to the Intranet! </a:t>
            </a:r>
          </a:p>
          <a:p>
            <a:r>
              <a:rPr lang="en-GB" dirty="0"/>
              <a:t>This is an offline Internet embedded into your Windos install.</a:t>
            </a:r>
          </a:p>
          <a:p>
            <a:r>
              <a:rPr lang="en-GB" dirty="0"/>
              <a:t>Click on a hyperlink below to open a website that has been downloaded:</a:t>
            </a:r>
          </a:p>
          <a:p>
            <a:endParaRPr lang="en-GB" dirty="0"/>
          </a:p>
          <a:p>
            <a:r>
              <a:rPr lang="en-GB" dirty="0">
                <a:hlinkClick r:id="rId3" action="ppaction://hlinksldjump"/>
              </a:rPr>
              <a:t>Ask Jeeves</a:t>
            </a:r>
            <a:endParaRPr lang="en-GB" dirty="0"/>
          </a:p>
          <a:p>
            <a:r>
              <a:rPr lang="en-GB" dirty="0">
                <a:hlinkClick r:id="rId4" action="ppaction://hlinksldjump"/>
              </a:rPr>
              <a:t>Google</a:t>
            </a:r>
            <a:endParaRPr lang="en-GB" dirty="0"/>
          </a:p>
          <a:p>
            <a:r>
              <a:rPr lang="en-GB" dirty="0">
                <a:hlinkClick r:id="rId5" action="ppaction://hlinksldjump"/>
              </a:rPr>
              <a:t>Alexa!™</a:t>
            </a:r>
            <a:endParaRPr lang="en-GB" dirty="0"/>
          </a:p>
          <a:p>
            <a:r>
              <a:rPr lang="en-GB" dirty="0">
                <a:hlinkClick r:id="rId6" action="ppaction://hlinksldjump"/>
              </a:rPr>
              <a:t>Windos official website</a:t>
            </a:r>
            <a:endParaRPr lang="en-GB" dirty="0"/>
          </a:p>
          <a:p>
            <a:r>
              <a:rPr lang="en-GB" dirty="0">
                <a:hlinkClick r:id="rId7" action="ppaction://hlinksldjump"/>
              </a:rPr>
              <a:t>Wikipedia++</a:t>
            </a:r>
            <a:endParaRPr lang="en-GB" dirty="0"/>
          </a:p>
          <a:p>
            <a:r>
              <a:rPr lang="en-GB" dirty="0">
                <a:hlinkClick r:id="rId8" action="ppaction://hlinksldjump"/>
              </a:rPr>
              <a:t>Windos News</a:t>
            </a:r>
            <a:endParaRPr lang="en-GB" dirty="0"/>
          </a:p>
          <a:p>
            <a:r>
              <a:rPr lang="en-GB" dirty="0">
                <a:hlinkClick r:id="rId9" action="ppaction://hlinksldjump"/>
              </a:rPr>
              <a:t>Feedback</a:t>
            </a:r>
            <a:endParaRPr lang="en-GB" dirty="0"/>
          </a:p>
          <a:p>
            <a:r>
              <a:rPr lang="en-GB" dirty="0">
                <a:hlinkClick r:id="rId7" action="ppaction://hlinksldjump"/>
              </a:rPr>
              <a:t>Media downloader</a:t>
            </a:r>
            <a:endParaRPr lang="en-GB" dirty="0"/>
          </a:p>
          <a:p>
            <a:r>
              <a:rPr lang="en-GB" dirty="0">
                <a:hlinkClick r:id="rId10" action="ppaction://hlinksldjump"/>
              </a:rPr>
              <a:t>MIME 1.02</a:t>
            </a:r>
            <a:endParaRPr lang="en-GB" dirty="0"/>
          </a:p>
          <a:p>
            <a:r>
              <a:rPr lang="en-GB" dirty="0">
                <a:hlinkClick r:id="" action="ppaction://hlinkshowjump?jump=lastslide"/>
              </a:rPr>
              <a:t>Batman official website</a:t>
            </a:r>
            <a:endParaRPr lang="en-GB" dirty="0"/>
          </a:p>
          <a:p>
            <a:endParaRPr lang="en-GB" dirty="0"/>
          </a:p>
        </p:txBody>
      </p:sp>
    </p:spTree>
    <p:extLst>
      <p:ext uri="{BB962C8B-B14F-4D97-AF65-F5344CB8AC3E}">
        <p14:creationId xmlns:p14="http://schemas.microsoft.com/office/powerpoint/2010/main" val="6281762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1C229AE-AEED-4520-98C6-23DA05E10462}"/>
              </a:ext>
            </a:extLst>
          </p:cNvPr>
          <p:cNvSpPr>
            <a:spLocks noGrp="1"/>
          </p:cNvSpPr>
          <p:nvPr>
            <p:ph type="title"/>
          </p:nvPr>
        </p:nvSpPr>
        <p:spPr/>
        <p:txBody>
          <a:bodyPr/>
          <a:lstStyle/>
          <a:p>
            <a:endParaRPr lang="en-GB" dirty="0"/>
          </a:p>
        </p:txBody>
      </p:sp>
      <p:sp>
        <p:nvSpPr>
          <p:cNvPr id="10" name="Content Placeholder 9">
            <a:extLst>
              <a:ext uri="{FF2B5EF4-FFF2-40B4-BE49-F238E27FC236}">
                <a16:creationId xmlns:a16="http://schemas.microsoft.com/office/drawing/2014/main" id="{0C05D05F-9CE6-471F-9A22-0A89ACB2FCB4}"/>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Email: windos3@zigzag.net</a:t>
            </a:r>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a:t>
            </a:r>
          </a:p>
        </p:txBody>
      </p:sp>
      <p:sp>
        <p:nvSpPr>
          <p:cNvPr id="5" name="Rectangle 4">
            <a:extLst>
              <a:ext uri="{FF2B5EF4-FFF2-40B4-BE49-F238E27FC236}">
                <a16:creationId xmlns:a16="http://schemas.microsoft.com/office/drawing/2014/main" id="{55D79199-5F3C-43E3-A7E7-E879F401E30A}"/>
              </a:ext>
            </a:extLst>
          </p:cNvPr>
          <p:cNvSpPr/>
          <p:nvPr/>
        </p:nvSpPr>
        <p:spPr>
          <a:xfrm>
            <a:off x="159488" y="1063256"/>
            <a:ext cx="2328531" cy="57096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bg1"/>
                </a:solidFill>
              </a:rPr>
              <a:t>Inbox</a:t>
            </a:r>
          </a:p>
          <a:p>
            <a:pPr algn="ctr"/>
            <a:endParaRPr lang="en-GB" dirty="0">
              <a:solidFill>
                <a:schemeClr val="bg1"/>
              </a:solidFill>
            </a:endParaRPr>
          </a:p>
          <a:p>
            <a:pPr algn="ctr"/>
            <a:r>
              <a:rPr lang="en-GB" dirty="0">
                <a:solidFill>
                  <a:schemeClr val="bg1"/>
                </a:solidFill>
                <a:hlinkClick r:id="rId3" action="ppaction://hlinksldjump"/>
              </a:rPr>
              <a:t>Sent items</a:t>
            </a:r>
            <a:endParaRPr lang="en-GB" dirty="0">
              <a:solidFill>
                <a:schemeClr val="bg1"/>
              </a:solidFill>
            </a:endParaRPr>
          </a:p>
          <a:p>
            <a:pPr algn="ctr"/>
            <a:endParaRPr lang="en-GB" dirty="0">
              <a:solidFill>
                <a:schemeClr val="bg1"/>
              </a:solidFill>
            </a:endParaRPr>
          </a:p>
          <a:p>
            <a:pPr algn="ctr"/>
            <a:r>
              <a:rPr lang="en-GB" dirty="0">
                <a:solidFill>
                  <a:schemeClr val="bg1"/>
                </a:solidFill>
                <a:hlinkClick r:id="rId2" action="ppaction://hlinksldjump">
                  <a:extLst>
                    <a:ext uri="{A12FA001-AC4F-418D-AE19-62706E023703}">
                      <ahyp:hlinkClr xmlns:ahyp="http://schemas.microsoft.com/office/drawing/2018/hyperlinkcolor" val="tx"/>
                    </a:ext>
                  </a:extLst>
                </a:hlinkClick>
              </a:rPr>
              <a:t>close</a:t>
            </a:r>
            <a:endParaRPr lang="en-GB" dirty="0">
              <a:solidFill>
                <a:schemeClr val="bg1"/>
              </a:solidFill>
            </a:endParaRPr>
          </a:p>
        </p:txBody>
      </p:sp>
      <p:sp>
        <p:nvSpPr>
          <p:cNvPr id="11" name="Rectangle 10">
            <a:hlinkClick r:id="rId4" action="ppaction://hlinksldjump"/>
            <a:extLst>
              <a:ext uri="{FF2B5EF4-FFF2-40B4-BE49-F238E27FC236}">
                <a16:creationId xmlns:a16="http://schemas.microsoft.com/office/drawing/2014/main" id="{29732875-19D8-4558-A834-FD5AC85ADB34}"/>
              </a:ext>
            </a:extLst>
          </p:cNvPr>
          <p:cNvSpPr/>
          <p:nvPr/>
        </p:nvSpPr>
        <p:spPr>
          <a:xfrm>
            <a:off x="2796363" y="1201479"/>
            <a:ext cx="9197163"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Fr: hello@Microsoft.com</a:t>
            </a:r>
          </a:p>
        </p:txBody>
      </p:sp>
      <p:sp>
        <p:nvSpPr>
          <p:cNvPr id="2" name="Rectangle 1">
            <a:hlinkClick r:id="rId5" action="ppaction://hlinksldjump"/>
            <a:extLst>
              <a:ext uri="{FF2B5EF4-FFF2-40B4-BE49-F238E27FC236}">
                <a16:creationId xmlns:a16="http://schemas.microsoft.com/office/drawing/2014/main" id="{49E17EED-B880-4758-BA86-14485DB1C384}"/>
              </a:ext>
            </a:extLst>
          </p:cNvPr>
          <p:cNvSpPr/>
          <p:nvPr/>
        </p:nvSpPr>
        <p:spPr>
          <a:xfrm>
            <a:off x="2796363" y="2254102"/>
            <a:ext cx="9197163"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Fr: dev@windos3.org</a:t>
            </a:r>
          </a:p>
        </p:txBody>
      </p:sp>
      <p:sp>
        <p:nvSpPr>
          <p:cNvPr id="8" name="Rectangle 7">
            <a:hlinkClick r:id="rId6" action="ppaction://hlinksldjump"/>
            <a:extLst>
              <a:ext uri="{FF2B5EF4-FFF2-40B4-BE49-F238E27FC236}">
                <a16:creationId xmlns:a16="http://schemas.microsoft.com/office/drawing/2014/main" id="{4F03B59A-43AA-48B1-861A-638FBB326CA5}"/>
              </a:ext>
            </a:extLst>
          </p:cNvPr>
          <p:cNvSpPr/>
          <p:nvPr/>
        </p:nvSpPr>
        <p:spPr>
          <a:xfrm>
            <a:off x="2796362" y="3429000"/>
            <a:ext cx="9197162"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Fr: dev@windos3.org</a:t>
            </a:r>
          </a:p>
        </p:txBody>
      </p:sp>
      <p:sp>
        <p:nvSpPr>
          <p:cNvPr id="13" name="Rectangle 12">
            <a:hlinkClick r:id="rId7" action="ppaction://hlinksldjump"/>
            <a:extLst>
              <a:ext uri="{FF2B5EF4-FFF2-40B4-BE49-F238E27FC236}">
                <a16:creationId xmlns:a16="http://schemas.microsoft.com/office/drawing/2014/main" id="{B58E3D54-B19F-47B4-B78E-AF72D48C35CB}"/>
              </a:ext>
            </a:extLst>
          </p:cNvPr>
          <p:cNvSpPr/>
          <p:nvPr/>
        </p:nvSpPr>
        <p:spPr>
          <a:xfrm>
            <a:off x="2796362" y="4545134"/>
            <a:ext cx="9236149"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Fr: bill.gates@Microsoft.com</a:t>
            </a:r>
          </a:p>
        </p:txBody>
      </p:sp>
    </p:spTree>
    <p:extLst>
      <p:ext uri="{BB962C8B-B14F-4D97-AF65-F5344CB8AC3E}">
        <p14:creationId xmlns:p14="http://schemas.microsoft.com/office/powerpoint/2010/main" val="33394969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1C229AE-AEED-4520-98C6-23DA05E10462}"/>
              </a:ext>
            </a:extLst>
          </p:cNvPr>
          <p:cNvSpPr>
            <a:spLocks noGrp="1"/>
          </p:cNvSpPr>
          <p:nvPr>
            <p:ph type="title"/>
          </p:nvPr>
        </p:nvSpPr>
        <p:spPr/>
        <p:txBody>
          <a:bodyPr/>
          <a:lstStyle/>
          <a:p>
            <a:endParaRPr lang="en-GB" dirty="0"/>
          </a:p>
        </p:txBody>
      </p:sp>
      <p:sp>
        <p:nvSpPr>
          <p:cNvPr id="10" name="Content Placeholder 9">
            <a:extLst>
              <a:ext uri="{FF2B5EF4-FFF2-40B4-BE49-F238E27FC236}">
                <a16:creationId xmlns:a16="http://schemas.microsoft.com/office/drawing/2014/main" id="{0C05D05F-9CE6-471F-9A22-0A89ACB2FCB4}"/>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Email: windos3@zigzag.net</a:t>
            </a:r>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a:t>
            </a:r>
          </a:p>
        </p:txBody>
      </p:sp>
      <p:sp>
        <p:nvSpPr>
          <p:cNvPr id="5" name="Rectangle 4">
            <a:extLst>
              <a:ext uri="{FF2B5EF4-FFF2-40B4-BE49-F238E27FC236}">
                <a16:creationId xmlns:a16="http://schemas.microsoft.com/office/drawing/2014/main" id="{55D79199-5F3C-43E3-A7E7-E879F401E30A}"/>
              </a:ext>
            </a:extLst>
          </p:cNvPr>
          <p:cNvSpPr/>
          <p:nvPr/>
        </p:nvSpPr>
        <p:spPr>
          <a:xfrm>
            <a:off x="159488" y="1063256"/>
            <a:ext cx="2328531" cy="57096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bg1"/>
                </a:solidFill>
                <a:hlinkClick r:id="rId3" action="ppaction://hlinksldjump"/>
              </a:rPr>
              <a:t>Inbox</a:t>
            </a:r>
            <a:endParaRPr lang="en-GB" dirty="0">
              <a:solidFill>
                <a:schemeClr val="bg1"/>
              </a:solidFill>
            </a:endParaRPr>
          </a:p>
          <a:p>
            <a:pPr algn="ctr"/>
            <a:endParaRPr lang="en-GB" dirty="0">
              <a:solidFill>
                <a:schemeClr val="bg1"/>
              </a:solidFill>
            </a:endParaRPr>
          </a:p>
          <a:p>
            <a:pPr algn="ctr"/>
            <a:r>
              <a:rPr lang="en-GB" dirty="0">
                <a:solidFill>
                  <a:schemeClr val="bg1"/>
                </a:solidFill>
              </a:rPr>
              <a:t>Sent items</a:t>
            </a:r>
          </a:p>
          <a:p>
            <a:pPr algn="ctr"/>
            <a:endParaRPr lang="en-GB" dirty="0">
              <a:solidFill>
                <a:schemeClr val="bg1"/>
              </a:solidFill>
            </a:endParaRPr>
          </a:p>
          <a:p>
            <a:pPr algn="ctr"/>
            <a:r>
              <a:rPr lang="en-GB" dirty="0">
                <a:solidFill>
                  <a:schemeClr val="bg1"/>
                </a:solidFill>
                <a:hlinkClick r:id="rId2" action="ppaction://hlinksldjump">
                  <a:extLst>
                    <a:ext uri="{A12FA001-AC4F-418D-AE19-62706E023703}">
                      <ahyp:hlinkClr xmlns:ahyp="http://schemas.microsoft.com/office/drawing/2018/hyperlinkcolor" val="tx"/>
                    </a:ext>
                  </a:extLst>
                </a:hlinkClick>
              </a:rPr>
              <a:t>close</a:t>
            </a:r>
            <a:endParaRPr lang="en-GB" dirty="0">
              <a:solidFill>
                <a:schemeClr val="bg1"/>
              </a:solidFill>
            </a:endParaRPr>
          </a:p>
        </p:txBody>
      </p:sp>
      <p:sp>
        <p:nvSpPr>
          <p:cNvPr id="11" name="Rectangle 10">
            <a:hlinkClick r:id="rId4" action="ppaction://hlinksldjump"/>
            <a:extLst>
              <a:ext uri="{FF2B5EF4-FFF2-40B4-BE49-F238E27FC236}">
                <a16:creationId xmlns:a16="http://schemas.microsoft.com/office/drawing/2014/main" id="{29732875-19D8-4558-A834-FD5AC85ADB34}"/>
              </a:ext>
            </a:extLst>
          </p:cNvPr>
          <p:cNvSpPr/>
          <p:nvPr/>
        </p:nvSpPr>
        <p:spPr>
          <a:xfrm>
            <a:off x="2796363" y="1201479"/>
            <a:ext cx="9197163"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to: hello@Microsoft.com</a:t>
            </a:r>
          </a:p>
        </p:txBody>
      </p:sp>
      <p:sp>
        <p:nvSpPr>
          <p:cNvPr id="2" name="Rectangle 1">
            <a:hlinkClick r:id="rId5" action="ppaction://hlinksldjump"/>
            <a:extLst>
              <a:ext uri="{FF2B5EF4-FFF2-40B4-BE49-F238E27FC236}">
                <a16:creationId xmlns:a16="http://schemas.microsoft.com/office/drawing/2014/main" id="{1CC62BCC-FC51-4725-AD84-B6BF3E0B6FAC}"/>
              </a:ext>
            </a:extLst>
          </p:cNvPr>
          <p:cNvSpPr/>
          <p:nvPr/>
        </p:nvSpPr>
        <p:spPr>
          <a:xfrm>
            <a:off x="2796362" y="2228983"/>
            <a:ext cx="9197163"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To: ajsnv@ufdbu.com</a:t>
            </a:r>
          </a:p>
        </p:txBody>
      </p:sp>
      <p:sp>
        <p:nvSpPr>
          <p:cNvPr id="3" name="Rectangle 2">
            <a:hlinkClick r:id="rId6" action="ppaction://hlinksldjump"/>
            <a:extLst>
              <a:ext uri="{FF2B5EF4-FFF2-40B4-BE49-F238E27FC236}">
                <a16:creationId xmlns:a16="http://schemas.microsoft.com/office/drawing/2014/main" id="{109BA152-840F-4737-8B7F-47729D904DE3}"/>
              </a:ext>
            </a:extLst>
          </p:cNvPr>
          <p:cNvSpPr/>
          <p:nvPr/>
        </p:nvSpPr>
        <p:spPr>
          <a:xfrm>
            <a:off x="2796362" y="3288573"/>
            <a:ext cx="9197162"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To: windos3@zigzag.net</a:t>
            </a:r>
          </a:p>
        </p:txBody>
      </p:sp>
      <p:sp>
        <p:nvSpPr>
          <p:cNvPr id="8" name="Rectangle 7">
            <a:hlinkClick r:id="rId7" action="ppaction://hlinksldjump"/>
            <a:extLst>
              <a:ext uri="{FF2B5EF4-FFF2-40B4-BE49-F238E27FC236}">
                <a16:creationId xmlns:a16="http://schemas.microsoft.com/office/drawing/2014/main" id="{021877D0-3294-4A69-B7AD-7E9084F0B11F}"/>
              </a:ext>
            </a:extLst>
          </p:cNvPr>
          <p:cNvSpPr/>
          <p:nvPr/>
        </p:nvSpPr>
        <p:spPr>
          <a:xfrm>
            <a:off x="2796362" y="4337910"/>
            <a:ext cx="9197161"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To: bill.gates@Microsoft.com</a:t>
            </a:r>
          </a:p>
        </p:txBody>
      </p:sp>
      <p:sp>
        <p:nvSpPr>
          <p:cNvPr id="13" name="Rectangle 12">
            <a:hlinkClick r:id="rId8" action="ppaction://hlinksldjump"/>
            <a:extLst>
              <a:ext uri="{FF2B5EF4-FFF2-40B4-BE49-F238E27FC236}">
                <a16:creationId xmlns:a16="http://schemas.microsoft.com/office/drawing/2014/main" id="{95148AD5-0198-4B27-82FA-385692A72AAF}"/>
              </a:ext>
            </a:extLst>
          </p:cNvPr>
          <p:cNvSpPr/>
          <p:nvPr/>
        </p:nvSpPr>
        <p:spPr>
          <a:xfrm>
            <a:off x="2796361" y="5500430"/>
            <a:ext cx="9197161"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To: szymonmochort11@gmail.com</a:t>
            </a:r>
          </a:p>
        </p:txBody>
      </p:sp>
    </p:spTree>
    <p:extLst>
      <p:ext uri="{BB962C8B-B14F-4D97-AF65-F5344CB8AC3E}">
        <p14:creationId xmlns:p14="http://schemas.microsoft.com/office/powerpoint/2010/main" val="17841443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2E1F56D-77A1-471E-911B-0C439BE9BA6D}"/>
              </a:ext>
            </a:extLst>
          </p:cNvPr>
          <p:cNvSpPr>
            <a:spLocks noGrp="1"/>
          </p:cNvSpPr>
          <p:nvPr>
            <p:ph type="title"/>
          </p:nvPr>
        </p:nvSpPr>
        <p:spPr/>
        <p:txBody>
          <a:bodyPr/>
          <a:lstStyle/>
          <a:p>
            <a:endParaRPr lang="en-GB" dirty="0"/>
          </a:p>
        </p:txBody>
      </p:sp>
      <p:pic>
        <p:nvPicPr>
          <p:cNvPr id="8" name="Content Placeholder 7">
            <a:hlinkClick r:id="rId2" action="ppaction://hlinksldjump"/>
            <a:extLst>
              <a:ext uri="{FF2B5EF4-FFF2-40B4-BE49-F238E27FC236}">
                <a16:creationId xmlns:a16="http://schemas.microsoft.com/office/drawing/2014/main" id="{8AEEDECC-FB88-4673-BDEE-B34428DDC5BB}"/>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38800" y="3544094"/>
            <a:ext cx="914400" cy="914400"/>
          </a:xfrm>
        </p:spPr>
      </p:pic>
      <p:sp>
        <p:nvSpPr>
          <p:cNvPr id="4" name="Rectangle 3">
            <a:extLst>
              <a:ext uri="{FF2B5EF4-FFF2-40B4-BE49-F238E27FC236}">
                <a16:creationId xmlns:a16="http://schemas.microsoft.com/office/drawing/2014/main" id="{19E8B571-F1EF-46A7-AD15-3DE701879D3F}"/>
              </a:ext>
            </a:extLst>
          </p:cNvPr>
          <p:cNvSpPr/>
          <p:nvPr/>
        </p:nvSpPr>
        <p:spPr>
          <a:xfrm>
            <a:off x="0" y="900368"/>
            <a:ext cx="12192000" cy="5957408"/>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\\websites\ask-jeeves</a:t>
            </a:r>
          </a:p>
        </p:txBody>
      </p:sp>
      <p:sp>
        <p:nvSpPr>
          <p:cNvPr id="7" name="Rectangle 6">
            <a:hlinkClick r:id="rId5"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a:t>
            </a:r>
          </a:p>
        </p:txBody>
      </p:sp>
      <p:pic>
        <p:nvPicPr>
          <p:cNvPr id="9" name="Picture 4" descr="Ask Jeeves : 90s">
            <a:extLst>
              <a:ext uri="{FF2B5EF4-FFF2-40B4-BE49-F238E27FC236}">
                <a16:creationId xmlns:a16="http://schemas.microsoft.com/office/drawing/2014/main" id="{FBE06FCD-C2D8-4277-8989-E86365610395}"/>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282" t="3368" r="1168" b="2241"/>
          <a:stretch/>
        </p:blipFill>
        <p:spPr bwMode="auto">
          <a:xfrm>
            <a:off x="616244" y="892791"/>
            <a:ext cx="10959512" cy="5957409"/>
          </a:xfrm>
          <a:prstGeom prst="rect">
            <a:avLst/>
          </a:prstGeom>
          <a:noFill/>
          <a:extLst>
            <a:ext uri="{909E8E84-426E-40DD-AFC4-6F175D3DCCD1}">
              <a14:hiddenFill xmlns:a14="http://schemas.microsoft.com/office/drawing/2010/main">
                <a:solidFill>
                  <a:srgbClr val="FFFFFF"/>
                </a:solidFill>
              </a14:hiddenFill>
            </a:ext>
          </a:extLst>
        </p:spPr>
      </p:pic>
      <p:pic>
        <p:nvPicPr>
          <p:cNvPr id="10" name="Graphic 9">
            <a:hlinkClick r:id="rId2" action="ppaction://hlinksldjump"/>
            <a:extLst>
              <a:ext uri="{FF2B5EF4-FFF2-40B4-BE49-F238E27FC236}">
                <a16:creationId xmlns:a16="http://schemas.microsoft.com/office/drawing/2014/main" id="{1584B6D3-1EF0-4BD8-A5B6-BB906623F64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302063" y="-43785"/>
            <a:ext cx="914400" cy="914400"/>
          </a:xfrm>
          <a:prstGeom prst="rect">
            <a:avLst/>
          </a:prstGeom>
        </p:spPr>
      </p:pic>
    </p:spTree>
    <p:extLst>
      <p:ext uri="{BB962C8B-B14F-4D97-AF65-F5344CB8AC3E}">
        <p14:creationId xmlns:p14="http://schemas.microsoft.com/office/powerpoint/2010/main" val="19168582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BB9DA234-A2E5-40DA-8575-1B68C440803D}"/>
              </a:ext>
            </a:extLst>
          </p:cNvPr>
          <p:cNvSpPr>
            <a:spLocks noGrp="1"/>
          </p:cNvSpPr>
          <p:nvPr>
            <p:ph type="title"/>
          </p:nvPr>
        </p:nvSpPr>
        <p:spPr/>
        <p:txBody>
          <a:bodyPr/>
          <a:lstStyle/>
          <a:p>
            <a:endParaRPr lang="en-GB" dirty="0"/>
          </a:p>
        </p:txBody>
      </p:sp>
      <p:pic>
        <p:nvPicPr>
          <p:cNvPr id="8" name="Content Placeholder 7">
            <a:hlinkClick r:id="rId2" action="ppaction://hlinksldjump"/>
            <a:extLst>
              <a:ext uri="{FF2B5EF4-FFF2-40B4-BE49-F238E27FC236}">
                <a16:creationId xmlns:a16="http://schemas.microsoft.com/office/drawing/2014/main" id="{8AEEDECC-FB88-4673-BDEE-B34428DDC5BB}"/>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38800" y="3544094"/>
            <a:ext cx="914400" cy="914400"/>
          </a:xfrm>
        </p:spPr>
      </p:pic>
      <p:sp>
        <p:nvSpPr>
          <p:cNvPr id="4" name="Rectangle 3">
            <a:extLst>
              <a:ext uri="{FF2B5EF4-FFF2-40B4-BE49-F238E27FC236}">
                <a16:creationId xmlns:a16="http://schemas.microsoft.com/office/drawing/2014/main" id="{19E8B571-F1EF-46A7-AD15-3DE701879D3F}"/>
              </a:ext>
            </a:extLst>
          </p:cNvPr>
          <p:cNvSpPr/>
          <p:nvPr/>
        </p:nvSpPr>
        <p:spPr>
          <a:xfrm>
            <a:off x="0" y="900368"/>
            <a:ext cx="12192000" cy="5957632"/>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\\websites\google</a:t>
            </a:r>
          </a:p>
        </p:txBody>
      </p:sp>
      <p:sp>
        <p:nvSpPr>
          <p:cNvPr id="7" name="Rectangle 6">
            <a:hlinkClick r:id="rId5"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a:t>
            </a:r>
          </a:p>
        </p:txBody>
      </p:sp>
      <p:pic>
        <p:nvPicPr>
          <p:cNvPr id="3" name="Picture 2">
            <a:extLst>
              <a:ext uri="{FF2B5EF4-FFF2-40B4-BE49-F238E27FC236}">
                <a16:creationId xmlns:a16="http://schemas.microsoft.com/office/drawing/2014/main" id="{A4A53373-5E30-4D65-AF48-B2CDDA140841}"/>
              </a:ext>
            </a:extLst>
          </p:cNvPr>
          <p:cNvPicPr>
            <a:picLocks noChangeAspect="1"/>
          </p:cNvPicPr>
          <p:nvPr/>
        </p:nvPicPr>
        <p:blipFill rotWithShape="1">
          <a:blip r:embed="rId6"/>
          <a:srcRect l="-247" t="-16720" r="247" b="16720"/>
          <a:stretch/>
        </p:blipFill>
        <p:spPr>
          <a:xfrm>
            <a:off x="0" y="-231073"/>
            <a:ext cx="6667499" cy="7051877"/>
          </a:xfrm>
          <a:prstGeom prst="rect">
            <a:avLst/>
          </a:prstGeom>
        </p:spPr>
      </p:pic>
      <p:sp>
        <p:nvSpPr>
          <p:cNvPr id="5" name="TextBox 4">
            <a:extLst>
              <a:ext uri="{FF2B5EF4-FFF2-40B4-BE49-F238E27FC236}">
                <a16:creationId xmlns:a16="http://schemas.microsoft.com/office/drawing/2014/main" id="{B01B3880-7C14-4547-A099-4F44B0583F94}"/>
              </a:ext>
            </a:extLst>
          </p:cNvPr>
          <p:cNvSpPr txBox="1"/>
          <p:nvPr/>
        </p:nvSpPr>
        <p:spPr>
          <a:xfrm>
            <a:off x="6934200" y="1066800"/>
            <a:ext cx="3367863" cy="2585323"/>
          </a:xfrm>
          <a:prstGeom prst="rect">
            <a:avLst/>
          </a:prstGeom>
          <a:noFill/>
        </p:spPr>
        <p:txBody>
          <a:bodyPr wrap="square" rtlCol="0">
            <a:spAutoFit/>
          </a:bodyPr>
          <a:lstStyle/>
          <a:p>
            <a:r>
              <a:rPr lang="en-GB" dirty="0"/>
              <a:t>Loaded in compatibility mode</a:t>
            </a:r>
          </a:p>
          <a:p>
            <a:r>
              <a:rPr lang="en-GB" dirty="0"/>
              <a:t>Some functions may not work</a:t>
            </a:r>
          </a:p>
          <a:p>
            <a:r>
              <a:rPr lang="en-GB" dirty="0"/>
              <a:t>Please do not attempt to use this page as scripts have been disabled.</a:t>
            </a:r>
          </a:p>
          <a:p>
            <a:r>
              <a:rPr lang="en-GB" dirty="0"/>
              <a:t>It is only an image and the scripts are off for security reasons.</a:t>
            </a:r>
          </a:p>
          <a:p>
            <a:endParaRPr lang="en-GB" dirty="0"/>
          </a:p>
          <a:p>
            <a:r>
              <a:rPr lang="en-GB" dirty="0"/>
              <a:t>BTW we disabled 128 scripts. </a:t>
            </a:r>
          </a:p>
        </p:txBody>
      </p:sp>
      <p:pic>
        <p:nvPicPr>
          <p:cNvPr id="9" name="Graphic 8">
            <a:hlinkClick r:id="rId2" action="ppaction://hlinksldjump"/>
            <a:extLst>
              <a:ext uri="{FF2B5EF4-FFF2-40B4-BE49-F238E27FC236}">
                <a16:creationId xmlns:a16="http://schemas.microsoft.com/office/drawing/2014/main" id="{67B4C6B4-2C8C-4904-AEF9-2D990CB7B74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302063" y="-43785"/>
            <a:ext cx="914400" cy="914400"/>
          </a:xfrm>
          <a:prstGeom prst="rect">
            <a:avLst/>
          </a:prstGeom>
        </p:spPr>
      </p:pic>
    </p:spTree>
    <p:extLst>
      <p:ext uri="{BB962C8B-B14F-4D97-AF65-F5344CB8AC3E}">
        <p14:creationId xmlns:p14="http://schemas.microsoft.com/office/powerpoint/2010/main" val="16743551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EAB41BF7-DCDC-4726-9503-17D92138E36C}"/>
              </a:ext>
            </a:extLst>
          </p:cNvPr>
          <p:cNvSpPr>
            <a:spLocks noGrp="1"/>
          </p:cNvSpPr>
          <p:nvPr>
            <p:ph type="title"/>
          </p:nvPr>
        </p:nvSpPr>
        <p:spPr/>
        <p:txBody>
          <a:bodyPr/>
          <a:lstStyle/>
          <a:p>
            <a:endParaRPr lang="en-GB" dirty="0"/>
          </a:p>
        </p:txBody>
      </p:sp>
      <p:pic>
        <p:nvPicPr>
          <p:cNvPr id="8" name="Content Placeholder 7">
            <a:hlinkClick r:id="rId2" action="ppaction://hlinksldjump"/>
            <a:extLst>
              <a:ext uri="{FF2B5EF4-FFF2-40B4-BE49-F238E27FC236}">
                <a16:creationId xmlns:a16="http://schemas.microsoft.com/office/drawing/2014/main" id="{8AEEDECC-FB88-4673-BDEE-B34428DDC5BB}"/>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38800" y="3544094"/>
            <a:ext cx="914400" cy="914400"/>
          </a:xfrm>
        </p:spPr>
      </p:pic>
      <p:sp>
        <p:nvSpPr>
          <p:cNvPr id="4" name="Rectangle 3">
            <a:extLst>
              <a:ext uri="{FF2B5EF4-FFF2-40B4-BE49-F238E27FC236}">
                <a16:creationId xmlns:a16="http://schemas.microsoft.com/office/drawing/2014/main" id="{19E8B571-F1EF-46A7-AD15-3DE701879D3F}"/>
              </a:ext>
            </a:extLst>
          </p:cNvPr>
          <p:cNvSpPr/>
          <p:nvPr/>
        </p:nvSpPr>
        <p:spPr>
          <a:xfrm>
            <a:off x="12700" y="892791"/>
            <a:ext cx="12192000" cy="5964985"/>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12700" y="224"/>
            <a:ext cx="12192000"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\\websites\alexa</a:t>
            </a:r>
          </a:p>
        </p:txBody>
      </p:sp>
      <p:sp>
        <p:nvSpPr>
          <p:cNvPr id="7" name="Rectangle 6">
            <a:hlinkClick r:id="rId5"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a:t>
            </a:r>
          </a:p>
        </p:txBody>
      </p:sp>
      <p:pic>
        <p:nvPicPr>
          <p:cNvPr id="9" name="Picture 8">
            <a:extLst>
              <a:ext uri="{FF2B5EF4-FFF2-40B4-BE49-F238E27FC236}">
                <a16:creationId xmlns:a16="http://schemas.microsoft.com/office/drawing/2014/main" id="{EC202382-7C94-486D-8F21-9FFBBC0402C1}"/>
              </a:ext>
            </a:extLst>
          </p:cNvPr>
          <p:cNvPicPr>
            <a:picLocks noChangeAspect="1"/>
          </p:cNvPicPr>
          <p:nvPr/>
        </p:nvPicPr>
        <p:blipFill>
          <a:blip r:embed="rId6"/>
          <a:stretch>
            <a:fillRect/>
          </a:stretch>
        </p:blipFill>
        <p:spPr>
          <a:xfrm>
            <a:off x="330200" y="1151999"/>
            <a:ext cx="2381686" cy="2381686"/>
          </a:xfrm>
          <a:prstGeom prst="rect">
            <a:avLst/>
          </a:prstGeom>
        </p:spPr>
      </p:pic>
      <p:sp>
        <p:nvSpPr>
          <p:cNvPr id="3" name="TextBox 2">
            <a:extLst>
              <a:ext uri="{FF2B5EF4-FFF2-40B4-BE49-F238E27FC236}">
                <a16:creationId xmlns:a16="http://schemas.microsoft.com/office/drawing/2014/main" id="{4827BA3E-66B2-41AE-B511-1D9D5C2156D9}"/>
              </a:ext>
            </a:extLst>
          </p:cNvPr>
          <p:cNvSpPr txBox="1"/>
          <p:nvPr/>
        </p:nvSpPr>
        <p:spPr>
          <a:xfrm>
            <a:off x="2895600" y="1257692"/>
            <a:ext cx="8978900" cy="707886"/>
          </a:xfrm>
          <a:prstGeom prst="rect">
            <a:avLst/>
          </a:prstGeom>
          <a:noFill/>
        </p:spPr>
        <p:txBody>
          <a:bodyPr wrap="square" rtlCol="0">
            <a:spAutoFit/>
          </a:bodyPr>
          <a:lstStyle/>
          <a:p>
            <a:r>
              <a:rPr lang="en-GB" sz="4000" dirty="0">
                <a:latin typeface="Abadi MT Condensed Extra Bold" panose="020B0A06030101010103" pitchFamily="34" charset="0"/>
              </a:rPr>
              <a:t>Unleash the power of Alexa! </a:t>
            </a:r>
          </a:p>
        </p:txBody>
      </p:sp>
      <p:sp>
        <p:nvSpPr>
          <p:cNvPr id="5" name="TextBox 4">
            <a:extLst>
              <a:ext uri="{FF2B5EF4-FFF2-40B4-BE49-F238E27FC236}">
                <a16:creationId xmlns:a16="http://schemas.microsoft.com/office/drawing/2014/main" id="{E5A703D4-B419-41DE-A6AA-B96BD24BF96C}"/>
              </a:ext>
            </a:extLst>
          </p:cNvPr>
          <p:cNvSpPr txBox="1"/>
          <p:nvPr/>
        </p:nvSpPr>
        <p:spPr>
          <a:xfrm>
            <a:off x="3009900" y="2260600"/>
            <a:ext cx="8343900" cy="2031325"/>
          </a:xfrm>
          <a:prstGeom prst="rect">
            <a:avLst/>
          </a:prstGeom>
          <a:noFill/>
        </p:spPr>
        <p:txBody>
          <a:bodyPr wrap="square" rtlCol="0">
            <a:spAutoFit/>
          </a:bodyPr>
          <a:lstStyle/>
          <a:p>
            <a:r>
              <a:rPr lang="en-GB" dirty="0"/>
              <a:t>Alexa is your amazing virtual assistant that can do literally </a:t>
            </a:r>
            <a:r>
              <a:rPr lang="en-GB" i="1" dirty="0"/>
              <a:t>anything</a:t>
            </a:r>
            <a:r>
              <a:rPr lang="en-GB" dirty="0"/>
              <a:t>!</a:t>
            </a:r>
          </a:p>
          <a:p>
            <a:r>
              <a:rPr lang="en-GB" dirty="0"/>
              <a:t>Just say “Alexa” to wake her up!  </a:t>
            </a:r>
          </a:p>
          <a:p>
            <a:r>
              <a:rPr lang="en-GB" dirty="0"/>
              <a:t>All it takes to get her is to buy an echo device from Amazon!</a:t>
            </a:r>
          </a:p>
          <a:p>
            <a:endParaRPr lang="en-GB" dirty="0"/>
          </a:p>
          <a:p>
            <a:r>
              <a:rPr lang="en-GB" dirty="0"/>
              <a:t>The device contains tens of thousands of skills including ones from:</a:t>
            </a:r>
          </a:p>
          <a:p>
            <a:endParaRPr lang="en-GB" dirty="0"/>
          </a:p>
          <a:p>
            <a:endParaRPr lang="en-GB" dirty="0"/>
          </a:p>
        </p:txBody>
      </p:sp>
      <p:sp>
        <p:nvSpPr>
          <p:cNvPr id="10" name="TextBox 9">
            <a:extLst>
              <a:ext uri="{FF2B5EF4-FFF2-40B4-BE49-F238E27FC236}">
                <a16:creationId xmlns:a16="http://schemas.microsoft.com/office/drawing/2014/main" id="{911C9BE3-3B9B-4DD6-A874-1A0BA567D973}"/>
              </a:ext>
            </a:extLst>
          </p:cNvPr>
          <p:cNvSpPr txBox="1"/>
          <p:nvPr/>
        </p:nvSpPr>
        <p:spPr>
          <a:xfrm>
            <a:off x="152400" y="6492875"/>
            <a:ext cx="13157200" cy="646331"/>
          </a:xfrm>
          <a:prstGeom prst="rect">
            <a:avLst/>
          </a:prstGeom>
          <a:noFill/>
        </p:spPr>
        <p:txBody>
          <a:bodyPr wrap="square" rtlCol="0">
            <a:spAutoFit/>
          </a:bodyPr>
          <a:lstStyle/>
          <a:p>
            <a:r>
              <a:rPr lang="en-GB" dirty="0"/>
              <a:t>Alexa is developed by Amazon and is not a sponsor of Windos. Please note this. </a:t>
            </a:r>
          </a:p>
          <a:p>
            <a:endParaRPr lang="en-GB" dirty="0"/>
          </a:p>
        </p:txBody>
      </p:sp>
      <p:pic>
        <p:nvPicPr>
          <p:cNvPr id="1028" name="Picture 4" descr="Image result for BBC logo">
            <a:extLst>
              <a:ext uri="{FF2B5EF4-FFF2-40B4-BE49-F238E27FC236}">
                <a16:creationId xmlns:a16="http://schemas.microsoft.com/office/drawing/2014/main" id="{343DE4A2-695A-4774-A0BE-56A8B019E7C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57800" y="3985727"/>
            <a:ext cx="1295400" cy="44691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mazon Prime Music Review | PCMag">
            <a:extLst>
              <a:ext uri="{FF2B5EF4-FFF2-40B4-BE49-F238E27FC236}">
                <a16:creationId xmlns:a16="http://schemas.microsoft.com/office/drawing/2014/main" id="{962F1236-C6FC-4ED2-AE93-1C469969695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0201" y="3707704"/>
            <a:ext cx="1574800" cy="87372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Apple Music Launches $50M Advance Fund for Indie Labels During ...">
            <a:extLst>
              <a:ext uri="{FF2B5EF4-FFF2-40B4-BE49-F238E27FC236}">
                <a16:creationId xmlns:a16="http://schemas.microsoft.com/office/drawing/2014/main" id="{350EF589-6FE9-4D42-BF71-746922523AA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97113" y="3739444"/>
            <a:ext cx="1228725" cy="810246"/>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These Animated Logos From Huge Brands Will Inspire You To Use ...">
            <a:extLst>
              <a:ext uri="{FF2B5EF4-FFF2-40B4-BE49-F238E27FC236}">
                <a16:creationId xmlns:a16="http://schemas.microsoft.com/office/drawing/2014/main" id="{AB70A68D-B4CA-4436-8B32-6C1D7D5B1D9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73499" y="3773576"/>
            <a:ext cx="914401" cy="684918"/>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A9ABAABB-7721-49F8-8EFE-5C87D3163AA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037390" y="3875283"/>
            <a:ext cx="1574801" cy="692169"/>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Philips Hue Logo - LogoDix">
            <a:extLst>
              <a:ext uri="{FF2B5EF4-FFF2-40B4-BE49-F238E27FC236}">
                <a16:creationId xmlns:a16="http://schemas.microsoft.com/office/drawing/2014/main" id="{C5DE9620-EF20-445D-B11A-2B3D994E1D28}"/>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932865" y="3767990"/>
            <a:ext cx="1574800" cy="881888"/>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TP-Link gets a new logo as it aims for smart home - CNET">
            <a:extLst>
              <a:ext uri="{FF2B5EF4-FFF2-40B4-BE49-F238E27FC236}">
                <a16:creationId xmlns:a16="http://schemas.microsoft.com/office/drawing/2014/main" id="{3F43FD77-5B22-4FBA-A5AA-D75AB9CF0378}"/>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0758" y="4816996"/>
            <a:ext cx="1873686" cy="645761"/>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Brand New: New Logo and Identity for Hive by Wolff Olins">
            <a:extLst>
              <a:ext uri="{FF2B5EF4-FFF2-40B4-BE49-F238E27FC236}">
                <a16:creationId xmlns:a16="http://schemas.microsoft.com/office/drawing/2014/main" id="{0575F46F-F1C2-431F-B604-F22905D6C287}"/>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36800" y="4755449"/>
            <a:ext cx="978736" cy="115928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D286EF5F-9307-4816-8C92-FC4A163BD688}"/>
              </a:ext>
            </a:extLst>
          </p:cNvPr>
          <p:cNvSpPr txBox="1"/>
          <p:nvPr/>
        </p:nvSpPr>
        <p:spPr>
          <a:xfrm>
            <a:off x="3873499" y="5019675"/>
            <a:ext cx="6775451" cy="646331"/>
          </a:xfrm>
          <a:prstGeom prst="rect">
            <a:avLst/>
          </a:prstGeom>
          <a:noFill/>
        </p:spPr>
        <p:txBody>
          <a:bodyPr wrap="square" rtlCol="0">
            <a:spAutoFit/>
          </a:bodyPr>
          <a:lstStyle/>
          <a:p>
            <a:r>
              <a:rPr lang="en-GB" sz="3600" i="1" dirty="0">
                <a:latin typeface="Agency FB" panose="020B0503020202020204" pitchFamily="34" charset="0"/>
              </a:rPr>
              <a:t>And many more…</a:t>
            </a:r>
          </a:p>
        </p:txBody>
      </p:sp>
      <p:pic>
        <p:nvPicPr>
          <p:cNvPr id="24" name="Graphic 23">
            <a:hlinkClick r:id="rId2" action="ppaction://hlinksldjump"/>
            <a:extLst>
              <a:ext uri="{FF2B5EF4-FFF2-40B4-BE49-F238E27FC236}">
                <a16:creationId xmlns:a16="http://schemas.microsoft.com/office/drawing/2014/main" id="{DB604D5C-FDC2-426C-B56A-D9A90E5FC63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302063" y="-43785"/>
            <a:ext cx="914400" cy="914400"/>
          </a:xfrm>
          <a:prstGeom prst="rect">
            <a:avLst/>
          </a:prstGeom>
        </p:spPr>
      </p:pic>
    </p:spTree>
    <p:extLst>
      <p:ext uri="{BB962C8B-B14F-4D97-AF65-F5344CB8AC3E}">
        <p14:creationId xmlns:p14="http://schemas.microsoft.com/office/powerpoint/2010/main" val="10396529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A55397-0195-40D2-9AEC-C3ACEC07389A}"/>
              </a:ext>
            </a:extLst>
          </p:cNvPr>
          <p:cNvSpPr>
            <a:spLocks noGrp="1"/>
          </p:cNvSpPr>
          <p:nvPr>
            <p:ph type="title"/>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received message</a:t>
            </a:r>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a:t>
            </a:r>
          </a:p>
        </p:txBody>
      </p:sp>
      <p:pic>
        <p:nvPicPr>
          <p:cNvPr id="12" name="Content Placeholder 11">
            <a:hlinkClick r:id="rId3" action="ppaction://hlinksldjump"/>
            <a:extLst>
              <a:ext uri="{FF2B5EF4-FFF2-40B4-BE49-F238E27FC236}">
                <a16:creationId xmlns:a16="http://schemas.microsoft.com/office/drawing/2014/main" id="{D6C78EC4-77E9-492C-AD86-7A168B721D15}"/>
              </a:ext>
            </a:extLst>
          </p:cNvPr>
          <p:cNvPicPr>
            <a:picLocks noGrp="1" noChangeAspect="1"/>
          </p:cNvPicPr>
          <p:nvPr>
            <p:ph idx="1"/>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081437" y="0"/>
            <a:ext cx="914400" cy="914400"/>
          </a:xfrm>
        </p:spPr>
      </p:pic>
      <p:sp>
        <p:nvSpPr>
          <p:cNvPr id="13" name="Rectangle 12">
            <a:extLst>
              <a:ext uri="{FF2B5EF4-FFF2-40B4-BE49-F238E27FC236}">
                <a16:creationId xmlns:a16="http://schemas.microsoft.com/office/drawing/2014/main" id="{9EEF4B2C-9E0F-4CF9-B0A4-5E15EF6EC981}"/>
              </a:ext>
            </a:extLst>
          </p:cNvPr>
          <p:cNvSpPr/>
          <p:nvPr/>
        </p:nvSpPr>
        <p:spPr>
          <a:xfrm>
            <a:off x="232144" y="1059971"/>
            <a:ext cx="11857075" cy="5596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Fr: hello@microsoft.com</a:t>
            </a:r>
          </a:p>
        </p:txBody>
      </p:sp>
      <p:sp>
        <p:nvSpPr>
          <p:cNvPr id="14" name="Rectangle 13">
            <a:extLst>
              <a:ext uri="{FF2B5EF4-FFF2-40B4-BE49-F238E27FC236}">
                <a16:creationId xmlns:a16="http://schemas.microsoft.com/office/drawing/2014/main" id="{C653514E-6C5E-4806-9267-13E370C3D7D4}"/>
              </a:ext>
            </a:extLst>
          </p:cNvPr>
          <p:cNvSpPr/>
          <p:nvPr/>
        </p:nvSpPr>
        <p:spPr>
          <a:xfrm>
            <a:off x="192274" y="1836259"/>
            <a:ext cx="11896945" cy="5596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Sj: secrets of MS</a:t>
            </a:r>
          </a:p>
        </p:txBody>
      </p:sp>
      <p:cxnSp>
        <p:nvCxnSpPr>
          <p:cNvPr id="16" name="Straight Connector 15">
            <a:extLst>
              <a:ext uri="{FF2B5EF4-FFF2-40B4-BE49-F238E27FC236}">
                <a16:creationId xmlns:a16="http://schemas.microsoft.com/office/drawing/2014/main" id="{DA4F4679-CC11-4761-84B5-C16AE3E2B2C8}"/>
              </a:ext>
            </a:extLst>
          </p:cNvPr>
          <p:cNvCxnSpPr/>
          <p:nvPr/>
        </p:nvCxnSpPr>
        <p:spPr>
          <a:xfrm>
            <a:off x="0" y="2732567"/>
            <a:ext cx="12089219"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B4AA0788-9315-4287-ACBC-BBC02B7DDA1A}"/>
              </a:ext>
            </a:extLst>
          </p:cNvPr>
          <p:cNvSpPr txBox="1"/>
          <p:nvPr/>
        </p:nvSpPr>
        <p:spPr>
          <a:xfrm>
            <a:off x="0" y="2838893"/>
            <a:ext cx="12089219" cy="3970318"/>
          </a:xfrm>
          <a:prstGeom prst="rect">
            <a:avLst/>
          </a:prstGeom>
          <a:noFill/>
        </p:spPr>
        <p:txBody>
          <a:bodyPr wrap="square" rtlCol="0">
            <a:spAutoFit/>
          </a:bodyPr>
          <a:lstStyle/>
          <a:p>
            <a:r>
              <a:rPr lang="en-GB" dirty="0"/>
              <a:t>Hello there Windos 3 user,</a:t>
            </a:r>
          </a:p>
          <a:p>
            <a:r>
              <a:rPr lang="en-GB" dirty="0"/>
              <a:t>There is a thing I need to tell you.</a:t>
            </a:r>
          </a:p>
          <a:p>
            <a:r>
              <a:rPr lang="en-GB" dirty="0"/>
              <a:t>MS are killing computers worldwide</a:t>
            </a:r>
          </a:p>
          <a:p>
            <a:r>
              <a:rPr lang="en-GB" dirty="0"/>
              <a:t>Do not update Windows </a:t>
            </a:r>
          </a:p>
          <a:p>
            <a:r>
              <a:rPr lang="en-GB" dirty="0"/>
              <a:t>Stick to Windos </a:t>
            </a:r>
          </a:p>
          <a:p>
            <a:r>
              <a:rPr lang="en-GB" dirty="0"/>
              <a:t>Please do not use unsupported OSes and use Windows 10</a:t>
            </a:r>
          </a:p>
          <a:p>
            <a:r>
              <a:rPr lang="en-GB" dirty="0"/>
              <a:t>Do not use IE</a:t>
            </a:r>
          </a:p>
          <a:p>
            <a:r>
              <a:rPr lang="en-GB" dirty="0"/>
              <a:t>Use chrome</a:t>
            </a:r>
          </a:p>
          <a:p>
            <a:r>
              <a:rPr lang="en-GB" dirty="0"/>
              <a:t>Set diagnostic data to basic</a:t>
            </a:r>
          </a:p>
          <a:p>
            <a:r>
              <a:rPr lang="en-GB" dirty="0"/>
              <a:t>Pls follow my advice!</a:t>
            </a:r>
          </a:p>
          <a:p>
            <a:r>
              <a:rPr lang="en-GB" dirty="0"/>
              <a:t>Signed, </a:t>
            </a:r>
          </a:p>
          <a:p>
            <a:r>
              <a:rPr lang="en-GB" dirty="0"/>
              <a:t>A Microsoft employee</a:t>
            </a:r>
          </a:p>
          <a:p>
            <a:r>
              <a:rPr lang="en-GB" dirty="0"/>
              <a:t>PS do not reply to this email! </a:t>
            </a:r>
          </a:p>
          <a:p>
            <a:endParaRPr lang="en-GB" dirty="0"/>
          </a:p>
        </p:txBody>
      </p:sp>
    </p:spTree>
    <p:extLst>
      <p:ext uri="{BB962C8B-B14F-4D97-AF65-F5344CB8AC3E}">
        <p14:creationId xmlns:p14="http://schemas.microsoft.com/office/powerpoint/2010/main" val="5089025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A55397-0195-40D2-9AEC-C3ACEC07389A}"/>
              </a:ext>
            </a:extLst>
          </p:cNvPr>
          <p:cNvSpPr>
            <a:spLocks noGrp="1"/>
          </p:cNvSpPr>
          <p:nvPr>
            <p:ph type="title"/>
          </p:nvPr>
        </p:nvSpPr>
        <p:spPr/>
        <p:txBody>
          <a:bodyPr/>
          <a:lstStyle/>
          <a:p>
            <a:endParaRPr lang="en-GB" dirty="0"/>
          </a:p>
        </p:txBody>
      </p:sp>
      <p:pic>
        <p:nvPicPr>
          <p:cNvPr id="3" name="Content Placeholder 2">
            <a:extLst>
              <a:ext uri="{FF2B5EF4-FFF2-40B4-BE49-F238E27FC236}">
                <a16:creationId xmlns:a16="http://schemas.microsoft.com/office/drawing/2014/main" id="{509FB78B-F5F9-4043-A2AA-D9A16E4FC968}"/>
              </a:ext>
            </a:extLst>
          </p:cNvPr>
          <p:cNvPicPr>
            <a:picLocks noGrp="1" noChangeAspect="1"/>
          </p:cNvPicPr>
          <p:nvPr>
            <p:ph idx="1"/>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38800" y="3544094"/>
            <a:ext cx="914400" cy="914400"/>
          </a:xfrm>
        </p:spPr>
      </p:pic>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Rectangle 6">
            <a:hlinkClick r:id="rId4"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 </a:t>
            </a:r>
          </a:p>
        </p:txBody>
      </p:sp>
      <p:pic>
        <p:nvPicPr>
          <p:cNvPr id="10" name="Graphic 9">
            <a:hlinkClick r:id="rId5" action="ppaction://hlinksldjump"/>
            <a:extLst>
              <a:ext uri="{FF2B5EF4-FFF2-40B4-BE49-F238E27FC236}">
                <a16:creationId xmlns:a16="http://schemas.microsoft.com/office/drawing/2014/main" id="{697B555A-CBA3-4F8C-9D04-92096689382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9237" y="892791"/>
            <a:ext cx="914400" cy="914400"/>
          </a:xfrm>
          <a:prstGeom prst="rect">
            <a:avLst/>
          </a:prstGeom>
        </p:spPr>
      </p:pic>
      <p:sp>
        <p:nvSpPr>
          <p:cNvPr id="11" name="TextBox 10">
            <a:extLst>
              <a:ext uri="{FF2B5EF4-FFF2-40B4-BE49-F238E27FC236}">
                <a16:creationId xmlns:a16="http://schemas.microsoft.com/office/drawing/2014/main" id="{64306718-3334-420C-BA9C-2E6BF37D836D}"/>
              </a:ext>
            </a:extLst>
          </p:cNvPr>
          <p:cNvSpPr txBox="1"/>
          <p:nvPr/>
        </p:nvSpPr>
        <p:spPr>
          <a:xfrm>
            <a:off x="276447" y="1807191"/>
            <a:ext cx="1158948" cy="369332"/>
          </a:xfrm>
          <a:prstGeom prst="rect">
            <a:avLst/>
          </a:prstGeom>
          <a:noFill/>
        </p:spPr>
        <p:txBody>
          <a:bodyPr wrap="square" rtlCol="0">
            <a:spAutoFit/>
          </a:bodyPr>
          <a:lstStyle/>
          <a:p>
            <a:r>
              <a:rPr lang="en-GB" dirty="0"/>
              <a:t>C:\</a:t>
            </a:r>
          </a:p>
        </p:txBody>
      </p:sp>
      <p:pic>
        <p:nvPicPr>
          <p:cNvPr id="13" name="Picture 12">
            <a:hlinkClick r:id="rId6" action="ppaction://hlinksldjump"/>
            <a:extLst>
              <a:ext uri="{FF2B5EF4-FFF2-40B4-BE49-F238E27FC236}">
                <a16:creationId xmlns:a16="http://schemas.microsoft.com/office/drawing/2014/main" id="{4C3ABC9E-42B0-4928-8109-8033B37F442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82117" y="1133773"/>
            <a:ext cx="540966" cy="540966"/>
          </a:xfrm>
          <a:prstGeom prst="rect">
            <a:avLst/>
          </a:prstGeom>
        </p:spPr>
      </p:pic>
      <p:sp>
        <p:nvSpPr>
          <p:cNvPr id="14" name="TextBox 13">
            <a:extLst>
              <a:ext uri="{FF2B5EF4-FFF2-40B4-BE49-F238E27FC236}">
                <a16:creationId xmlns:a16="http://schemas.microsoft.com/office/drawing/2014/main" id="{01760F2C-4514-4B6A-A7AD-0B451777A569}"/>
              </a:ext>
            </a:extLst>
          </p:cNvPr>
          <p:cNvSpPr txBox="1"/>
          <p:nvPr/>
        </p:nvSpPr>
        <p:spPr>
          <a:xfrm>
            <a:off x="1190847" y="1807191"/>
            <a:ext cx="1818167" cy="369332"/>
          </a:xfrm>
          <a:prstGeom prst="rect">
            <a:avLst/>
          </a:prstGeom>
          <a:noFill/>
        </p:spPr>
        <p:txBody>
          <a:bodyPr wrap="square" rtlCol="0">
            <a:spAutoFit/>
          </a:bodyPr>
          <a:lstStyle/>
          <a:p>
            <a:r>
              <a:rPr lang="en-GB" dirty="0"/>
              <a:t>D:\</a:t>
            </a:r>
          </a:p>
        </p:txBody>
      </p:sp>
      <p:pic>
        <p:nvPicPr>
          <p:cNvPr id="16" name="Graphic 15">
            <a:hlinkClick r:id="rId8" action="ppaction://hlinksldjump"/>
            <a:extLst>
              <a:ext uri="{FF2B5EF4-FFF2-40B4-BE49-F238E27FC236}">
                <a16:creationId xmlns:a16="http://schemas.microsoft.com/office/drawing/2014/main" id="{6C37B9C4-A43B-4FBF-92E9-B5057FCBEC43}"/>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304846" y="947056"/>
            <a:ext cx="914400" cy="914400"/>
          </a:xfrm>
          <a:prstGeom prst="rect">
            <a:avLst/>
          </a:prstGeom>
        </p:spPr>
      </p:pic>
      <p:sp>
        <p:nvSpPr>
          <p:cNvPr id="17" name="TextBox 16">
            <a:extLst>
              <a:ext uri="{FF2B5EF4-FFF2-40B4-BE49-F238E27FC236}">
                <a16:creationId xmlns:a16="http://schemas.microsoft.com/office/drawing/2014/main" id="{266C0982-0CBA-423C-9359-83456DAE2FF7}"/>
              </a:ext>
            </a:extLst>
          </p:cNvPr>
          <p:cNvSpPr txBox="1"/>
          <p:nvPr/>
        </p:nvSpPr>
        <p:spPr>
          <a:xfrm>
            <a:off x="2498256" y="1807191"/>
            <a:ext cx="615874" cy="369332"/>
          </a:xfrm>
          <a:prstGeom prst="rect">
            <a:avLst/>
          </a:prstGeom>
          <a:noFill/>
        </p:spPr>
        <p:txBody>
          <a:bodyPr wrap="none" rtlCol="0">
            <a:spAutoFit/>
          </a:bodyPr>
          <a:lstStyle/>
          <a:p>
            <a:r>
              <a:rPr lang="en-GB" dirty="0"/>
              <a:t>docs</a:t>
            </a:r>
          </a:p>
        </p:txBody>
      </p:sp>
      <p:pic>
        <p:nvPicPr>
          <p:cNvPr id="19" name="Graphic 18">
            <a:hlinkClick r:id="rId8" action="ppaction://hlinksldjump"/>
            <a:extLst>
              <a:ext uri="{FF2B5EF4-FFF2-40B4-BE49-F238E27FC236}">
                <a16:creationId xmlns:a16="http://schemas.microsoft.com/office/drawing/2014/main" id="{70332041-1678-4371-871F-F53F519434E0}"/>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3665813" y="1077457"/>
            <a:ext cx="914400" cy="914400"/>
          </a:xfrm>
          <a:prstGeom prst="rect">
            <a:avLst/>
          </a:prstGeom>
        </p:spPr>
      </p:pic>
      <p:sp>
        <p:nvSpPr>
          <p:cNvPr id="20" name="TextBox 19">
            <a:extLst>
              <a:ext uri="{FF2B5EF4-FFF2-40B4-BE49-F238E27FC236}">
                <a16:creationId xmlns:a16="http://schemas.microsoft.com/office/drawing/2014/main" id="{5A06EB81-8EC7-40B3-B7D7-5312B3006EB9}"/>
              </a:ext>
            </a:extLst>
          </p:cNvPr>
          <p:cNvSpPr txBox="1"/>
          <p:nvPr/>
        </p:nvSpPr>
        <p:spPr>
          <a:xfrm>
            <a:off x="3665813" y="1861456"/>
            <a:ext cx="1586671" cy="369332"/>
          </a:xfrm>
          <a:prstGeom prst="rect">
            <a:avLst/>
          </a:prstGeom>
          <a:noFill/>
        </p:spPr>
        <p:txBody>
          <a:bodyPr wrap="square" rtlCol="0">
            <a:spAutoFit/>
          </a:bodyPr>
          <a:lstStyle/>
          <a:p>
            <a:r>
              <a:rPr lang="en-GB" dirty="0"/>
              <a:t>pics</a:t>
            </a:r>
          </a:p>
        </p:txBody>
      </p:sp>
      <p:pic>
        <p:nvPicPr>
          <p:cNvPr id="22" name="Graphic 21">
            <a:hlinkClick r:id="rId8" action="ppaction://hlinksldjump"/>
            <a:extLst>
              <a:ext uri="{FF2B5EF4-FFF2-40B4-BE49-F238E27FC236}">
                <a16:creationId xmlns:a16="http://schemas.microsoft.com/office/drawing/2014/main" id="{21FF7EA3-4036-4A0F-B529-434C5593B09C}"/>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5035641" y="1040243"/>
            <a:ext cx="914400" cy="914400"/>
          </a:xfrm>
          <a:prstGeom prst="rect">
            <a:avLst/>
          </a:prstGeom>
        </p:spPr>
      </p:pic>
      <p:sp>
        <p:nvSpPr>
          <p:cNvPr id="23" name="TextBox 22">
            <a:extLst>
              <a:ext uri="{FF2B5EF4-FFF2-40B4-BE49-F238E27FC236}">
                <a16:creationId xmlns:a16="http://schemas.microsoft.com/office/drawing/2014/main" id="{42E0D43B-E47E-4526-9246-EC4FC8E63873}"/>
              </a:ext>
            </a:extLst>
          </p:cNvPr>
          <p:cNvSpPr txBox="1"/>
          <p:nvPr/>
        </p:nvSpPr>
        <p:spPr>
          <a:xfrm>
            <a:off x="5035641" y="1954643"/>
            <a:ext cx="1375792" cy="369332"/>
          </a:xfrm>
          <a:prstGeom prst="rect">
            <a:avLst/>
          </a:prstGeom>
          <a:noFill/>
        </p:spPr>
        <p:txBody>
          <a:bodyPr wrap="square" rtlCol="0">
            <a:spAutoFit/>
          </a:bodyPr>
          <a:lstStyle/>
          <a:p>
            <a:r>
              <a:rPr lang="en-GB" dirty="0"/>
              <a:t>vids</a:t>
            </a:r>
          </a:p>
        </p:txBody>
      </p:sp>
      <p:pic>
        <p:nvPicPr>
          <p:cNvPr id="25" name="Graphic 24">
            <a:hlinkClick r:id="rId8" action="ppaction://hlinksldjump"/>
            <a:extLst>
              <a:ext uri="{FF2B5EF4-FFF2-40B4-BE49-F238E27FC236}">
                <a16:creationId xmlns:a16="http://schemas.microsoft.com/office/drawing/2014/main" id="{6C800536-7F87-4259-AE3F-9A75445D7F9E}"/>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322743" y="1112122"/>
            <a:ext cx="914400" cy="914400"/>
          </a:xfrm>
          <a:prstGeom prst="rect">
            <a:avLst/>
          </a:prstGeom>
        </p:spPr>
      </p:pic>
      <p:sp>
        <p:nvSpPr>
          <p:cNvPr id="26" name="TextBox 25">
            <a:extLst>
              <a:ext uri="{FF2B5EF4-FFF2-40B4-BE49-F238E27FC236}">
                <a16:creationId xmlns:a16="http://schemas.microsoft.com/office/drawing/2014/main" id="{1598D23A-9162-4AE0-A3F6-989B789F2445}"/>
              </a:ext>
            </a:extLst>
          </p:cNvPr>
          <p:cNvSpPr txBox="1"/>
          <p:nvPr/>
        </p:nvSpPr>
        <p:spPr>
          <a:xfrm>
            <a:off x="6246798" y="1991857"/>
            <a:ext cx="1895969" cy="369332"/>
          </a:xfrm>
          <a:prstGeom prst="rect">
            <a:avLst/>
          </a:prstGeom>
          <a:noFill/>
        </p:spPr>
        <p:txBody>
          <a:bodyPr wrap="square" rtlCol="0">
            <a:spAutoFit/>
          </a:bodyPr>
          <a:lstStyle/>
          <a:p>
            <a:r>
              <a:rPr lang="en-GB" dirty="0"/>
              <a:t>downloads</a:t>
            </a:r>
          </a:p>
        </p:txBody>
      </p:sp>
    </p:spTree>
    <p:extLst>
      <p:ext uri="{BB962C8B-B14F-4D97-AF65-F5344CB8AC3E}">
        <p14:creationId xmlns:p14="http://schemas.microsoft.com/office/powerpoint/2010/main" val="37612129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A55397-0195-40D2-9AEC-C3ACEC07389A}"/>
              </a:ext>
            </a:extLst>
          </p:cNvPr>
          <p:cNvSpPr>
            <a:spLocks noGrp="1"/>
          </p:cNvSpPr>
          <p:nvPr>
            <p:ph type="title"/>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t>
            </a:r>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 </a:t>
            </a:r>
          </a:p>
        </p:txBody>
      </p:sp>
      <p:pic>
        <p:nvPicPr>
          <p:cNvPr id="3" name="Content Placeholder 2">
            <a:hlinkClick r:id="rId3" action="ppaction://hlinksldjump"/>
            <a:extLst>
              <a:ext uri="{FF2B5EF4-FFF2-40B4-BE49-F238E27FC236}">
                <a16:creationId xmlns:a16="http://schemas.microsoft.com/office/drawing/2014/main" id="{33328094-A8D8-4ACD-B0C5-3CAC85499F4E}"/>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9982327" y="74776"/>
            <a:ext cx="950667" cy="818016"/>
          </a:xfrm>
        </p:spPr>
      </p:pic>
      <p:pic>
        <p:nvPicPr>
          <p:cNvPr id="8" name="Graphic 7">
            <a:hlinkClick r:id="rId5" action="ppaction://hlinksldjump"/>
            <a:extLst>
              <a:ext uri="{FF2B5EF4-FFF2-40B4-BE49-F238E27FC236}">
                <a16:creationId xmlns:a16="http://schemas.microsoft.com/office/drawing/2014/main" id="{FC957240-49CC-470E-BDCF-5FB6055778C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1000" y="995619"/>
            <a:ext cx="914400" cy="914400"/>
          </a:xfrm>
          <a:prstGeom prst="rect">
            <a:avLst/>
          </a:prstGeom>
        </p:spPr>
      </p:pic>
      <p:sp>
        <p:nvSpPr>
          <p:cNvPr id="9" name="TextBox 8">
            <a:extLst>
              <a:ext uri="{FF2B5EF4-FFF2-40B4-BE49-F238E27FC236}">
                <a16:creationId xmlns:a16="http://schemas.microsoft.com/office/drawing/2014/main" id="{36DB0273-8B4E-4A69-968E-1F3F7401C236}"/>
              </a:ext>
            </a:extLst>
          </p:cNvPr>
          <p:cNvSpPr txBox="1"/>
          <p:nvPr/>
        </p:nvSpPr>
        <p:spPr>
          <a:xfrm>
            <a:off x="148856" y="1910019"/>
            <a:ext cx="1552353" cy="369332"/>
          </a:xfrm>
          <a:prstGeom prst="rect">
            <a:avLst/>
          </a:prstGeom>
          <a:noFill/>
        </p:spPr>
        <p:txBody>
          <a:bodyPr wrap="square" rtlCol="0">
            <a:spAutoFit/>
          </a:bodyPr>
          <a:lstStyle/>
          <a:p>
            <a:r>
              <a:rPr lang="en-GB" dirty="0"/>
              <a:t>Windos</a:t>
            </a:r>
          </a:p>
        </p:txBody>
      </p:sp>
      <p:pic>
        <p:nvPicPr>
          <p:cNvPr id="11" name="Graphic 10">
            <a:extLst>
              <a:ext uri="{FF2B5EF4-FFF2-40B4-BE49-F238E27FC236}">
                <a16:creationId xmlns:a16="http://schemas.microsoft.com/office/drawing/2014/main" id="{71BA3601-4C36-45E9-9129-53C1899D3D1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625009" y="1113361"/>
            <a:ext cx="914400" cy="914400"/>
          </a:xfrm>
          <a:prstGeom prst="rect">
            <a:avLst/>
          </a:prstGeom>
        </p:spPr>
      </p:pic>
      <p:sp>
        <p:nvSpPr>
          <p:cNvPr id="12" name="TextBox 11">
            <a:extLst>
              <a:ext uri="{FF2B5EF4-FFF2-40B4-BE49-F238E27FC236}">
                <a16:creationId xmlns:a16="http://schemas.microsoft.com/office/drawing/2014/main" id="{A80998A0-08EA-47C9-8299-37298E83DDCC}"/>
              </a:ext>
            </a:extLst>
          </p:cNvPr>
          <p:cNvSpPr txBox="1"/>
          <p:nvPr/>
        </p:nvSpPr>
        <p:spPr>
          <a:xfrm>
            <a:off x="1625009" y="2094685"/>
            <a:ext cx="1702982" cy="369332"/>
          </a:xfrm>
          <a:prstGeom prst="rect">
            <a:avLst/>
          </a:prstGeom>
          <a:noFill/>
        </p:spPr>
        <p:txBody>
          <a:bodyPr wrap="square" rtlCol="0">
            <a:spAutoFit/>
          </a:bodyPr>
          <a:lstStyle/>
          <a:p>
            <a:r>
              <a:rPr lang="en-GB" dirty="0"/>
              <a:t>Shell32.dll</a:t>
            </a:r>
          </a:p>
        </p:txBody>
      </p:sp>
    </p:spTree>
    <p:extLst>
      <p:ext uri="{BB962C8B-B14F-4D97-AF65-F5344CB8AC3E}">
        <p14:creationId xmlns:p14="http://schemas.microsoft.com/office/powerpoint/2010/main" val="3581000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A55397-0195-40D2-9AEC-C3ACEC07389A}"/>
              </a:ext>
            </a:extLst>
          </p:cNvPr>
          <p:cNvSpPr>
            <a:spLocks noGrp="1"/>
          </p:cNvSpPr>
          <p:nvPr>
            <p:ph type="title"/>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C:\Windos</a:t>
            </a:r>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 </a:t>
            </a:r>
          </a:p>
        </p:txBody>
      </p:sp>
      <p:pic>
        <p:nvPicPr>
          <p:cNvPr id="3" name="Content Placeholder 2">
            <a:hlinkClick r:id="rId3" action="ppaction://hlinksldjump"/>
            <a:extLst>
              <a:ext uri="{FF2B5EF4-FFF2-40B4-BE49-F238E27FC236}">
                <a16:creationId xmlns:a16="http://schemas.microsoft.com/office/drawing/2014/main" id="{33328094-A8D8-4ACD-B0C5-3CAC85499F4E}"/>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9982327" y="74776"/>
            <a:ext cx="950667" cy="818016"/>
          </a:xfrm>
        </p:spPr>
      </p:pic>
      <p:pic>
        <p:nvPicPr>
          <p:cNvPr id="8" name="Graphic 7">
            <a:hlinkClick r:id="rId5" action="ppaction://hlinksldjump"/>
            <a:extLst>
              <a:ext uri="{FF2B5EF4-FFF2-40B4-BE49-F238E27FC236}">
                <a16:creationId xmlns:a16="http://schemas.microsoft.com/office/drawing/2014/main" id="{E3D63846-C85C-4D8D-ACFF-BB6BE98359A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1000" y="995619"/>
            <a:ext cx="914400" cy="914400"/>
          </a:xfrm>
          <a:prstGeom prst="rect">
            <a:avLst/>
          </a:prstGeom>
        </p:spPr>
      </p:pic>
      <p:sp>
        <p:nvSpPr>
          <p:cNvPr id="2" name="TextBox 1">
            <a:extLst>
              <a:ext uri="{FF2B5EF4-FFF2-40B4-BE49-F238E27FC236}">
                <a16:creationId xmlns:a16="http://schemas.microsoft.com/office/drawing/2014/main" id="{5E773F3B-6A56-466F-B4FC-AA4F624F141B}"/>
              </a:ext>
            </a:extLst>
          </p:cNvPr>
          <p:cNvSpPr txBox="1"/>
          <p:nvPr/>
        </p:nvSpPr>
        <p:spPr>
          <a:xfrm>
            <a:off x="212651" y="1910019"/>
            <a:ext cx="1786270" cy="369332"/>
          </a:xfrm>
          <a:prstGeom prst="rect">
            <a:avLst/>
          </a:prstGeom>
          <a:noFill/>
        </p:spPr>
        <p:txBody>
          <a:bodyPr wrap="square" rtlCol="0">
            <a:spAutoFit/>
          </a:bodyPr>
          <a:lstStyle/>
          <a:p>
            <a:r>
              <a:rPr lang="en-GB" dirty="0"/>
              <a:t>system32</a:t>
            </a:r>
          </a:p>
        </p:txBody>
      </p:sp>
      <p:pic>
        <p:nvPicPr>
          <p:cNvPr id="10" name="Graphic 9">
            <a:hlinkClick r:id="rId5" action="ppaction://hlinksldjump"/>
            <a:extLst>
              <a:ext uri="{FF2B5EF4-FFF2-40B4-BE49-F238E27FC236}">
                <a16:creationId xmlns:a16="http://schemas.microsoft.com/office/drawing/2014/main" id="{6A9C9C5D-679D-4694-9BA1-D68DE88FF0F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404384" y="1027906"/>
            <a:ext cx="914400" cy="914400"/>
          </a:xfrm>
          <a:prstGeom prst="rect">
            <a:avLst/>
          </a:prstGeom>
        </p:spPr>
      </p:pic>
      <p:sp>
        <p:nvSpPr>
          <p:cNvPr id="11" name="TextBox 10">
            <a:extLst>
              <a:ext uri="{FF2B5EF4-FFF2-40B4-BE49-F238E27FC236}">
                <a16:creationId xmlns:a16="http://schemas.microsoft.com/office/drawing/2014/main" id="{34CCE9BB-76AA-4A93-9848-3BF3A2AEE34C}"/>
              </a:ext>
            </a:extLst>
          </p:cNvPr>
          <p:cNvSpPr txBox="1"/>
          <p:nvPr/>
        </p:nvSpPr>
        <p:spPr>
          <a:xfrm>
            <a:off x="1295400" y="1942306"/>
            <a:ext cx="1469065" cy="369332"/>
          </a:xfrm>
          <a:prstGeom prst="rect">
            <a:avLst/>
          </a:prstGeom>
          <a:noFill/>
        </p:spPr>
        <p:txBody>
          <a:bodyPr wrap="square" rtlCol="0">
            <a:spAutoFit/>
          </a:bodyPr>
          <a:lstStyle/>
          <a:p>
            <a:r>
              <a:rPr lang="en-GB" dirty="0"/>
              <a:t>data</a:t>
            </a:r>
          </a:p>
        </p:txBody>
      </p:sp>
    </p:spTree>
    <p:extLst>
      <p:ext uri="{BB962C8B-B14F-4D97-AF65-F5344CB8AC3E}">
        <p14:creationId xmlns:p14="http://schemas.microsoft.com/office/powerpoint/2010/main" val="8745725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788A7F7-146A-4CBC-B63C-F584C904E538}"/>
              </a:ext>
            </a:extLst>
          </p:cNvPr>
          <p:cNvSpPr>
            <a:spLocks noGrp="1"/>
          </p:cNvSpPr>
          <p:nvPr>
            <p:ph type="title"/>
          </p:nvPr>
        </p:nvSpPr>
        <p:spPr/>
        <p:txBody>
          <a:bodyPr/>
          <a:lstStyle/>
          <a:p>
            <a:endParaRPr lang="en-GB" dirty="0"/>
          </a:p>
        </p:txBody>
      </p:sp>
      <p:sp>
        <p:nvSpPr>
          <p:cNvPr id="9" name="Content Placeholder 8">
            <a:extLst>
              <a:ext uri="{FF2B5EF4-FFF2-40B4-BE49-F238E27FC236}">
                <a16:creationId xmlns:a16="http://schemas.microsoft.com/office/drawing/2014/main" id="{FF600B6F-B2F6-4501-9EFB-5B68D31A1B93}"/>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37A48B31-B214-4AF1-9FB2-94A18942E02F}"/>
              </a:ext>
            </a:extLst>
          </p:cNvPr>
          <p:cNvSpPr/>
          <p:nvPr/>
        </p:nvSpPr>
        <p:spPr>
          <a:xfrm>
            <a:off x="2085402" y="2137473"/>
            <a:ext cx="8538072" cy="3727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You do not have sufficient privileges to open this file/folder</a:t>
            </a:r>
          </a:p>
          <a:p>
            <a:pPr algn="ctr"/>
            <a:r>
              <a:rPr lang="en-GB" dirty="0"/>
              <a:t>Contact your admin for more info</a:t>
            </a:r>
          </a:p>
        </p:txBody>
      </p:sp>
      <p:sp>
        <p:nvSpPr>
          <p:cNvPr id="6" name="Rectangle 5">
            <a:extLst>
              <a:ext uri="{FF2B5EF4-FFF2-40B4-BE49-F238E27FC236}">
                <a16:creationId xmlns:a16="http://schemas.microsoft.com/office/drawing/2014/main" id="{BEEA9436-8ACE-467F-A4A6-25230868C9CF}"/>
              </a:ext>
            </a:extLst>
          </p:cNvPr>
          <p:cNvSpPr/>
          <p:nvPr/>
        </p:nvSpPr>
        <p:spPr>
          <a:xfrm>
            <a:off x="2085402" y="1244906"/>
            <a:ext cx="8538072"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Access denied</a:t>
            </a:r>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9622465" y="1467293"/>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 </a:t>
            </a:r>
          </a:p>
        </p:txBody>
      </p:sp>
    </p:spTree>
    <p:extLst>
      <p:ext uri="{BB962C8B-B14F-4D97-AF65-F5344CB8AC3E}">
        <p14:creationId xmlns:p14="http://schemas.microsoft.com/office/powerpoint/2010/main" val="23575407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788A7F7-146A-4CBC-B63C-F584C904E538}"/>
              </a:ext>
            </a:extLst>
          </p:cNvPr>
          <p:cNvSpPr>
            <a:spLocks noGrp="1"/>
          </p:cNvSpPr>
          <p:nvPr>
            <p:ph type="title"/>
          </p:nvPr>
        </p:nvSpPr>
        <p:spPr/>
        <p:txBody>
          <a:bodyPr/>
          <a:lstStyle/>
          <a:p>
            <a:endParaRPr lang="en-GB" dirty="0"/>
          </a:p>
        </p:txBody>
      </p:sp>
      <p:sp>
        <p:nvSpPr>
          <p:cNvPr id="9" name="Content Placeholder 8">
            <a:extLst>
              <a:ext uri="{FF2B5EF4-FFF2-40B4-BE49-F238E27FC236}">
                <a16:creationId xmlns:a16="http://schemas.microsoft.com/office/drawing/2014/main" id="{FF600B6F-B2F6-4501-9EFB-5B68D31A1B93}"/>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37A48B31-B214-4AF1-9FB2-94A18942E02F}"/>
              </a:ext>
            </a:extLst>
          </p:cNvPr>
          <p:cNvSpPr/>
          <p:nvPr/>
        </p:nvSpPr>
        <p:spPr>
          <a:xfrm>
            <a:off x="2085402" y="2137473"/>
            <a:ext cx="8538072" cy="3727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Sorry but this feature is currently under construction</a:t>
            </a:r>
          </a:p>
          <a:p>
            <a:pPr algn="ctr"/>
            <a:r>
              <a:rPr lang="en-GB" dirty="0"/>
              <a:t>Please see if it is added in a future update! </a:t>
            </a:r>
          </a:p>
        </p:txBody>
      </p:sp>
      <p:sp>
        <p:nvSpPr>
          <p:cNvPr id="6" name="Rectangle 5">
            <a:extLst>
              <a:ext uri="{FF2B5EF4-FFF2-40B4-BE49-F238E27FC236}">
                <a16:creationId xmlns:a16="http://schemas.microsoft.com/office/drawing/2014/main" id="{BEEA9436-8ACE-467F-A4A6-25230868C9CF}"/>
              </a:ext>
            </a:extLst>
          </p:cNvPr>
          <p:cNvSpPr/>
          <p:nvPr/>
        </p:nvSpPr>
        <p:spPr>
          <a:xfrm>
            <a:off x="2085402" y="1244906"/>
            <a:ext cx="8538072"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Under construction</a:t>
            </a:r>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9622465" y="1467293"/>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 </a:t>
            </a:r>
          </a:p>
        </p:txBody>
      </p:sp>
    </p:spTree>
    <p:extLst>
      <p:ext uri="{BB962C8B-B14F-4D97-AF65-F5344CB8AC3E}">
        <p14:creationId xmlns:p14="http://schemas.microsoft.com/office/powerpoint/2010/main" val="38275787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A55397-0195-40D2-9AEC-C3ACEC07389A}"/>
              </a:ext>
            </a:extLst>
          </p:cNvPr>
          <p:cNvSpPr>
            <a:spLocks noGrp="1"/>
          </p:cNvSpPr>
          <p:nvPr>
            <p:ph type="title"/>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sent message</a:t>
            </a:r>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 </a:t>
            </a:r>
          </a:p>
        </p:txBody>
      </p:sp>
      <p:pic>
        <p:nvPicPr>
          <p:cNvPr id="12" name="Content Placeholder 11">
            <a:hlinkClick r:id="rId3" action="ppaction://hlinksldjump"/>
            <a:extLst>
              <a:ext uri="{FF2B5EF4-FFF2-40B4-BE49-F238E27FC236}">
                <a16:creationId xmlns:a16="http://schemas.microsoft.com/office/drawing/2014/main" id="{D6C78EC4-77E9-492C-AD86-7A168B721D15}"/>
              </a:ext>
            </a:extLst>
          </p:cNvPr>
          <p:cNvPicPr>
            <a:picLocks noGrp="1" noChangeAspect="1"/>
          </p:cNvPicPr>
          <p:nvPr>
            <p:ph idx="1"/>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081437" y="0"/>
            <a:ext cx="914400" cy="914400"/>
          </a:xfrm>
        </p:spPr>
      </p:pic>
      <p:sp>
        <p:nvSpPr>
          <p:cNvPr id="13" name="Rectangle 12">
            <a:extLst>
              <a:ext uri="{FF2B5EF4-FFF2-40B4-BE49-F238E27FC236}">
                <a16:creationId xmlns:a16="http://schemas.microsoft.com/office/drawing/2014/main" id="{9EEF4B2C-9E0F-4CF9-B0A4-5E15EF6EC981}"/>
              </a:ext>
            </a:extLst>
          </p:cNvPr>
          <p:cNvSpPr/>
          <p:nvPr/>
        </p:nvSpPr>
        <p:spPr>
          <a:xfrm>
            <a:off x="232144" y="1059971"/>
            <a:ext cx="11857075" cy="5596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To: hello@microsoft.com</a:t>
            </a:r>
          </a:p>
        </p:txBody>
      </p:sp>
      <p:sp>
        <p:nvSpPr>
          <p:cNvPr id="14" name="Rectangle 13">
            <a:extLst>
              <a:ext uri="{FF2B5EF4-FFF2-40B4-BE49-F238E27FC236}">
                <a16:creationId xmlns:a16="http://schemas.microsoft.com/office/drawing/2014/main" id="{C653514E-6C5E-4806-9267-13E370C3D7D4}"/>
              </a:ext>
            </a:extLst>
          </p:cNvPr>
          <p:cNvSpPr/>
          <p:nvPr/>
        </p:nvSpPr>
        <p:spPr>
          <a:xfrm>
            <a:off x="192274" y="1836259"/>
            <a:ext cx="11896945" cy="5596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Sj: RE secrets of MS</a:t>
            </a:r>
          </a:p>
        </p:txBody>
      </p:sp>
      <p:cxnSp>
        <p:nvCxnSpPr>
          <p:cNvPr id="16" name="Straight Connector 15">
            <a:extLst>
              <a:ext uri="{FF2B5EF4-FFF2-40B4-BE49-F238E27FC236}">
                <a16:creationId xmlns:a16="http://schemas.microsoft.com/office/drawing/2014/main" id="{DA4F4679-CC11-4761-84B5-C16AE3E2B2C8}"/>
              </a:ext>
            </a:extLst>
          </p:cNvPr>
          <p:cNvCxnSpPr/>
          <p:nvPr/>
        </p:nvCxnSpPr>
        <p:spPr>
          <a:xfrm>
            <a:off x="0" y="2732567"/>
            <a:ext cx="12089219"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8BCEF78B-E27B-4EF6-AF0E-03770D74E1EC}"/>
              </a:ext>
            </a:extLst>
          </p:cNvPr>
          <p:cNvSpPr txBox="1"/>
          <p:nvPr/>
        </p:nvSpPr>
        <p:spPr>
          <a:xfrm>
            <a:off x="102781" y="2806995"/>
            <a:ext cx="11986438" cy="2031325"/>
          </a:xfrm>
          <a:prstGeom prst="rect">
            <a:avLst/>
          </a:prstGeom>
          <a:noFill/>
        </p:spPr>
        <p:txBody>
          <a:bodyPr wrap="square" rtlCol="0">
            <a:spAutoFit/>
          </a:bodyPr>
          <a:lstStyle/>
          <a:p>
            <a:r>
              <a:rPr lang="en-GB" dirty="0"/>
              <a:t>Hello hello@Microsoft.com</a:t>
            </a:r>
          </a:p>
          <a:p>
            <a:r>
              <a:rPr lang="en-GB" dirty="0"/>
              <a:t>This is an automated message to say  that all conversations are made by the computer only</a:t>
            </a:r>
          </a:p>
          <a:p>
            <a:r>
              <a:rPr lang="en-GB" dirty="0"/>
              <a:t>The user cannot send mail. </a:t>
            </a:r>
          </a:p>
          <a:p>
            <a:r>
              <a:rPr lang="en-GB" dirty="0"/>
              <a:t>Thank you,</a:t>
            </a:r>
          </a:p>
          <a:p>
            <a:r>
              <a:rPr lang="en-GB" dirty="0"/>
              <a:t>The Windos 3 developer,</a:t>
            </a:r>
          </a:p>
          <a:p>
            <a:r>
              <a:rPr lang="en-GB" dirty="0"/>
              <a:t>Szymon Mochort</a:t>
            </a:r>
          </a:p>
          <a:p>
            <a:r>
              <a:rPr lang="en-GB" dirty="0"/>
              <a:t>PS do not reply to this email unless you want to be blocked. </a:t>
            </a:r>
          </a:p>
        </p:txBody>
      </p:sp>
    </p:spTree>
    <p:extLst>
      <p:ext uri="{BB962C8B-B14F-4D97-AF65-F5344CB8AC3E}">
        <p14:creationId xmlns:p14="http://schemas.microsoft.com/office/powerpoint/2010/main" val="34380952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A55397-0195-40D2-9AEC-C3ACEC07389A}"/>
              </a:ext>
            </a:extLst>
          </p:cNvPr>
          <p:cNvSpPr>
            <a:spLocks noGrp="1"/>
          </p:cNvSpPr>
          <p:nvPr>
            <p:ph type="title"/>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received message</a:t>
            </a:r>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 </a:t>
            </a:r>
          </a:p>
        </p:txBody>
      </p:sp>
      <p:pic>
        <p:nvPicPr>
          <p:cNvPr id="12" name="Content Placeholder 11">
            <a:hlinkClick r:id="rId3" action="ppaction://hlinksldjump"/>
            <a:extLst>
              <a:ext uri="{FF2B5EF4-FFF2-40B4-BE49-F238E27FC236}">
                <a16:creationId xmlns:a16="http://schemas.microsoft.com/office/drawing/2014/main" id="{D6C78EC4-77E9-492C-AD86-7A168B721D15}"/>
              </a:ext>
            </a:extLst>
          </p:cNvPr>
          <p:cNvPicPr>
            <a:picLocks noGrp="1" noChangeAspect="1"/>
          </p:cNvPicPr>
          <p:nvPr>
            <p:ph idx="1"/>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081437" y="0"/>
            <a:ext cx="914400" cy="914400"/>
          </a:xfrm>
        </p:spPr>
      </p:pic>
      <p:sp>
        <p:nvSpPr>
          <p:cNvPr id="13" name="Rectangle 12">
            <a:extLst>
              <a:ext uri="{FF2B5EF4-FFF2-40B4-BE49-F238E27FC236}">
                <a16:creationId xmlns:a16="http://schemas.microsoft.com/office/drawing/2014/main" id="{9EEF4B2C-9E0F-4CF9-B0A4-5E15EF6EC981}"/>
              </a:ext>
            </a:extLst>
          </p:cNvPr>
          <p:cNvSpPr/>
          <p:nvPr/>
        </p:nvSpPr>
        <p:spPr>
          <a:xfrm>
            <a:off x="232144" y="1059971"/>
            <a:ext cx="11857075" cy="5596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Fr: dev@windos3.org</a:t>
            </a:r>
          </a:p>
        </p:txBody>
      </p:sp>
      <p:sp>
        <p:nvSpPr>
          <p:cNvPr id="14" name="Rectangle 13">
            <a:extLst>
              <a:ext uri="{FF2B5EF4-FFF2-40B4-BE49-F238E27FC236}">
                <a16:creationId xmlns:a16="http://schemas.microsoft.com/office/drawing/2014/main" id="{C653514E-6C5E-4806-9267-13E370C3D7D4}"/>
              </a:ext>
            </a:extLst>
          </p:cNvPr>
          <p:cNvSpPr/>
          <p:nvPr/>
        </p:nvSpPr>
        <p:spPr>
          <a:xfrm>
            <a:off x="192274" y="1836259"/>
            <a:ext cx="11896945" cy="5596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Sj: welcome to Windos 3! </a:t>
            </a:r>
          </a:p>
        </p:txBody>
      </p:sp>
      <p:cxnSp>
        <p:nvCxnSpPr>
          <p:cNvPr id="16" name="Straight Connector 15">
            <a:extLst>
              <a:ext uri="{FF2B5EF4-FFF2-40B4-BE49-F238E27FC236}">
                <a16:creationId xmlns:a16="http://schemas.microsoft.com/office/drawing/2014/main" id="{DA4F4679-CC11-4761-84B5-C16AE3E2B2C8}"/>
              </a:ext>
            </a:extLst>
          </p:cNvPr>
          <p:cNvCxnSpPr/>
          <p:nvPr/>
        </p:nvCxnSpPr>
        <p:spPr>
          <a:xfrm>
            <a:off x="0" y="2732567"/>
            <a:ext cx="12089219"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A4767F8C-A454-4A16-8EBC-6ACD797D55E5}"/>
              </a:ext>
            </a:extLst>
          </p:cNvPr>
          <p:cNvSpPr txBox="1"/>
          <p:nvPr/>
        </p:nvSpPr>
        <p:spPr>
          <a:xfrm>
            <a:off x="0" y="2732567"/>
            <a:ext cx="12089219" cy="2308324"/>
          </a:xfrm>
          <a:prstGeom prst="rect">
            <a:avLst/>
          </a:prstGeom>
          <a:noFill/>
        </p:spPr>
        <p:txBody>
          <a:bodyPr wrap="square" rtlCol="0">
            <a:spAutoFit/>
          </a:bodyPr>
          <a:lstStyle/>
          <a:p>
            <a:r>
              <a:rPr lang="en-GB" dirty="0"/>
              <a:t>Welcome to Windos 3,a parody of Windows!</a:t>
            </a:r>
          </a:p>
          <a:p>
            <a:r>
              <a:rPr lang="en-GB" dirty="0"/>
              <a:t>It is based on several windows versions and we just murdered old start menu!</a:t>
            </a:r>
          </a:p>
          <a:p>
            <a:r>
              <a:rPr lang="en-GB" dirty="0"/>
              <a:t>Please note that this is an idea of mine and I mean no hate from it.</a:t>
            </a:r>
          </a:p>
          <a:p>
            <a:r>
              <a:rPr lang="en-GB" dirty="0"/>
              <a:t>Please be considerate of this when using my OS</a:t>
            </a:r>
          </a:p>
          <a:p>
            <a:r>
              <a:rPr lang="en-GB" dirty="0"/>
              <a:t>It is just a PowerPoint presentation so it has limited functionality.</a:t>
            </a:r>
          </a:p>
          <a:p>
            <a:r>
              <a:rPr lang="en-GB" dirty="0"/>
              <a:t>Thanks for using Windos</a:t>
            </a:r>
          </a:p>
          <a:p>
            <a:r>
              <a:rPr lang="en-GB" dirty="0"/>
              <a:t>Szymon Mochort.  </a:t>
            </a:r>
          </a:p>
          <a:p>
            <a:r>
              <a:rPr lang="en-GB" dirty="0"/>
              <a:t>PS you may mod and distribute it as long as you do not make $$$ from Windos or any mods of it. </a:t>
            </a:r>
          </a:p>
        </p:txBody>
      </p:sp>
    </p:spTree>
    <p:extLst>
      <p:ext uri="{BB962C8B-B14F-4D97-AF65-F5344CB8AC3E}">
        <p14:creationId xmlns:p14="http://schemas.microsoft.com/office/powerpoint/2010/main" val="263691420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A55397-0195-40D2-9AEC-C3ACEC07389A}"/>
              </a:ext>
            </a:extLst>
          </p:cNvPr>
          <p:cNvSpPr>
            <a:spLocks noGrp="1"/>
          </p:cNvSpPr>
          <p:nvPr>
            <p:ph type="title"/>
          </p:nvPr>
        </p:nvSpPr>
        <p:spPr/>
        <p:txBody>
          <a:bodyPr/>
          <a:lstStyle/>
          <a:p>
            <a:endParaRPr lang="en-GB" dirty="0"/>
          </a:p>
        </p:txBody>
      </p:sp>
      <p:sp>
        <p:nvSpPr>
          <p:cNvPr id="8" name="Content Placeholder 7">
            <a:extLst>
              <a:ext uri="{FF2B5EF4-FFF2-40B4-BE49-F238E27FC236}">
                <a16:creationId xmlns:a16="http://schemas.microsoft.com/office/drawing/2014/main" id="{B052427C-2E9C-4AFC-8A4B-2032FE3A5DCC}"/>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Antivirus++</a:t>
            </a:r>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 </a:t>
            </a:r>
          </a:p>
        </p:txBody>
      </p:sp>
      <p:sp>
        <p:nvSpPr>
          <p:cNvPr id="2" name="Rectangle 1">
            <a:extLst>
              <a:ext uri="{FF2B5EF4-FFF2-40B4-BE49-F238E27FC236}">
                <a16:creationId xmlns:a16="http://schemas.microsoft.com/office/drawing/2014/main" id="{F7E847B9-447D-4F9D-986F-7334C920CF6C}"/>
              </a:ext>
            </a:extLst>
          </p:cNvPr>
          <p:cNvSpPr/>
          <p:nvPr/>
        </p:nvSpPr>
        <p:spPr>
          <a:xfrm>
            <a:off x="276447" y="1158949"/>
            <a:ext cx="11717079" cy="12759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You have 304578694567 viruses! </a:t>
            </a:r>
          </a:p>
        </p:txBody>
      </p:sp>
      <p:sp>
        <p:nvSpPr>
          <p:cNvPr id="3" name="Rectangle 2">
            <a:hlinkClick r:id="rId3" action="ppaction://hlinksldjump"/>
            <a:extLst>
              <a:ext uri="{FF2B5EF4-FFF2-40B4-BE49-F238E27FC236}">
                <a16:creationId xmlns:a16="http://schemas.microsoft.com/office/drawing/2014/main" id="{70362C6F-EA2C-4862-917E-83BB3AB7DF1D}"/>
              </a:ext>
            </a:extLst>
          </p:cNvPr>
          <p:cNvSpPr/>
          <p:nvPr/>
        </p:nvSpPr>
        <p:spPr>
          <a:xfrm>
            <a:off x="1626780" y="3429000"/>
            <a:ext cx="5039834"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Del all</a:t>
            </a:r>
          </a:p>
        </p:txBody>
      </p:sp>
      <p:sp>
        <p:nvSpPr>
          <p:cNvPr id="9" name="Rectangle 8">
            <a:hlinkClick r:id="rId4" action="ppaction://hlinksldjump"/>
            <a:extLst>
              <a:ext uri="{FF2B5EF4-FFF2-40B4-BE49-F238E27FC236}">
                <a16:creationId xmlns:a16="http://schemas.microsoft.com/office/drawing/2014/main" id="{F002A860-7DEC-4203-84F7-0C79CAEEF001}"/>
              </a:ext>
            </a:extLst>
          </p:cNvPr>
          <p:cNvSpPr/>
          <p:nvPr/>
        </p:nvSpPr>
        <p:spPr>
          <a:xfrm>
            <a:off x="1626780" y="4478337"/>
            <a:ext cx="5039834" cy="12759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Quarantine all</a:t>
            </a:r>
          </a:p>
        </p:txBody>
      </p:sp>
      <p:sp>
        <p:nvSpPr>
          <p:cNvPr id="10" name="Rectangle 9">
            <a:hlinkClick r:id="rId5" action="ppaction://hlinksldjump"/>
            <a:extLst>
              <a:ext uri="{FF2B5EF4-FFF2-40B4-BE49-F238E27FC236}">
                <a16:creationId xmlns:a16="http://schemas.microsoft.com/office/drawing/2014/main" id="{5BBBDE83-7B23-4D81-A5D3-6099086C33C1}"/>
              </a:ext>
            </a:extLst>
          </p:cNvPr>
          <p:cNvSpPr/>
          <p:nvPr/>
        </p:nvSpPr>
        <p:spPr>
          <a:xfrm>
            <a:off x="6921795" y="3429000"/>
            <a:ext cx="5220585"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Ignore all</a:t>
            </a:r>
          </a:p>
        </p:txBody>
      </p:sp>
      <p:sp>
        <p:nvSpPr>
          <p:cNvPr id="11" name="Rectangle 10">
            <a:hlinkClick r:id="rId6" action="ppaction://hlinksldjump"/>
            <a:extLst>
              <a:ext uri="{FF2B5EF4-FFF2-40B4-BE49-F238E27FC236}">
                <a16:creationId xmlns:a16="http://schemas.microsoft.com/office/drawing/2014/main" id="{0DBAA014-0C2B-419A-B309-41DEDA8C9A55}"/>
              </a:ext>
            </a:extLst>
          </p:cNvPr>
          <p:cNvSpPr/>
          <p:nvPr/>
        </p:nvSpPr>
        <p:spPr>
          <a:xfrm>
            <a:off x="6921795" y="4478337"/>
            <a:ext cx="5039834" cy="11143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Update antivirus++</a:t>
            </a:r>
          </a:p>
        </p:txBody>
      </p:sp>
    </p:spTree>
    <p:extLst>
      <p:ext uri="{BB962C8B-B14F-4D97-AF65-F5344CB8AC3E}">
        <p14:creationId xmlns:p14="http://schemas.microsoft.com/office/powerpoint/2010/main" val="360053153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788A7F7-146A-4CBC-B63C-F584C904E538}"/>
              </a:ext>
            </a:extLst>
          </p:cNvPr>
          <p:cNvSpPr>
            <a:spLocks noGrp="1"/>
          </p:cNvSpPr>
          <p:nvPr>
            <p:ph type="title"/>
          </p:nvPr>
        </p:nvSpPr>
        <p:spPr/>
        <p:txBody>
          <a:bodyPr/>
          <a:lstStyle/>
          <a:p>
            <a:endParaRPr lang="en-GB" dirty="0"/>
          </a:p>
        </p:txBody>
      </p:sp>
      <p:sp>
        <p:nvSpPr>
          <p:cNvPr id="9" name="Content Placeholder 8">
            <a:extLst>
              <a:ext uri="{FF2B5EF4-FFF2-40B4-BE49-F238E27FC236}">
                <a16:creationId xmlns:a16="http://schemas.microsoft.com/office/drawing/2014/main" id="{FF600B6F-B2F6-4501-9EFB-5B68D31A1B93}"/>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37A48B31-B214-4AF1-9FB2-94A18942E02F}"/>
              </a:ext>
            </a:extLst>
          </p:cNvPr>
          <p:cNvSpPr/>
          <p:nvPr/>
        </p:nvSpPr>
        <p:spPr>
          <a:xfrm>
            <a:off x="2085402" y="2137473"/>
            <a:ext cx="8538072" cy="3727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Cannot delete viruses</a:t>
            </a:r>
          </a:p>
          <a:p>
            <a:pPr algn="ctr"/>
            <a:r>
              <a:rPr lang="en-GB" dirty="0"/>
              <a:t>Run this app as an admin to do this! </a:t>
            </a:r>
          </a:p>
        </p:txBody>
      </p:sp>
      <p:sp>
        <p:nvSpPr>
          <p:cNvPr id="6" name="Rectangle 5">
            <a:extLst>
              <a:ext uri="{FF2B5EF4-FFF2-40B4-BE49-F238E27FC236}">
                <a16:creationId xmlns:a16="http://schemas.microsoft.com/office/drawing/2014/main" id="{BEEA9436-8ACE-467F-A4A6-25230868C9CF}"/>
              </a:ext>
            </a:extLst>
          </p:cNvPr>
          <p:cNvSpPr/>
          <p:nvPr/>
        </p:nvSpPr>
        <p:spPr>
          <a:xfrm>
            <a:off x="2085402" y="1244906"/>
            <a:ext cx="8538072"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Del all</a:t>
            </a:r>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9622465" y="1467293"/>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 </a:t>
            </a:r>
          </a:p>
        </p:txBody>
      </p:sp>
      <p:sp>
        <p:nvSpPr>
          <p:cNvPr id="10" name="Rectangle 9">
            <a:hlinkClick r:id="rId3" action="ppaction://hlinksldjump"/>
            <a:extLst>
              <a:ext uri="{FF2B5EF4-FFF2-40B4-BE49-F238E27FC236}">
                <a16:creationId xmlns:a16="http://schemas.microsoft.com/office/drawing/2014/main" id="{095EB96D-4870-4B70-8F01-DC7ECC333B0C}"/>
              </a:ext>
            </a:extLst>
          </p:cNvPr>
          <p:cNvSpPr/>
          <p:nvPr/>
        </p:nvSpPr>
        <p:spPr>
          <a:xfrm>
            <a:off x="2498652" y="4834033"/>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&lt;</a:t>
            </a:r>
          </a:p>
        </p:txBody>
      </p:sp>
    </p:spTree>
    <p:extLst>
      <p:ext uri="{BB962C8B-B14F-4D97-AF65-F5344CB8AC3E}">
        <p14:creationId xmlns:p14="http://schemas.microsoft.com/office/powerpoint/2010/main" val="26617826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788A7F7-146A-4CBC-B63C-F584C904E538}"/>
              </a:ext>
            </a:extLst>
          </p:cNvPr>
          <p:cNvSpPr>
            <a:spLocks noGrp="1"/>
          </p:cNvSpPr>
          <p:nvPr>
            <p:ph type="title"/>
          </p:nvPr>
        </p:nvSpPr>
        <p:spPr/>
        <p:txBody>
          <a:bodyPr/>
          <a:lstStyle/>
          <a:p>
            <a:endParaRPr lang="en-GB" dirty="0"/>
          </a:p>
        </p:txBody>
      </p:sp>
      <p:sp>
        <p:nvSpPr>
          <p:cNvPr id="9" name="Content Placeholder 8">
            <a:extLst>
              <a:ext uri="{FF2B5EF4-FFF2-40B4-BE49-F238E27FC236}">
                <a16:creationId xmlns:a16="http://schemas.microsoft.com/office/drawing/2014/main" id="{FF600B6F-B2F6-4501-9EFB-5B68D31A1B93}"/>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37A48B31-B214-4AF1-9FB2-94A18942E02F}"/>
              </a:ext>
            </a:extLst>
          </p:cNvPr>
          <p:cNvSpPr/>
          <p:nvPr/>
        </p:nvSpPr>
        <p:spPr>
          <a:xfrm>
            <a:off x="2085402" y="2137473"/>
            <a:ext cx="8538072" cy="3727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Cannot quarantine viruses</a:t>
            </a:r>
          </a:p>
          <a:p>
            <a:pPr algn="ctr"/>
            <a:r>
              <a:rPr lang="en-GB" dirty="0"/>
              <a:t>Windos will not let antivirus++ ignore them. </a:t>
            </a:r>
          </a:p>
        </p:txBody>
      </p:sp>
      <p:sp>
        <p:nvSpPr>
          <p:cNvPr id="6" name="Rectangle 5">
            <a:extLst>
              <a:ext uri="{FF2B5EF4-FFF2-40B4-BE49-F238E27FC236}">
                <a16:creationId xmlns:a16="http://schemas.microsoft.com/office/drawing/2014/main" id="{BEEA9436-8ACE-467F-A4A6-25230868C9CF}"/>
              </a:ext>
            </a:extLst>
          </p:cNvPr>
          <p:cNvSpPr/>
          <p:nvPr/>
        </p:nvSpPr>
        <p:spPr>
          <a:xfrm>
            <a:off x="2085402" y="1244906"/>
            <a:ext cx="8538072"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quarantine all</a:t>
            </a:r>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9622465" y="1467293"/>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 </a:t>
            </a:r>
          </a:p>
        </p:txBody>
      </p:sp>
      <p:sp>
        <p:nvSpPr>
          <p:cNvPr id="2" name="Rectangle 1">
            <a:hlinkClick r:id="rId3" action="ppaction://hlinksldjump"/>
            <a:extLst>
              <a:ext uri="{FF2B5EF4-FFF2-40B4-BE49-F238E27FC236}">
                <a16:creationId xmlns:a16="http://schemas.microsoft.com/office/drawing/2014/main" id="{6BA0BFB3-3984-4ECA-ABF7-E6D15A224C30}"/>
              </a:ext>
            </a:extLst>
          </p:cNvPr>
          <p:cNvSpPr/>
          <p:nvPr/>
        </p:nvSpPr>
        <p:spPr>
          <a:xfrm>
            <a:off x="2498652" y="4834033"/>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&lt;</a:t>
            </a:r>
          </a:p>
        </p:txBody>
      </p:sp>
    </p:spTree>
    <p:extLst>
      <p:ext uri="{BB962C8B-B14F-4D97-AF65-F5344CB8AC3E}">
        <p14:creationId xmlns:p14="http://schemas.microsoft.com/office/powerpoint/2010/main" val="282244799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788A7F7-146A-4CBC-B63C-F584C904E538}"/>
              </a:ext>
            </a:extLst>
          </p:cNvPr>
          <p:cNvSpPr>
            <a:spLocks noGrp="1"/>
          </p:cNvSpPr>
          <p:nvPr>
            <p:ph type="title"/>
          </p:nvPr>
        </p:nvSpPr>
        <p:spPr/>
        <p:txBody>
          <a:bodyPr/>
          <a:lstStyle/>
          <a:p>
            <a:endParaRPr lang="en-GB" dirty="0"/>
          </a:p>
        </p:txBody>
      </p:sp>
      <p:sp>
        <p:nvSpPr>
          <p:cNvPr id="9" name="Content Placeholder 8">
            <a:extLst>
              <a:ext uri="{FF2B5EF4-FFF2-40B4-BE49-F238E27FC236}">
                <a16:creationId xmlns:a16="http://schemas.microsoft.com/office/drawing/2014/main" id="{FF600B6F-B2F6-4501-9EFB-5B68D31A1B93}"/>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37A48B31-B214-4AF1-9FB2-94A18942E02F}"/>
              </a:ext>
            </a:extLst>
          </p:cNvPr>
          <p:cNvSpPr/>
          <p:nvPr/>
        </p:nvSpPr>
        <p:spPr>
          <a:xfrm>
            <a:off x="2085402" y="2137473"/>
            <a:ext cx="8538072" cy="3727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antivirus++ has insufficient permission from Windos to actually ignore viruses! </a:t>
            </a:r>
          </a:p>
        </p:txBody>
      </p:sp>
      <p:sp>
        <p:nvSpPr>
          <p:cNvPr id="6" name="Rectangle 5">
            <a:extLst>
              <a:ext uri="{FF2B5EF4-FFF2-40B4-BE49-F238E27FC236}">
                <a16:creationId xmlns:a16="http://schemas.microsoft.com/office/drawing/2014/main" id="{BEEA9436-8ACE-467F-A4A6-25230868C9CF}"/>
              </a:ext>
            </a:extLst>
          </p:cNvPr>
          <p:cNvSpPr/>
          <p:nvPr/>
        </p:nvSpPr>
        <p:spPr>
          <a:xfrm>
            <a:off x="2085402" y="1244906"/>
            <a:ext cx="8538072"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Ignore all</a:t>
            </a:r>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9622465" y="1467293"/>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 </a:t>
            </a:r>
          </a:p>
        </p:txBody>
      </p:sp>
      <p:sp>
        <p:nvSpPr>
          <p:cNvPr id="11" name="Rectangle 10">
            <a:hlinkClick r:id="rId3" action="ppaction://hlinksldjump"/>
            <a:extLst>
              <a:ext uri="{FF2B5EF4-FFF2-40B4-BE49-F238E27FC236}">
                <a16:creationId xmlns:a16="http://schemas.microsoft.com/office/drawing/2014/main" id="{6B3F0B15-BF62-483F-9899-D67439DF2CE2}"/>
              </a:ext>
            </a:extLst>
          </p:cNvPr>
          <p:cNvSpPr/>
          <p:nvPr/>
        </p:nvSpPr>
        <p:spPr>
          <a:xfrm>
            <a:off x="2498652" y="4834033"/>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&lt;</a:t>
            </a:r>
          </a:p>
        </p:txBody>
      </p:sp>
    </p:spTree>
    <p:extLst>
      <p:ext uri="{BB962C8B-B14F-4D97-AF65-F5344CB8AC3E}">
        <p14:creationId xmlns:p14="http://schemas.microsoft.com/office/powerpoint/2010/main" val="298879297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788A7F7-146A-4CBC-B63C-F584C904E538}"/>
              </a:ext>
            </a:extLst>
          </p:cNvPr>
          <p:cNvSpPr>
            <a:spLocks noGrp="1"/>
          </p:cNvSpPr>
          <p:nvPr>
            <p:ph type="title"/>
          </p:nvPr>
        </p:nvSpPr>
        <p:spPr/>
        <p:txBody>
          <a:bodyPr/>
          <a:lstStyle/>
          <a:p>
            <a:endParaRPr lang="en-GB" dirty="0"/>
          </a:p>
        </p:txBody>
      </p:sp>
      <p:sp>
        <p:nvSpPr>
          <p:cNvPr id="9" name="Content Placeholder 8">
            <a:extLst>
              <a:ext uri="{FF2B5EF4-FFF2-40B4-BE49-F238E27FC236}">
                <a16:creationId xmlns:a16="http://schemas.microsoft.com/office/drawing/2014/main" id="{FF600B6F-B2F6-4501-9EFB-5B68D31A1B93}"/>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37A48B31-B214-4AF1-9FB2-94A18942E02F}"/>
              </a:ext>
            </a:extLst>
          </p:cNvPr>
          <p:cNvSpPr/>
          <p:nvPr/>
        </p:nvSpPr>
        <p:spPr>
          <a:xfrm>
            <a:off x="2085402" y="2137473"/>
            <a:ext cx="8538072" cy="3727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Antivirus++ is up to date</a:t>
            </a:r>
          </a:p>
        </p:txBody>
      </p:sp>
      <p:sp>
        <p:nvSpPr>
          <p:cNvPr id="6" name="Rectangle 5">
            <a:extLst>
              <a:ext uri="{FF2B5EF4-FFF2-40B4-BE49-F238E27FC236}">
                <a16:creationId xmlns:a16="http://schemas.microsoft.com/office/drawing/2014/main" id="{BEEA9436-8ACE-467F-A4A6-25230868C9CF}"/>
              </a:ext>
            </a:extLst>
          </p:cNvPr>
          <p:cNvSpPr/>
          <p:nvPr/>
        </p:nvSpPr>
        <p:spPr>
          <a:xfrm>
            <a:off x="2085402" y="1244906"/>
            <a:ext cx="8538072"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Updater 1.01</a:t>
            </a:r>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9622465" y="1467293"/>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 </a:t>
            </a:r>
          </a:p>
        </p:txBody>
      </p:sp>
      <p:sp>
        <p:nvSpPr>
          <p:cNvPr id="10" name="Rectangle 9">
            <a:hlinkClick r:id="rId3" action="ppaction://hlinksldjump"/>
            <a:extLst>
              <a:ext uri="{FF2B5EF4-FFF2-40B4-BE49-F238E27FC236}">
                <a16:creationId xmlns:a16="http://schemas.microsoft.com/office/drawing/2014/main" id="{A4F85D41-74AC-4DD6-A101-2ACC6EB4C9A8}"/>
              </a:ext>
            </a:extLst>
          </p:cNvPr>
          <p:cNvSpPr/>
          <p:nvPr/>
        </p:nvSpPr>
        <p:spPr>
          <a:xfrm>
            <a:off x="2498652" y="4834033"/>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&lt;</a:t>
            </a:r>
          </a:p>
        </p:txBody>
      </p:sp>
    </p:spTree>
    <p:extLst>
      <p:ext uri="{BB962C8B-B14F-4D97-AF65-F5344CB8AC3E}">
        <p14:creationId xmlns:p14="http://schemas.microsoft.com/office/powerpoint/2010/main" val="332449821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A55397-0195-40D2-9AEC-C3ACEC07389A}"/>
              </a:ext>
            </a:extLst>
          </p:cNvPr>
          <p:cNvSpPr>
            <a:spLocks noGrp="1"/>
          </p:cNvSpPr>
          <p:nvPr>
            <p:ph type="title"/>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sent message</a:t>
            </a:r>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 </a:t>
            </a:r>
          </a:p>
        </p:txBody>
      </p:sp>
      <p:pic>
        <p:nvPicPr>
          <p:cNvPr id="12" name="Content Placeholder 11">
            <a:hlinkClick r:id="rId3" action="ppaction://hlinksldjump"/>
            <a:extLst>
              <a:ext uri="{FF2B5EF4-FFF2-40B4-BE49-F238E27FC236}">
                <a16:creationId xmlns:a16="http://schemas.microsoft.com/office/drawing/2014/main" id="{D6C78EC4-77E9-492C-AD86-7A168B721D15}"/>
              </a:ext>
            </a:extLst>
          </p:cNvPr>
          <p:cNvPicPr>
            <a:picLocks noGrp="1" noChangeAspect="1"/>
          </p:cNvPicPr>
          <p:nvPr>
            <p:ph idx="1"/>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081437" y="0"/>
            <a:ext cx="914400" cy="914400"/>
          </a:xfrm>
        </p:spPr>
      </p:pic>
      <p:sp>
        <p:nvSpPr>
          <p:cNvPr id="13" name="Rectangle 12">
            <a:extLst>
              <a:ext uri="{FF2B5EF4-FFF2-40B4-BE49-F238E27FC236}">
                <a16:creationId xmlns:a16="http://schemas.microsoft.com/office/drawing/2014/main" id="{9EEF4B2C-9E0F-4CF9-B0A4-5E15EF6EC981}"/>
              </a:ext>
            </a:extLst>
          </p:cNvPr>
          <p:cNvSpPr/>
          <p:nvPr/>
        </p:nvSpPr>
        <p:spPr>
          <a:xfrm>
            <a:off x="232144" y="1059971"/>
            <a:ext cx="11857075" cy="5596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To: ajsnv@ufdbu.com</a:t>
            </a:r>
          </a:p>
        </p:txBody>
      </p:sp>
      <p:sp>
        <p:nvSpPr>
          <p:cNvPr id="14" name="Rectangle 13">
            <a:extLst>
              <a:ext uri="{FF2B5EF4-FFF2-40B4-BE49-F238E27FC236}">
                <a16:creationId xmlns:a16="http://schemas.microsoft.com/office/drawing/2014/main" id="{C653514E-6C5E-4806-9267-13E370C3D7D4}"/>
              </a:ext>
            </a:extLst>
          </p:cNvPr>
          <p:cNvSpPr/>
          <p:nvPr/>
        </p:nvSpPr>
        <p:spPr>
          <a:xfrm>
            <a:off x="192274" y="1836259"/>
            <a:ext cx="11896945" cy="5596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Sj:dfn;bjdfnbkjsdfnbjsndfbi</a:t>
            </a:r>
          </a:p>
        </p:txBody>
      </p:sp>
      <p:cxnSp>
        <p:nvCxnSpPr>
          <p:cNvPr id="16" name="Straight Connector 15">
            <a:extLst>
              <a:ext uri="{FF2B5EF4-FFF2-40B4-BE49-F238E27FC236}">
                <a16:creationId xmlns:a16="http://schemas.microsoft.com/office/drawing/2014/main" id="{DA4F4679-CC11-4761-84B5-C16AE3E2B2C8}"/>
              </a:ext>
            </a:extLst>
          </p:cNvPr>
          <p:cNvCxnSpPr/>
          <p:nvPr/>
        </p:nvCxnSpPr>
        <p:spPr>
          <a:xfrm>
            <a:off x="0" y="2732567"/>
            <a:ext cx="12089219"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247EC334-875E-47A9-BB9B-8D91B0D113FC}"/>
              </a:ext>
            </a:extLst>
          </p:cNvPr>
          <p:cNvSpPr txBox="1"/>
          <p:nvPr/>
        </p:nvSpPr>
        <p:spPr>
          <a:xfrm>
            <a:off x="192274" y="2732567"/>
            <a:ext cx="11896945" cy="2031325"/>
          </a:xfrm>
          <a:prstGeom prst="rect">
            <a:avLst/>
          </a:prstGeom>
          <a:noFill/>
        </p:spPr>
        <p:txBody>
          <a:bodyPr wrap="square" rtlCol="0">
            <a:spAutoFit/>
          </a:bodyPr>
          <a:lstStyle/>
          <a:p>
            <a:r>
              <a:rPr lang="en-GB" dirty="0"/>
              <a:t>Rgn;jsfnbkjsndfbjdfijvbdfjibn</a:t>
            </a:r>
          </a:p>
          <a:p>
            <a:r>
              <a:rPr lang="en-GB" dirty="0"/>
              <a:t>Dfkbn;kdfnbosdbbjkngb</a:t>
            </a:r>
          </a:p>
          <a:p>
            <a:r>
              <a:rPr lang="en-GB" dirty="0"/>
              <a:t>Dgkbjnfgbfgklbnfg</a:t>
            </a:r>
          </a:p>
          <a:p>
            <a:r>
              <a:rPr lang="en-GB" dirty="0"/>
              <a:t>Fglnbkfglnmdflnmfn</a:t>
            </a:r>
          </a:p>
          <a:p>
            <a:r>
              <a:rPr lang="en-GB" dirty="0"/>
              <a:t>Flkgmnlfgnkfdhn</a:t>
            </a:r>
          </a:p>
          <a:p>
            <a:r>
              <a:rPr lang="en-GB" dirty="0"/>
              <a:t>Lfbjdsnbgnfg</a:t>
            </a:r>
          </a:p>
          <a:p>
            <a:endParaRPr lang="en-GB" dirty="0"/>
          </a:p>
        </p:txBody>
      </p:sp>
    </p:spTree>
    <p:extLst>
      <p:ext uri="{BB962C8B-B14F-4D97-AF65-F5344CB8AC3E}">
        <p14:creationId xmlns:p14="http://schemas.microsoft.com/office/powerpoint/2010/main" val="85638657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A55397-0195-40D2-9AEC-C3ACEC07389A}"/>
              </a:ext>
            </a:extLst>
          </p:cNvPr>
          <p:cNvSpPr>
            <a:spLocks noGrp="1"/>
          </p:cNvSpPr>
          <p:nvPr>
            <p:ph type="title"/>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sent message</a:t>
            </a:r>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 </a:t>
            </a:r>
          </a:p>
        </p:txBody>
      </p:sp>
      <p:pic>
        <p:nvPicPr>
          <p:cNvPr id="12" name="Content Placeholder 11">
            <a:hlinkClick r:id="rId3" action="ppaction://hlinksldjump"/>
            <a:extLst>
              <a:ext uri="{FF2B5EF4-FFF2-40B4-BE49-F238E27FC236}">
                <a16:creationId xmlns:a16="http://schemas.microsoft.com/office/drawing/2014/main" id="{D6C78EC4-77E9-492C-AD86-7A168B721D15}"/>
              </a:ext>
            </a:extLst>
          </p:cNvPr>
          <p:cNvPicPr>
            <a:picLocks noGrp="1" noChangeAspect="1"/>
          </p:cNvPicPr>
          <p:nvPr>
            <p:ph idx="1"/>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081437" y="0"/>
            <a:ext cx="914400" cy="914400"/>
          </a:xfrm>
        </p:spPr>
      </p:pic>
      <p:sp>
        <p:nvSpPr>
          <p:cNvPr id="13" name="Rectangle 12">
            <a:extLst>
              <a:ext uri="{FF2B5EF4-FFF2-40B4-BE49-F238E27FC236}">
                <a16:creationId xmlns:a16="http://schemas.microsoft.com/office/drawing/2014/main" id="{9EEF4B2C-9E0F-4CF9-B0A4-5E15EF6EC981}"/>
              </a:ext>
            </a:extLst>
          </p:cNvPr>
          <p:cNvSpPr/>
          <p:nvPr/>
        </p:nvSpPr>
        <p:spPr>
          <a:xfrm>
            <a:off x="232144" y="1059971"/>
            <a:ext cx="11857075" cy="5596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To: windos3@zigzag.net</a:t>
            </a:r>
          </a:p>
        </p:txBody>
      </p:sp>
      <p:sp>
        <p:nvSpPr>
          <p:cNvPr id="14" name="Rectangle 13">
            <a:extLst>
              <a:ext uri="{FF2B5EF4-FFF2-40B4-BE49-F238E27FC236}">
                <a16:creationId xmlns:a16="http://schemas.microsoft.com/office/drawing/2014/main" id="{C653514E-6C5E-4806-9267-13E370C3D7D4}"/>
              </a:ext>
            </a:extLst>
          </p:cNvPr>
          <p:cNvSpPr/>
          <p:nvPr/>
        </p:nvSpPr>
        <p:spPr>
          <a:xfrm>
            <a:off x="192274" y="1836259"/>
            <a:ext cx="11896945" cy="5596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Sj: note to self</a:t>
            </a:r>
          </a:p>
        </p:txBody>
      </p:sp>
      <p:cxnSp>
        <p:nvCxnSpPr>
          <p:cNvPr id="16" name="Straight Connector 15">
            <a:extLst>
              <a:ext uri="{FF2B5EF4-FFF2-40B4-BE49-F238E27FC236}">
                <a16:creationId xmlns:a16="http://schemas.microsoft.com/office/drawing/2014/main" id="{DA4F4679-CC11-4761-84B5-C16AE3E2B2C8}"/>
              </a:ext>
            </a:extLst>
          </p:cNvPr>
          <p:cNvCxnSpPr/>
          <p:nvPr/>
        </p:nvCxnSpPr>
        <p:spPr>
          <a:xfrm>
            <a:off x="0" y="2732567"/>
            <a:ext cx="12089219"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997345A0-1CBA-40C8-838B-2B9F84B0A22A}"/>
              </a:ext>
            </a:extLst>
          </p:cNvPr>
          <p:cNvSpPr txBox="1"/>
          <p:nvPr/>
        </p:nvSpPr>
        <p:spPr>
          <a:xfrm>
            <a:off x="102781" y="2732567"/>
            <a:ext cx="9175898" cy="369332"/>
          </a:xfrm>
          <a:prstGeom prst="rect">
            <a:avLst/>
          </a:prstGeom>
          <a:noFill/>
        </p:spPr>
        <p:txBody>
          <a:bodyPr wrap="square" rtlCol="0">
            <a:spAutoFit/>
          </a:bodyPr>
          <a:lstStyle/>
          <a:p>
            <a:r>
              <a:rPr lang="en-GB" dirty="0"/>
              <a:t>&lt;blank message&gt;</a:t>
            </a:r>
          </a:p>
        </p:txBody>
      </p:sp>
    </p:spTree>
    <p:extLst>
      <p:ext uri="{BB962C8B-B14F-4D97-AF65-F5344CB8AC3E}">
        <p14:creationId xmlns:p14="http://schemas.microsoft.com/office/powerpoint/2010/main" val="166723829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AC828EF0-92D5-4357-BDE7-02758D3D58B3}"/>
              </a:ext>
            </a:extLst>
          </p:cNvPr>
          <p:cNvSpPr>
            <a:spLocks noGrp="1"/>
          </p:cNvSpPr>
          <p:nvPr>
            <p:ph type="title"/>
          </p:nvPr>
        </p:nvSpPr>
        <p:spPr/>
        <p:txBody>
          <a:bodyPr/>
          <a:lstStyle/>
          <a:p>
            <a:endParaRPr lang="en-GB" dirty="0"/>
          </a:p>
        </p:txBody>
      </p:sp>
      <p:pic>
        <p:nvPicPr>
          <p:cNvPr id="8" name="Content Placeholder 7">
            <a:hlinkClick r:id="rId2" action="ppaction://hlinksldjump"/>
            <a:extLst>
              <a:ext uri="{FF2B5EF4-FFF2-40B4-BE49-F238E27FC236}">
                <a16:creationId xmlns:a16="http://schemas.microsoft.com/office/drawing/2014/main" id="{8AEEDECC-FB88-4673-BDEE-B34428DDC5BB}"/>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38800" y="3544094"/>
            <a:ext cx="914400" cy="914400"/>
          </a:xfrm>
        </p:spPr>
      </p:pic>
      <p:sp>
        <p:nvSpPr>
          <p:cNvPr id="4" name="Rectangle 3">
            <a:extLst>
              <a:ext uri="{FF2B5EF4-FFF2-40B4-BE49-F238E27FC236}">
                <a16:creationId xmlns:a16="http://schemas.microsoft.com/office/drawing/2014/main" id="{19E8B571-F1EF-46A7-AD15-3DE701879D3F}"/>
              </a:ext>
            </a:extLst>
          </p:cNvPr>
          <p:cNvSpPr/>
          <p:nvPr/>
        </p:nvSpPr>
        <p:spPr>
          <a:xfrm>
            <a:off x="0" y="900368"/>
            <a:ext cx="12192000" cy="5957408"/>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\\websites\windos</a:t>
            </a:r>
          </a:p>
        </p:txBody>
      </p:sp>
      <p:sp>
        <p:nvSpPr>
          <p:cNvPr id="7" name="Rectangle 6">
            <a:hlinkClick r:id="rId5"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 </a:t>
            </a:r>
          </a:p>
        </p:txBody>
      </p:sp>
      <p:pic>
        <p:nvPicPr>
          <p:cNvPr id="12" name="Graphic 11">
            <a:hlinkClick r:id="rId2" action="ppaction://hlinksldjump"/>
            <a:extLst>
              <a:ext uri="{FF2B5EF4-FFF2-40B4-BE49-F238E27FC236}">
                <a16:creationId xmlns:a16="http://schemas.microsoft.com/office/drawing/2014/main" id="{FA3CEC08-8C3C-483D-9489-36E3A23C263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302063" y="-43785"/>
            <a:ext cx="914400" cy="914400"/>
          </a:xfrm>
          <a:prstGeom prst="rect">
            <a:avLst/>
          </a:prstGeom>
        </p:spPr>
      </p:pic>
      <p:sp>
        <p:nvSpPr>
          <p:cNvPr id="2" name="Rectangle 1">
            <a:extLst>
              <a:ext uri="{FF2B5EF4-FFF2-40B4-BE49-F238E27FC236}">
                <a16:creationId xmlns:a16="http://schemas.microsoft.com/office/drawing/2014/main" id="{5E98C082-0734-4BA9-B4C0-40D52BB66E3E}"/>
              </a:ext>
            </a:extLst>
          </p:cNvPr>
          <p:cNvSpPr/>
          <p:nvPr/>
        </p:nvSpPr>
        <p:spPr>
          <a:xfrm>
            <a:off x="838200" y="1109075"/>
            <a:ext cx="3327991" cy="9817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Windos! </a:t>
            </a:r>
          </a:p>
        </p:txBody>
      </p:sp>
      <p:sp>
        <p:nvSpPr>
          <p:cNvPr id="3" name="TextBox 2">
            <a:extLst>
              <a:ext uri="{FF2B5EF4-FFF2-40B4-BE49-F238E27FC236}">
                <a16:creationId xmlns:a16="http://schemas.microsoft.com/office/drawing/2014/main" id="{02C60DC1-4146-436C-A6E8-410E46A387C9}"/>
              </a:ext>
            </a:extLst>
          </p:cNvPr>
          <p:cNvSpPr txBox="1"/>
          <p:nvPr/>
        </p:nvSpPr>
        <p:spPr>
          <a:xfrm>
            <a:off x="393405" y="2090776"/>
            <a:ext cx="4082902" cy="3139321"/>
          </a:xfrm>
          <a:prstGeom prst="rect">
            <a:avLst/>
          </a:prstGeom>
          <a:noFill/>
        </p:spPr>
        <p:txBody>
          <a:bodyPr wrap="square" rtlCol="0">
            <a:spAutoFit/>
          </a:bodyPr>
          <a:lstStyle/>
          <a:p>
            <a:r>
              <a:rPr lang="en-GB" dirty="0"/>
              <a:t>The unofficial Windows knock-off, which contains all the apps you want!</a:t>
            </a:r>
          </a:p>
          <a:p>
            <a:r>
              <a:rPr lang="en-GB" dirty="0"/>
              <a:t>Enjoy instant loading as the knock-off OS is actually just a PowerPoint!</a:t>
            </a:r>
          </a:p>
          <a:p>
            <a:endParaRPr lang="en-GB" dirty="0"/>
          </a:p>
          <a:p>
            <a:r>
              <a:rPr lang="en-GB" dirty="0"/>
              <a:t>The latest version is Windos 3 V1.01.</a:t>
            </a:r>
          </a:p>
          <a:p>
            <a:endParaRPr lang="en-GB" dirty="0"/>
          </a:p>
          <a:p>
            <a:r>
              <a:rPr lang="en-GB" dirty="0"/>
              <a:t>If you want to download it, press the button below:</a:t>
            </a:r>
          </a:p>
          <a:p>
            <a:endParaRPr lang="en-GB" dirty="0"/>
          </a:p>
          <a:p>
            <a:endParaRPr lang="en-GB" dirty="0"/>
          </a:p>
        </p:txBody>
      </p:sp>
      <p:sp>
        <p:nvSpPr>
          <p:cNvPr id="5" name="Rectangle 4">
            <a:hlinkClick r:id="rId6" action="ppaction://hlinksldjump"/>
            <a:extLst>
              <a:ext uri="{FF2B5EF4-FFF2-40B4-BE49-F238E27FC236}">
                <a16:creationId xmlns:a16="http://schemas.microsoft.com/office/drawing/2014/main" id="{9F691AAE-CD03-4FAF-8386-E8BA3AC347DB}"/>
              </a:ext>
            </a:extLst>
          </p:cNvPr>
          <p:cNvSpPr/>
          <p:nvPr/>
        </p:nvSpPr>
        <p:spPr>
          <a:xfrm>
            <a:off x="127591" y="5263116"/>
            <a:ext cx="4859079" cy="6945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downloads</a:t>
            </a:r>
          </a:p>
        </p:txBody>
      </p:sp>
      <p:sp>
        <p:nvSpPr>
          <p:cNvPr id="11" name="Rectangle 10">
            <a:hlinkClick r:id="rId7"/>
            <a:extLst>
              <a:ext uri="{FF2B5EF4-FFF2-40B4-BE49-F238E27FC236}">
                <a16:creationId xmlns:a16="http://schemas.microsoft.com/office/drawing/2014/main" id="{CF5A3FE1-6DED-4074-ACCE-574E55658795}"/>
              </a:ext>
            </a:extLst>
          </p:cNvPr>
          <p:cNvSpPr/>
          <p:nvPr/>
        </p:nvSpPr>
        <p:spPr>
          <a:xfrm>
            <a:off x="8793126" y="1201479"/>
            <a:ext cx="3200400" cy="8892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Contact developer</a:t>
            </a:r>
          </a:p>
        </p:txBody>
      </p:sp>
      <p:sp>
        <p:nvSpPr>
          <p:cNvPr id="13" name="Rectangle 12">
            <a:extLst>
              <a:ext uri="{FF2B5EF4-FFF2-40B4-BE49-F238E27FC236}">
                <a16:creationId xmlns:a16="http://schemas.microsoft.com/office/drawing/2014/main" id="{C419B540-3376-47BF-9F00-5BADB0D03BFF}"/>
              </a:ext>
            </a:extLst>
          </p:cNvPr>
          <p:cNvSpPr/>
          <p:nvPr/>
        </p:nvSpPr>
        <p:spPr>
          <a:xfrm>
            <a:off x="7522535" y="4104167"/>
            <a:ext cx="4082902" cy="25090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Advert:</a:t>
            </a:r>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p:txBody>
      </p:sp>
      <p:pic>
        <p:nvPicPr>
          <p:cNvPr id="15" name="Picture 14">
            <a:hlinkClick r:id="rId8" action="ppaction://hlinksldjump"/>
            <a:extLst>
              <a:ext uri="{FF2B5EF4-FFF2-40B4-BE49-F238E27FC236}">
                <a16:creationId xmlns:a16="http://schemas.microsoft.com/office/drawing/2014/main" id="{4A89E3B0-7DD1-4719-AC45-F55934C306C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874687" y="4876540"/>
            <a:ext cx="914528" cy="914528"/>
          </a:xfrm>
          <a:prstGeom prst="rect">
            <a:avLst/>
          </a:prstGeom>
        </p:spPr>
      </p:pic>
      <p:sp>
        <p:nvSpPr>
          <p:cNvPr id="16" name="TextBox 15">
            <a:extLst>
              <a:ext uri="{FF2B5EF4-FFF2-40B4-BE49-F238E27FC236}">
                <a16:creationId xmlns:a16="http://schemas.microsoft.com/office/drawing/2014/main" id="{3F4616C5-9064-4938-B71D-1D7E37FF9FE4}"/>
              </a:ext>
            </a:extLst>
          </p:cNvPr>
          <p:cNvSpPr txBox="1"/>
          <p:nvPr/>
        </p:nvSpPr>
        <p:spPr>
          <a:xfrm>
            <a:off x="8789215" y="4625163"/>
            <a:ext cx="2268645" cy="1754326"/>
          </a:xfrm>
          <a:prstGeom prst="rect">
            <a:avLst/>
          </a:prstGeom>
          <a:noFill/>
        </p:spPr>
        <p:txBody>
          <a:bodyPr wrap="square" rtlCol="0">
            <a:spAutoFit/>
          </a:bodyPr>
          <a:lstStyle/>
          <a:p>
            <a:r>
              <a:rPr lang="en-GB" dirty="0"/>
              <a:t>Download Minecraft for free today!</a:t>
            </a:r>
          </a:p>
          <a:p>
            <a:endParaRPr lang="en-GB" dirty="0"/>
          </a:p>
          <a:p>
            <a:r>
              <a:rPr lang="en-GB" dirty="0"/>
              <a:t>Price:$0.00</a:t>
            </a:r>
          </a:p>
          <a:p>
            <a:endParaRPr lang="en-GB" dirty="0"/>
          </a:p>
          <a:p>
            <a:r>
              <a:rPr lang="en-GB" dirty="0">
                <a:hlinkClick r:id="rId8" action="ppaction://hlinksldjump"/>
              </a:rPr>
              <a:t>Press me to download</a:t>
            </a:r>
            <a:endParaRPr lang="en-GB" dirty="0"/>
          </a:p>
        </p:txBody>
      </p:sp>
      <p:sp>
        <p:nvSpPr>
          <p:cNvPr id="14" name="Rectangle 13">
            <a:hlinkClick r:id="rId10" action="ppaction://hlinksldjump"/>
            <a:extLst>
              <a:ext uri="{FF2B5EF4-FFF2-40B4-BE49-F238E27FC236}">
                <a16:creationId xmlns:a16="http://schemas.microsoft.com/office/drawing/2014/main" id="{DBC66513-4972-4DBA-9825-99EA10ADA577}"/>
              </a:ext>
            </a:extLst>
          </p:cNvPr>
          <p:cNvSpPr/>
          <p:nvPr/>
        </p:nvSpPr>
        <p:spPr>
          <a:xfrm>
            <a:off x="8789215" y="2222205"/>
            <a:ext cx="3300004" cy="5316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News </a:t>
            </a:r>
          </a:p>
        </p:txBody>
      </p:sp>
      <p:sp>
        <p:nvSpPr>
          <p:cNvPr id="17" name="Rectangle 16">
            <a:hlinkClick r:id="rId11" action="ppaction://hlinksldjump"/>
            <a:extLst>
              <a:ext uri="{FF2B5EF4-FFF2-40B4-BE49-F238E27FC236}">
                <a16:creationId xmlns:a16="http://schemas.microsoft.com/office/drawing/2014/main" id="{105B3D6A-1786-4D31-AB02-AEACCD866013}"/>
              </a:ext>
            </a:extLst>
          </p:cNvPr>
          <p:cNvSpPr/>
          <p:nvPr/>
        </p:nvSpPr>
        <p:spPr>
          <a:xfrm>
            <a:off x="8789215" y="2977116"/>
            <a:ext cx="3300004" cy="5669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feedback</a:t>
            </a:r>
          </a:p>
        </p:txBody>
      </p:sp>
    </p:spTree>
    <p:extLst>
      <p:ext uri="{BB962C8B-B14F-4D97-AF65-F5344CB8AC3E}">
        <p14:creationId xmlns:p14="http://schemas.microsoft.com/office/powerpoint/2010/main" val="311203777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AC828EF0-92D5-4357-BDE7-02758D3D58B3}"/>
              </a:ext>
            </a:extLst>
          </p:cNvPr>
          <p:cNvSpPr>
            <a:spLocks noGrp="1"/>
          </p:cNvSpPr>
          <p:nvPr>
            <p:ph type="title"/>
          </p:nvPr>
        </p:nvSpPr>
        <p:spPr/>
        <p:txBody>
          <a:bodyPr/>
          <a:lstStyle/>
          <a:p>
            <a:endParaRPr lang="en-GB" dirty="0"/>
          </a:p>
        </p:txBody>
      </p:sp>
      <p:pic>
        <p:nvPicPr>
          <p:cNvPr id="8" name="Content Placeholder 7">
            <a:hlinkClick r:id="rId2" action="ppaction://hlinksldjump"/>
            <a:extLst>
              <a:ext uri="{FF2B5EF4-FFF2-40B4-BE49-F238E27FC236}">
                <a16:creationId xmlns:a16="http://schemas.microsoft.com/office/drawing/2014/main" id="{8AEEDECC-FB88-4673-BDEE-B34428DDC5BB}"/>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38800" y="3544094"/>
            <a:ext cx="914400" cy="914400"/>
          </a:xfrm>
        </p:spPr>
      </p:pic>
      <p:sp>
        <p:nvSpPr>
          <p:cNvPr id="4" name="Rectangle 3">
            <a:extLst>
              <a:ext uri="{FF2B5EF4-FFF2-40B4-BE49-F238E27FC236}">
                <a16:creationId xmlns:a16="http://schemas.microsoft.com/office/drawing/2014/main" id="{19E8B571-F1EF-46A7-AD15-3DE701879D3F}"/>
              </a:ext>
            </a:extLst>
          </p:cNvPr>
          <p:cNvSpPr/>
          <p:nvPr/>
        </p:nvSpPr>
        <p:spPr>
          <a:xfrm>
            <a:off x="0" y="900368"/>
            <a:ext cx="12192000" cy="5957408"/>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\\websites\windos\downloads</a:t>
            </a:r>
          </a:p>
        </p:txBody>
      </p:sp>
      <p:sp>
        <p:nvSpPr>
          <p:cNvPr id="7" name="Rectangle 6">
            <a:hlinkClick r:id="rId5"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 </a:t>
            </a:r>
          </a:p>
        </p:txBody>
      </p:sp>
      <p:pic>
        <p:nvPicPr>
          <p:cNvPr id="12" name="Graphic 11">
            <a:hlinkClick r:id="rId2" action="ppaction://hlinksldjump"/>
            <a:extLst>
              <a:ext uri="{FF2B5EF4-FFF2-40B4-BE49-F238E27FC236}">
                <a16:creationId xmlns:a16="http://schemas.microsoft.com/office/drawing/2014/main" id="{FA3CEC08-8C3C-483D-9489-36E3A23C263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302063" y="-43785"/>
            <a:ext cx="914400" cy="914400"/>
          </a:xfrm>
          <a:prstGeom prst="rect">
            <a:avLst/>
          </a:prstGeom>
        </p:spPr>
      </p:pic>
      <p:sp>
        <p:nvSpPr>
          <p:cNvPr id="2" name="Rectangle 1">
            <a:extLst>
              <a:ext uri="{FF2B5EF4-FFF2-40B4-BE49-F238E27FC236}">
                <a16:creationId xmlns:a16="http://schemas.microsoft.com/office/drawing/2014/main" id="{5E98C082-0734-4BA9-B4C0-40D52BB66E3E}"/>
              </a:ext>
            </a:extLst>
          </p:cNvPr>
          <p:cNvSpPr/>
          <p:nvPr/>
        </p:nvSpPr>
        <p:spPr>
          <a:xfrm>
            <a:off x="838200" y="1109075"/>
            <a:ext cx="3327991" cy="9817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Windos! </a:t>
            </a:r>
          </a:p>
        </p:txBody>
      </p:sp>
      <p:sp>
        <p:nvSpPr>
          <p:cNvPr id="3" name="TextBox 2">
            <a:extLst>
              <a:ext uri="{FF2B5EF4-FFF2-40B4-BE49-F238E27FC236}">
                <a16:creationId xmlns:a16="http://schemas.microsoft.com/office/drawing/2014/main" id="{02C60DC1-4146-436C-A6E8-410E46A387C9}"/>
              </a:ext>
            </a:extLst>
          </p:cNvPr>
          <p:cNvSpPr txBox="1"/>
          <p:nvPr/>
        </p:nvSpPr>
        <p:spPr>
          <a:xfrm>
            <a:off x="393405" y="2090776"/>
            <a:ext cx="4082902" cy="1200329"/>
          </a:xfrm>
          <a:prstGeom prst="rect">
            <a:avLst/>
          </a:prstGeom>
          <a:noFill/>
        </p:spPr>
        <p:txBody>
          <a:bodyPr wrap="square" rtlCol="0">
            <a:spAutoFit/>
          </a:bodyPr>
          <a:lstStyle/>
          <a:p>
            <a:r>
              <a:rPr lang="en-GB" dirty="0"/>
              <a:t>Here are the downloads for every version of Windos:</a:t>
            </a:r>
          </a:p>
          <a:p>
            <a:endParaRPr lang="en-GB" dirty="0"/>
          </a:p>
          <a:p>
            <a:endParaRPr lang="en-GB" dirty="0"/>
          </a:p>
        </p:txBody>
      </p:sp>
      <p:sp>
        <p:nvSpPr>
          <p:cNvPr id="5" name="Rectangle 4">
            <a:hlinkClick r:id="rId6" action="ppaction://hlinksldjump"/>
            <a:extLst>
              <a:ext uri="{FF2B5EF4-FFF2-40B4-BE49-F238E27FC236}">
                <a16:creationId xmlns:a16="http://schemas.microsoft.com/office/drawing/2014/main" id="{9F691AAE-CD03-4FAF-8386-E8BA3AC347DB}"/>
              </a:ext>
            </a:extLst>
          </p:cNvPr>
          <p:cNvSpPr/>
          <p:nvPr/>
        </p:nvSpPr>
        <p:spPr>
          <a:xfrm>
            <a:off x="127591" y="5263116"/>
            <a:ext cx="4859079" cy="6945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Home page</a:t>
            </a:r>
          </a:p>
        </p:txBody>
      </p:sp>
      <p:sp>
        <p:nvSpPr>
          <p:cNvPr id="11" name="Rectangle 10">
            <a:hlinkClick r:id="rId7"/>
            <a:extLst>
              <a:ext uri="{FF2B5EF4-FFF2-40B4-BE49-F238E27FC236}">
                <a16:creationId xmlns:a16="http://schemas.microsoft.com/office/drawing/2014/main" id="{CF5A3FE1-6DED-4074-ACCE-574E55658795}"/>
              </a:ext>
            </a:extLst>
          </p:cNvPr>
          <p:cNvSpPr/>
          <p:nvPr/>
        </p:nvSpPr>
        <p:spPr>
          <a:xfrm>
            <a:off x="8793126" y="1201479"/>
            <a:ext cx="3200400" cy="8892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Contact developer</a:t>
            </a:r>
          </a:p>
        </p:txBody>
      </p:sp>
      <p:sp>
        <p:nvSpPr>
          <p:cNvPr id="13" name="Rectangle 12">
            <a:extLst>
              <a:ext uri="{FF2B5EF4-FFF2-40B4-BE49-F238E27FC236}">
                <a16:creationId xmlns:a16="http://schemas.microsoft.com/office/drawing/2014/main" id="{C419B540-3376-47BF-9F00-5BADB0D03BFF}"/>
              </a:ext>
            </a:extLst>
          </p:cNvPr>
          <p:cNvSpPr/>
          <p:nvPr/>
        </p:nvSpPr>
        <p:spPr>
          <a:xfrm>
            <a:off x="7522535" y="4104167"/>
            <a:ext cx="4082902" cy="25090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Advert:</a:t>
            </a:r>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p:txBody>
      </p:sp>
      <p:pic>
        <p:nvPicPr>
          <p:cNvPr id="15" name="Picture 14">
            <a:hlinkClick r:id="rId8" action="ppaction://hlinksldjump"/>
            <a:extLst>
              <a:ext uri="{FF2B5EF4-FFF2-40B4-BE49-F238E27FC236}">
                <a16:creationId xmlns:a16="http://schemas.microsoft.com/office/drawing/2014/main" id="{4A89E3B0-7DD1-4719-AC45-F55934C306C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874687" y="4876540"/>
            <a:ext cx="914528" cy="914528"/>
          </a:xfrm>
          <a:prstGeom prst="rect">
            <a:avLst/>
          </a:prstGeom>
        </p:spPr>
      </p:pic>
      <p:sp>
        <p:nvSpPr>
          <p:cNvPr id="16" name="TextBox 15">
            <a:extLst>
              <a:ext uri="{FF2B5EF4-FFF2-40B4-BE49-F238E27FC236}">
                <a16:creationId xmlns:a16="http://schemas.microsoft.com/office/drawing/2014/main" id="{3F4616C5-9064-4938-B71D-1D7E37FF9FE4}"/>
              </a:ext>
            </a:extLst>
          </p:cNvPr>
          <p:cNvSpPr txBox="1"/>
          <p:nvPr/>
        </p:nvSpPr>
        <p:spPr>
          <a:xfrm>
            <a:off x="8789215" y="4625163"/>
            <a:ext cx="2268645" cy="1754326"/>
          </a:xfrm>
          <a:prstGeom prst="rect">
            <a:avLst/>
          </a:prstGeom>
          <a:noFill/>
        </p:spPr>
        <p:txBody>
          <a:bodyPr wrap="square" rtlCol="0">
            <a:spAutoFit/>
          </a:bodyPr>
          <a:lstStyle/>
          <a:p>
            <a:r>
              <a:rPr lang="en-GB" dirty="0"/>
              <a:t>Download Minecraft for free today!</a:t>
            </a:r>
          </a:p>
          <a:p>
            <a:endParaRPr lang="en-GB" dirty="0"/>
          </a:p>
          <a:p>
            <a:r>
              <a:rPr lang="en-GB" dirty="0"/>
              <a:t>Price:$0.00</a:t>
            </a:r>
          </a:p>
          <a:p>
            <a:endParaRPr lang="en-GB" dirty="0"/>
          </a:p>
          <a:p>
            <a:r>
              <a:rPr lang="en-GB" dirty="0">
                <a:hlinkClick r:id="rId8" action="ppaction://hlinksldjump"/>
              </a:rPr>
              <a:t>Press me to download</a:t>
            </a:r>
            <a:endParaRPr lang="en-GB" dirty="0"/>
          </a:p>
        </p:txBody>
      </p:sp>
      <p:sp>
        <p:nvSpPr>
          <p:cNvPr id="14" name="Rectangle 13">
            <a:hlinkClick r:id="rId10" action="ppaction://hlinksldjump"/>
            <a:extLst>
              <a:ext uri="{FF2B5EF4-FFF2-40B4-BE49-F238E27FC236}">
                <a16:creationId xmlns:a16="http://schemas.microsoft.com/office/drawing/2014/main" id="{D03AB850-CACC-4D43-A7A2-5B4469A29B0F}"/>
              </a:ext>
            </a:extLst>
          </p:cNvPr>
          <p:cNvSpPr/>
          <p:nvPr/>
        </p:nvSpPr>
        <p:spPr>
          <a:xfrm>
            <a:off x="393405" y="2881423"/>
            <a:ext cx="4082902" cy="5475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Windos 1</a:t>
            </a:r>
          </a:p>
        </p:txBody>
      </p:sp>
      <p:sp>
        <p:nvSpPr>
          <p:cNvPr id="17" name="Rectangle 16">
            <a:hlinkClick r:id="rId10" action="ppaction://hlinksldjump"/>
            <a:extLst>
              <a:ext uri="{FF2B5EF4-FFF2-40B4-BE49-F238E27FC236}">
                <a16:creationId xmlns:a16="http://schemas.microsoft.com/office/drawing/2014/main" id="{94D25D7E-6C5C-4985-A039-B3C3B3FC1184}"/>
              </a:ext>
            </a:extLst>
          </p:cNvPr>
          <p:cNvSpPr/>
          <p:nvPr/>
        </p:nvSpPr>
        <p:spPr>
          <a:xfrm>
            <a:off x="393405" y="3593064"/>
            <a:ext cx="4082902" cy="5475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Windos 2</a:t>
            </a:r>
          </a:p>
        </p:txBody>
      </p:sp>
      <p:sp>
        <p:nvSpPr>
          <p:cNvPr id="18" name="Rectangle 17">
            <a:hlinkClick r:id="rId11" action="ppaction://hlinksldjump"/>
            <a:extLst>
              <a:ext uri="{FF2B5EF4-FFF2-40B4-BE49-F238E27FC236}">
                <a16:creationId xmlns:a16="http://schemas.microsoft.com/office/drawing/2014/main" id="{F2DF155C-0A5E-4720-B6D9-59FA50BBD1FD}"/>
              </a:ext>
            </a:extLst>
          </p:cNvPr>
          <p:cNvSpPr/>
          <p:nvPr/>
        </p:nvSpPr>
        <p:spPr>
          <a:xfrm>
            <a:off x="393405" y="4268530"/>
            <a:ext cx="4082902" cy="547577"/>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Windos 3</a:t>
            </a:r>
          </a:p>
        </p:txBody>
      </p:sp>
      <p:sp>
        <p:nvSpPr>
          <p:cNvPr id="19" name="Speech Bubble: Rectangle 18">
            <a:extLst>
              <a:ext uri="{FF2B5EF4-FFF2-40B4-BE49-F238E27FC236}">
                <a16:creationId xmlns:a16="http://schemas.microsoft.com/office/drawing/2014/main" id="{4C088BBA-4375-4CC5-B850-3D253961DF67}"/>
              </a:ext>
            </a:extLst>
          </p:cNvPr>
          <p:cNvSpPr/>
          <p:nvPr/>
        </p:nvSpPr>
        <p:spPr>
          <a:xfrm>
            <a:off x="5143500" y="4140641"/>
            <a:ext cx="2222205" cy="1816991"/>
          </a:xfrm>
          <a:prstGeom prst="wedgeRectCallout">
            <a:avLst>
              <a:gd name="adj1" fmla="val -107915"/>
              <a:gd name="adj2" fmla="val -3069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Windos says:</a:t>
            </a:r>
          </a:p>
          <a:p>
            <a:pPr algn="ctr"/>
            <a:r>
              <a:rPr lang="en-GB" dirty="0"/>
              <a:t>Do not press as it reinstalls Windos! </a:t>
            </a:r>
          </a:p>
        </p:txBody>
      </p:sp>
    </p:spTree>
    <p:extLst>
      <p:ext uri="{BB962C8B-B14F-4D97-AF65-F5344CB8AC3E}">
        <p14:creationId xmlns:p14="http://schemas.microsoft.com/office/powerpoint/2010/main" val="415328564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788A7F7-146A-4CBC-B63C-F584C904E538}"/>
              </a:ext>
            </a:extLst>
          </p:cNvPr>
          <p:cNvSpPr>
            <a:spLocks noGrp="1"/>
          </p:cNvSpPr>
          <p:nvPr>
            <p:ph type="title"/>
          </p:nvPr>
        </p:nvSpPr>
        <p:spPr/>
        <p:txBody>
          <a:bodyPr/>
          <a:lstStyle/>
          <a:p>
            <a:endParaRPr lang="en-GB" dirty="0"/>
          </a:p>
        </p:txBody>
      </p:sp>
      <p:sp>
        <p:nvSpPr>
          <p:cNvPr id="9" name="Content Placeholder 8">
            <a:extLst>
              <a:ext uri="{FF2B5EF4-FFF2-40B4-BE49-F238E27FC236}">
                <a16:creationId xmlns:a16="http://schemas.microsoft.com/office/drawing/2014/main" id="{FF600B6F-B2F6-4501-9EFB-5B68D31A1B93}"/>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37A48B31-B214-4AF1-9FB2-94A18942E02F}"/>
              </a:ext>
            </a:extLst>
          </p:cNvPr>
          <p:cNvSpPr/>
          <p:nvPr/>
        </p:nvSpPr>
        <p:spPr>
          <a:xfrm>
            <a:off x="2085402" y="2137473"/>
            <a:ext cx="8538072" cy="3727641"/>
          </a:xfrm>
          <a:prstGeom prst="rect">
            <a:avLst/>
          </a:prstGeom>
          <a:solidFill>
            <a:srgbClr val="40789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Windos Intranet Explorer is not allowed to download files yet!</a:t>
            </a:r>
          </a:p>
          <a:p>
            <a:pPr algn="ctr"/>
            <a:r>
              <a:rPr lang="en-GB" dirty="0"/>
              <a:t>Please update it! </a:t>
            </a:r>
          </a:p>
        </p:txBody>
      </p:sp>
      <p:sp>
        <p:nvSpPr>
          <p:cNvPr id="6" name="Rectangle 5">
            <a:extLst>
              <a:ext uri="{FF2B5EF4-FFF2-40B4-BE49-F238E27FC236}">
                <a16:creationId xmlns:a16="http://schemas.microsoft.com/office/drawing/2014/main" id="{BEEA9436-8ACE-467F-A4A6-25230868C9CF}"/>
              </a:ext>
            </a:extLst>
          </p:cNvPr>
          <p:cNvSpPr/>
          <p:nvPr/>
        </p:nvSpPr>
        <p:spPr>
          <a:xfrm>
            <a:off x="2085402" y="1244906"/>
            <a:ext cx="8538072" cy="892567"/>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Download error</a:t>
            </a:r>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9622465" y="1467293"/>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 </a:t>
            </a:r>
          </a:p>
        </p:txBody>
      </p:sp>
    </p:spTree>
    <p:extLst>
      <p:ext uri="{BB962C8B-B14F-4D97-AF65-F5344CB8AC3E}">
        <p14:creationId xmlns:p14="http://schemas.microsoft.com/office/powerpoint/2010/main" val="358993156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AC828EF0-92D5-4357-BDE7-02758D3D58B3}"/>
              </a:ext>
            </a:extLst>
          </p:cNvPr>
          <p:cNvSpPr>
            <a:spLocks noGrp="1"/>
          </p:cNvSpPr>
          <p:nvPr>
            <p:ph type="title"/>
          </p:nvPr>
        </p:nvSpPr>
        <p:spPr/>
        <p:txBody>
          <a:bodyPr/>
          <a:lstStyle/>
          <a:p>
            <a:endParaRPr lang="en-GB" dirty="0"/>
          </a:p>
        </p:txBody>
      </p:sp>
      <p:pic>
        <p:nvPicPr>
          <p:cNvPr id="8" name="Content Placeholder 7">
            <a:hlinkClick r:id="rId2" action="ppaction://hlinksldjump"/>
            <a:extLst>
              <a:ext uri="{FF2B5EF4-FFF2-40B4-BE49-F238E27FC236}">
                <a16:creationId xmlns:a16="http://schemas.microsoft.com/office/drawing/2014/main" id="{8AEEDECC-FB88-4673-BDEE-B34428DDC5BB}"/>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38800" y="3544094"/>
            <a:ext cx="914400" cy="914400"/>
          </a:xfrm>
        </p:spPr>
      </p:pic>
      <p:sp>
        <p:nvSpPr>
          <p:cNvPr id="4" name="Rectangle 3">
            <a:extLst>
              <a:ext uri="{FF2B5EF4-FFF2-40B4-BE49-F238E27FC236}">
                <a16:creationId xmlns:a16="http://schemas.microsoft.com/office/drawing/2014/main" id="{19E8B571-F1EF-46A7-AD15-3DE701879D3F}"/>
              </a:ext>
            </a:extLst>
          </p:cNvPr>
          <p:cNvSpPr/>
          <p:nvPr/>
        </p:nvSpPr>
        <p:spPr>
          <a:xfrm>
            <a:off x="0" y="-8976"/>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\\websites\errors\404.htm</a:t>
            </a:r>
          </a:p>
        </p:txBody>
      </p:sp>
      <p:sp>
        <p:nvSpPr>
          <p:cNvPr id="7" name="Rectangle 6">
            <a:hlinkClick r:id="rId5"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 </a:t>
            </a:r>
          </a:p>
        </p:txBody>
      </p:sp>
      <p:pic>
        <p:nvPicPr>
          <p:cNvPr id="12" name="Graphic 11">
            <a:hlinkClick r:id="rId2" action="ppaction://hlinksldjump"/>
            <a:extLst>
              <a:ext uri="{FF2B5EF4-FFF2-40B4-BE49-F238E27FC236}">
                <a16:creationId xmlns:a16="http://schemas.microsoft.com/office/drawing/2014/main" id="{FA3CEC08-8C3C-483D-9489-36E3A23C263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302063" y="-43785"/>
            <a:ext cx="914400" cy="914400"/>
          </a:xfrm>
          <a:prstGeom prst="rect">
            <a:avLst/>
          </a:prstGeom>
        </p:spPr>
      </p:pic>
      <p:sp>
        <p:nvSpPr>
          <p:cNvPr id="3" name="Rectangle 2">
            <a:extLst>
              <a:ext uri="{FF2B5EF4-FFF2-40B4-BE49-F238E27FC236}">
                <a16:creationId xmlns:a16="http://schemas.microsoft.com/office/drawing/2014/main" id="{F868F368-7C99-4FFA-9113-F94AFAC22FAF}"/>
              </a:ext>
            </a:extLst>
          </p:cNvPr>
          <p:cNvSpPr/>
          <p:nvPr/>
        </p:nvSpPr>
        <p:spPr>
          <a:xfrm>
            <a:off x="2531062" y="961399"/>
            <a:ext cx="6215484" cy="923330"/>
          </a:xfrm>
          <a:prstGeom prst="rect">
            <a:avLst/>
          </a:prstGeom>
          <a:noFill/>
        </p:spPr>
        <p:txBody>
          <a:bodyPr wrap="none" lIns="91440" tIns="45720" rIns="91440" bIns="45720">
            <a:spAutoFit/>
          </a:bodyPr>
          <a:lstStyle/>
          <a:p>
            <a:pPr algn="ctr"/>
            <a:r>
              <a:rPr lang="en-US" sz="5400" b="1" cap="none" spc="0" dirty="0">
                <a:ln w="22225">
                  <a:solidFill>
                    <a:schemeClr val="accent2"/>
                  </a:solidFill>
                  <a:prstDash val="solid"/>
                </a:ln>
                <a:solidFill>
                  <a:schemeClr val="accent2">
                    <a:lumMod val="40000"/>
                    <a:lumOff val="60000"/>
                  </a:schemeClr>
                </a:solidFill>
                <a:effectLst/>
              </a:rPr>
              <a:t>Error 404 not found! </a:t>
            </a:r>
          </a:p>
        </p:txBody>
      </p:sp>
      <p:sp>
        <p:nvSpPr>
          <p:cNvPr id="5" name="TextBox 4">
            <a:extLst>
              <a:ext uri="{FF2B5EF4-FFF2-40B4-BE49-F238E27FC236}">
                <a16:creationId xmlns:a16="http://schemas.microsoft.com/office/drawing/2014/main" id="{288C801D-C3AA-42C9-94CE-1625FD3966BB}"/>
              </a:ext>
            </a:extLst>
          </p:cNvPr>
          <p:cNvSpPr txBox="1"/>
          <p:nvPr/>
        </p:nvSpPr>
        <p:spPr>
          <a:xfrm>
            <a:off x="2371060" y="2158409"/>
            <a:ext cx="6375486" cy="369332"/>
          </a:xfrm>
          <a:prstGeom prst="rect">
            <a:avLst/>
          </a:prstGeom>
          <a:noFill/>
        </p:spPr>
        <p:txBody>
          <a:bodyPr wrap="square" rtlCol="0">
            <a:spAutoFit/>
          </a:bodyPr>
          <a:lstStyle/>
          <a:p>
            <a:r>
              <a:rPr lang="en-GB" dirty="0"/>
              <a:t> </a:t>
            </a:r>
          </a:p>
        </p:txBody>
      </p:sp>
      <p:pic>
        <p:nvPicPr>
          <p:cNvPr id="13" name="Picture 12">
            <a:extLst>
              <a:ext uri="{FF2B5EF4-FFF2-40B4-BE49-F238E27FC236}">
                <a16:creationId xmlns:a16="http://schemas.microsoft.com/office/drawing/2014/main" id="{95755803-567A-43BD-B60D-FBAEF6F5864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088526" y="5249660"/>
            <a:ext cx="1905000" cy="1257300"/>
          </a:xfrm>
          <a:prstGeom prst="rect">
            <a:avLst/>
          </a:prstGeom>
        </p:spPr>
      </p:pic>
      <p:sp>
        <p:nvSpPr>
          <p:cNvPr id="14" name="Speech Bubble: Rectangle 13">
            <a:extLst>
              <a:ext uri="{FF2B5EF4-FFF2-40B4-BE49-F238E27FC236}">
                <a16:creationId xmlns:a16="http://schemas.microsoft.com/office/drawing/2014/main" id="{DFB03931-81BD-4118-810D-AF7260E2434A}"/>
              </a:ext>
            </a:extLst>
          </p:cNvPr>
          <p:cNvSpPr/>
          <p:nvPr/>
        </p:nvSpPr>
        <p:spPr>
          <a:xfrm>
            <a:off x="8746546" y="2496388"/>
            <a:ext cx="3355613" cy="2042444"/>
          </a:xfrm>
          <a:prstGeom prst="wedgeRectCallout">
            <a:avLst>
              <a:gd name="adj1" fmla="val 32329"/>
              <a:gd name="adj2" fmla="val 95862"/>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The website URL was not found.</a:t>
            </a:r>
          </a:p>
          <a:p>
            <a:r>
              <a:rPr lang="en-GB" dirty="0">
                <a:solidFill>
                  <a:schemeClr val="tx1"/>
                </a:solidFill>
              </a:rPr>
              <a:t>Please update Windos and try again. </a:t>
            </a:r>
          </a:p>
        </p:txBody>
      </p:sp>
      <p:sp>
        <p:nvSpPr>
          <p:cNvPr id="15" name="Oval 14">
            <a:extLst>
              <a:ext uri="{FF2B5EF4-FFF2-40B4-BE49-F238E27FC236}">
                <a16:creationId xmlns:a16="http://schemas.microsoft.com/office/drawing/2014/main" id="{E69B827E-C83A-4074-8B02-70420B9D0874}"/>
              </a:ext>
            </a:extLst>
          </p:cNvPr>
          <p:cNvSpPr/>
          <p:nvPr/>
        </p:nvSpPr>
        <p:spPr>
          <a:xfrm>
            <a:off x="340242" y="2785730"/>
            <a:ext cx="4125432" cy="3110871"/>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Oval 15">
            <a:extLst>
              <a:ext uri="{FF2B5EF4-FFF2-40B4-BE49-F238E27FC236}">
                <a16:creationId xmlns:a16="http://schemas.microsoft.com/office/drawing/2014/main" id="{26C99132-31B6-46A5-8305-A1BF6F1D70D5}"/>
              </a:ext>
            </a:extLst>
          </p:cNvPr>
          <p:cNvSpPr/>
          <p:nvPr/>
        </p:nvSpPr>
        <p:spPr>
          <a:xfrm>
            <a:off x="1477926" y="3420024"/>
            <a:ext cx="705292" cy="63098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 name="Oval 16">
            <a:extLst>
              <a:ext uri="{FF2B5EF4-FFF2-40B4-BE49-F238E27FC236}">
                <a16:creationId xmlns:a16="http://schemas.microsoft.com/office/drawing/2014/main" id="{291ED31F-A6F2-4CFB-BBFB-E67A478B9F6A}"/>
              </a:ext>
            </a:extLst>
          </p:cNvPr>
          <p:cNvSpPr/>
          <p:nvPr/>
        </p:nvSpPr>
        <p:spPr>
          <a:xfrm>
            <a:off x="2531062" y="3428965"/>
            <a:ext cx="616175" cy="63098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Arc 17">
            <a:extLst>
              <a:ext uri="{FF2B5EF4-FFF2-40B4-BE49-F238E27FC236}">
                <a16:creationId xmlns:a16="http://schemas.microsoft.com/office/drawing/2014/main" id="{6651796E-FE43-46BF-AF87-68EEF1ACA871}"/>
              </a:ext>
            </a:extLst>
          </p:cNvPr>
          <p:cNvSpPr/>
          <p:nvPr/>
        </p:nvSpPr>
        <p:spPr>
          <a:xfrm>
            <a:off x="1477926" y="4651633"/>
            <a:ext cx="1669311" cy="988828"/>
          </a:xfrm>
          <a:prstGeom prst="arc">
            <a:avLst>
              <a:gd name="adj1" fmla="val 10909679"/>
              <a:gd name="adj2" fmla="val 0"/>
            </a:avLst>
          </a:prstGeom>
          <a:solidFill>
            <a:schemeClr val="tx1"/>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dirty="0"/>
          </a:p>
        </p:txBody>
      </p:sp>
    </p:spTree>
    <p:extLst>
      <p:ext uri="{BB962C8B-B14F-4D97-AF65-F5344CB8AC3E}">
        <p14:creationId xmlns:p14="http://schemas.microsoft.com/office/powerpoint/2010/main" val="21312776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788A7F7-146A-4CBC-B63C-F584C904E538}"/>
              </a:ext>
            </a:extLst>
          </p:cNvPr>
          <p:cNvSpPr>
            <a:spLocks noGrp="1"/>
          </p:cNvSpPr>
          <p:nvPr>
            <p:ph type="title"/>
          </p:nvPr>
        </p:nvSpPr>
        <p:spPr/>
        <p:txBody>
          <a:bodyPr/>
          <a:lstStyle/>
          <a:p>
            <a:endParaRPr lang="en-GB" dirty="0"/>
          </a:p>
        </p:txBody>
      </p:sp>
      <p:sp>
        <p:nvSpPr>
          <p:cNvPr id="9" name="Content Placeholder 8">
            <a:extLst>
              <a:ext uri="{FF2B5EF4-FFF2-40B4-BE49-F238E27FC236}">
                <a16:creationId xmlns:a16="http://schemas.microsoft.com/office/drawing/2014/main" id="{FF600B6F-B2F6-4501-9EFB-5B68D31A1B93}"/>
              </a:ext>
            </a:extLst>
          </p:cNvPr>
          <p:cNvSpPr>
            <a:spLocks noGrp="1"/>
          </p:cNvSpPr>
          <p:nvPr>
            <p:ph idx="1"/>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37A48B31-B214-4AF1-9FB2-94A18942E02F}"/>
              </a:ext>
            </a:extLst>
          </p:cNvPr>
          <p:cNvSpPr/>
          <p:nvPr/>
        </p:nvSpPr>
        <p:spPr>
          <a:xfrm>
            <a:off x="2085402" y="2137473"/>
            <a:ext cx="8538072" cy="3727641"/>
          </a:xfrm>
          <a:prstGeom prst="rect">
            <a:avLst/>
          </a:prstGeom>
          <a:solidFill>
            <a:srgbClr val="40789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Press OK to begin reinstall:</a:t>
            </a:r>
          </a:p>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2085402" y="1244906"/>
            <a:ext cx="8538072" cy="892567"/>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reinstall</a:t>
            </a:r>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9622465" y="1467293"/>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 </a:t>
            </a:r>
          </a:p>
        </p:txBody>
      </p:sp>
      <p:sp>
        <p:nvSpPr>
          <p:cNvPr id="2" name="Rectangle 1">
            <a:hlinkClick r:id="rId3" action="ppaction://hlinksldjump"/>
            <a:extLst>
              <a:ext uri="{FF2B5EF4-FFF2-40B4-BE49-F238E27FC236}">
                <a16:creationId xmlns:a16="http://schemas.microsoft.com/office/drawing/2014/main" id="{B9378B52-9430-4E8F-8578-D90DFE4A8948}"/>
              </a:ext>
            </a:extLst>
          </p:cNvPr>
          <p:cNvSpPr/>
          <p:nvPr/>
        </p:nvSpPr>
        <p:spPr>
          <a:xfrm>
            <a:off x="5897238" y="4342903"/>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Tree>
    <p:extLst>
      <p:ext uri="{BB962C8B-B14F-4D97-AF65-F5344CB8AC3E}">
        <p14:creationId xmlns:p14="http://schemas.microsoft.com/office/powerpoint/2010/main" val="172330225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553F8-CFB1-430C-85AB-C5BC6508D92A}"/>
              </a:ext>
            </a:extLst>
          </p:cNvPr>
          <p:cNvSpPr>
            <a:spLocks noGrp="1"/>
          </p:cNvSpPr>
          <p:nvPr>
            <p:ph type="title"/>
          </p:nvPr>
        </p:nvSpPr>
        <p:spPr/>
        <p:txBody>
          <a:bodyPr/>
          <a:lstStyle/>
          <a:p>
            <a:endParaRPr lang="en-GB" dirty="0"/>
          </a:p>
        </p:txBody>
      </p:sp>
      <p:sp>
        <p:nvSpPr>
          <p:cNvPr id="3" name="Content Placeholder 2">
            <a:extLst>
              <a:ext uri="{FF2B5EF4-FFF2-40B4-BE49-F238E27FC236}">
                <a16:creationId xmlns:a16="http://schemas.microsoft.com/office/drawing/2014/main" id="{5648F960-9990-4C4D-98DC-37D812788583}"/>
              </a:ext>
            </a:extLst>
          </p:cNvPr>
          <p:cNvSpPr>
            <a:spLocks noGrp="1"/>
          </p:cNvSpPr>
          <p:nvPr>
            <p:ph idx="1"/>
          </p:nvPr>
        </p:nvSpPr>
        <p:spPr/>
        <p:txBody>
          <a:bodyPr/>
          <a:lstStyle/>
          <a:p>
            <a:endParaRPr lang="en-GB" dirty="0"/>
          </a:p>
        </p:txBody>
      </p:sp>
      <p:pic>
        <p:nvPicPr>
          <p:cNvPr id="4" name="Picture 3">
            <a:extLst>
              <a:ext uri="{FF2B5EF4-FFF2-40B4-BE49-F238E27FC236}">
                <a16:creationId xmlns:a16="http://schemas.microsoft.com/office/drawing/2014/main" id="{31AD6D93-68C8-4354-9D6F-15BC7E7509A1}"/>
              </a:ext>
            </a:extLst>
          </p:cNvPr>
          <p:cNvPicPr>
            <a:picLocks noChangeAspect="1"/>
          </p:cNvPicPr>
          <p:nvPr/>
        </p:nvPicPr>
        <p:blipFill>
          <a:blip r:embed="rId2"/>
          <a:stretch>
            <a:fillRect/>
          </a:stretch>
        </p:blipFill>
        <p:spPr>
          <a:xfrm>
            <a:off x="0" y="0"/>
            <a:ext cx="12192000" cy="6553200"/>
          </a:xfrm>
          <a:prstGeom prst="rect">
            <a:avLst/>
          </a:prstGeom>
        </p:spPr>
      </p:pic>
      <p:sp>
        <p:nvSpPr>
          <p:cNvPr id="5" name="Rectangle 4">
            <a:hlinkClick r:id="rId3" action="ppaction://hlinksldjump"/>
            <a:extLst>
              <a:ext uri="{FF2B5EF4-FFF2-40B4-BE49-F238E27FC236}">
                <a16:creationId xmlns:a16="http://schemas.microsoft.com/office/drawing/2014/main" id="{10A824F6-601E-4A03-B060-7E6F6BE8F548}"/>
              </a:ext>
            </a:extLst>
          </p:cNvPr>
          <p:cNvSpPr/>
          <p:nvPr/>
        </p:nvSpPr>
        <p:spPr>
          <a:xfrm>
            <a:off x="0" y="6475228"/>
            <a:ext cx="12192000" cy="3827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Close this app not as it is ridiculous! </a:t>
            </a:r>
          </a:p>
        </p:txBody>
      </p:sp>
    </p:spTree>
    <p:extLst>
      <p:ext uri="{BB962C8B-B14F-4D97-AF65-F5344CB8AC3E}">
        <p14:creationId xmlns:p14="http://schemas.microsoft.com/office/powerpoint/2010/main" val="34305410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788A7F7-146A-4CBC-B63C-F584C904E538}"/>
              </a:ext>
            </a:extLst>
          </p:cNvPr>
          <p:cNvSpPr>
            <a:spLocks noGrp="1"/>
          </p:cNvSpPr>
          <p:nvPr>
            <p:ph type="title"/>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8976"/>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37A48B31-B214-4AF1-9FB2-94A18942E02F}"/>
              </a:ext>
            </a:extLst>
          </p:cNvPr>
          <p:cNvSpPr/>
          <p:nvPr/>
        </p:nvSpPr>
        <p:spPr>
          <a:xfrm>
            <a:off x="2085402" y="2137473"/>
            <a:ext cx="8538072" cy="3727641"/>
          </a:xfrm>
          <a:prstGeom prst="rect">
            <a:avLst/>
          </a:prstGeom>
          <a:solidFill>
            <a:srgbClr val="40789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2085402" y="1244906"/>
            <a:ext cx="8538072" cy="892567"/>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Media player 1.00</a:t>
            </a:r>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9622465" y="1467293"/>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 </a:t>
            </a:r>
          </a:p>
        </p:txBody>
      </p:sp>
      <p:sp>
        <p:nvSpPr>
          <p:cNvPr id="3" name="TextBox 2">
            <a:extLst>
              <a:ext uri="{FF2B5EF4-FFF2-40B4-BE49-F238E27FC236}">
                <a16:creationId xmlns:a16="http://schemas.microsoft.com/office/drawing/2014/main" id="{6AFF2456-97F3-4C09-8C90-6ACBE973FB6A}"/>
              </a:ext>
            </a:extLst>
          </p:cNvPr>
          <p:cNvSpPr txBox="1"/>
          <p:nvPr/>
        </p:nvSpPr>
        <p:spPr>
          <a:xfrm>
            <a:off x="2966484" y="2488743"/>
            <a:ext cx="6772939" cy="369332"/>
          </a:xfrm>
          <a:prstGeom prst="rect">
            <a:avLst/>
          </a:prstGeom>
          <a:noFill/>
        </p:spPr>
        <p:txBody>
          <a:bodyPr wrap="square" rtlCol="0">
            <a:spAutoFit/>
          </a:bodyPr>
          <a:lstStyle/>
          <a:p>
            <a:r>
              <a:rPr lang="en-GB" dirty="0"/>
              <a:t>Elvis- promised land</a:t>
            </a:r>
          </a:p>
        </p:txBody>
      </p:sp>
      <p:sp>
        <p:nvSpPr>
          <p:cNvPr id="12" name="TextBox 11">
            <a:extLst>
              <a:ext uri="{FF2B5EF4-FFF2-40B4-BE49-F238E27FC236}">
                <a16:creationId xmlns:a16="http://schemas.microsoft.com/office/drawing/2014/main" id="{D36B7232-4C7C-467D-B31B-7028123B1F0D}"/>
              </a:ext>
            </a:extLst>
          </p:cNvPr>
          <p:cNvSpPr txBox="1"/>
          <p:nvPr/>
        </p:nvSpPr>
        <p:spPr>
          <a:xfrm>
            <a:off x="3062177" y="3115965"/>
            <a:ext cx="5433237" cy="369332"/>
          </a:xfrm>
          <a:prstGeom prst="rect">
            <a:avLst/>
          </a:prstGeom>
          <a:noFill/>
        </p:spPr>
        <p:txBody>
          <a:bodyPr wrap="square" rtlCol="0">
            <a:spAutoFit/>
          </a:bodyPr>
          <a:lstStyle/>
          <a:p>
            <a:r>
              <a:rPr lang="en-GB" dirty="0"/>
              <a:t>Elvis- Burning Love [Aloha From Hawaii]</a:t>
            </a:r>
          </a:p>
        </p:txBody>
      </p:sp>
      <p:sp>
        <p:nvSpPr>
          <p:cNvPr id="14" name="TextBox 13">
            <a:extLst>
              <a:ext uri="{FF2B5EF4-FFF2-40B4-BE49-F238E27FC236}">
                <a16:creationId xmlns:a16="http://schemas.microsoft.com/office/drawing/2014/main" id="{C8309931-81A5-4923-AC3E-DB06A2D22AFB}"/>
              </a:ext>
            </a:extLst>
          </p:cNvPr>
          <p:cNvSpPr txBox="1"/>
          <p:nvPr/>
        </p:nvSpPr>
        <p:spPr>
          <a:xfrm>
            <a:off x="3179135" y="4139408"/>
            <a:ext cx="4561368" cy="369332"/>
          </a:xfrm>
          <a:prstGeom prst="rect">
            <a:avLst/>
          </a:prstGeom>
          <a:noFill/>
        </p:spPr>
        <p:txBody>
          <a:bodyPr wrap="square" rtlCol="0">
            <a:spAutoFit/>
          </a:bodyPr>
          <a:lstStyle/>
          <a:p>
            <a:r>
              <a:rPr lang="en-GB" dirty="0"/>
              <a:t>Long tall sally/whole lotta shaking going on</a:t>
            </a:r>
          </a:p>
        </p:txBody>
      </p:sp>
      <p:sp>
        <p:nvSpPr>
          <p:cNvPr id="15" name="Rectangle 14">
            <a:extLst>
              <a:ext uri="{FF2B5EF4-FFF2-40B4-BE49-F238E27FC236}">
                <a16:creationId xmlns:a16="http://schemas.microsoft.com/office/drawing/2014/main" id="{E8B1E74F-8E6B-4F03-83D6-F9DB45B0E091}"/>
              </a:ext>
            </a:extLst>
          </p:cNvPr>
          <p:cNvSpPr/>
          <p:nvPr/>
        </p:nvSpPr>
        <p:spPr>
          <a:xfrm>
            <a:off x="2356884" y="5007935"/>
            <a:ext cx="8158716" cy="6826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We have remove the songs to reduce lag in development.</a:t>
            </a:r>
          </a:p>
          <a:p>
            <a:pPr algn="ctr"/>
            <a:r>
              <a:rPr lang="en-GB" dirty="0"/>
              <a:t>Sorry! </a:t>
            </a:r>
          </a:p>
        </p:txBody>
      </p:sp>
    </p:spTree>
    <p:extLst>
      <p:ext uri="{BB962C8B-B14F-4D97-AF65-F5344CB8AC3E}">
        <p14:creationId xmlns:p14="http://schemas.microsoft.com/office/powerpoint/2010/main" val="2284717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AC828EF0-92D5-4357-BDE7-02758D3D58B3}"/>
              </a:ext>
            </a:extLst>
          </p:cNvPr>
          <p:cNvSpPr>
            <a:spLocks noGrp="1"/>
          </p:cNvSpPr>
          <p:nvPr>
            <p:ph type="title"/>
          </p:nvPr>
        </p:nvSpPr>
        <p:spPr/>
        <p:txBody>
          <a:bodyPr/>
          <a:lstStyle/>
          <a:p>
            <a:endParaRPr lang="en-GB" dirty="0"/>
          </a:p>
        </p:txBody>
      </p:sp>
      <p:pic>
        <p:nvPicPr>
          <p:cNvPr id="8" name="Content Placeholder 7">
            <a:hlinkClick r:id="rId2" action="ppaction://hlinksldjump"/>
            <a:extLst>
              <a:ext uri="{FF2B5EF4-FFF2-40B4-BE49-F238E27FC236}">
                <a16:creationId xmlns:a16="http://schemas.microsoft.com/office/drawing/2014/main" id="{8AEEDECC-FB88-4673-BDEE-B34428DDC5BB}"/>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38800" y="3544094"/>
            <a:ext cx="914400" cy="914400"/>
          </a:xfrm>
        </p:spPr>
      </p:pic>
      <p:sp>
        <p:nvSpPr>
          <p:cNvPr id="4" name="Rectangle 3">
            <a:extLst>
              <a:ext uri="{FF2B5EF4-FFF2-40B4-BE49-F238E27FC236}">
                <a16:creationId xmlns:a16="http://schemas.microsoft.com/office/drawing/2014/main" id="{19E8B571-F1EF-46A7-AD15-3DE701879D3F}"/>
              </a:ext>
            </a:extLst>
          </p:cNvPr>
          <p:cNvSpPr/>
          <p:nvPr/>
        </p:nvSpPr>
        <p:spPr>
          <a:xfrm>
            <a:off x="0" y="900368"/>
            <a:ext cx="12192000" cy="5957408"/>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\\websites\windos\news</a:t>
            </a:r>
          </a:p>
        </p:txBody>
      </p:sp>
      <p:sp>
        <p:nvSpPr>
          <p:cNvPr id="7" name="Rectangle 6">
            <a:hlinkClick r:id="rId5"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 </a:t>
            </a:r>
          </a:p>
        </p:txBody>
      </p:sp>
      <p:pic>
        <p:nvPicPr>
          <p:cNvPr id="12" name="Graphic 11">
            <a:hlinkClick r:id="rId2" action="ppaction://hlinksldjump"/>
            <a:extLst>
              <a:ext uri="{FF2B5EF4-FFF2-40B4-BE49-F238E27FC236}">
                <a16:creationId xmlns:a16="http://schemas.microsoft.com/office/drawing/2014/main" id="{FA3CEC08-8C3C-483D-9489-36E3A23C263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302063" y="-43785"/>
            <a:ext cx="914400" cy="914400"/>
          </a:xfrm>
          <a:prstGeom prst="rect">
            <a:avLst/>
          </a:prstGeom>
        </p:spPr>
      </p:pic>
      <p:sp>
        <p:nvSpPr>
          <p:cNvPr id="2" name="Rectangle 1">
            <a:extLst>
              <a:ext uri="{FF2B5EF4-FFF2-40B4-BE49-F238E27FC236}">
                <a16:creationId xmlns:a16="http://schemas.microsoft.com/office/drawing/2014/main" id="{2E1F58D0-A03F-4BA3-8CDC-A05D0FE5C00D}"/>
              </a:ext>
            </a:extLst>
          </p:cNvPr>
          <p:cNvSpPr/>
          <p:nvPr/>
        </p:nvSpPr>
        <p:spPr>
          <a:xfrm>
            <a:off x="148856" y="1020726"/>
            <a:ext cx="4061637" cy="6699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Windos news official</a:t>
            </a:r>
          </a:p>
        </p:txBody>
      </p:sp>
      <p:sp>
        <p:nvSpPr>
          <p:cNvPr id="13" name="TextBox 12">
            <a:extLst>
              <a:ext uri="{FF2B5EF4-FFF2-40B4-BE49-F238E27FC236}">
                <a16:creationId xmlns:a16="http://schemas.microsoft.com/office/drawing/2014/main" id="{78A8BCF6-2767-4994-94FD-B7E9CD5EA637}"/>
              </a:ext>
            </a:extLst>
          </p:cNvPr>
          <p:cNvSpPr txBox="1"/>
          <p:nvPr/>
        </p:nvSpPr>
        <p:spPr>
          <a:xfrm>
            <a:off x="223284" y="1665698"/>
            <a:ext cx="11894288" cy="1200329"/>
          </a:xfrm>
          <a:prstGeom prst="rect">
            <a:avLst/>
          </a:prstGeom>
          <a:noFill/>
        </p:spPr>
        <p:txBody>
          <a:bodyPr wrap="square" rtlCol="0">
            <a:spAutoFit/>
          </a:bodyPr>
          <a:lstStyle/>
          <a:p>
            <a:r>
              <a:rPr lang="en-GB" u="sng" dirty="0"/>
              <a:t>News for Windos 3 v1.01:</a:t>
            </a:r>
          </a:p>
          <a:p>
            <a:r>
              <a:rPr lang="en-GB" dirty="0"/>
              <a:t>Hello</a:t>
            </a:r>
          </a:p>
          <a:p>
            <a:r>
              <a:rPr lang="en-GB" dirty="0"/>
              <a:t>Updated Windos and made Windos 95.</a:t>
            </a:r>
          </a:p>
          <a:p>
            <a:r>
              <a:rPr lang="en-GB" dirty="0"/>
              <a:t>Request a copy of it and get v1.00 when it comes out! </a:t>
            </a:r>
          </a:p>
        </p:txBody>
      </p:sp>
      <p:sp>
        <p:nvSpPr>
          <p:cNvPr id="14" name="Rectangle 13">
            <a:hlinkClick r:id="rId6" action="ppaction://hlinksldjump"/>
            <a:extLst>
              <a:ext uri="{FF2B5EF4-FFF2-40B4-BE49-F238E27FC236}">
                <a16:creationId xmlns:a16="http://schemas.microsoft.com/office/drawing/2014/main" id="{76BC2B19-0F99-4E61-BFD1-B9E47A0E3AE2}"/>
              </a:ext>
            </a:extLst>
          </p:cNvPr>
          <p:cNvSpPr/>
          <p:nvPr/>
        </p:nvSpPr>
        <p:spPr>
          <a:xfrm>
            <a:off x="9569302" y="1148316"/>
            <a:ext cx="2473842" cy="6410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Back to website</a:t>
            </a:r>
          </a:p>
        </p:txBody>
      </p:sp>
      <p:sp>
        <p:nvSpPr>
          <p:cNvPr id="3" name="Rectangle 2">
            <a:hlinkClick r:id="rId7"/>
            <a:extLst>
              <a:ext uri="{FF2B5EF4-FFF2-40B4-BE49-F238E27FC236}">
                <a16:creationId xmlns:a16="http://schemas.microsoft.com/office/drawing/2014/main" id="{082EBFC3-3C6E-4C08-80D1-2C948B408DDC}"/>
              </a:ext>
            </a:extLst>
          </p:cNvPr>
          <p:cNvSpPr/>
          <p:nvPr/>
        </p:nvSpPr>
        <p:spPr>
          <a:xfrm>
            <a:off x="3668231" y="4458494"/>
            <a:ext cx="4284921"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request a copy</a:t>
            </a:r>
          </a:p>
        </p:txBody>
      </p:sp>
    </p:spTree>
    <p:extLst>
      <p:ext uri="{BB962C8B-B14F-4D97-AF65-F5344CB8AC3E}">
        <p14:creationId xmlns:p14="http://schemas.microsoft.com/office/powerpoint/2010/main" val="150149888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AC828EF0-92D5-4357-BDE7-02758D3D58B3}"/>
              </a:ext>
            </a:extLst>
          </p:cNvPr>
          <p:cNvSpPr>
            <a:spLocks noGrp="1"/>
          </p:cNvSpPr>
          <p:nvPr>
            <p:ph type="title"/>
          </p:nvPr>
        </p:nvSpPr>
        <p:spPr/>
        <p:txBody>
          <a:bodyPr/>
          <a:lstStyle/>
          <a:p>
            <a:endParaRPr lang="en-GB" dirty="0"/>
          </a:p>
        </p:txBody>
      </p:sp>
      <p:pic>
        <p:nvPicPr>
          <p:cNvPr id="8" name="Content Placeholder 7">
            <a:hlinkClick r:id="rId2" action="ppaction://hlinksldjump"/>
            <a:extLst>
              <a:ext uri="{FF2B5EF4-FFF2-40B4-BE49-F238E27FC236}">
                <a16:creationId xmlns:a16="http://schemas.microsoft.com/office/drawing/2014/main" id="{8AEEDECC-FB88-4673-BDEE-B34428DDC5BB}"/>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38800" y="3544094"/>
            <a:ext cx="914400" cy="914400"/>
          </a:xfrm>
        </p:spPr>
      </p:pic>
      <p:sp>
        <p:nvSpPr>
          <p:cNvPr id="4" name="Rectangle 3">
            <a:extLst>
              <a:ext uri="{FF2B5EF4-FFF2-40B4-BE49-F238E27FC236}">
                <a16:creationId xmlns:a16="http://schemas.microsoft.com/office/drawing/2014/main" id="{19E8B571-F1EF-46A7-AD15-3DE701879D3F}"/>
              </a:ext>
            </a:extLst>
          </p:cNvPr>
          <p:cNvSpPr/>
          <p:nvPr/>
        </p:nvSpPr>
        <p:spPr>
          <a:xfrm>
            <a:off x="0" y="900368"/>
            <a:ext cx="12192000" cy="5957408"/>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\\websites\windos\feedback</a:t>
            </a:r>
          </a:p>
        </p:txBody>
      </p:sp>
      <p:sp>
        <p:nvSpPr>
          <p:cNvPr id="7" name="Rectangle 6">
            <a:hlinkClick r:id="rId5"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 </a:t>
            </a:r>
          </a:p>
        </p:txBody>
      </p:sp>
      <p:pic>
        <p:nvPicPr>
          <p:cNvPr id="12" name="Graphic 11">
            <a:hlinkClick r:id="rId2" action="ppaction://hlinksldjump"/>
            <a:extLst>
              <a:ext uri="{FF2B5EF4-FFF2-40B4-BE49-F238E27FC236}">
                <a16:creationId xmlns:a16="http://schemas.microsoft.com/office/drawing/2014/main" id="{FA3CEC08-8C3C-483D-9489-36E3A23C263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302063" y="-43785"/>
            <a:ext cx="914400" cy="914400"/>
          </a:xfrm>
          <a:prstGeom prst="rect">
            <a:avLst/>
          </a:prstGeom>
        </p:spPr>
      </p:pic>
      <p:sp>
        <p:nvSpPr>
          <p:cNvPr id="2" name="Rectangle 1">
            <a:hlinkClick r:id="rId6" action="ppaction://hlinksldjump"/>
            <a:extLst>
              <a:ext uri="{FF2B5EF4-FFF2-40B4-BE49-F238E27FC236}">
                <a16:creationId xmlns:a16="http://schemas.microsoft.com/office/drawing/2014/main" id="{2EE37BE8-8D8C-4F2E-8D11-CE5AF6144A91}"/>
              </a:ext>
            </a:extLst>
          </p:cNvPr>
          <p:cNvSpPr/>
          <p:nvPr/>
        </p:nvSpPr>
        <p:spPr>
          <a:xfrm>
            <a:off x="95693" y="1073888"/>
            <a:ext cx="3019647" cy="7230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Back to main</a:t>
            </a:r>
          </a:p>
        </p:txBody>
      </p:sp>
      <p:sp>
        <p:nvSpPr>
          <p:cNvPr id="3" name="TextBox 2">
            <a:extLst>
              <a:ext uri="{FF2B5EF4-FFF2-40B4-BE49-F238E27FC236}">
                <a16:creationId xmlns:a16="http://schemas.microsoft.com/office/drawing/2014/main" id="{138E655E-C006-4907-841A-9C61C780CC5A}"/>
              </a:ext>
            </a:extLst>
          </p:cNvPr>
          <p:cNvSpPr txBox="1"/>
          <p:nvPr/>
        </p:nvSpPr>
        <p:spPr>
          <a:xfrm>
            <a:off x="95693" y="1977656"/>
            <a:ext cx="5050465" cy="646331"/>
          </a:xfrm>
          <a:prstGeom prst="rect">
            <a:avLst/>
          </a:prstGeom>
          <a:noFill/>
        </p:spPr>
        <p:txBody>
          <a:bodyPr wrap="square" rtlCol="0">
            <a:spAutoFit/>
          </a:bodyPr>
          <a:lstStyle/>
          <a:p>
            <a:r>
              <a:rPr lang="en-GB" dirty="0"/>
              <a:t>Press the button below to send feedback directly to the developer of Windos! </a:t>
            </a:r>
          </a:p>
        </p:txBody>
      </p:sp>
      <p:sp>
        <p:nvSpPr>
          <p:cNvPr id="5" name="Rectangle 4">
            <a:extLst>
              <a:ext uri="{FF2B5EF4-FFF2-40B4-BE49-F238E27FC236}">
                <a16:creationId xmlns:a16="http://schemas.microsoft.com/office/drawing/2014/main" id="{68F490AA-B235-44D7-8F44-EAE70FE9C50F}"/>
              </a:ext>
            </a:extLst>
          </p:cNvPr>
          <p:cNvSpPr/>
          <p:nvPr/>
        </p:nvSpPr>
        <p:spPr>
          <a:xfrm>
            <a:off x="1850065" y="3872168"/>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1" name="Graphic 10">
            <a:hlinkClick r:id="rId7"/>
            <a:extLst>
              <a:ext uri="{FF2B5EF4-FFF2-40B4-BE49-F238E27FC236}">
                <a16:creationId xmlns:a16="http://schemas.microsoft.com/office/drawing/2014/main" id="{AB7F98C2-ABBC-4103-AD76-B3D43AEE26D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850065" y="3837892"/>
            <a:ext cx="914400" cy="914400"/>
          </a:xfrm>
          <a:prstGeom prst="rect">
            <a:avLst/>
          </a:prstGeom>
        </p:spPr>
      </p:pic>
      <p:sp>
        <p:nvSpPr>
          <p:cNvPr id="13" name="Rectangle 12">
            <a:extLst>
              <a:ext uri="{FF2B5EF4-FFF2-40B4-BE49-F238E27FC236}">
                <a16:creationId xmlns:a16="http://schemas.microsoft.com/office/drawing/2014/main" id="{822CEF06-0EBE-4896-9A1D-AC4FD71BE83F}"/>
              </a:ext>
            </a:extLst>
          </p:cNvPr>
          <p:cNvSpPr/>
          <p:nvPr/>
        </p:nvSpPr>
        <p:spPr>
          <a:xfrm>
            <a:off x="7708605" y="1169581"/>
            <a:ext cx="4284921" cy="20201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4" name="TextBox 13">
            <a:extLst>
              <a:ext uri="{FF2B5EF4-FFF2-40B4-BE49-F238E27FC236}">
                <a16:creationId xmlns:a16="http://schemas.microsoft.com/office/drawing/2014/main" id="{95BFCCB1-7878-4462-AD3C-64CE5A77935C}"/>
              </a:ext>
            </a:extLst>
          </p:cNvPr>
          <p:cNvSpPr txBox="1"/>
          <p:nvPr/>
        </p:nvSpPr>
        <p:spPr>
          <a:xfrm>
            <a:off x="7708604" y="1169581"/>
            <a:ext cx="4284921" cy="646331"/>
          </a:xfrm>
          <a:prstGeom prst="rect">
            <a:avLst/>
          </a:prstGeom>
          <a:noFill/>
        </p:spPr>
        <p:txBody>
          <a:bodyPr wrap="square" rtlCol="0">
            <a:spAutoFit/>
          </a:bodyPr>
          <a:lstStyle/>
          <a:p>
            <a:r>
              <a:rPr lang="en-GB" u="sng" dirty="0"/>
              <a:t>Advert:</a:t>
            </a:r>
          </a:p>
          <a:p>
            <a:endParaRPr lang="en-GB" dirty="0"/>
          </a:p>
        </p:txBody>
      </p:sp>
      <p:sp>
        <p:nvSpPr>
          <p:cNvPr id="15" name="TextBox 14">
            <a:extLst>
              <a:ext uri="{FF2B5EF4-FFF2-40B4-BE49-F238E27FC236}">
                <a16:creationId xmlns:a16="http://schemas.microsoft.com/office/drawing/2014/main" id="{34200287-714C-4533-A5EB-E72AE4921238}"/>
              </a:ext>
            </a:extLst>
          </p:cNvPr>
          <p:cNvSpPr txBox="1"/>
          <p:nvPr/>
        </p:nvSpPr>
        <p:spPr>
          <a:xfrm>
            <a:off x="8825023" y="1815912"/>
            <a:ext cx="3083442" cy="923330"/>
          </a:xfrm>
          <a:prstGeom prst="rect">
            <a:avLst/>
          </a:prstGeom>
          <a:noFill/>
        </p:spPr>
        <p:txBody>
          <a:bodyPr wrap="square" rtlCol="0">
            <a:spAutoFit/>
          </a:bodyPr>
          <a:lstStyle/>
          <a:p>
            <a:r>
              <a:rPr lang="en-GB" dirty="0"/>
              <a:t>Get Windos 3 here!</a:t>
            </a:r>
          </a:p>
          <a:p>
            <a:endParaRPr lang="en-GB" dirty="0"/>
          </a:p>
          <a:p>
            <a:r>
              <a:rPr lang="en-GB" dirty="0">
                <a:hlinkClick r:id="rId10"/>
              </a:rPr>
              <a:t>Press here to request a copy</a:t>
            </a:r>
            <a:endParaRPr lang="en-GB" dirty="0"/>
          </a:p>
        </p:txBody>
      </p:sp>
      <p:sp>
        <p:nvSpPr>
          <p:cNvPr id="16" name="Rectangle 15">
            <a:extLst>
              <a:ext uri="{FF2B5EF4-FFF2-40B4-BE49-F238E27FC236}">
                <a16:creationId xmlns:a16="http://schemas.microsoft.com/office/drawing/2014/main" id="{5EF11B61-747C-4777-8DA5-2FB4EBE067F7}"/>
              </a:ext>
            </a:extLst>
          </p:cNvPr>
          <p:cNvSpPr/>
          <p:nvPr/>
        </p:nvSpPr>
        <p:spPr>
          <a:xfrm>
            <a:off x="7708604" y="3429000"/>
            <a:ext cx="4199861" cy="18022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 name="TextBox 16">
            <a:extLst>
              <a:ext uri="{FF2B5EF4-FFF2-40B4-BE49-F238E27FC236}">
                <a16:creationId xmlns:a16="http://schemas.microsoft.com/office/drawing/2014/main" id="{3410D3AC-101C-4F5F-AF4D-2CFEAFC7D81A}"/>
              </a:ext>
            </a:extLst>
          </p:cNvPr>
          <p:cNvSpPr txBox="1"/>
          <p:nvPr/>
        </p:nvSpPr>
        <p:spPr>
          <a:xfrm>
            <a:off x="7708604" y="3429000"/>
            <a:ext cx="4199861" cy="646331"/>
          </a:xfrm>
          <a:prstGeom prst="rect">
            <a:avLst/>
          </a:prstGeom>
          <a:noFill/>
        </p:spPr>
        <p:txBody>
          <a:bodyPr wrap="square" rtlCol="0">
            <a:spAutoFit/>
          </a:bodyPr>
          <a:lstStyle/>
          <a:p>
            <a:r>
              <a:rPr lang="en-GB" u="sng" dirty="0"/>
              <a:t>Advert:</a:t>
            </a:r>
          </a:p>
          <a:p>
            <a:endParaRPr lang="en-GB" u="sng" dirty="0"/>
          </a:p>
        </p:txBody>
      </p:sp>
      <p:pic>
        <p:nvPicPr>
          <p:cNvPr id="21" name="Picture 20">
            <a:extLst>
              <a:ext uri="{FF2B5EF4-FFF2-40B4-BE49-F238E27FC236}">
                <a16:creationId xmlns:a16="http://schemas.microsoft.com/office/drawing/2014/main" id="{E4C59B7F-BE87-4EF7-9BD3-D48A517DBAAE}"/>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845940" y="1788245"/>
            <a:ext cx="979082" cy="726416"/>
          </a:xfrm>
          <a:prstGeom prst="rect">
            <a:avLst/>
          </a:prstGeom>
        </p:spPr>
      </p:pic>
      <p:sp>
        <p:nvSpPr>
          <p:cNvPr id="22" name="TextBox 21">
            <a:extLst>
              <a:ext uri="{FF2B5EF4-FFF2-40B4-BE49-F238E27FC236}">
                <a16:creationId xmlns:a16="http://schemas.microsoft.com/office/drawing/2014/main" id="{12BC5784-6317-4C4C-9963-72D7E68EF787}"/>
              </a:ext>
            </a:extLst>
          </p:cNvPr>
          <p:cNvSpPr txBox="1"/>
          <p:nvPr/>
        </p:nvSpPr>
        <p:spPr>
          <a:xfrm>
            <a:off x="8229600" y="4001294"/>
            <a:ext cx="3267739" cy="923330"/>
          </a:xfrm>
          <a:prstGeom prst="rect">
            <a:avLst/>
          </a:prstGeom>
          <a:noFill/>
        </p:spPr>
        <p:txBody>
          <a:bodyPr wrap="square" rtlCol="0">
            <a:spAutoFit/>
          </a:bodyPr>
          <a:lstStyle/>
          <a:p>
            <a:r>
              <a:rPr lang="en-GB" dirty="0"/>
              <a:t>Cannot load this advert</a:t>
            </a:r>
          </a:p>
          <a:p>
            <a:endParaRPr lang="en-GB" dirty="0"/>
          </a:p>
          <a:p>
            <a:r>
              <a:rPr lang="en-GB" dirty="0">
                <a:hlinkClick r:id="rId12" action="ppaction://hlinksldjump"/>
              </a:rPr>
              <a:t>retry</a:t>
            </a:r>
            <a:endParaRPr lang="en-GB" dirty="0"/>
          </a:p>
        </p:txBody>
      </p:sp>
    </p:spTree>
    <p:extLst>
      <p:ext uri="{BB962C8B-B14F-4D97-AF65-F5344CB8AC3E}">
        <p14:creationId xmlns:p14="http://schemas.microsoft.com/office/powerpoint/2010/main" val="64379097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14D70-FD91-47DF-9864-0389AD411DEB}"/>
              </a:ext>
            </a:extLst>
          </p:cNvPr>
          <p:cNvSpPr>
            <a:spLocks noGrp="1"/>
          </p:cNvSpPr>
          <p:nvPr>
            <p:ph type="title"/>
          </p:nvPr>
        </p:nvSpPr>
        <p:spPr/>
        <p:txBody>
          <a:bodyPr/>
          <a:lstStyle/>
          <a:p>
            <a:endParaRPr lang="en-GB" dirty="0"/>
          </a:p>
        </p:txBody>
      </p:sp>
      <p:sp>
        <p:nvSpPr>
          <p:cNvPr id="3" name="Content Placeholder 2">
            <a:extLst>
              <a:ext uri="{FF2B5EF4-FFF2-40B4-BE49-F238E27FC236}">
                <a16:creationId xmlns:a16="http://schemas.microsoft.com/office/drawing/2014/main" id="{984F0752-E768-4AB8-8C32-3EC67AC9C3CC}"/>
              </a:ext>
            </a:extLst>
          </p:cNvPr>
          <p:cNvSpPr>
            <a:spLocks noGrp="1"/>
          </p:cNvSpPr>
          <p:nvPr>
            <p:ph idx="1"/>
          </p:nvPr>
        </p:nvSpPr>
        <p:spPr/>
        <p:txBody>
          <a:bodyPr/>
          <a:lstStyle/>
          <a:p>
            <a:endParaRPr lang="en-GB" dirty="0"/>
          </a:p>
        </p:txBody>
      </p:sp>
      <p:pic>
        <p:nvPicPr>
          <p:cNvPr id="4" name="Picture 3">
            <a:hlinkClick r:id="rId2" action="ppaction://hlinksldjump"/>
            <a:extLst>
              <a:ext uri="{FF2B5EF4-FFF2-40B4-BE49-F238E27FC236}">
                <a16:creationId xmlns:a16="http://schemas.microsoft.com/office/drawing/2014/main" id="{E46FE9EA-71B2-4117-BCC5-7BD02CA1217F}"/>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353022556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A55397-0195-40D2-9AEC-C3ACEC07389A}"/>
              </a:ext>
            </a:extLst>
          </p:cNvPr>
          <p:cNvSpPr>
            <a:spLocks noGrp="1"/>
          </p:cNvSpPr>
          <p:nvPr>
            <p:ph type="title"/>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received message</a:t>
            </a:r>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 </a:t>
            </a:r>
          </a:p>
        </p:txBody>
      </p:sp>
      <p:pic>
        <p:nvPicPr>
          <p:cNvPr id="12" name="Content Placeholder 11">
            <a:hlinkClick r:id="rId3" action="ppaction://hlinksldjump"/>
            <a:extLst>
              <a:ext uri="{FF2B5EF4-FFF2-40B4-BE49-F238E27FC236}">
                <a16:creationId xmlns:a16="http://schemas.microsoft.com/office/drawing/2014/main" id="{D6C78EC4-77E9-492C-AD86-7A168B721D15}"/>
              </a:ext>
            </a:extLst>
          </p:cNvPr>
          <p:cNvPicPr>
            <a:picLocks noGrp="1" noChangeAspect="1"/>
          </p:cNvPicPr>
          <p:nvPr>
            <p:ph idx="1"/>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081437" y="0"/>
            <a:ext cx="914400" cy="914400"/>
          </a:xfrm>
        </p:spPr>
      </p:pic>
      <p:sp>
        <p:nvSpPr>
          <p:cNvPr id="13" name="Rectangle 12">
            <a:extLst>
              <a:ext uri="{FF2B5EF4-FFF2-40B4-BE49-F238E27FC236}">
                <a16:creationId xmlns:a16="http://schemas.microsoft.com/office/drawing/2014/main" id="{9EEF4B2C-9E0F-4CF9-B0A4-5E15EF6EC981}"/>
              </a:ext>
            </a:extLst>
          </p:cNvPr>
          <p:cNvSpPr/>
          <p:nvPr/>
        </p:nvSpPr>
        <p:spPr>
          <a:xfrm>
            <a:off x="232144" y="1059971"/>
            <a:ext cx="11857075" cy="55969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Fr: dev@windos3.org</a:t>
            </a:r>
          </a:p>
        </p:txBody>
      </p:sp>
      <p:sp>
        <p:nvSpPr>
          <p:cNvPr id="14" name="Rectangle 13">
            <a:extLst>
              <a:ext uri="{FF2B5EF4-FFF2-40B4-BE49-F238E27FC236}">
                <a16:creationId xmlns:a16="http://schemas.microsoft.com/office/drawing/2014/main" id="{C653514E-6C5E-4806-9267-13E370C3D7D4}"/>
              </a:ext>
            </a:extLst>
          </p:cNvPr>
          <p:cNvSpPr/>
          <p:nvPr/>
        </p:nvSpPr>
        <p:spPr>
          <a:xfrm>
            <a:off x="192274" y="1836259"/>
            <a:ext cx="11896945" cy="5596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Sj: Windos 3 v1.00</a:t>
            </a:r>
          </a:p>
        </p:txBody>
      </p:sp>
      <p:cxnSp>
        <p:nvCxnSpPr>
          <p:cNvPr id="16" name="Straight Connector 15">
            <a:extLst>
              <a:ext uri="{FF2B5EF4-FFF2-40B4-BE49-F238E27FC236}">
                <a16:creationId xmlns:a16="http://schemas.microsoft.com/office/drawing/2014/main" id="{DA4F4679-CC11-4761-84B5-C16AE3E2B2C8}"/>
              </a:ext>
            </a:extLst>
          </p:cNvPr>
          <p:cNvCxnSpPr/>
          <p:nvPr/>
        </p:nvCxnSpPr>
        <p:spPr>
          <a:xfrm>
            <a:off x="0" y="2732567"/>
            <a:ext cx="12089219"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926DD7E4-42E9-4F68-92CC-2136E997EEC4}"/>
              </a:ext>
            </a:extLst>
          </p:cNvPr>
          <p:cNvSpPr txBox="1"/>
          <p:nvPr/>
        </p:nvSpPr>
        <p:spPr>
          <a:xfrm>
            <a:off x="0" y="2395948"/>
            <a:ext cx="11761382" cy="2862322"/>
          </a:xfrm>
          <a:prstGeom prst="rect">
            <a:avLst/>
          </a:prstGeom>
          <a:noFill/>
        </p:spPr>
        <p:txBody>
          <a:bodyPr wrap="square" rtlCol="0">
            <a:spAutoFit/>
          </a:bodyPr>
          <a:lstStyle/>
          <a:p>
            <a:r>
              <a:rPr lang="en-GB" dirty="0"/>
              <a:t>Hello there Windos user!</a:t>
            </a:r>
          </a:p>
          <a:p>
            <a:r>
              <a:rPr lang="en-GB" dirty="0"/>
              <a:t>You are lucky enough to have a copy of Windos 3 version 1.00!</a:t>
            </a:r>
          </a:p>
          <a:p>
            <a:r>
              <a:rPr lang="en-GB" dirty="0"/>
              <a:t>Thanks for downloading t!</a:t>
            </a:r>
          </a:p>
          <a:p>
            <a:r>
              <a:rPr lang="en-GB" dirty="0"/>
              <a:t>I have worked hard on it and I hope it makes you see PowerPoint in a whole new light.</a:t>
            </a:r>
          </a:p>
          <a:p>
            <a:r>
              <a:rPr lang="en-GB" dirty="0"/>
              <a:t>As a celebration of Windos reaching v1.00, I have removed the mouse pointer from the OS.</a:t>
            </a:r>
          </a:p>
          <a:p>
            <a:r>
              <a:rPr lang="en-GB" dirty="0"/>
              <a:t>Please do look at the whole thing and feel free to mod it as long as my name and these emails are removed.</a:t>
            </a:r>
          </a:p>
          <a:p>
            <a:r>
              <a:rPr lang="en-GB" dirty="0"/>
              <a:t>Signed, </a:t>
            </a:r>
          </a:p>
          <a:p>
            <a:r>
              <a:rPr lang="en-GB" dirty="0"/>
              <a:t>Szymon Mochort</a:t>
            </a:r>
          </a:p>
          <a:p>
            <a:endParaRPr lang="en-GB" dirty="0"/>
          </a:p>
          <a:p>
            <a:r>
              <a:rPr lang="en-GB" dirty="0"/>
              <a:t>PS my Gmail will send you a message as well. </a:t>
            </a:r>
          </a:p>
        </p:txBody>
      </p:sp>
    </p:spTree>
    <p:extLst>
      <p:ext uri="{BB962C8B-B14F-4D97-AF65-F5344CB8AC3E}">
        <p14:creationId xmlns:p14="http://schemas.microsoft.com/office/powerpoint/2010/main" val="20932917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A55397-0195-40D2-9AEC-C3ACEC07389A}"/>
              </a:ext>
            </a:extLst>
          </p:cNvPr>
          <p:cNvSpPr>
            <a:spLocks noGrp="1"/>
          </p:cNvSpPr>
          <p:nvPr>
            <p:ph type="title"/>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received message</a:t>
            </a:r>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 </a:t>
            </a:r>
          </a:p>
        </p:txBody>
      </p:sp>
      <p:pic>
        <p:nvPicPr>
          <p:cNvPr id="12" name="Content Placeholder 11">
            <a:hlinkClick r:id="rId3" action="ppaction://hlinksldjump"/>
            <a:extLst>
              <a:ext uri="{FF2B5EF4-FFF2-40B4-BE49-F238E27FC236}">
                <a16:creationId xmlns:a16="http://schemas.microsoft.com/office/drawing/2014/main" id="{D6C78EC4-77E9-492C-AD86-7A168B721D15}"/>
              </a:ext>
            </a:extLst>
          </p:cNvPr>
          <p:cNvPicPr>
            <a:picLocks noGrp="1" noChangeAspect="1"/>
          </p:cNvPicPr>
          <p:nvPr>
            <p:ph idx="1"/>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081437" y="0"/>
            <a:ext cx="914400" cy="914400"/>
          </a:xfrm>
        </p:spPr>
      </p:pic>
      <p:sp>
        <p:nvSpPr>
          <p:cNvPr id="13" name="Rectangle 12">
            <a:extLst>
              <a:ext uri="{FF2B5EF4-FFF2-40B4-BE49-F238E27FC236}">
                <a16:creationId xmlns:a16="http://schemas.microsoft.com/office/drawing/2014/main" id="{9EEF4B2C-9E0F-4CF9-B0A4-5E15EF6EC981}"/>
              </a:ext>
            </a:extLst>
          </p:cNvPr>
          <p:cNvSpPr/>
          <p:nvPr/>
        </p:nvSpPr>
        <p:spPr>
          <a:xfrm>
            <a:off x="232144" y="1059971"/>
            <a:ext cx="11857075" cy="55969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Fr: bill.gates@Microsoft.com</a:t>
            </a:r>
          </a:p>
        </p:txBody>
      </p:sp>
      <p:sp>
        <p:nvSpPr>
          <p:cNvPr id="14" name="Rectangle 13">
            <a:extLst>
              <a:ext uri="{FF2B5EF4-FFF2-40B4-BE49-F238E27FC236}">
                <a16:creationId xmlns:a16="http://schemas.microsoft.com/office/drawing/2014/main" id="{C653514E-6C5E-4806-9267-13E370C3D7D4}"/>
              </a:ext>
            </a:extLst>
          </p:cNvPr>
          <p:cNvSpPr/>
          <p:nvPr/>
        </p:nvSpPr>
        <p:spPr>
          <a:xfrm>
            <a:off x="192274" y="1836259"/>
            <a:ext cx="11896945" cy="5596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Sj: what is this horrible windows knock-off?</a:t>
            </a:r>
          </a:p>
        </p:txBody>
      </p:sp>
      <p:cxnSp>
        <p:nvCxnSpPr>
          <p:cNvPr id="16" name="Straight Connector 15">
            <a:extLst>
              <a:ext uri="{FF2B5EF4-FFF2-40B4-BE49-F238E27FC236}">
                <a16:creationId xmlns:a16="http://schemas.microsoft.com/office/drawing/2014/main" id="{DA4F4679-CC11-4761-84B5-C16AE3E2B2C8}"/>
              </a:ext>
            </a:extLst>
          </p:cNvPr>
          <p:cNvCxnSpPr/>
          <p:nvPr/>
        </p:nvCxnSpPr>
        <p:spPr>
          <a:xfrm>
            <a:off x="0" y="2732567"/>
            <a:ext cx="12089219"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18AE9887-467B-431A-8366-6CFF505E9A56}"/>
              </a:ext>
            </a:extLst>
          </p:cNvPr>
          <p:cNvSpPr txBox="1"/>
          <p:nvPr/>
        </p:nvSpPr>
        <p:spPr>
          <a:xfrm>
            <a:off x="102781" y="2541519"/>
            <a:ext cx="11972261" cy="3970318"/>
          </a:xfrm>
          <a:prstGeom prst="rect">
            <a:avLst/>
          </a:prstGeom>
          <a:noFill/>
        </p:spPr>
        <p:txBody>
          <a:bodyPr wrap="square" rtlCol="0">
            <a:spAutoFit/>
          </a:bodyPr>
          <a:lstStyle/>
          <a:p>
            <a:r>
              <a:rPr lang="en-GB" dirty="0"/>
              <a:t>Hello, </a:t>
            </a:r>
          </a:p>
          <a:p>
            <a:r>
              <a:rPr lang="en-GB" dirty="0"/>
              <a:t>I am the founder of Microsoft.</a:t>
            </a:r>
          </a:p>
          <a:p>
            <a:r>
              <a:rPr lang="en-GB" dirty="0"/>
              <a:t>I created Windows back in 1985 and I have seen a lot of knock-offs of it, but this one is by far the worst.</a:t>
            </a:r>
          </a:p>
          <a:p>
            <a:r>
              <a:rPr lang="en-GB" dirty="0"/>
              <a:t>Where is the code?</a:t>
            </a:r>
          </a:p>
          <a:p>
            <a:r>
              <a:rPr lang="en-GB" dirty="0"/>
              <a:t>I need to see the source code!</a:t>
            </a:r>
          </a:p>
          <a:p>
            <a:r>
              <a:rPr lang="en-GB" dirty="0"/>
              <a:t>Wait, it is just a PowerPoint presentation! How stupid!</a:t>
            </a:r>
          </a:p>
          <a:p>
            <a:r>
              <a:rPr lang="en-GB" dirty="0"/>
              <a:t>Bet the dev used hyperlinks to make it interactive.</a:t>
            </a:r>
          </a:p>
          <a:p>
            <a:r>
              <a:rPr lang="en-GB" dirty="0"/>
              <a:t>Ha ,ha, ha.</a:t>
            </a:r>
          </a:p>
          <a:p>
            <a:r>
              <a:rPr lang="en-GB" dirty="0"/>
              <a:t>Anyways, goodbye from me!</a:t>
            </a:r>
          </a:p>
          <a:p>
            <a:endParaRPr lang="en-GB" dirty="0"/>
          </a:p>
          <a:p>
            <a:r>
              <a:rPr lang="en-GB" dirty="0"/>
              <a:t>Bill Gates</a:t>
            </a:r>
          </a:p>
          <a:p>
            <a:r>
              <a:rPr lang="en-GB" dirty="0"/>
              <a:t>PS you should see </a:t>
            </a:r>
            <a:r>
              <a:rPr lang="en-GB" dirty="0">
                <a:hlinkClick r:id="rId6"/>
              </a:rPr>
              <a:t>this YouTube video</a:t>
            </a:r>
            <a:endParaRPr lang="en-GB" dirty="0"/>
          </a:p>
          <a:p>
            <a:endParaRPr lang="en-GB" dirty="0"/>
          </a:p>
          <a:p>
            <a:endParaRPr lang="en-GB" dirty="0"/>
          </a:p>
        </p:txBody>
      </p:sp>
    </p:spTree>
    <p:extLst>
      <p:ext uri="{BB962C8B-B14F-4D97-AF65-F5344CB8AC3E}">
        <p14:creationId xmlns:p14="http://schemas.microsoft.com/office/powerpoint/2010/main" val="167604964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A55397-0195-40D2-9AEC-C3ACEC07389A}"/>
              </a:ext>
            </a:extLst>
          </p:cNvPr>
          <p:cNvSpPr>
            <a:spLocks noGrp="1"/>
          </p:cNvSpPr>
          <p:nvPr>
            <p:ph type="title"/>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received message</a:t>
            </a:r>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 </a:t>
            </a:r>
          </a:p>
        </p:txBody>
      </p:sp>
      <p:pic>
        <p:nvPicPr>
          <p:cNvPr id="12" name="Content Placeholder 11">
            <a:hlinkClick r:id="rId3" action="ppaction://hlinksldjump"/>
            <a:extLst>
              <a:ext uri="{FF2B5EF4-FFF2-40B4-BE49-F238E27FC236}">
                <a16:creationId xmlns:a16="http://schemas.microsoft.com/office/drawing/2014/main" id="{D6C78EC4-77E9-492C-AD86-7A168B721D15}"/>
              </a:ext>
            </a:extLst>
          </p:cNvPr>
          <p:cNvPicPr>
            <a:picLocks noGrp="1" noChangeAspect="1"/>
          </p:cNvPicPr>
          <p:nvPr>
            <p:ph idx="1"/>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081437" y="0"/>
            <a:ext cx="914400" cy="914400"/>
          </a:xfrm>
        </p:spPr>
      </p:pic>
      <p:sp>
        <p:nvSpPr>
          <p:cNvPr id="13" name="Rectangle 12">
            <a:extLst>
              <a:ext uri="{FF2B5EF4-FFF2-40B4-BE49-F238E27FC236}">
                <a16:creationId xmlns:a16="http://schemas.microsoft.com/office/drawing/2014/main" id="{9EEF4B2C-9E0F-4CF9-B0A4-5E15EF6EC981}"/>
              </a:ext>
            </a:extLst>
          </p:cNvPr>
          <p:cNvSpPr/>
          <p:nvPr/>
        </p:nvSpPr>
        <p:spPr>
          <a:xfrm>
            <a:off x="232144" y="1059971"/>
            <a:ext cx="11857075" cy="55969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Fr: szymonmochort11@gmail.com</a:t>
            </a:r>
          </a:p>
        </p:txBody>
      </p:sp>
      <p:sp>
        <p:nvSpPr>
          <p:cNvPr id="14" name="Rectangle 13">
            <a:extLst>
              <a:ext uri="{FF2B5EF4-FFF2-40B4-BE49-F238E27FC236}">
                <a16:creationId xmlns:a16="http://schemas.microsoft.com/office/drawing/2014/main" id="{C653514E-6C5E-4806-9267-13E370C3D7D4}"/>
              </a:ext>
            </a:extLst>
          </p:cNvPr>
          <p:cNvSpPr/>
          <p:nvPr/>
        </p:nvSpPr>
        <p:spPr>
          <a:xfrm>
            <a:off x="192274" y="1836259"/>
            <a:ext cx="11896945" cy="5596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Sj: support ticket #1</a:t>
            </a:r>
          </a:p>
        </p:txBody>
      </p:sp>
      <p:cxnSp>
        <p:nvCxnSpPr>
          <p:cNvPr id="16" name="Straight Connector 15">
            <a:extLst>
              <a:ext uri="{FF2B5EF4-FFF2-40B4-BE49-F238E27FC236}">
                <a16:creationId xmlns:a16="http://schemas.microsoft.com/office/drawing/2014/main" id="{DA4F4679-CC11-4761-84B5-C16AE3E2B2C8}"/>
              </a:ext>
            </a:extLst>
          </p:cNvPr>
          <p:cNvCxnSpPr/>
          <p:nvPr/>
        </p:nvCxnSpPr>
        <p:spPr>
          <a:xfrm>
            <a:off x="0" y="2732567"/>
            <a:ext cx="12089219"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41DF3193-EE41-4C09-8422-E658DE9A65F2}"/>
              </a:ext>
            </a:extLst>
          </p:cNvPr>
          <p:cNvSpPr/>
          <p:nvPr/>
        </p:nvSpPr>
        <p:spPr>
          <a:xfrm>
            <a:off x="232144" y="2732567"/>
            <a:ext cx="4701363" cy="6068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Windos 3 support ticket</a:t>
            </a:r>
          </a:p>
        </p:txBody>
      </p:sp>
      <p:sp>
        <p:nvSpPr>
          <p:cNvPr id="3" name="TextBox 2">
            <a:extLst>
              <a:ext uri="{FF2B5EF4-FFF2-40B4-BE49-F238E27FC236}">
                <a16:creationId xmlns:a16="http://schemas.microsoft.com/office/drawing/2014/main" id="{34C6F4BD-2863-41A0-A622-E39B23D4B185}"/>
              </a:ext>
            </a:extLst>
          </p:cNvPr>
          <p:cNvSpPr txBox="1"/>
          <p:nvPr/>
        </p:nvSpPr>
        <p:spPr>
          <a:xfrm>
            <a:off x="192274" y="3735092"/>
            <a:ext cx="11503540" cy="646331"/>
          </a:xfrm>
          <a:prstGeom prst="rect">
            <a:avLst/>
          </a:prstGeom>
          <a:noFill/>
        </p:spPr>
        <p:txBody>
          <a:bodyPr wrap="square" rtlCol="0">
            <a:spAutoFit/>
          </a:bodyPr>
          <a:lstStyle/>
          <a:p>
            <a:r>
              <a:rPr lang="en-GB" dirty="0"/>
              <a:t>Tap on the below button to send an email to me for feedback and support!</a:t>
            </a:r>
          </a:p>
          <a:p>
            <a:r>
              <a:rPr lang="en-GB" dirty="0"/>
              <a:t>I also accept suggestions for features! </a:t>
            </a:r>
          </a:p>
        </p:txBody>
      </p:sp>
      <p:sp>
        <p:nvSpPr>
          <p:cNvPr id="8" name="Rectangle 7">
            <a:hlinkClick r:id="rId6"/>
            <a:extLst>
              <a:ext uri="{FF2B5EF4-FFF2-40B4-BE49-F238E27FC236}">
                <a16:creationId xmlns:a16="http://schemas.microsoft.com/office/drawing/2014/main" id="{E7847B22-21ED-4597-8068-2A503175DC00}"/>
              </a:ext>
            </a:extLst>
          </p:cNvPr>
          <p:cNvSpPr/>
          <p:nvPr/>
        </p:nvSpPr>
        <p:spPr>
          <a:xfrm>
            <a:off x="3455581" y="5124893"/>
            <a:ext cx="6347638" cy="10207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Press to send an email</a:t>
            </a:r>
          </a:p>
        </p:txBody>
      </p:sp>
    </p:spTree>
    <p:extLst>
      <p:ext uri="{BB962C8B-B14F-4D97-AF65-F5344CB8AC3E}">
        <p14:creationId xmlns:p14="http://schemas.microsoft.com/office/powerpoint/2010/main" val="267177785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A55397-0195-40D2-9AEC-C3ACEC07389A}"/>
              </a:ext>
            </a:extLst>
          </p:cNvPr>
          <p:cNvSpPr>
            <a:spLocks noGrp="1"/>
          </p:cNvSpPr>
          <p:nvPr>
            <p:ph type="title"/>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sent message</a:t>
            </a:r>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 </a:t>
            </a:r>
          </a:p>
        </p:txBody>
      </p:sp>
      <p:pic>
        <p:nvPicPr>
          <p:cNvPr id="12" name="Content Placeholder 11">
            <a:hlinkClick r:id="rId3" action="ppaction://hlinksldjump"/>
            <a:extLst>
              <a:ext uri="{FF2B5EF4-FFF2-40B4-BE49-F238E27FC236}">
                <a16:creationId xmlns:a16="http://schemas.microsoft.com/office/drawing/2014/main" id="{D6C78EC4-77E9-492C-AD86-7A168B721D15}"/>
              </a:ext>
            </a:extLst>
          </p:cNvPr>
          <p:cNvPicPr>
            <a:picLocks noGrp="1" noChangeAspect="1"/>
          </p:cNvPicPr>
          <p:nvPr>
            <p:ph idx="1"/>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081437" y="0"/>
            <a:ext cx="914400" cy="914400"/>
          </a:xfrm>
        </p:spPr>
      </p:pic>
      <p:sp>
        <p:nvSpPr>
          <p:cNvPr id="13" name="Rectangle 12">
            <a:extLst>
              <a:ext uri="{FF2B5EF4-FFF2-40B4-BE49-F238E27FC236}">
                <a16:creationId xmlns:a16="http://schemas.microsoft.com/office/drawing/2014/main" id="{9EEF4B2C-9E0F-4CF9-B0A4-5E15EF6EC981}"/>
              </a:ext>
            </a:extLst>
          </p:cNvPr>
          <p:cNvSpPr/>
          <p:nvPr/>
        </p:nvSpPr>
        <p:spPr>
          <a:xfrm>
            <a:off x="232144" y="1059971"/>
            <a:ext cx="11857075" cy="5596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To: bill.gates@Microsoft.com</a:t>
            </a:r>
          </a:p>
        </p:txBody>
      </p:sp>
      <p:sp>
        <p:nvSpPr>
          <p:cNvPr id="14" name="Rectangle 13">
            <a:extLst>
              <a:ext uri="{FF2B5EF4-FFF2-40B4-BE49-F238E27FC236}">
                <a16:creationId xmlns:a16="http://schemas.microsoft.com/office/drawing/2014/main" id="{C653514E-6C5E-4806-9267-13E370C3D7D4}"/>
              </a:ext>
            </a:extLst>
          </p:cNvPr>
          <p:cNvSpPr/>
          <p:nvPr/>
        </p:nvSpPr>
        <p:spPr>
          <a:xfrm>
            <a:off x="192274" y="1836259"/>
            <a:ext cx="11896945" cy="5596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Sj: signature request</a:t>
            </a:r>
          </a:p>
        </p:txBody>
      </p:sp>
      <p:cxnSp>
        <p:nvCxnSpPr>
          <p:cNvPr id="16" name="Straight Connector 15">
            <a:extLst>
              <a:ext uri="{FF2B5EF4-FFF2-40B4-BE49-F238E27FC236}">
                <a16:creationId xmlns:a16="http://schemas.microsoft.com/office/drawing/2014/main" id="{DA4F4679-CC11-4761-84B5-C16AE3E2B2C8}"/>
              </a:ext>
            </a:extLst>
          </p:cNvPr>
          <p:cNvCxnSpPr/>
          <p:nvPr/>
        </p:nvCxnSpPr>
        <p:spPr>
          <a:xfrm>
            <a:off x="0" y="2732567"/>
            <a:ext cx="12089219"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B7BC10F-5585-48EC-AEFD-5A770E4F491C}"/>
              </a:ext>
            </a:extLst>
          </p:cNvPr>
          <p:cNvSpPr txBox="1"/>
          <p:nvPr/>
        </p:nvSpPr>
        <p:spPr>
          <a:xfrm>
            <a:off x="116071" y="2541519"/>
            <a:ext cx="11857075" cy="2308324"/>
          </a:xfrm>
          <a:prstGeom prst="rect">
            <a:avLst/>
          </a:prstGeom>
          <a:noFill/>
        </p:spPr>
        <p:txBody>
          <a:bodyPr wrap="square" rtlCol="0">
            <a:spAutoFit/>
          </a:bodyPr>
          <a:lstStyle/>
          <a:p>
            <a:r>
              <a:rPr lang="en-GB" dirty="0"/>
              <a:t>Can I have a copy of your signature please?</a:t>
            </a:r>
          </a:p>
          <a:p>
            <a:r>
              <a:rPr lang="en-GB" dirty="0"/>
              <a:t>I need it in PPTX format</a:t>
            </a:r>
          </a:p>
          <a:p>
            <a:endParaRPr lang="en-GB" dirty="0"/>
          </a:p>
          <a:p>
            <a:r>
              <a:rPr lang="en-GB" dirty="0"/>
              <a:t>Signed, </a:t>
            </a:r>
          </a:p>
          <a:p>
            <a:endParaRPr lang="en-GB" dirty="0"/>
          </a:p>
          <a:p>
            <a:r>
              <a:rPr lang="en-GB" dirty="0">
                <a:latin typeface="Ink Free" panose="03080402000500000000" pitchFamily="66" charset="0"/>
              </a:rPr>
              <a:t>Anonymous Windos 3 user.</a:t>
            </a:r>
            <a:endParaRPr lang="en-GB" dirty="0"/>
          </a:p>
          <a:p>
            <a:endParaRPr lang="en-GB" dirty="0">
              <a:latin typeface="Ink Free" panose="03080402000500000000" pitchFamily="66" charset="0"/>
            </a:endParaRPr>
          </a:p>
          <a:p>
            <a:r>
              <a:rPr lang="en-GB" dirty="0"/>
              <a:t>PS I also would love a copy of Windows me. </a:t>
            </a:r>
          </a:p>
        </p:txBody>
      </p:sp>
    </p:spTree>
    <p:extLst>
      <p:ext uri="{BB962C8B-B14F-4D97-AF65-F5344CB8AC3E}">
        <p14:creationId xmlns:p14="http://schemas.microsoft.com/office/powerpoint/2010/main" val="272353000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A55397-0195-40D2-9AEC-C3ACEC07389A}"/>
              </a:ext>
            </a:extLst>
          </p:cNvPr>
          <p:cNvSpPr>
            <a:spLocks noGrp="1"/>
          </p:cNvSpPr>
          <p:nvPr>
            <p:ph type="title"/>
          </p:nvPr>
        </p:nvSpPr>
        <p:spPr/>
        <p:txBody>
          <a:bodyPr/>
          <a:lstStyle/>
          <a:p>
            <a:endParaRPr lang="en-GB" dirty="0"/>
          </a:p>
        </p:txBody>
      </p:sp>
      <p:sp>
        <p:nvSpPr>
          <p:cNvPr id="4" name="Rectangle 3">
            <a:extLst>
              <a:ext uri="{FF2B5EF4-FFF2-40B4-BE49-F238E27FC236}">
                <a16:creationId xmlns:a16="http://schemas.microsoft.com/office/drawing/2014/main" id="{19E8B571-F1EF-46A7-AD15-3DE701879D3F}"/>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sent message</a:t>
            </a:r>
          </a:p>
        </p:txBody>
      </p:sp>
      <p:sp>
        <p:nvSpPr>
          <p:cNvPr id="7" name="Rectangle 6">
            <a:hlinkClick r:id="rId2"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 </a:t>
            </a:r>
          </a:p>
        </p:txBody>
      </p:sp>
      <p:pic>
        <p:nvPicPr>
          <p:cNvPr id="12" name="Content Placeholder 11">
            <a:hlinkClick r:id="rId3" action="ppaction://hlinksldjump"/>
            <a:extLst>
              <a:ext uri="{FF2B5EF4-FFF2-40B4-BE49-F238E27FC236}">
                <a16:creationId xmlns:a16="http://schemas.microsoft.com/office/drawing/2014/main" id="{D6C78EC4-77E9-492C-AD86-7A168B721D15}"/>
              </a:ext>
            </a:extLst>
          </p:cNvPr>
          <p:cNvPicPr>
            <a:picLocks noGrp="1" noChangeAspect="1"/>
          </p:cNvPicPr>
          <p:nvPr>
            <p:ph idx="1"/>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081437" y="0"/>
            <a:ext cx="914400" cy="914400"/>
          </a:xfrm>
        </p:spPr>
      </p:pic>
      <p:sp>
        <p:nvSpPr>
          <p:cNvPr id="13" name="Rectangle 12">
            <a:extLst>
              <a:ext uri="{FF2B5EF4-FFF2-40B4-BE49-F238E27FC236}">
                <a16:creationId xmlns:a16="http://schemas.microsoft.com/office/drawing/2014/main" id="{9EEF4B2C-9E0F-4CF9-B0A4-5E15EF6EC981}"/>
              </a:ext>
            </a:extLst>
          </p:cNvPr>
          <p:cNvSpPr/>
          <p:nvPr/>
        </p:nvSpPr>
        <p:spPr>
          <a:xfrm>
            <a:off x="232144" y="1059971"/>
            <a:ext cx="11857075" cy="5596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To: szymonmochort11@gmail.com</a:t>
            </a:r>
          </a:p>
        </p:txBody>
      </p:sp>
      <p:sp>
        <p:nvSpPr>
          <p:cNvPr id="14" name="Rectangle 13">
            <a:extLst>
              <a:ext uri="{FF2B5EF4-FFF2-40B4-BE49-F238E27FC236}">
                <a16:creationId xmlns:a16="http://schemas.microsoft.com/office/drawing/2014/main" id="{C653514E-6C5E-4806-9267-13E370C3D7D4}"/>
              </a:ext>
            </a:extLst>
          </p:cNvPr>
          <p:cNvSpPr/>
          <p:nvPr/>
        </p:nvSpPr>
        <p:spPr>
          <a:xfrm>
            <a:off x="192274" y="1836259"/>
            <a:ext cx="11896945" cy="5596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Sj: rating of Windos</a:t>
            </a:r>
          </a:p>
        </p:txBody>
      </p:sp>
      <p:cxnSp>
        <p:nvCxnSpPr>
          <p:cNvPr id="16" name="Straight Connector 15">
            <a:extLst>
              <a:ext uri="{FF2B5EF4-FFF2-40B4-BE49-F238E27FC236}">
                <a16:creationId xmlns:a16="http://schemas.microsoft.com/office/drawing/2014/main" id="{DA4F4679-CC11-4761-84B5-C16AE3E2B2C8}"/>
              </a:ext>
            </a:extLst>
          </p:cNvPr>
          <p:cNvCxnSpPr/>
          <p:nvPr/>
        </p:nvCxnSpPr>
        <p:spPr>
          <a:xfrm>
            <a:off x="0" y="2732567"/>
            <a:ext cx="12089219"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076C8304-EEAD-4AC9-AAE6-29A10A3E6C7C}"/>
              </a:ext>
            </a:extLst>
          </p:cNvPr>
          <p:cNvSpPr txBox="1"/>
          <p:nvPr/>
        </p:nvSpPr>
        <p:spPr>
          <a:xfrm>
            <a:off x="232144" y="2732567"/>
            <a:ext cx="11580628" cy="646331"/>
          </a:xfrm>
          <a:prstGeom prst="rect">
            <a:avLst/>
          </a:prstGeom>
          <a:noFill/>
        </p:spPr>
        <p:txBody>
          <a:bodyPr wrap="square" rtlCol="0">
            <a:spAutoFit/>
          </a:bodyPr>
          <a:lstStyle/>
          <a:p>
            <a:r>
              <a:rPr lang="en-GB" dirty="0"/>
              <a:t>My rating for Windos:</a:t>
            </a:r>
          </a:p>
          <a:p>
            <a:endParaRPr lang="en-GB" dirty="0"/>
          </a:p>
        </p:txBody>
      </p:sp>
      <p:pic>
        <p:nvPicPr>
          <p:cNvPr id="1026" name="Picture 2" descr="Clixstamper - Gold Star - Stamps Direct Ltd">
            <a:extLst>
              <a:ext uri="{FF2B5EF4-FFF2-40B4-BE49-F238E27FC236}">
                <a16:creationId xmlns:a16="http://schemas.microsoft.com/office/drawing/2014/main" id="{547B1711-4559-4AEF-AC45-2C646B202EF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6987" y="3387275"/>
            <a:ext cx="1099665" cy="109966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Clixstamper - Gold Star - Stamps Direct Ltd">
            <a:extLst>
              <a:ext uri="{FF2B5EF4-FFF2-40B4-BE49-F238E27FC236}">
                <a16:creationId xmlns:a16="http://schemas.microsoft.com/office/drawing/2014/main" id="{E6296883-C190-4C2D-9A13-B867BBBA000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97674" y="3387275"/>
            <a:ext cx="1099665" cy="1099665"/>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Clixstamper - Gold Star - Stamps Direct Ltd">
            <a:extLst>
              <a:ext uri="{FF2B5EF4-FFF2-40B4-BE49-F238E27FC236}">
                <a16:creationId xmlns:a16="http://schemas.microsoft.com/office/drawing/2014/main" id="{84F91160-0B37-4A32-909D-16930ACF67E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22436" y="3420024"/>
            <a:ext cx="1099665" cy="1099665"/>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Clixstamper - Gold Star - Stamps Direct Ltd">
            <a:extLst>
              <a:ext uri="{FF2B5EF4-FFF2-40B4-BE49-F238E27FC236}">
                <a16:creationId xmlns:a16="http://schemas.microsoft.com/office/drawing/2014/main" id="{C86BEBBD-3774-4C49-A649-83D230E7D4C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96335" y="3429852"/>
            <a:ext cx="1099665" cy="1099665"/>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Clixstamper - Gold Star - Stamps Direct Ltd">
            <a:extLst>
              <a:ext uri="{FF2B5EF4-FFF2-40B4-BE49-F238E27FC236}">
                <a16:creationId xmlns:a16="http://schemas.microsoft.com/office/drawing/2014/main" id="{243BBF65-A928-4564-9E04-5EC6924A7DD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55861" y="3420024"/>
            <a:ext cx="1099665" cy="109966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95591DF3-D4AA-4201-995D-4D9658B0F15C}"/>
              </a:ext>
            </a:extLst>
          </p:cNvPr>
          <p:cNvSpPr txBox="1"/>
          <p:nvPr/>
        </p:nvSpPr>
        <p:spPr>
          <a:xfrm>
            <a:off x="414670" y="5071730"/>
            <a:ext cx="8761228" cy="923330"/>
          </a:xfrm>
          <a:prstGeom prst="rect">
            <a:avLst/>
          </a:prstGeom>
          <a:noFill/>
        </p:spPr>
        <p:txBody>
          <a:bodyPr wrap="square" rtlCol="0">
            <a:spAutoFit/>
          </a:bodyPr>
          <a:lstStyle/>
          <a:p>
            <a:r>
              <a:rPr lang="en-GB" dirty="0"/>
              <a:t>Signed, </a:t>
            </a:r>
          </a:p>
          <a:p>
            <a:endParaRPr lang="en-GB" dirty="0"/>
          </a:p>
          <a:p>
            <a:r>
              <a:rPr lang="en-GB" dirty="0">
                <a:latin typeface="Ink Free" panose="03080402000500000000" pitchFamily="66" charset="0"/>
              </a:rPr>
              <a:t>The Windos 3 community. </a:t>
            </a:r>
          </a:p>
        </p:txBody>
      </p:sp>
    </p:spTree>
    <p:extLst>
      <p:ext uri="{BB962C8B-B14F-4D97-AF65-F5344CB8AC3E}">
        <p14:creationId xmlns:p14="http://schemas.microsoft.com/office/powerpoint/2010/main" val="103892141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AC828EF0-92D5-4357-BDE7-02758D3D58B3}"/>
              </a:ext>
            </a:extLst>
          </p:cNvPr>
          <p:cNvSpPr>
            <a:spLocks noGrp="1"/>
          </p:cNvSpPr>
          <p:nvPr>
            <p:ph type="title"/>
          </p:nvPr>
        </p:nvSpPr>
        <p:spPr/>
        <p:txBody>
          <a:bodyPr/>
          <a:lstStyle/>
          <a:p>
            <a:endParaRPr lang="en-GB" dirty="0"/>
          </a:p>
        </p:txBody>
      </p:sp>
      <p:pic>
        <p:nvPicPr>
          <p:cNvPr id="8" name="Content Placeholder 7">
            <a:hlinkClick r:id="rId2" action="ppaction://hlinksldjump"/>
            <a:extLst>
              <a:ext uri="{FF2B5EF4-FFF2-40B4-BE49-F238E27FC236}">
                <a16:creationId xmlns:a16="http://schemas.microsoft.com/office/drawing/2014/main" id="{8AEEDECC-FB88-4673-BDEE-B34428DDC5BB}"/>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38800" y="3544094"/>
            <a:ext cx="914400" cy="914400"/>
          </a:xfrm>
        </p:spPr>
      </p:pic>
      <p:sp>
        <p:nvSpPr>
          <p:cNvPr id="4" name="Rectangle 3">
            <a:extLst>
              <a:ext uri="{FF2B5EF4-FFF2-40B4-BE49-F238E27FC236}">
                <a16:creationId xmlns:a16="http://schemas.microsoft.com/office/drawing/2014/main" id="{19E8B571-F1EF-46A7-AD15-3DE701879D3F}"/>
              </a:ext>
            </a:extLst>
          </p:cNvPr>
          <p:cNvSpPr/>
          <p:nvPr/>
        </p:nvSpPr>
        <p:spPr>
          <a:xfrm>
            <a:off x="0" y="900368"/>
            <a:ext cx="12192000" cy="5957632"/>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\\websites\mime102</a:t>
            </a:r>
          </a:p>
        </p:txBody>
      </p:sp>
      <p:sp>
        <p:nvSpPr>
          <p:cNvPr id="7" name="Rectangle 6">
            <a:hlinkClick r:id="rId5"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 </a:t>
            </a:r>
          </a:p>
        </p:txBody>
      </p:sp>
      <p:pic>
        <p:nvPicPr>
          <p:cNvPr id="12" name="Graphic 11">
            <a:hlinkClick r:id="rId2" action="ppaction://hlinksldjump"/>
            <a:extLst>
              <a:ext uri="{FF2B5EF4-FFF2-40B4-BE49-F238E27FC236}">
                <a16:creationId xmlns:a16="http://schemas.microsoft.com/office/drawing/2014/main" id="{FA3CEC08-8C3C-483D-9489-36E3A23C263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302063" y="-43785"/>
            <a:ext cx="914400" cy="914400"/>
          </a:xfrm>
          <a:prstGeom prst="rect">
            <a:avLst/>
          </a:prstGeom>
        </p:spPr>
      </p:pic>
      <p:pic>
        <p:nvPicPr>
          <p:cNvPr id="2050" name="Picture 2" descr="Joker Mime Goon | Lego Marvel and DC Superheroes Wiki | Fandom">
            <a:extLst>
              <a:ext uri="{FF2B5EF4-FFF2-40B4-BE49-F238E27FC236}">
                <a16:creationId xmlns:a16="http://schemas.microsoft.com/office/drawing/2014/main" id="{35500CF1-55EF-4895-AEAF-42A2B2A7E35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900368"/>
            <a:ext cx="5879805" cy="587980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E058B7C0-A000-41E1-9F52-F422B151FD41}"/>
              </a:ext>
            </a:extLst>
          </p:cNvPr>
          <p:cNvSpPr txBox="1"/>
          <p:nvPr/>
        </p:nvSpPr>
        <p:spPr>
          <a:xfrm>
            <a:off x="6826102" y="2052084"/>
            <a:ext cx="3646968" cy="369332"/>
          </a:xfrm>
          <a:prstGeom prst="rect">
            <a:avLst/>
          </a:prstGeom>
          <a:noFill/>
        </p:spPr>
        <p:txBody>
          <a:bodyPr wrap="square" rtlCol="0">
            <a:spAutoFit/>
          </a:bodyPr>
          <a:lstStyle/>
          <a:p>
            <a:r>
              <a:rPr lang="en-GB" dirty="0"/>
              <a:t>#evil face</a:t>
            </a:r>
          </a:p>
        </p:txBody>
      </p:sp>
    </p:spTree>
    <p:extLst>
      <p:ext uri="{BB962C8B-B14F-4D97-AF65-F5344CB8AC3E}">
        <p14:creationId xmlns:p14="http://schemas.microsoft.com/office/powerpoint/2010/main" val="423725330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AC828EF0-92D5-4357-BDE7-02758D3D58B3}"/>
              </a:ext>
            </a:extLst>
          </p:cNvPr>
          <p:cNvSpPr>
            <a:spLocks noGrp="1"/>
          </p:cNvSpPr>
          <p:nvPr>
            <p:ph type="title"/>
          </p:nvPr>
        </p:nvSpPr>
        <p:spPr/>
        <p:txBody>
          <a:bodyPr/>
          <a:lstStyle/>
          <a:p>
            <a:endParaRPr lang="en-GB" dirty="0"/>
          </a:p>
        </p:txBody>
      </p:sp>
      <p:pic>
        <p:nvPicPr>
          <p:cNvPr id="8" name="Content Placeholder 7">
            <a:hlinkClick r:id="rId2" action="ppaction://hlinksldjump"/>
            <a:extLst>
              <a:ext uri="{FF2B5EF4-FFF2-40B4-BE49-F238E27FC236}">
                <a16:creationId xmlns:a16="http://schemas.microsoft.com/office/drawing/2014/main" id="{8AEEDECC-FB88-4673-BDEE-B34428DDC5BB}"/>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38800" y="3544094"/>
            <a:ext cx="914400" cy="914400"/>
          </a:xfrm>
        </p:spPr>
      </p:pic>
      <p:sp>
        <p:nvSpPr>
          <p:cNvPr id="4" name="Rectangle 3">
            <a:extLst>
              <a:ext uri="{FF2B5EF4-FFF2-40B4-BE49-F238E27FC236}">
                <a16:creationId xmlns:a16="http://schemas.microsoft.com/office/drawing/2014/main" id="{19E8B571-F1EF-46A7-AD15-3DE701879D3F}"/>
              </a:ext>
            </a:extLst>
          </p:cNvPr>
          <p:cNvSpPr/>
          <p:nvPr/>
        </p:nvSpPr>
        <p:spPr>
          <a:xfrm>
            <a:off x="0" y="900368"/>
            <a:ext cx="12192000" cy="5957632"/>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BEEA9436-8ACE-467F-A4A6-25230868C9CF}"/>
              </a:ext>
            </a:extLst>
          </p:cNvPr>
          <p:cNvSpPr/>
          <p:nvPr/>
        </p:nvSpPr>
        <p:spPr>
          <a:xfrm>
            <a:off x="0" y="224"/>
            <a:ext cx="12192000" cy="892567"/>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\\websites\</a:t>
            </a:r>
          </a:p>
        </p:txBody>
      </p:sp>
      <p:sp>
        <p:nvSpPr>
          <p:cNvPr id="7" name="Rectangle 6">
            <a:hlinkClick r:id="rId5" action="ppaction://hlinksldjump"/>
            <a:extLst>
              <a:ext uri="{FF2B5EF4-FFF2-40B4-BE49-F238E27FC236}">
                <a16:creationId xmlns:a16="http://schemas.microsoft.com/office/drawing/2014/main" id="{A0CF1BAD-6405-445C-9450-BB4EB67EB2DD}"/>
              </a:ext>
            </a:extLst>
          </p:cNvPr>
          <p:cNvSpPr/>
          <p:nvPr/>
        </p:nvSpPr>
        <p:spPr>
          <a:xfrm>
            <a:off x="11217349" y="145794"/>
            <a:ext cx="776177" cy="53524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 </a:t>
            </a:r>
          </a:p>
        </p:txBody>
      </p:sp>
      <p:pic>
        <p:nvPicPr>
          <p:cNvPr id="12" name="Graphic 11">
            <a:hlinkClick r:id="rId2" action="ppaction://hlinksldjump"/>
            <a:extLst>
              <a:ext uri="{FF2B5EF4-FFF2-40B4-BE49-F238E27FC236}">
                <a16:creationId xmlns:a16="http://schemas.microsoft.com/office/drawing/2014/main" id="{FA3CEC08-8C3C-483D-9489-36E3A23C263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302063" y="-43785"/>
            <a:ext cx="914400" cy="914400"/>
          </a:xfrm>
          <a:prstGeom prst="rect">
            <a:avLst/>
          </a:prstGeom>
        </p:spPr>
      </p:pic>
      <p:pic>
        <p:nvPicPr>
          <p:cNvPr id="3081" name="Picture 9">
            <a:extLst>
              <a:ext uri="{FF2B5EF4-FFF2-40B4-BE49-F238E27FC236}">
                <a16:creationId xmlns:a16="http://schemas.microsoft.com/office/drawing/2014/main" id="{4703C8B8-8BE8-4DB8-92DA-8FF681C36DC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32252" y="5178020"/>
            <a:ext cx="1598427" cy="1598427"/>
          </a:xfrm>
          <a:prstGeom prst="rect">
            <a:avLst/>
          </a:prstGeom>
          <a:noFill/>
          <a:extLst>
            <a:ext uri="{909E8E84-426E-40DD-AFC4-6F175D3DCCD1}">
              <a14:hiddenFill xmlns:a14="http://schemas.microsoft.com/office/drawing/2010/main">
                <a:solidFill>
                  <a:srgbClr val="FFFFFF"/>
                </a:solidFill>
              </a14:hiddenFill>
            </a:ext>
          </a:extLst>
        </p:spPr>
      </p:pic>
      <p:sp>
        <p:nvSpPr>
          <p:cNvPr id="11" name="Speech Bubble: Rectangle with Corners Rounded 10">
            <a:extLst>
              <a:ext uri="{FF2B5EF4-FFF2-40B4-BE49-F238E27FC236}">
                <a16:creationId xmlns:a16="http://schemas.microsoft.com/office/drawing/2014/main" id="{28A0CED5-132F-4BAB-885A-9871AABB4DC4}"/>
              </a:ext>
            </a:extLst>
          </p:cNvPr>
          <p:cNvSpPr/>
          <p:nvPr/>
        </p:nvSpPr>
        <p:spPr>
          <a:xfrm>
            <a:off x="489098" y="1084522"/>
            <a:ext cx="11419367" cy="3785190"/>
          </a:xfrm>
          <a:prstGeom prst="wedgeRoundRectCallout">
            <a:avLst>
              <a:gd name="adj1" fmla="val -10884"/>
              <a:gd name="adj2" fmla="val 8587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In the name of his murdered parents, Bruce Wayne wages eternal war on the criminals of Gotham City. He is vengeance. He is the night. He is Batman.</a:t>
            </a:r>
          </a:p>
          <a:p>
            <a:endParaRPr lang="en-GB" dirty="0"/>
          </a:p>
          <a:p>
            <a:r>
              <a:rPr lang="en-GB" dirty="0"/>
              <a:t>One of the most iconic fictional characters in the world, Batman has dedicated his life to an endless crusade, a war on all criminals in the name of his murdered parents, who were taken from him when he was just a child. Since that tragic night, he has trained his body and mind to near physical perfection to be a self-made Super Hero. He's developed an arsenal of technology that would put most armies to shame. And he's assembled teams of his fellow DC Super Heroes, like the Justice League, the Outsiders and Batman, Incorporated.</a:t>
            </a:r>
          </a:p>
          <a:p>
            <a:endParaRPr lang="en-GB" dirty="0"/>
          </a:p>
          <a:p>
            <a:r>
              <a:rPr lang="en-GB" dirty="0"/>
              <a:t>A playboy billionaire by day, Bruce Wayne’s double life affords him the comfort of a life without financial worry, a loyal butler-turned-guardian and the perfect base of operations in the ancient network of caves beneath his family’s sprawling estate. By night, however, he sheds all pretence, dons his iconic scalloped cape and pointed cowl and takes to the shadowy streets, skies and rooftops of Gotham City.</a:t>
            </a:r>
          </a:p>
          <a:p>
            <a:pPr algn="ctr"/>
            <a:endParaRPr lang="en-GB" dirty="0"/>
          </a:p>
        </p:txBody>
      </p:sp>
    </p:spTree>
    <p:extLst>
      <p:ext uri="{BB962C8B-B14F-4D97-AF65-F5344CB8AC3E}">
        <p14:creationId xmlns:p14="http://schemas.microsoft.com/office/powerpoint/2010/main" val="1786433621"/>
      </p:ext>
    </p:extLst>
  </p:cSld>
  <p:clrMapOvr>
    <a:masterClrMapping/>
  </p:clrMapOvr>
</p:sld>
</file>

<file path=ppt/theme/theme1.xml><?xml version="1.0" encoding="utf-8"?>
<a:theme xmlns:a="http://schemas.openxmlformats.org/drawingml/2006/main" name="Office Theme">
  <a:themeElements>
    <a:clrScheme name="Orange">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397</TotalTime>
  <Words>2100</Words>
  <Application>Microsoft Office PowerPoint</Application>
  <PresentationFormat>Widescreen</PresentationFormat>
  <Paragraphs>471</Paragraphs>
  <Slides>73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73</vt:i4>
      </vt:variant>
    </vt:vector>
  </HeadingPairs>
  <TitlesOfParts>
    <vt:vector size="80" baseType="lpstr">
      <vt:lpstr>Abadi MT Condensed Extra Bold</vt:lpstr>
      <vt:lpstr>Agency FB</vt:lpstr>
      <vt:lpstr>Arial</vt:lpstr>
      <vt:lpstr>Calibri</vt:lpstr>
      <vt:lpstr>Calibri Light</vt:lpstr>
      <vt:lpstr>Ink Free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Szymon Mochort</dc:creator>
  <cp:lastModifiedBy>Szymon Mochort</cp:lastModifiedBy>
  <cp:revision>398</cp:revision>
  <dcterms:created xsi:type="dcterms:W3CDTF">2020-05-14T13:40:48Z</dcterms:created>
  <dcterms:modified xsi:type="dcterms:W3CDTF">2020-06-01T13:58:43Z</dcterms:modified>
</cp:coreProperties>
</file>