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58" r:id="rId5"/>
    <p:sldId id="289" r:id="rId6"/>
    <p:sldId id="287" r:id="rId7"/>
    <p:sldId id="259" r:id="rId8"/>
    <p:sldId id="260" r:id="rId9"/>
    <p:sldId id="262" r:id="rId10"/>
    <p:sldId id="297" r:id="rId11"/>
    <p:sldId id="307" r:id="rId12"/>
    <p:sldId id="298" r:id="rId13"/>
    <p:sldId id="264" r:id="rId14"/>
    <p:sldId id="265" r:id="rId15"/>
    <p:sldId id="299" r:id="rId16"/>
    <p:sldId id="268" r:id="rId17"/>
    <p:sldId id="269" r:id="rId18"/>
    <p:sldId id="270" r:id="rId19"/>
    <p:sldId id="271" r:id="rId20"/>
    <p:sldId id="272" r:id="rId21"/>
    <p:sldId id="273" r:id="rId22"/>
    <p:sldId id="276" r:id="rId23"/>
    <p:sldId id="277" r:id="rId24"/>
    <p:sldId id="278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8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300" r:id="rId41"/>
    <p:sldId id="301" r:id="rId42"/>
    <p:sldId id="302" r:id="rId43"/>
    <p:sldId id="303" r:id="rId44"/>
    <p:sldId id="304" r:id="rId45"/>
    <p:sldId id="305" r:id="rId46"/>
    <p:sldId id="30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5" autoAdjust="0"/>
    <p:restoredTop sz="94660"/>
  </p:normalViewPr>
  <p:slideViewPr>
    <p:cSldViewPr snapToGrid="0">
      <p:cViewPr varScale="1">
        <p:scale>
          <a:sx n="90" d="100"/>
          <a:sy n="90" d="100"/>
        </p:scale>
        <p:origin x="6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7CC4-0D06-44A4-9CF7-1A2AE1124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35222-A861-41B2-8FAC-1A62D958D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DBA24-3B41-43AB-B789-EC3CD608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4C9B1-BECF-4D50-A3BA-874CD68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6E2B-AADD-46B4-A2DC-960F62F1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0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1C27-E4BC-4A9A-A686-5C0646F2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8400F-EC96-4C33-82E9-A20CFD1D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563D-8F81-49FE-AC08-E05C45B7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B68E0-2270-4A90-AF52-314F9CFE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EB6D-0A77-42AF-B4DE-32F461D8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BD52-80A2-4145-8AAE-958E5BF15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BC416-CCAD-4900-8D08-1A2021D8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86158-2533-422A-8360-0133BEF6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F1E7-B59A-47F6-AAB5-1EE0C173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377C8-0FF1-4632-902E-125A9074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08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E820-85CA-4423-A968-8A423FEC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C71B-02B5-4B48-9917-F2076D420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A1177-9995-40A7-AF0B-458EDE123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4C731-B474-4D6E-85C0-3FE759C3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5F72-EFFC-424F-A77E-8A4B24C9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3FC6B-7D17-482A-9150-10D9DFF4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3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FB2B-3002-43DE-B3D7-F4A97751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2071D-17FA-4B15-9683-9BD48728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BBF06-76C9-480B-8538-B2259F039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F8B75-6D87-4F44-89CE-7196BDDCB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8A509-A2FF-42EF-93D1-A34387919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76171-3A0E-4B4D-B77C-C9F7E841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53C30-016F-4475-AF33-80AC3743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8B657-517D-4628-ADA4-5A81478A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54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61C2-7113-4699-98CA-AEFE09A7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D5308-7301-4744-BFCF-4CEEC6AB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95728-EA55-4FF5-8597-E1202155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FB1B3-1A2C-45E3-873F-0806C79A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95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5E25C-7134-4806-99DA-C6808B9E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63138-3E73-4747-BBCB-7C629E9A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826A2-51F9-4545-95E7-B9222917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7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6EE4-D031-4F2F-86A2-E8F07172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BBD20-DF1B-44E5-B070-030944CE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EE108-C52C-45B7-98C7-DF5DF0E0F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66D07-3E32-41E8-9265-9D29E4D9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58CA7-7EC5-4F04-9BC7-15500F2A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26E8E-8073-424C-BAFD-9FF9EF1A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9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290E-0EB9-46FC-BE2D-7C640400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0FD39-323B-4553-8387-32B6CD9A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6C31D-9D85-44FC-B4A0-530889851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89D92-20EC-43E2-B448-C5C49DB1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FEC05-79D9-4B63-8283-5B3DAA02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D0475-773D-4E82-BDEB-602E5B1D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08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DEDD-2101-4156-BFDE-B7CECE967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C06B5-4D8F-461E-AA30-989F82B8B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AC7DA-13A1-4A64-9852-3E2F402F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E2708-5ED0-4C85-903A-D2118AC3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1DB6B-06E6-4456-ADBC-D6DB8963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99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45538-370A-4A00-8953-7A201702B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AF04A-8A93-44EE-A84F-1C7FF210C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D982D-4B6E-41B2-BE39-4D58D0EC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02D0-1263-4D97-B0B0-8813884C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BED45-6AE3-4516-BF70-3B329C63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28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8B49B7-E306-4D2F-BF3C-55FAE776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2732E-5473-48E4-9145-F5B0F2DB1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E7F33-967D-4359-A52C-44D513123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4767-6EC3-4955-8DF1-2C66BE963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D327D-39C4-4A69-B2DC-1381E1841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12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4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6.xm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slide" Target="slide19.xml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" Target="slide33.xml"/><Relationship Id="rId7" Type="http://schemas.openxmlformats.org/officeDocument/2006/relationships/slide" Target="slide41.xml"/><Relationship Id="rId12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slide" Target="slide20.xml"/><Relationship Id="rId5" Type="http://schemas.openxmlformats.org/officeDocument/2006/relationships/slide" Target="slide22.xml"/><Relationship Id="rId10" Type="http://schemas.openxmlformats.org/officeDocument/2006/relationships/image" Target="../media/image4.png"/><Relationship Id="rId4" Type="http://schemas.openxmlformats.org/officeDocument/2006/relationships/slide" Target="slide21.xml"/><Relationship Id="rId9" Type="http://schemas.openxmlformats.org/officeDocument/2006/relationships/slide" Target="slide4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13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slide" Target="slide22.xml"/><Relationship Id="rId12" Type="http://schemas.openxmlformats.org/officeDocument/2006/relationships/slide" Target="slide19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7.xml"/><Relationship Id="rId11" Type="http://schemas.openxmlformats.org/officeDocument/2006/relationships/image" Target="../media/image5.png"/><Relationship Id="rId5" Type="http://schemas.openxmlformats.org/officeDocument/2006/relationships/slide" Target="slide24.xml"/><Relationship Id="rId1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slide" Target="slide23.xml"/><Relationship Id="rId9" Type="http://schemas.openxmlformats.org/officeDocument/2006/relationships/image" Target="../media/image3.png"/><Relationship Id="rId1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6.xml"/><Relationship Id="rId5" Type="http://schemas.openxmlformats.org/officeDocument/2006/relationships/slide" Target="slide40.xml"/><Relationship Id="rId4" Type="http://schemas.openxmlformats.org/officeDocument/2006/relationships/slide" Target="slide3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21.xml"/><Relationship Id="rId7" Type="http://schemas.openxmlformats.org/officeDocument/2006/relationships/image" Target="../media/image8.sv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slide" Target="slide25.xml"/><Relationship Id="rId10" Type="http://schemas.openxmlformats.org/officeDocument/2006/relationships/slide" Target="slide24.xml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slide" Target="slide28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1.xml"/><Relationship Id="rId5" Type="http://schemas.openxmlformats.org/officeDocument/2006/relationships/slide" Target="slide1.xml"/><Relationship Id="rId4" Type="http://schemas.openxmlformats.org/officeDocument/2006/relationships/slide" Target="slide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18" Type="http://schemas.openxmlformats.org/officeDocument/2006/relationships/image" Target="../media/image10.png"/><Relationship Id="rId26" Type="http://schemas.openxmlformats.org/officeDocument/2006/relationships/image" Target="../media/image2.gif"/><Relationship Id="rId3" Type="http://schemas.openxmlformats.org/officeDocument/2006/relationships/slide" Target="slide23.xml"/><Relationship Id="rId21" Type="http://schemas.openxmlformats.org/officeDocument/2006/relationships/image" Target="../media/image13.png"/><Relationship Id="rId7" Type="http://schemas.openxmlformats.org/officeDocument/2006/relationships/image" Target="../media/image12.png"/><Relationship Id="rId12" Type="http://schemas.openxmlformats.org/officeDocument/2006/relationships/image" Target="../media/image5.png"/><Relationship Id="rId17" Type="http://schemas.openxmlformats.org/officeDocument/2006/relationships/image" Target="../media/image11.png"/><Relationship Id="rId25" Type="http://schemas.openxmlformats.org/officeDocument/2006/relationships/image" Target="../media/image6.png"/><Relationship Id="rId2" Type="http://schemas.openxmlformats.org/officeDocument/2006/relationships/slide" Target="slide20.xml"/><Relationship Id="rId16" Type="http://schemas.openxmlformats.org/officeDocument/2006/relationships/image" Target="../media/image2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24" Type="http://schemas.openxmlformats.org/officeDocument/2006/relationships/slide" Target="slide19.xml"/><Relationship Id="rId5" Type="http://schemas.openxmlformats.org/officeDocument/2006/relationships/image" Target="../media/image18.png"/><Relationship Id="rId15" Type="http://schemas.openxmlformats.org/officeDocument/2006/relationships/image" Target="../media/image25.png"/><Relationship Id="rId23" Type="http://schemas.openxmlformats.org/officeDocument/2006/relationships/image" Target="../media/image16.png"/><Relationship Id="rId10" Type="http://schemas.openxmlformats.org/officeDocument/2006/relationships/image" Target="../media/image21.png"/><Relationship Id="rId19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20.png"/><Relationship Id="rId14" Type="http://schemas.openxmlformats.org/officeDocument/2006/relationships/image" Target="../media/image24.png"/><Relationship Id="rId22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0.png"/><Relationship Id="rId3" Type="http://schemas.openxmlformats.org/officeDocument/2006/relationships/slide" Target="slide23.xml"/><Relationship Id="rId7" Type="http://schemas.openxmlformats.org/officeDocument/2006/relationships/slide" Target="slide38.xml"/><Relationship Id="rId12" Type="http://schemas.openxmlformats.org/officeDocument/2006/relationships/slide" Target="slide8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slide" Target="slide35.xml"/><Relationship Id="rId15" Type="http://schemas.openxmlformats.org/officeDocument/2006/relationships/image" Target="../media/image22.png"/><Relationship Id="rId10" Type="http://schemas.openxmlformats.org/officeDocument/2006/relationships/slide" Target="slide29.xml"/><Relationship Id="rId4" Type="http://schemas.openxmlformats.org/officeDocument/2006/relationships/image" Target="../media/image3.png"/><Relationship Id="rId9" Type="http://schemas.openxmlformats.org/officeDocument/2006/relationships/slide" Target="slide37.xml"/><Relationship Id="rId1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23.xml"/><Relationship Id="rId7" Type="http://schemas.openxmlformats.org/officeDocument/2006/relationships/slide" Target="slide33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slide" Target="slide36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slide" Target="slide42.xml"/><Relationship Id="rId10" Type="http://schemas.openxmlformats.org/officeDocument/2006/relationships/slide" Target="slide45.xml"/><Relationship Id="rId4" Type="http://schemas.openxmlformats.org/officeDocument/2006/relationships/image" Target="../media/image11.png"/><Relationship Id="rId9" Type="http://schemas.openxmlformats.org/officeDocument/2006/relationships/slide" Target="slide4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60392-19A1-4D8F-AD56-988F1EFC7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45B9F-0CF7-4499-9B05-15822017B9B6}"/>
              </a:ext>
            </a:extLst>
          </p:cNvPr>
          <p:cNvSpPr txBox="1"/>
          <p:nvPr/>
        </p:nvSpPr>
        <p:spPr>
          <a:xfrm>
            <a:off x="116958" y="106326"/>
            <a:ext cx="10568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98…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Start now 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78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7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52C57-D14E-43D0-9B67-F26CA0AEE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7" y="3761269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2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57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47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27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22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98!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Welcome to setup</a:t>
            </a:r>
          </a:p>
          <a:p>
            <a:r>
              <a:rPr lang="en-GB" dirty="0"/>
              <a:t>Close the window to start the welcome tour!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1E4982-4394-439F-9641-28849C81E8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270" y="4667692"/>
            <a:ext cx="1437167" cy="14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4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Welcome to Windos 98!</a:t>
            </a:r>
          </a:p>
          <a:p>
            <a:pPr algn="ctr"/>
            <a:r>
              <a:rPr lang="en-GB" sz="2000" dirty="0"/>
              <a:t>This OS features:</a:t>
            </a:r>
          </a:p>
          <a:p>
            <a:pPr algn="ctr"/>
            <a:endParaRPr lang="en-GB" sz="2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New, tighter security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Internet Explorer 22.5 to provide the best browsing experience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email client to help you manage emails better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software to get things done!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 rock- solid filesystem makes Windos a lot less prone to crashing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Alerts tell you when your security is not optimal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Many pre installed programs that are your to keep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Sleek icons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Great internet connectivity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Easy Internet Setup®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 beautiful interface which is optimised for readability</a:t>
            </a:r>
          </a:p>
          <a:p>
            <a:pPr algn="ctr"/>
            <a:r>
              <a:rPr lang="en-GB" sz="2000" dirty="0">
                <a:solidFill>
                  <a:srgbClr val="FF0000"/>
                </a:solidFill>
              </a:rPr>
              <a:t>Close window to proceed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2A550-8597-4F2E-8D2C-CF98003BA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88" y="1925375"/>
            <a:ext cx="609600" cy="60960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FE024831-1B2C-4897-A323-817D93D26E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569" y="2488016"/>
            <a:ext cx="615950" cy="609600"/>
          </a:xfrm>
          <a:prstGeom prst="rect">
            <a:avLst/>
          </a:prstGeom>
        </p:spPr>
      </p:pic>
      <p:pic>
        <p:nvPicPr>
          <p:cNvPr id="8" name="Graphic 7">
            <a:hlinkClick r:id="rId6" action="ppaction://hlinksldjump"/>
            <a:extLst>
              <a:ext uri="{FF2B5EF4-FFF2-40B4-BE49-F238E27FC236}">
                <a16:creationId xmlns:a16="http://schemas.microsoft.com/office/drawing/2014/main" id="{1DB7EEA3-618D-4C4C-A979-DBFDB1E12E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2612" y="2963826"/>
            <a:ext cx="451883" cy="4518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C620B1-886C-4CE0-84C3-7E6608F138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884" y="3272168"/>
            <a:ext cx="523654" cy="52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CFEA5B-937C-499D-98DC-330061B651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241" y="3533995"/>
            <a:ext cx="425303" cy="425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7F91F5-33D8-455C-AB89-65CDE70E1D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352" y="3841011"/>
            <a:ext cx="457201" cy="457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1301B9-8A47-4857-ABF2-CCD006A5B6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841" y="4171949"/>
            <a:ext cx="523654" cy="5236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5B0AF9-C9D5-4AC6-9850-0F6FB54D9E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993" y="4467003"/>
            <a:ext cx="45720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C4A98D-F0FE-42CD-B47B-82BD9A4E1F7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713" y="4901607"/>
            <a:ext cx="609600" cy="609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22F765-436D-4438-9BB7-F9FC53BAA3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969" y="533134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7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OS is under construction.</a:t>
            </a:r>
          </a:p>
          <a:p>
            <a:pPr algn="ctr"/>
            <a:r>
              <a:rPr lang="en-GB" dirty="0"/>
              <a:t>Please only use it for testing purposes. </a:t>
            </a:r>
          </a:p>
          <a:p>
            <a:pPr algn="ctr"/>
            <a:r>
              <a:rPr lang="en-GB" dirty="0"/>
              <a:t>Please click me to continue</a:t>
            </a:r>
          </a:p>
        </p:txBody>
      </p:sp>
    </p:spTree>
    <p:extLst>
      <p:ext uri="{BB962C8B-B14F-4D97-AF65-F5344CB8AC3E}">
        <p14:creationId xmlns:p14="http://schemas.microsoft.com/office/powerpoint/2010/main" val="3178318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98…</a:t>
            </a: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F0F52C57-D14E-43D0-9B67-F26CA0AEE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7" y="3761269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73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Complete!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 has finished installing Windos 98.</a:t>
            </a:r>
          </a:p>
          <a:p>
            <a:pPr algn="ctr"/>
            <a:r>
              <a:rPr lang="en-GB" dirty="0"/>
              <a:t>Please close the window to proceed with updating Windos 98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905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set a password to use with this computer: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2BD11-B01E-4D60-99EC-567916E36982}"/>
              </a:ext>
            </a:extLst>
          </p:cNvPr>
          <p:cNvSpPr/>
          <p:nvPr/>
        </p:nvSpPr>
        <p:spPr>
          <a:xfrm>
            <a:off x="2594343" y="5220586"/>
            <a:ext cx="321103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C9A8879D-D434-48F5-8CC9-174D9F56322D}"/>
              </a:ext>
            </a:extLst>
          </p:cNvPr>
          <p:cNvSpPr/>
          <p:nvPr/>
        </p:nvSpPr>
        <p:spPr>
          <a:xfrm>
            <a:off x="6198781" y="5220586"/>
            <a:ext cx="9144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21558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Security alert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Setting a blank password is dangerous and this allows anyone to access the system without your contest! </a:t>
            </a:r>
          </a:p>
          <a:p>
            <a:r>
              <a:rPr lang="en-GB" dirty="0"/>
              <a:t>Close to proceed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F0B89CC5-706F-4AE2-9B1F-7524282257F3}"/>
              </a:ext>
            </a:extLst>
          </p:cNvPr>
          <p:cNvSpPr/>
          <p:nvPr/>
        </p:nvSpPr>
        <p:spPr>
          <a:xfrm>
            <a:off x="609600" y="5858540"/>
            <a:ext cx="5270204" cy="73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back and set a password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3D798E-6857-4963-994D-2166C7B13C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236" y="5188688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61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Connecting to the Internet…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A29D5-F691-43D3-ACD3-D8EDE6F120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384" y="2647505"/>
            <a:ext cx="1031360" cy="103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82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 is ready to install updates to Windos 98.</a:t>
            </a:r>
          </a:p>
          <a:p>
            <a:pPr algn="ctr"/>
            <a:r>
              <a:rPr lang="en-GB" dirty="0"/>
              <a:t>Please close the Window to proceed. 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This cannot be skipped!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804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D8A1CD2C-8108-4AB1-96E0-655FFFFB8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20"/>
            <a:ext cx="12192000" cy="686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96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Updates have been installed and Windos 98 has been installed.</a:t>
            </a:r>
          </a:p>
          <a:p>
            <a:pPr algn="ctr"/>
            <a:r>
              <a:rPr lang="en-GB" dirty="0"/>
              <a:t>Please close the window and log on.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725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press the button to sign in: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61384998-C49A-43F5-A143-CB355B1AC1F5}"/>
              </a:ext>
            </a:extLst>
          </p:cNvPr>
          <p:cNvSpPr/>
          <p:nvPr/>
        </p:nvSpPr>
        <p:spPr>
          <a:xfrm>
            <a:off x="1350335" y="5741581"/>
            <a:ext cx="206271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Sign in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54F9F190-775F-4ACA-B970-C03DCE380607}"/>
              </a:ext>
            </a:extLst>
          </p:cNvPr>
          <p:cNvSpPr/>
          <p:nvPr/>
        </p:nvSpPr>
        <p:spPr>
          <a:xfrm>
            <a:off x="6358270" y="2998381"/>
            <a:ext cx="3487479" cy="1541721"/>
          </a:xfrm>
          <a:prstGeom prst="wedgeRectCallout">
            <a:avLst>
              <a:gd name="adj1" fmla="val -72053"/>
              <a:gd name="adj2" fmla="val 928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You need a password!</a:t>
            </a:r>
          </a:p>
          <a:p>
            <a:r>
              <a:rPr lang="en-GB" dirty="0"/>
              <a:t>Please add one by reinstalling Windos 98!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9626D1-5F8E-497F-9F8C-E5C3BE572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485" y="3540640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77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hlinkClick r:id="rId4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58117-E816-4028-8A68-C24F8E057CB7}"/>
              </a:ext>
            </a:extLst>
          </p:cNvPr>
          <p:cNvSpPr txBox="1"/>
          <p:nvPr/>
        </p:nvSpPr>
        <p:spPr>
          <a:xfrm>
            <a:off x="11045678" y="5311814"/>
            <a:ext cx="1234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98</a:t>
            </a:r>
          </a:p>
          <a:p>
            <a:r>
              <a:rPr lang="en-GB" dirty="0"/>
              <a:t>Alpha 3</a:t>
            </a:r>
          </a:p>
          <a:p>
            <a:r>
              <a:rPr lang="en-GB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CA4EE-923F-4581-8BCE-9EE8635628A3}"/>
              </a:ext>
            </a:extLst>
          </p:cNvPr>
          <p:cNvSpPr/>
          <p:nvPr/>
        </p:nvSpPr>
        <p:spPr>
          <a:xfrm>
            <a:off x="1587239" y="417754"/>
            <a:ext cx="3923414" cy="5209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0888D-13E8-47A9-9CCA-FF06C7AE399A}"/>
              </a:ext>
            </a:extLst>
          </p:cNvPr>
          <p:cNvSpPr txBox="1"/>
          <p:nvPr/>
        </p:nvSpPr>
        <p:spPr>
          <a:xfrm>
            <a:off x="1587239" y="340241"/>
            <a:ext cx="39234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Added </a:t>
            </a:r>
            <a:r>
              <a:rPr lang="en-GB" dirty="0"/>
              <a:t>icons to start menu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may click outside of the start menu to exit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Enhanced welcome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icons to system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Optimised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Improved Internet connection 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Moved this 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Removed the bin for now as the icon is blurry which makes it look ugly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is da last alpha build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2 websites</a:t>
            </a:r>
          </a:p>
        </p:txBody>
      </p:sp>
      <p:pic>
        <p:nvPicPr>
          <p:cNvPr id="11" name="Picture 10">
            <a:hlinkClick r:id="rId5" action="ppaction://hlinksldjump"/>
            <a:extLst>
              <a:ext uri="{FF2B5EF4-FFF2-40B4-BE49-F238E27FC236}">
                <a16:creationId xmlns:a16="http://schemas.microsoft.com/office/drawing/2014/main" id="{02DE51AE-E47E-4EE8-9D65-250CA8AC3A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2" name="Picture 11">
            <a:hlinkClick r:id="rId7" action="ppaction://hlinksldjump"/>
            <a:extLst>
              <a:ext uri="{FF2B5EF4-FFF2-40B4-BE49-F238E27FC236}">
                <a16:creationId xmlns:a16="http://schemas.microsoft.com/office/drawing/2014/main" id="{287B5EE6-E564-4E01-9C9D-B6448B59AE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3" name="Picture 12">
            <a:hlinkClick r:id="rId9" action="ppaction://hlinksldjump"/>
            <a:extLst>
              <a:ext uri="{FF2B5EF4-FFF2-40B4-BE49-F238E27FC236}">
                <a16:creationId xmlns:a16="http://schemas.microsoft.com/office/drawing/2014/main" id="{4A102331-50E7-4798-A5EF-6AAC50E4F8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4" name="Picture 13">
            <a:hlinkClick r:id="rId11" action="ppaction://hlinksldjump"/>
            <a:extLst>
              <a:ext uri="{FF2B5EF4-FFF2-40B4-BE49-F238E27FC236}">
                <a16:creationId xmlns:a16="http://schemas.microsoft.com/office/drawing/2014/main" id="{B579F1A7-CD63-4562-948F-B2054F6C01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44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9EFB7F-5AD3-4FBF-981D-59C26CC17322}"/>
              </a:ext>
            </a:extLst>
          </p:cNvPr>
          <p:cNvSpPr/>
          <p:nvPr/>
        </p:nvSpPr>
        <p:spPr>
          <a:xfrm>
            <a:off x="-15013" y="1531089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Clippy is not working!</a:t>
            </a:r>
          </a:p>
          <a:p>
            <a:r>
              <a:rPr lang="en-GB" dirty="0"/>
              <a:t>Please update to fix the issue</a:t>
            </a:r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2FBD5FBB-5A77-4C83-A864-6DB21C8A74FA}"/>
              </a:ext>
            </a:extLst>
          </p:cNvPr>
          <p:cNvSpPr/>
          <p:nvPr/>
        </p:nvSpPr>
        <p:spPr>
          <a:xfrm>
            <a:off x="2619990" y="1520456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ED495-DB9A-4AC2-81EC-EEA26C944DC8}"/>
              </a:ext>
            </a:extLst>
          </p:cNvPr>
          <p:cNvSpPr txBox="1"/>
          <p:nvPr/>
        </p:nvSpPr>
        <p:spPr>
          <a:xfrm>
            <a:off x="2849526" y="1669312"/>
            <a:ext cx="22222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Shortcuts: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Power Menu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IE225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Icon pack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F9E5D6-6967-4801-94DB-0224640975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576" y="2200939"/>
            <a:ext cx="425302" cy="425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F6A85-E5DA-4357-A385-5D55387587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027" y="2750010"/>
            <a:ext cx="4572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3EC9FB-B05B-4368-90D4-319C33EEB9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130" y="3330979"/>
            <a:ext cx="495768" cy="495768"/>
          </a:xfrm>
          <a:prstGeom prst="rect">
            <a:avLst/>
          </a:prstGeom>
        </p:spPr>
      </p:pic>
      <p:pic>
        <p:nvPicPr>
          <p:cNvPr id="11" name="Picture 10">
            <a:hlinkClick r:id="rId12" action="ppaction://hlinksldjump"/>
            <a:extLst>
              <a:ext uri="{FF2B5EF4-FFF2-40B4-BE49-F238E27FC236}">
                <a16:creationId xmlns:a16="http://schemas.microsoft.com/office/drawing/2014/main" id="{AD7FB233-ACA6-48CF-8541-3A3C667A14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988" y="3799969"/>
            <a:ext cx="614077" cy="6077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2A246F-1EB6-4659-8C90-F77F659299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311" y="4397891"/>
            <a:ext cx="523654" cy="5236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7909E9-15A4-4202-B246-AF9278C068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54" y="1972338"/>
            <a:ext cx="1017133" cy="101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70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93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935665"/>
            <a:ext cx="12192000" cy="592233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 rot="5400000">
            <a:off x="11733027" y="317769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AFD1AF-E28E-40F6-970A-DCB307E8A0AB}"/>
              </a:ext>
            </a:extLst>
          </p:cNvPr>
          <p:cNvSpPr/>
          <p:nvPr/>
        </p:nvSpPr>
        <p:spPr>
          <a:xfrm>
            <a:off x="-248094" y="18848"/>
            <a:ext cx="124400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Internet Explorer 22.5; connected; DNS 1.1.1.2; IP address 112.12.12.345; connection speed is 10mbps; up to date browser;</a:t>
            </a:r>
          </a:p>
          <a:p>
            <a:pPr algn="ctr"/>
            <a:r>
              <a:rPr lang="en-GB" dirty="0"/>
              <a:t>DNS protocol is HTTPS; internet is secured by TSL encryption; cookies enabled; 1000 cookies stored in browser; this site uses 10 cookies; Internet Explorer was made by M1cr0$0ft in 2020. the successor of 3dg3.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CBFB73-FB18-41C9-B385-B516C94A8D60}"/>
              </a:ext>
            </a:extLst>
          </p:cNvPr>
          <p:cNvSpPr txBox="1"/>
          <p:nvPr/>
        </p:nvSpPr>
        <p:spPr>
          <a:xfrm>
            <a:off x="0" y="1311509"/>
            <a:ext cx="120573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Internet!</a:t>
            </a:r>
          </a:p>
          <a:p>
            <a:r>
              <a:rPr lang="en-GB" dirty="0"/>
              <a:t>Please select one of these sites: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Get aCCe55</a:t>
            </a:r>
            <a:endParaRPr lang="en-GB" dirty="0"/>
          </a:p>
          <a:p>
            <a:r>
              <a:rPr lang="en-GB" dirty="0">
                <a:hlinkClick r:id="rId4" action="ppaction://hlinksldjump"/>
              </a:rPr>
              <a:t>Return of the Documents</a:t>
            </a:r>
            <a:endParaRPr lang="en-GB" dirty="0"/>
          </a:p>
          <a:p>
            <a:r>
              <a:rPr lang="en-GB" dirty="0">
                <a:hlinkClick r:id="rId5" action="ppaction://hlinksldjump"/>
              </a:rPr>
              <a:t>News</a:t>
            </a:r>
            <a:endParaRPr lang="en-GB" dirty="0"/>
          </a:p>
          <a:p>
            <a:r>
              <a:rPr lang="en-GB" dirty="0">
                <a:hlinkClick r:id="rId6" action="ppaction://hlinksldjump"/>
              </a:rPr>
              <a:t>Version plan from developer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500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computer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DA5B1E-13D7-48B7-B336-9ED034A07B34}"/>
              </a:ext>
            </a:extLst>
          </p:cNvPr>
          <p:cNvSpPr/>
          <p:nvPr/>
        </p:nvSpPr>
        <p:spPr>
          <a:xfrm>
            <a:off x="2604976" y="3019647"/>
            <a:ext cx="7495953" cy="12759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 readable disks inserted</a:t>
            </a:r>
          </a:p>
          <a:p>
            <a:pPr algn="ctr"/>
            <a:r>
              <a:rPr lang="en-GB" dirty="0"/>
              <a:t>Please update to see if C:\ Is added! </a:t>
            </a:r>
          </a:p>
        </p:txBody>
      </p:sp>
    </p:spTree>
    <p:extLst>
      <p:ext uri="{BB962C8B-B14F-4D97-AF65-F5344CB8AC3E}">
        <p14:creationId xmlns:p14="http://schemas.microsoft.com/office/powerpoint/2010/main" val="2550156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4E120AB7-4535-4128-86B0-1F7A46769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62" y="664471"/>
            <a:ext cx="924054" cy="914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D50642-8945-4DA4-A28D-F25A6AC2546F}"/>
              </a:ext>
            </a:extLst>
          </p:cNvPr>
          <p:cNvSpPr txBox="1"/>
          <p:nvPr/>
        </p:nvSpPr>
        <p:spPr>
          <a:xfrm>
            <a:off x="116958" y="1796902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IE22.5</a:t>
            </a:r>
          </a:p>
        </p:txBody>
      </p:sp>
      <p:pic>
        <p:nvPicPr>
          <p:cNvPr id="9" name="Graphic 8">
            <a:hlinkClick r:id="rId5" action="ppaction://hlinksldjump"/>
            <a:extLst>
              <a:ext uri="{FF2B5EF4-FFF2-40B4-BE49-F238E27FC236}">
                <a16:creationId xmlns:a16="http://schemas.microsoft.com/office/drawing/2014/main" id="{26234E25-F293-467D-AB3C-EEB669323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5507" y="664599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85EF6-9869-45D3-A350-3166E51001B4}"/>
              </a:ext>
            </a:extLst>
          </p:cNvPr>
          <p:cNvSpPr txBox="1"/>
          <p:nvPr/>
        </p:nvSpPr>
        <p:spPr>
          <a:xfrm>
            <a:off x="1531088" y="1690577"/>
            <a:ext cx="254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 2.02</a:t>
            </a:r>
          </a:p>
        </p:txBody>
      </p:sp>
      <p:pic>
        <p:nvPicPr>
          <p:cNvPr id="11" name="Picture 10">
            <a:hlinkClick r:id="rId8" action="ppaction://hlinksldjump"/>
            <a:extLst>
              <a:ext uri="{FF2B5EF4-FFF2-40B4-BE49-F238E27FC236}">
                <a16:creationId xmlns:a16="http://schemas.microsoft.com/office/drawing/2014/main" id="{95AB141D-1113-42CF-9B27-8FC86FE309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158" y="834720"/>
            <a:ext cx="990111" cy="990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300A34-0DD3-49C7-9C3F-23E57415B665}"/>
              </a:ext>
            </a:extLst>
          </p:cNvPr>
          <p:cNvSpPr txBox="1"/>
          <p:nvPr/>
        </p:nvSpPr>
        <p:spPr>
          <a:xfrm>
            <a:off x="3082158" y="1913860"/>
            <a:ext cx="25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</a:t>
            </a:r>
          </a:p>
        </p:txBody>
      </p:sp>
      <p:pic>
        <p:nvPicPr>
          <p:cNvPr id="12" name="Picture 11">
            <a:hlinkClick r:id="rId10" action="ppaction://hlinksldjump"/>
            <a:extLst>
              <a:ext uri="{FF2B5EF4-FFF2-40B4-BE49-F238E27FC236}">
                <a16:creationId xmlns:a16="http://schemas.microsoft.com/office/drawing/2014/main" id="{00F31BA8-5953-47D9-AA09-0986F817C0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500" y="1202807"/>
            <a:ext cx="523654" cy="5236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0EFAA6-B15C-4ACD-9968-C501F7826175}"/>
              </a:ext>
            </a:extLst>
          </p:cNvPr>
          <p:cNvSpPr txBox="1"/>
          <p:nvPr/>
        </p:nvSpPr>
        <p:spPr>
          <a:xfrm>
            <a:off x="4342758" y="1690577"/>
            <a:ext cx="1580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Runtime Broker</a:t>
            </a:r>
          </a:p>
        </p:txBody>
      </p:sp>
    </p:spTree>
    <p:extLst>
      <p:ext uri="{BB962C8B-B14F-4D97-AF65-F5344CB8AC3E}">
        <p14:creationId xmlns:p14="http://schemas.microsoft.com/office/powerpoint/2010/main" val="2023448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A0473E9D-2E60-4A7C-8914-E1EC101C2AFF}"/>
              </a:ext>
            </a:extLst>
          </p:cNvPr>
          <p:cNvSpPr/>
          <p:nvPr/>
        </p:nvSpPr>
        <p:spPr>
          <a:xfrm>
            <a:off x="2392325" y="1648047"/>
            <a:ext cx="6156251" cy="25943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</a:t>
            </a:r>
          </a:p>
          <a:p>
            <a:pPr algn="ctr"/>
            <a:r>
              <a:rPr lang="en-GB" dirty="0"/>
              <a:t>V2. 02</a:t>
            </a:r>
          </a:p>
          <a:p>
            <a:pPr algn="ctr"/>
            <a:r>
              <a:rPr lang="en-GB" dirty="0"/>
              <a:t>For Windos 98</a:t>
            </a:r>
          </a:p>
          <a:p>
            <a:pPr algn="ctr"/>
            <a:r>
              <a:rPr lang="en-GB" dirty="0"/>
              <a:t>© 2020 M1cr0$0ft c0rp.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B9EE351-7E08-4F84-BC17-EB6540B13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6751" y="1897975"/>
            <a:ext cx="2004173" cy="200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69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 v2.01 - inbox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empty! </a:t>
            </a:r>
            <a:r>
              <a:rPr lang="en-GB" dirty="0">
                <a:sym typeface="Wingdings" panose="05000000000000000000" pitchFamily="2" charset="2"/>
              </a:rPr>
              <a:t>:) </a:t>
            </a: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374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4" action="ppaction://hlinksldjump"/>
              </a:rPr>
              <a:t>Power off</a:t>
            </a:r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Reboot</a:t>
            </a:r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Sign out</a:t>
            </a:r>
            <a:endParaRPr lang="en-GB" dirty="0"/>
          </a:p>
          <a:p>
            <a:pPr algn="ctr"/>
            <a:r>
              <a:rPr lang="en-GB" dirty="0">
                <a:hlinkClick r:id="rId6" action="ppaction://hlinksldjump"/>
              </a:rPr>
              <a:t>Sleep</a:t>
            </a:r>
            <a:r>
              <a:rPr lang="en-GB" dirty="0"/>
              <a:t> </a:t>
            </a:r>
          </a:p>
          <a:p>
            <a:pPr algn="ctr"/>
            <a:r>
              <a:rPr lang="en-GB" dirty="0">
                <a:hlinkClick r:id="rId7" action="ppaction://hlinksldjump"/>
              </a:rPr>
              <a:t>Crash system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8917B-0AD5-480E-94C0-59831B491451}"/>
              </a:ext>
            </a:extLst>
          </p:cNvPr>
          <p:cNvSpPr/>
          <p:nvPr/>
        </p:nvSpPr>
        <p:spPr>
          <a:xfrm>
            <a:off x="3515834" y="1509823"/>
            <a:ext cx="5617534" cy="4465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off</a:t>
            </a:r>
          </a:p>
        </p:txBody>
      </p:sp>
    </p:spTree>
    <p:extLst>
      <p:ext uri="{BB962C8B-B14F-4D97-AF65-F5344CB8AC3E}">
        <p14:creationId xmlns:p14="http://schemas.microsoft.com/office/powerpoint/2010/main" val="3063343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Crash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outside of window to cancel.</a:t>
            </a:r>
          </a:p>
          <a:p>
            <a:pPr algn="ctr"/>
            <a:r>
              <a:rPr lang="en-GB" dirty="0"/>
              <a:t>Close window to accept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286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2C2E7587-6612-4BB0-92B1-C5376AD3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52387"/>
            <a:ext cx="12172950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12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now safe to turn off this PC</a:t>
            </a:r>
          </a:p>
          <a:p>
            <a:pPr algn="ctr"/>
            <a:r>
              <a:rPr lang="en-GB" dirty="0"/>
              <a:t>Press ESC to turn off</a:t>
            </a:r>
          </a:p>
          <a:p>
            <a:pPr algn="ctr"/>
            <a:r>
              <a:rPr lang="en-GB" dirty="0">
                <a:hlinkClick r:id="rId3" action="ppaction://hlinksldjump"/>
              </a:rPr>
              <a:t>reboot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220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886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22.5:get aCCe55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46568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C58D1-AE55-4DB8-AC13-492F84ADE25F}"/>
              </a:ext>
            </a:extLst>
          </p:cNvPr>
          <p:cNvSpPr txBox="1"/>
          <p:nvPr/>
        </p:nvSpPr>
        <p:spPr>
          <a:xfrm>
            <a:off x="180753" y="627321"/>
            <a:ext cx="11791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Hey! </a:t>
            </a:r>
          </a:p>
          <a:p>
            <a:r>
              <a:rPr lang="en-GB" dirty="0"/>
              <a:t>Click on da link 2 aCCe55 drive C if it is hidden in your version!</a:t>
            </a:r>
          </a:p>
          <a:p>
            <a:r>
              <a:rPr lang="en-GB" dirty="0"/>
              <a:t>BTW the drive may not be 1nd3x3d s0 u m4y h4v3 2 w41t Unt1l 1t 1s Unh1dden 2 C da full d1sk! </a:t>
            </a:r>
          </a:p>
          <a:p>
            <a:endParaRPr lang="en-GB" dirty="0"/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71381D64-DCD0-43B9-9A28-4F1C8AE4AB89}"/>
              </a:ext>
            </a:extLst>
          </p:cNvPr>
          <p:cNvSpPr/>
          <p:nvPr/>
        </p:nvSpPr>
        <p:spPr>
          <a:xfrm>
            <a:off x="2254102" y="3157870"/>
            <a:ext cx="262624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aCCe55</a:t>
            </a:r>
          </a:p>
        </p:txBody>
      </p:sp>
    </p:spTree>
    <p:extLst>
      <p:ext uri="{BB962C8B-B14F-4D97-AF65-F5344CB8AC3E}">
        <p14:creationId xmlns:p14="http://schemas.microsoft.com/office/powerpoint/2010/main" val="6528236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GB" dirty="0">
                <a:sym typeface="Wingdings" panose="05000000000000000000" pitchFamily="2" charset="2"/>
              </a:rPr>
              <a:t>:\Windos\shell32.dll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4BC3AA-0580-4917-A509-BAB3B6A05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903767"/>
            <a:ext cx="523654" cy="52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378AAD-0FC9-40A7-8417-1925869210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240" y="1326410"/>
            <a:ext cx="523654" cy="5236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E48B7A-FD73-420E-997F-4F9FF12AE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260" y="1424762"/>
            <a:ext cx="425302" cy="4253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B8A4A9-6836-4B54-89B4-8BEB0B63D7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915" y="2583710"/>
            <a:ext cx="425303" cy="4253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C541A8-F9C5-4D8A-B890-47EA12D3D1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604" y="2466751"/>
            <a:ext cx="425303" cy="4253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637D94-6628-4F31-B1D8-66AD074E34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200400"/>
            <a:ext cx="457200" cy="457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203B7B0-F8E2-40B7-904B-1ED9AF83BB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179" y="3920755"/>
            <a:ext cx="587450" cy="5874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F6C7119-CC81-4EA2-A568-E132AA00CD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80" y="3657600"/>
            <a:ext cx="640613" cy="6406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A22942-0F45-4D45-A460-954D544C2A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379" y="2161951"/>
            <a:ext cx="609600" cy="609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A668D47-CC64-499A-B281-BB89E30B36B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79" y="2759149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E388C2-CC13-468E-9862-1BD8BEEDC5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894" y="3993413"/>
            <a:ext cx="304800" cy="30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51280DA-8210-4AB8-8D22-74B5CBA449F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607" y="4214480"/>
            <a:ext cx="228600" cy="228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73C82FB-1307-47A2-8B95-8286C22021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780" y="3168502"/>
            <a:ext cx="457200" cy="4572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17E8ED6-E46F-4EC6-9278-168D6507A4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657" y="1795127"/>
            <a:ext cx="457201" cy="4572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3FA127A-88E8-42D3-99BD-7F9DA11C1E3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466" y="1690575"/>
            <a:ext cx="425303" cy="4253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62D4155-9127-4ACB-881C-22CD3F2DAD4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673" y="5037175"/>
            <a:ext cx="457200" cy="457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8A092F1-744E-43D0-908A-5EC550FADDD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549" y="4633137"/>
            <a:ext cx="228600" cy="2286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0297EC6-EAB5-41B9-963A-78AE514681E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973" y="3549502"/>
            <a:ext cx="609600" cy="609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575D466-80DC-4E0E-8C03-B7B44698971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14" y="4921990"/>
            <a:ext cx="457200" cy="4572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3795278-6F7D-466E-8E98-786299D08AE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549" y="2263405"/>
            <a:ext cx="457200" cy="457200"/>
          </a:xfrm>
          <a:prstGeom prst="rect">
            <a:avLst/>
          </a:prstGeom>
        </p:spPr>
      </p:pic>
      <p:pic>
        <p:nvPicPr>
          <p:cNvPr id="55" name="Picture 54">
            <a:hlinkClick r:id="rId24" action="ppaction://hlinksldjump"/>
            <a:extLst>
              <a:ext uri="{FF2B5EF4-FFF2-40B4-BE49-F238E27FC236}">
                <a16:creationId xmlns:a16="http://schemas.microsoft.com/office/drawing/2014/main" id="{FE4163AF-B01A-4813-B2EB-8ECE3EAFBC5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34" y="2759085"/>
            <a:ext cx="924054" cy="9145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A1E1AAD-6A3A-431F-8C59-6560B6E2020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909" y="5558171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46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D912FA9F-D97A-4E95-8213-B09E366A9D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903767"/>
            <a:ext cx="523654" cy="523654"/>
          </a:xfrm>
          <a:prstGeom prst="rect">
            <a:avLst/>
          </a:prstGeom>
        </p:spPr>
      </p:pic>
      <p:pic>
        <p:nvPicPr>
          <p:cNvPr id="9" name="Picture 8">
            <a:hlinkClick r:id="rId7" action="ppaction://hlinksldjump"/>
            <a:extLst>
              <a:ext uri="{FF2B5EF4-FFF2-40B4-BE49-F238E27FC236}">
                <a16:creationId xmlns:a16="http://schemas.microsoft.com/office/drawing/2014/main" id="{16F1EB47-C093-4E47-8C5F-E9CF6F6BD1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565" y="966234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57D74C-74F2-4440-BA49-91DFA090B4A9}"/>
              </a:ext>
            </a:extLst>
          </p:cNvPr>
          <p:cNvSpPr txBox="1"/>
          <p:nvPr/>
        </p:nvSpPr>
        <p:spPr>
          <a:xfrm>
            <a:off x="0" y="1427421"/>
            <a:ext cx="92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2A5E05-222A-4345-BA2A-AAEEC68C7AB5}"/>
              </a:ext>
            </a:extLst>
          </p:cNvPr>
          <p:cNvSpPr txBox="1"/>
          <p:nvPr/>
        </p:nvSpPr>
        <p:spPr>
          <a:xfrm>
            <a:off x="1095153" y="1423434"/>
            <a:ext cx="188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</a:t>
            </a:r>
          </a:p>
        </p:txBody>
      </p:sp>
      <p:pic>
        <p:nvPicPr>
          <p:cNvPr id="11" name="Picture 10">
            <a:hlinkClick r:id="rId9" action="ppaction://hlinksldjump"/>
            <a:extLst>
              <a:ext uri="{FF2B5EF4-FFF2-40B4-BE49-F238E27FC236}">
                <a16:creationId xmlns:a16="http://schemas.microsoft.com/office/drawing/2014/main" id="{C76F10ED-6EBD-4B31-AC53-2DB63E1FC9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28" y="966234"/>
            <a:ext cx="45720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4FCE1-224E-43F2-BCE6-D3D06D33E348}"/>
              </a:ext>
            </a:extLst>
          </p:cNvPr>
          <p:cNvSpPr txBox="1"/>
          <p:nvPr/>
        </p:nvSpPr>
        <p:spPr>
          <a:xfrm>
            <a:off x="2416695" y="1423434"/>
            <a:ext cx="150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admin</a:t>
            </a:r>
          </a:p>
        </p:txBody>
      </p:sp>
      <p:pic>
        <p:nvPicPr>
          <p:cNvPr id="13" name="Picture 12">
            <a:hlinkClick r:id="rId9" action="ppaction://hlinksldjump"/>
            <a:extLst>
              <a:ext uri="{FF2B5EF4-FFF2-40B4-BE49-F238E27FC236}">
                <a16:creationId xmlns:a16="http://schemas.microsoft.com/office/drawing/2014/main" id="{14736E9E-4729-459C-8E27-D5E88A4238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984" y="982922"/>
            <a:ext cx="457200" cy="457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5E77D1-0E0E-4ED5-B0B8-EB9A58C87146}"/>
              </a:ext>
            </a:extLst>
          </p:cNvPr>
          <p:cNvSpPr txBox="1"/>
          <p:nvPr/>
        </p:nvSpPr>
        <p:spPr>
          <a:xfrm>
            <a:off x="3558143" y="1453338"/>
            <a:ext cx="209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</a:t>
            </a:r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F107188A-F27D-48C6-88CC-6F5BF9D6D3C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640" y="1028036"/>
            <a:ext cx="523654" cy="5236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AAF3BC-393B-45B4-91F6-68581DC658E7}"/>
              </a:ext>
            </a:extLst>
          </p:cNvPr>
          <p:cNvSpPr txBox="1"/>
          <p:nvPr/>
        </p:nvSpPr>
        <p:spPr>
          <a:xfrm>
            <a:off x="4924640" y="1453338"/>
            <a:ext cx="1720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windos.exe</a:t>
            </a:r>
          </a:p>
        </p:txBody>
      </p:sp>
      <p:pic>
        <p:nvPicPr>
          <p:cNvPr id="17" name="Picture 16">
            <a:hlinkClick r:id="rId12" action="ppaction://hlinksldjump"/>
            <a:extLst>
              <a:ext uri="{FF2B5EF4-FFF2-40B4-BE49-F238E27FC236}">
                <a16:creationId xmlns:a16="http://schemas.microsoft.com/office/drawing/2014/main" id="{BCA47D79-BA3E-45EB-A55F-E7D751C953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724" y="931012"/>
            <a:ext cx="457200" cy="457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10A0C82-E09F-4D88-90DE-7FEFA8160594}"/>
              </a:ext>
            </a:extLst>
          </p:cNvPr>
          <p:cNvSpPr txBox="1"/>
          <p:nvPr/>
        </p:nvSpPr>
        <p:spPr>
          <a:xfrm>
            <a:off x="6182393" y="1420775"/>
            <a:ext cx="2006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Welcome.exe</a:t>
            </a:r>
          </a:p>
        </p:txBody>
      </p:sp>
      <p:pic>
        <p:nvPicPr>
          <p:cNvPr id="19" name="Picture 18">
            <a:hlinkClick r:id="rId2" action="ppaction://hlinksldjump"/>
            <a:extLst>
              <a:ext uri="{FF2B5EF4-FFF2-40B4-BE49-F238E27FC236}">
                <a16:creationId xmlns:a16="http://schemas.microsoft.com/office/drawing/2014/main" id="{BE446616-A9A1-408D-835B-40638777DB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252" y="985133"/>
            <a:ext cx="609600" cy="609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A1585D-8D89-4EEC-8E78-DA2B7CCEA1DD}"/>
              </a:ext>
            </a:extLst>
          </p:cNvPr>
          <p:cNvSpPr txBox="1"/>
          <p:nvPr/>
        </p:nvSpPr>
        <p:spPr>
          <a:xfrm>
            <a:off x="7783033" y="1605441"/>
            <a:ext cx="209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Explorer. exe</a:t>
            </a:r>
          </a:p>
        </p:txBody>
      </p:sp>
      <p:pic>
        <p:nvPicPr>
          <p:cNvPr id="21" name="Picture 20">
            <a:hlinkClick r:id="rId2" action="ppaction://hlinksldjump"/>
            <a:extLst>
              <a:ext uri="{FF2B5EF4-FFF2-40B4-BE49-F238E27FC236}">
                <a16:creationId xmlns:a16="http://schemas.microsoft.com/office/drawing/2014/main" id="{C0ED8756-D8FF-4768-9971-BD7C884A80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853" y="997391"/>
            <a:ext cx="640613" cy="64061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1759905-2BE5-4246-80D9-B009F3FB6F62}"/>
              </a:ext>
            </a:extLst>
          </p:cNvPr>
          <p:cNvSpPr txBox="1"/>
          <p:nvPr/>
        </p:nvSpPr>
        <p:spPr>
          <a:xfrm>
            <a:off x="9380581" y="1628037"/>
            <a:ext cx="139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bin</a:t>
            </a:r>
          </a:p>
        </p:txBody>
      </p:sp>
    </p:spTree>
    <p:extLst>
      <p:ext uri="{BB962C8B-B14F-4D97-AF65-F5344CB8AC3E}">
        <p14:creationId xmlns:p14="http://schemas.microsoft.com/office/powerpoint/2010/main" val="42108620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3C1C8066-D6D9-425B-B2A5-E4AE2031F0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45" y="956930"/>
            <a:ext cx="523654" cy="5236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72EAA5-2865-42F1-89F3-30B50CD095EF}"/>
              </a:ext>
            </a:extLst>
          </p:cNvPr>
          <p:cNvSpPr txBox="1"/>
          <p:nvPr/>
        </p:nvSpPr>
        <p:spPr>
          <a:xfrm>
            <a:off x="202018" y="1427421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9" name="Picture 8">
            <a:hlinkClick r:id="rId5" action="ppaction://hlinksldjump"/>
            <a:extLst>
              <a:ext uri="{FF2B5EF4-FFF2-40B4-BE49-F238E27FC236}">
                <a16:creationId xmlns:a16="http://schemas.microsoft.com/office/drawing/2014/main" id="{2C137519-EE38-4C4C-BBD1-7B5BBEF657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870" y="1014079"/>
            <a:ext cx="523654" cy="523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EFC5AB-1824-43A2-B41E-749FDF085C21}"/>
              </a:ext>
            </a:extLst>
          </p:cNvPr>
          <p:cNvSpPr txBox="1"/>
          <p:nvPr/>
        </p:nvSpPr>
        <p:spPr>
          <a:xfrm>
            <a:off x="1428749" y="1537733"/>
            <a:ext cx="256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winSxS</a:t>
            </a:r>
          </a:p>
        </p:txBody>
      </p:sp>
      <p:pic>
        <p:nvPicPr>
          <p:cNvPr id="11" name="Picture 10">
            <a:hlinkClick r:id="rId5" action="ppaction://hlinksldjump"/>
            <a:extLst>
              <a:ext uri="{FF2B5EF4-FFF2-40B4-BE49-F238E27FC236}">
                <a16:creationId xmlns:a16="http://schemas.microsoft.com/office/drawing/2014/main" id="{5D6000EA-9AC9-401C-A3A9-0818719AD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839" y="1063255"/>
            <a:ext cx="523654" cy="5236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170121-ABD6-460F-A0C8-DD997BF1EB5C}"/>
              </a:ext>
            </a:extLst>
          </p:cNvPr>
          <p:cNvSpPr txBox="1"/>
          <p:nvPr/>
        </p:nvSpPr>
        <p:spPr>
          <a:xfrm>
            <a:off x="2543839" y="1586909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war</a:t>
            </a:r>
          </a:p>
        </p:txBody>
      </p:sp>
      <p:pic>
        <p:nvPicPr>
          <p:cNvPr id="13" name="Picture 12">
            <a:hlinkClick r:id="rId7" action="ppaction://hlinksldjump"/>
            <a:extLst>
              <a:ext uri="{FF2B5EF4-FFF2-40B4-BE49-F238E27FC236}">
                <a16:creationId xmlns:a16="http://schemas.microsoft.com/office/drawing/2014/main" id="{64D694DB-E024-4411-AFB9-E938DD872C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255" y="1088433"/>
            <a:ext cx="523654" cy="5236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33CDD0-616A-482F-8653-2FCD5E10A356}"/>
              </a:ext>
            </a:extLst>
          </p:cNvPr>
          <p:cNvSpPr txBox="1"/>
          <p:nvPr/>
        </p:nvSpPr>
        <p:spPr>
          <a:xfrm>
            <a:off x="3067493" y="1612087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</p:spTree>
    <p:extLst>
      <p:ext uri="{BB962C8B-B14F-4D97-AF65-F5344CB8AC3E}">
        <p14:creationId xmlns:p14="http://schemas.microsoft.com/office/powerpoint/2010/main" val="362519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that!</a:t>
            </a:r>
          </a:p>
          <a:p>
            <a:pPr algn="ctr"/>
            <a:r>
              <a:rPr lang="en-GB" dirty="0"/>
              <a:t>This is to protect the system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2471572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other user folders!</a:t>
            </a:r>
          </a:p>
          <a:p>
            <a:pPr algn="ctr"/>
            <a:r>
              <a:rPr lang="en-GB" dirty="0"/>
              <a:t>This is to protect their privacy! </a:t>
            </a:r>
          </a:p>
          <a:p>
            <a:pPr algn="ctr"/>
            <a:r>
              <a:rPr lang="en-GB" dirty="0"/>
              <a:t>Would you like it if someone looked at your documents?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491687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your user folder!</a:t>
            </a:r>
          </a:p>
          <a:p>
            <a:pPr algn="ctr"/>
            <a:r>
              <a:rPr lang="en-GB" dirty="0"/>
              <a:t>This is to prevent hackers from accessing your files</a:t>
            </a:r>
          </a:p>
          <a:p>
            <a:pPr algn="ctr"/>
            <a:r>
              <a:rPr lang="en-GB" dirty="0"/>
              <a:t>Thank us later for the security! 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1165634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3959F-27CC-4A91-8A0C-4483CE26AD11}"/>
              </a:ext>
            </a:extLst>
          </p:cNvPr>
          <p:cNvSpPr txBox="1"/>
          <p:nvPr/>
        </p:nvSpPr>
        <p:spPr>
          <a:xfrm>
            <a:off x="116958" y="574158"/>
            <a:ext cx="1188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Hello! </a:t>
            </a:r>
          </a:p>
          <a:p>
            <a:r>
              <a:rPr lang="en-GB" dirty="0"/>
              <a:t>As you probably know Windos 98 has blocked you from accessing your documents located at C:\username</a:t>
            </a:r>
          </a:p>
          <a:p>
            <a:r>
              <a:rPr lang="en-GB" dirty="0"/>
              <a:t> Click on the link to be redirected to the folder now!</a:t>
            </a:r>
          </a:p>
          <a:p>
            <a:r>
              <a:rPr lang="en-GB" dirty="0"/>
              <a:t>Note: in a future update this bug may be patched</a:t>
            </a:r>
          </a:p>
          <a:p>
            <a:r>
              <a:rPr lang="en-GB" dirty="0"/>
              <a:t>Note 2: Only Windos can add in documents, as the folder is read only. </a:t>
            </a:r>
          </a:p>
          <a:p>
            <a:r>
              <a:rPr lang="en-GB" dirty="0"/>
              <a:t>Note 3: please do not delete this folder as the system needs it</a:t>
            </a:r>
          </a:p>
          <a:p>
            <a:r>
              <a:rPr lang="en-GB" dirty="0"/>
              <a:t>Note 4: do not try and open the system sub folder.</a:t>
            </a:r>
          </a:p>
          <a:p>
            <a:r>
              <a:rPr lang="en-GB" dirty="0"/>
              <a:t>Note 5: you may not be allowed to access sub folders. </a:t>
            </a:r>
          </a:p>
          <a:p>
            <a:r>
              <a:rPr lang="en-GB" dirty="0"/>
              <a:t>Note 6: I refuse to update this site if the glitch is patched</a:t>
            </a:r>
          </a:p>
          <a:p>
            <a:r>
              <a:rPr lang="en-GB" dirty="0"/>
              <a:t>Note 7: this site may be taken down, so I will hack beta 1 so that it has the shortcut in the C:\ folder. </a:t>
            </a:r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C3431E15-282C-48F2-B7FF-CE7C3C003204}"/>
              </a:ext>
            </a:extLst>
          </p:cNvPr>
          <p:cNvSpPr/>
          <p:nvPr/>
        </p:nvSpPr>
        <p:spPr>
          <a:xfrm>
            <a:off x="4231758" y="4541184"/>
            <a:ext cx="2806996" cy="1212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C:\Username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D2B4A97-3220-40A0-A65C-FFCDDBC9FFA0}"/>
              </a:ext>
            </a:extLst>
          </p:cNvPr>
          <p:cNvSpPr/>
          <p:nvPr/>
        </p:nvSpPr>
        <p:spPr>
          <a:xfrm>
            <a:off x="8261498" y="3585336"/>
            <a:ext cx="3327990" cy="1741576"/>
          </a:xfrm>
          <a:prstGeom prst="wedgeRectCallout">
            <a:avLst>
              <a:gd name="adj1" fmla="val -102303"/>
              <a:gd name="adj2" fmla="val 5883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Windos has patched the bug before it reached consumers! </a:t>
            </a:r>
          </a:p>
        </p:txBody>
      </p:sp>
    </p:spTree>
    <p:extLst>
      <p:ext uri="{BB962C8B-B14F-4D97-AF65-F5344CB8AC3E}">
        <p14:creationId xmlns:p14="http://schemas.microsoft.com/office/powerpoint/2010/main" val="3285861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news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F1E47-EADD-435B-9D6F-AC39397E935C}"/>
              </a:ext>
            </a:extLst>
          </p:cNvPr>
          <p:cNvSpPr/>
          <p:nvPr/>
        </p:nvSpPr>
        <p:spPr>
          <a:xfrm>
            <a:off x="3742660" y="2094614"/>
            <a:ext cx="6613452" cy="3072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site is under construction in a hidden part of the system!</a:t>
            </a:r>
          </a:p>
          <a:p>
            <a:pPr algn="ctr"/>
            <a:r>
              <a:rPr lang="en-GB" dirty="0"/>
              <a:t>Please update to see if it is released to you </a:t>
            </a:r>
          </a:p>
        </p:txBody>
      </p:sp>
    </p:spTree>
    <p:extLst>
      <p:ext uri="{BB962C8B-B14F-4D97-AF65-F5344CB8AC3E}">
        <p14:creationId xmlns:p14="http://schemas.microsoft.com/office/powerpoint/2010/main" val="23445389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4AD550F-0B42-4F95-A2F7-674B1C465921}"/>
              </a:ext>
            </a:extLst>
          </p:cNvPr>
          <p:cNvSpPr/>
          <p:nvPr/>
        </p:nvSpPr>
        <p:spPr>
          <a:xfrm>
            <a:off x="8729330" y="1382233"/>
            <a:ext cx="3040912" cy="5252483"/>
          </a:xfrm>
          <a:prstGeom prst="wedgeRectCallou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7717F-6C63-4F15-8528-BA5A9A6A718C}"/>
              </a:ext>
            </a:extLst>
          </p:cNvPr>
          <p:cNvSpPr txBox="1"/>
          <p:nvPr/>
        </p:nvSpPr>
        <p:spPr>
          <a:xfrm>
            <a:off x="8835656" y="1520456"/>
            <a:ext cx="2828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Action centre:</a:t>
            </a:r>
          </a:p>
          <a:p>
            <a:r>
              <a:rPr lang="en-GB" dirty="0"/>
              <a:t>Summary of basic actions you may need to take: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AF3E0-9C84-47AC-8203-FDD4E4E63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2794588"/>
            <a:ext cx="457201" cy="457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1F311-1B80-42FA-86EE-88198E743AA6}"/>
              </a:ext>
            </a:extLst>
          </p:cNvPr>
          <p:cNvSpPr txBox="1"/>
          <p:nvPr/>
        </p:nvSpPr>
        <p:spPr>
          <a:xfrm>
            <a:off x="9292857" y="2794588"/>
            <a:ext cx="2477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Set a password for this PC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2257C4-0F82-42E8-A6E5-B3DC0DFECF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3583171"/>
            <a:ext cx="425303" cy="42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E620BF-4292-46B3-9AD8-05DFF446375F}"/>
              </a:ext>
            </a:extLst>
          </p:cNvPr>
          <p:cNvSpPr txBox="1"/>
          <p:nvPr/>
        </p:nvSpPr>
        <p:spPr>
          <a:xfrm>
            <a:off x="9260959" y="3583171"/>
            <a:ext cx="250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Firewall is 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9BE1B8-4236-4D7C-8207-90D4F407E5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759" y="4185615"/>
            <a:ext cx="45720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81FF16-4CA0-46BB-947F-3F2091893F72}"/>
              </a:ext>
            </a:extLst>
          </p:cNvPr>
          <p:cNvSpPr txBox="1"/>
          <p:nvPr/>
        </p:nvSpPr>
        <p:spPr>
          <a:xfrm>
            <a:off x="9292857" y="4185615"/>
            <a:ext cx="2477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8" action="ppaction://hlinksldjump"/>
              </a:rPr>
              <a:t>Home network detected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2540A3-4A8C-4E45-B73F-E20A15A8B7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758" y="4836408"/>
            <a:ext cx="457201" cy="4572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9B5F6D-6636-4F8E-8DC3-8EB640C66A57}"/>
              </a:ext>
            </a:extLst>
          </p:cNvPr>
          <p:cNvSpPr txBox="1"/>
          <p:nvPr/>
        </p:nvSpPr>
        <p:spPr>
          <a:xfrm>
            <a:off x="9292857" y="4944140"/>
            <a:ext cx="237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9" action="ppaction://hlinksldjump"/>
              </a:rPr>
              <a:t>OS version is unstable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60EC5A-47C2-417F-BDE3-42045EAA2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5725630"/>
            <a:ext cx="457201" cy="4572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DDF66F-AC4F-4D95-88DD-59FB45CD056A}"/>
              </a:ext>
            </a:extLst>
          </p:cNvPr>
          <p:cNvSpPr txBox="1"/>
          <p:nvPr/>
        </p:nvSpPr>
        <p:spPr>
          <a:xfrm>
            <a:off x="9388549" y="5725630"/>
            <a:ext cx="230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10" action="ppaction://hlinksldjump"/>
              </a:rPr>
              <a:t>Web protection OFF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22061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Password protection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Hey. </a:t>
            </a:r>
          </a:p>
          <a:p>
            <a:pPr algn="ctr"/>
            <a:r>
              <a:rPr lang="en-GB" dirty="0"/>
              <a:t>You need to set a password to your system!</a:t>
            </a:r>
          </a:p>
          <a:p>
            <a:pPr algn="ctr"/>
            <a:r>
              <a:rPr lang="en-GB" dirty="0"/>
              <a:t>Please reinstall the system and set one.</a:t>
            </a:r>
          </a:p>
          <a:p>
            <a:pPr algn="ctr"/>
            <a:r>
              <a:rPr lang="en-GB" dirty="0"/>
              <a:t>How to reinstall Windos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799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Home network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Your PC is visible to devices on the network as Windos detected it as a home network.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It is a work network</a:t>
            </a:r>
          </a:p>
          <a:p>
            <a:pPr algn="ctr"/>
            <a:r>
              <a:rPr lang="en-GB" dirty="0"/>
              <a:t>It I a public network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987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Unstable 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Hello.</a:t>
            </a:r>
          </a:p>
          <a:p>
            <a:pPr algn="ctr"/>
            <a:r>
              <a:rPr lang="en-GB" dirty="0"/>
              <a:t>This OS is not an official build.</a:t>
            </a:r>
          </a:p>
          <a:p>
            <a:pPr algn="ctr"/>
            <a:r>
              <a:rPr lang="en-GB" dirty="0"/>
              <a:t>Please install an official build if you can.</a:t>
            </a:r>
          </a:p>
          <a:p>
            <a:pPr algn="ctr"/>
            <a:r>
              <a:rPr lang="en-GB" dirty="0"/>
              <a:t>That way there will be fewer bugs and you will always be up to date. </a:t>
            </a:r>
          </a:p>
          <a:p>
            <a:pPr algn="ctr"/>
            <a:r>
              <a:rPr lang="en-GB" dirty="0"/>
              <a:t>This is Windos 98 alpha.</a:t>
            </a:r>
          </a:p>
          <a:p>
            <a:pPr algn="ctr"/>
            <a:r>
              <a:rPr lang="en-GB" dirty="0"/>
              <a:t>Please get Windos 98 v1.00 when it comes or get Windos 95.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8365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Web protection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enable Web Protection in Internet Explorer by asking your admin to disable Trusted Network Mode in the control panel. </a:t>
            </a:r>
          </a:p>
          <a:p>
            <a:pPr algn="ctr"/>
            <a:r>
              <a:rPr lang="en-GB" dirty="0"/>
              <a:t>This will be disable by default in beta 3.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0490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version plan from dev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48F3A-D83B-446F-8458-88A48D608C79}"/>
              </a:ext>
            </a:extLst>
          </p:cNvPr>
          <p:cNvSpPr txBox="1"/>
          <p:nvPr/>
        </p:nvSpPr>
        <p:spPr>
          <a:xfrm>
            <a:off x="102782" y="627321"/>
            <a:ext cx="119864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Beta 1:</a:t>
            </a:r>
          </a:p>
          <a:p>
            <a:r>
              <a:rPr lang="en-GB" dirty="0"/>
              <a:t>An app update</a:t>
            </a:r>
          </a:p>
          <a:p>
            <a:r>
              <a:rPr lang="en-GB" dirty="0"/>
              <a:t>Beta 2:</a:t>
            </a:r>
          </a:p>
          <a:p>
            <a:r>
              <a:rPr lang="en-GB" dirty="0"/>
              <a:t>An internet update</a:t>
            </a:r>
          </a:p>
          <a:p>
            <a:r>
              <a:rPr lang="en-GB" dirty="0"/>
              <a:t>Beta 3:</a:t>
            </a:r>
          </a:p>
          <a:p>
            <a:r>
              <a:rPr lang="en-GB" dirty="0"/>
              <a:t>Background update</a:t>
            </a:r>
          </a:p>
          <a:p>
            <a:r>
              <a:rPr lang="en-GB" dirty="0"/>
              <a:t>Beta 4:</a:t>
            </a:r>
          </a:p>
          <a:p>
            <a:r>
              <a:rPr lang="en-GB" dirty="0"/>
              <a:t>Help update</a:t>
            </a:r>
          </a:p>
          <a:p>
            <a:r>
              <a:rPr lang="en-GB" dirty="0"/>
              <a:t>Beta 5:</a:t>
            </a:r>
          </a:p>
          <a:p>
            <a:r>
              <a:rPr lang="en-GB" dirty="0"/>
              <a:t>Final touches</a:t>
            </a:r>
          </a:p>
          <a:p>
            <a:r>
              <a:rPr lang="en-GB" dirty="0"/>
              <a:t>V1. 00:</a:t>
            </a:r>
          </a:p>
          <a:p>
            <a:r>
              <a:rPr lang="en-GB" dirty="0"/>
              <a:t>Launch update, will add more apps. </a:t>
            </a:r>
          </a:p>
        </p:txBody>
      </p:sp>
    </p:spTree>
    <p:extLst>
      <p:ext uri="{BB962C8B-B14F-4D97-AF65-F5344CB8AC3E}">
        <p14:creationId xmlns:p14="http://schemas.microsoft.com/office/powerpoint/2010/main" val="377773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1132</Words>
  <Application>Microsoft Office PowerPoint</Application>
  <PresentationFormat>Widescreen</PresentationFormat>
  <Paragraphs>221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438</cp:revision>
  <dcterms:created xsi:type="dcterms:W3CDTF">2020-07-18T17:31:31Z</dcterms:created>
  <dcterms:modified xsi:type="dcterms:W3CDTF">2020-07-18T20:03:02Z</dcterms:modified>
</cp:coreProperties>
</file>