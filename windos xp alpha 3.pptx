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75" r:id="rId5"/>
    <p:sldId id="278" r:id="rId6"/>
    <p:sldId id="257" r:id="rId7"/>
    <p:sldId id="272" r:id="rId8"/>
    <p:sldId id="269" r:id="rId9"/>
    <p:sldId id="259" r:id="rId10"/>
    <p:sldId id="265" r:id="rId11"/>
    <p:sldId id="258" r:id="rId12"/>
    <p:sldId id="276" r:id="rId13"/>
    <p:sldId id="279" r:id="rId14"/>
    <p:sldId id="280" r:id="rId15"/>
    <p:sldId id="261" r:id="rId16"/>
    <p:sldId id="262" r:id="rId17"/>
    <p:sldId id="263" r:id="rId18"/>
    <p:sldId id="264" r:id="rId19"/>
    <p:sldId id="267" r:id="rId20"/>
    <p:sldId id="268" r:id="rId21"/>
    <p:sldId id="270" r:id="rId22"/>
    <p:sldId id="271" r:id="rId23"/>
    <p:sldId id="273" r:id="rId24"/>
    <p:sldId id="274" r:id="rId25"/>
    <p:sldId id="277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7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1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20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16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33" Type="http://schemas.openxmlformats.org/officeDocument/2006/relationships/image" Target="../media/image162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128" Type="http://schemas.openxmlformats.org/officeDocument/2006/relationships/image" Target="../media/image157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134" Type="http://schemas.openxmlformats.org/officeDocument/2006/relationships/image" Target="../media/image163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129" Type="http://schemas.openxmlformats.org/officeDocument/2006/relationships/image" Target="../media/image158.svg"/><Relationship Id="rId137" Type="http://schemas.openxmlformats.org/officeDocument/2006/relationships/image" Target="../media/image166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3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16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130" Type="http://schemas.openxmlformats.org/officeDocument/2006/relationships/image" Target="../media/image159.png"/><Relationship Id="rId135" Type="http://schemas.openxmlformats.org/officeDocument/2006/relationships/image" Target="../media/image16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131" Type="http://schemas.openxmlformats.org/officeDocument/2006/relationships/image" Target="../media/image160.svg"/><Relationship Id="rId136" Type="http://schemas.openxmlformats.org/officeDocument/2006/relationships/image" Target="../media/image165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Relationship Id="rId19" Type="http://schemas.openxmlformats.org/officeDocument/2006/relationships/image" Target="../media/image5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4.png"/><Relationship Id="rId7" Type="http://schemas.openxmlformats.org/officeDocument/2006/relationships/image" Target="../media/image169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5.svg"/><Relationship Id="rId9" Type="http://schemas.openxmlformats.org/officeDocument/2006/relationships/image" Target="../media/image17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1.svg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3.jpeg"/><Relationship Id="rId7" Type="http://schemas.openxmlformats.org/officeDocument/2006/relationships/slide" Target="slide18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3.xml"/><Relationship Id="rId11" Type="http://schemas.openxmlformats.org/officeDocument/2006/relationships/image" Target="../media/image158.svg"/><Relationship Id="rId5" Type="http://schemas.openxmlformats.org/officeDocument/2006/relationships/slide" Target="slide4.xml"/><Relationship Id="rId10" Type="http://schemas.openxmlformats.org/officeDocument/2006/relationships/image" Target="../media/image157.png"/><Relationship Id="rId4" Type="http://schemas.openxmlformats.org/officeDocument/2006/relationships/slide" Target="slide19.xml"/><Relationship Id="rId9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4.png"/><Relationship Id="rId7" Type="http://schemas.openxmlformats.org/officeDocument/2006/relationships/image" Target="../media/image15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slide" Target="slide19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4.png"/><Relationship Id="rId7" Type="http://schemas.openxmlformats.org/officeDocument/2006/relationships/slide" Target="slide20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134.png"/><Relationship Id="rId4" Type="http://schemas.openxmlformats.org/officeDocument/2006/relationships/image" Target="../media/image5.svg"/><Relationship Id="rId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sv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slide" Target="slide24.xml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12" Type="http://schemas.openxmlformats.org/officeDocument/2006/relationships/image" Target="../media/image136.sv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5.png"/><Relationship Id="rId5" Type="http://schemas.openxmlformats.org/officeDocument/2006/relationships/slide" Target="slide25.xml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slide" Target="slide26.xml"/><Relationship Id="rId5" Type="http://schemas.openxmlformats.org/officeDocument/2006/relationships/slide" Target="slide4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4.png"/><Relationship Id="rId7" Type="http://schemas.openxmlformats.org/officeDocument/2006/relationships/image" Target="../media/image48.sv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slide" Target="slide14.xml"/><Relationship Id="rId5" Type="http://schemas.openxmlformats.org/officeDocument/2006/relationships/slide" Target="slide10.xml"/><Relationship Id="rId10" Type="http://schemas.openxmlformats.org/officeDocument/2006/relationships/slide" Target="slide13.xml"/><Relationship Id="rId4" Type="http://schemas.openxmlformats.org/officeDocument/2006/relationships/image" Target="../media/image5.svg"/><Relationship Id="rId9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have no permission to access this!</a:t>
            </a:r>
          </a:p>
          <a:p>
            <a:pPr algn="ctr"/>
            <a:r>
              <a:rPr lang="en-GB" dirty="0"/>
              <a:t>Windos XP is doing this for the sake of Windos XP.</a:t>
            </a:r>
          </a:p>
          <a:p>
            <a:pPr algn="ctr"/>
            <a:r>
              <a:rPr lang="en-GB" dirty="0"/>
              <a:t>Do you want to destroy this OS?</a:t>
            </a:r>
          </a:p>
          <a:p>
            <a:pPr algn="ctr"/>
            <a:r>
              <a:rPr lang="en-GB" dirty="0"/>
              <a:t>Wait, what?</a:t>
            </a:r>
          </a:p>
          <a:p>
            <a:pPr algn="ctr"/>
            <a:r>
              <a:rPr lang="en-GB" dirty="0"/>
              <a:t>No way I will let you destroy Windos XP!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EXE file error</a:t>
            </a:r>
          </a:p>
          <a:p>
            <a:pPr algn="ctr"/>
            <a:endParaRPr lang="en-GB" u="sng" dirty="0"/>
          </a:p>
          <a:p>
            <a:pPr algn="ctr"/>
            <a:r>
              <a:rPr lang="en-GB" dirty="0"/>
              <a:t>This EXE file cannot be opened. </a:t>
            </a:r>
          </a:p>
          <a:p>
            <a:pPr algn="ctr"/>
            <a:r>
              <a:rPr lang="en-GB" dirty="0"/>
              <a:t>It does not have a valid GUI.</a:t>
            </a:r>
          </a:p>
          <a:p>
            <a:pPr algn="ctr"/>
            <a:r>
              <a:rPr lang="en-GB" dirty="0"/>
              <a:t>Please close the widow to return to the desktop.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8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6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41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36" name="Graphic 135" descr="Folder Search">
            <a:extLst>
              <a:ext uri="{FF2B5EF4-FFF2-40B4-BE49-F238E27FC236}">
                <a16:creationId xmlns:a16="http://schemas.microsoft.com/office/drawing/2014/main" id="{24D60746-D9DF-4535-8669-7252A165459A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02805" y="2657565"/>
            <a:ext cx="506063" cy="50606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71A3468-CDC1-42F9-9C01-319F97A37A16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8177791" y="2727516"/>
            <a:ext cx="334700" cy="3347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88FA5FC-061A-4CFE-B404-D614582260D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0308479" y="2524871"/>
            <a:ext cx="654678" cy="65467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FF48E7E5-E1F4-40EC-83FC-F397930BC8E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512904" y="2581063"/>
            <a:ext cx="490769" cy="490769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4636A2B-A850-4487-BD1C-6D4E6BA588E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8719958" y="2581063"/>
            <a:ext cx="448594" cy="4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essentials pack***Made by Smashicons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D7E84A0-7EDA-4DFE-B27D-FD7162561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6" y="238348"/>
            <a:ext cx="568959" cy="56895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860D7CF-3E68-4EAF-8D70-A31108414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10" y="282851"/>
            <a:ext cx="524456" cy="5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4B77-772E-43E5-872C-18B487E04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19" y="264929"/>
            <a:ext cx="609604" cy="60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9C06A-A70A-4399-81FA-E08A78B29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86" y="240277"/>
            <a:ext cx="609604" cy="609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FB59D3-79A4-47C1-9932-D5AEDADB12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50" y="346214"/>
            <a:ext cx="528319" cy="5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5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interface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32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adobe logos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0" y="6441257"/>
            <a:ext cx="723014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Mapped \Windos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Mapped \Windos\icons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antivirus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changed font size to 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8484781" y="5816237"/>
            <a:ext cx="4451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Windos XP </a:t>
            </a:r>
            <a:r>
              <a:rPr lang="en-GB" sz="1600">
                <a:latin typeface="Segoe UI" panose="020B0502040204020203" pitchFamily="34" charset="0"/>
              </a:rPr>
              <a:t>alpha 3</a:t>
            </a:r>
            <a:endParaRPr lang="en-GB" sz="1600" dirty="0">
              <a:latin typeface="Segoe UI" panose="020B0502040204020203" pitchFamily="34" charset="0"/>
            </a:endParaRPr>
          </a:p>
          <a:p>
            <a:r>
              <a:rPr lang="en-GB" sz="1600" dirty="0">
                <a:latin typeface="Segoe UI" panose="020B0502040204020203" pitchFamily="34" charset="0"/>
              </a:rPr>
              <a:t>This version of Windos is not genuine</a:t>
            </a:r>
          </a:p>
        </p:txBody>
      </p:sp>
      <p:pic>
        <p:nvPicPr>
          <p:cNvPr id="8" name="Graphic 7" descr="Flag">
            <a:extLst>
              <a:ext uri="{FF2B5EF4-FFF2-40B4-BE49-F238E27FC236}">
                <a16:creationId xmlns:a16="http://schemas.microsoft.com/office/drawing/2014/main" id="{E46F95A0-2044-4B59-BCF6-540D1D47F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74541" y="6483576"/>
            <a:ext cx="330032" cy="33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219246F-26DB-4D75-A4C1-28DF8B2CB534}"/>
              </a:ext>
            </a:extLst>
          </p:cNvPr>
          <p:cNvSpPr/>
          <p:nvPr/>
        </p:nvSpPr>
        <p:spPr>
          <a:xfrm>
            <a:off x="0" y="6441257"/>
            <a:ext cx="723014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v1.00</a:t>
            </a: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388244" y="5236082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hlinkClick r:id="rId6" action="ppaction://hlinksldjump"/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7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6348" y="2903273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hlinkClick r:id="rId5" action="ppaction://hlinksldjump"/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8" y="4802599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785730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  <p:pic>
        <p:nvPicPr>
          <p:cNvPr id="23" name="Graphic 22" descr="Folder Search">
            <a:extLst>
              <a:ext uri="{FF2B5EF4-FFF2-40B4-BE49-F238E27FC236}">
                <a16:creationId xmlns:a16="http://schemas.microsoft.com/office/drawing/2014/main" id="{B42B9261-E319-4317-B9F0-95FA12CDA0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87023" y="1522098"/>
            <a:ext cx="506063" cy="5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  <p:pic>
        <p:nvPicPr>
          <p:cNvPr id="11" name="Graphic 10" descr="Folder Search">
            <a:extLst>
              <a:ext uri="{FF2B5EF4-FFF2-40B4-BE49-F238E27FC236}">
                <a16:creationId xmlns:a16="http://schemas.microsoft.com/office/drawing/2014/main" id="{938EB825-01AB-49B4-8145-A02FC2970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9717" y="355993"/>
            <a:ext cx="506063" cy="50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C4A8DC-5E98-44C2-8C53-43612C48DD9A}"/>
              </a:ext>
            </a:extLst>
          </p:cNvPr>
          <p:cNvSpPr txBox="1"/>
          <p:nvPr/>
        </p:nvSpPr>
        <p:spPr>
          <a:xfrm>
            <a:off x="1222744" y="862056"/>
            <a:ext cx="311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Explorer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web browser</a:t>
            </a:r>
          </a:p>
          <a:p>
            <a:pPr algn="ctr"/>
            <a:r>
              <a:rPr lang="en-GB" dirty="0"/>
              <a:t>V1.00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135896" y="3141723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Google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Bing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Ask Jeeves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Windos official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Version Plan XP</a:t>
            </a: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" y="5616791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428999"/>
            <a:ext cx="1811674" cy="1472609"/>
          </a:xfrm>
          <a:prstGeom prst="wedgeRectCallout">
            <a:avLst>
              <a:gd name="adj1" fmla="val -20390"/>
              <a:gd name="adj2" fmla="val 8840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Welcome to EDGE, IE’s replacement. Click on an underlined piece of text to go to that website!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522AC-0223-4C8B-B891-8F37ED9500B7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7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8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9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help utility</a:t>
            </a:r>
          </a:p>
          <a:p>
            <a:pPr algn="ctr"/>
            <a:r>
              <a:rPr lang="en-GB" dirty="0"/>
              <a:t>V1.01</a:t>
            </a:r>
          </a:p>
          <a:p>
            <a:pPr algn="ctr"/>
            <a:r>
              <a:rPr lang="en-GB" dirty="0"/>
              <a:t>For Windos XP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2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cannot find windos.hlp in \Windos\system\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update and try again.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0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94D2F450-89D1-4D48-B68C-CAB249F59C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003" y="427068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46A11-18D1-4E5C-B239-CA5B19CF2458}"/>
              </a:ext>
            </a:extLst>
          </p:cNvPr>
          <p:cNvSpPr txBox="1"/>
          <p:nvPr/>
        </p:nvSpPr>
        <p:spPr>
          <a:xfrm>
            <a:off x="95693" y="884268"/>
            <a:ext cx="249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1376991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8B2E72F6-C5EF-45C3-AFE6-398902305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40" y="427068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6E7C-C0A6-41B1-8AD7-8AF6C935F2F8}"/>
              </a:ext>
            </a:extLst>
          </p:cNvPr>
          <p:cNvSpPr txBox="1"/>
          <p:nvPr/>
        </p:nvSpPr>
        <p:spPr>
          <a:xfrm>
            <a:off x="85060" y="963775"/>
            <a:ext cx="169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C41CE48-090A-4E5D-87ED-ABBA50BE2C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978" y="457075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4146E-56F6-4B42-9551-3F50F733EFDF}"/>
              </a:ext>
            </a:extLst>
          </p:cNvPr>
          <p:cNvSpPr txBox="1"/>
          <p:nvPr/>
        </p:nvSpPr>
        <p:spPr>
          <a:xfrm>
            <a:off x="818707" y="933767"/>
            <a:ext cx="1818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User</a:t>
            </a:r>
          </a:p>
        </p:txBody>
      </p:sp>
      <p:pic>
        <p:nvPicPr>
          <p:cNvPr id="10" name="Graphic 9" descr="Chess pieces">
            <a:extLst>
              <a:ext uri="{FF2B5EF4-FFF2-40B4-BE49-F238E27FC236}">
                <a16:creationId xmlns:a16="http://schemas.microsoft.com/office/drawing/2014/main" id="{040BF4B3-0A1C-49D7-9795-A29A71C227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21406" y="451318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C3902-E428-4F57-9604-D3F111283C44}"/>
              </a:ext>
            </a:extLst>
          </p:cNvPr>
          <p:cNvSpPr txBox="1"/>
          <p:nvPr/>
        </p:nvSpPr>
        <p:spPr>
          <a:xfrm>
            <a:off x="2062716" y="928010"/>
            <a:ext cx="205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ALLAPPS</a:t>
            </a:r>
          </a:p>
        </p:txBody>
      </p:sp>
    </p:spTree>
    <p:extLst>
      <p:ext uri="{BB962C8B-B14F-4D97-AF65-F5344CB8AC3E}">
        <p14:creationId xmlns:p14="http://schemas.microsoft.com/office/powerpoint/2010/main" val="2470131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FC1CC71A-434C-4526-9948-253BF9B8FF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070" y="415553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DF91B8-AD03-428D-BD6C-422F2E937AAD}"/>
              </a:ext>
            </a:extLst>
          </p:cNvPr>
          <p:cNvSpPr txBox="1"/>
          <p:nvPr/>
        </p:nvSpPr>
        <p:spPr>
          <a:xfrm>
            <a:off x="0" y="786809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system32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1BD8933-115F-4970-9DA9-47F77D1AE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9791" y="516556"/>
            <a:ext cx="334700" cy="334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F6979A-BF7E-486E-942E-22D9DEC04FBF}"/>
              </a:ext>
            </a:extLst>
          </p:cNvPr>
          <p:cNvSpPr txBox="1"/>
          <p:nvPr/>
        </p:nvSpPr>
        <p:spPr>
          <a:xfrm>
            <a:off x="1137684" y="786809"/>
            <a:ext cx="2519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Windos.exe</a:t>
            </a:r>
          </a:p>
        </p:txBody>
      </p:sp>
      <p:pic>
        <p:nvPicPr>
          <p:cNvPr id="10" name="Graphic 9">
            <a:hlinkClick r:id="rId11" action="ppaction://hlinksldjump"/>
            <a:extLst>
              <a:ext uri="{FF2B5EF4-FFF2-40B4-BE49-F238E27FC236}">
                <a16:creationId xmlns:a16="http://schemas.microsoft.com/office/drawing/2014/main" id="{8A8BA0AA-F1F9-4A75-8EC3-7662CC890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505" y="448984"/>
            <a:ext cx="536707" cy="536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356C6E-7275-4803-A23D-56A68701B1A4}"/>
              </a:ext>
            </a:extLst>
          </p:cNvPr>
          <p:cNvSpPr txBox="1"/>
          <p:nvPr/>
        </p:nvSpPr>
        <p:spPr>
          <a:xfrm>
            <a:off x="2228505" y="952260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1352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\Windos\icons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B902438E-BC56-4932-82A4-D460777D0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9" y="617889"/>
            <a:ext cx="476692" cy="476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153B5-68C1-49CB-BAA1-9C06952E7EAC}"/>
              </a:ext>
            </a:extLst>
          </p:cNvPr>
          <p:cNvSpPr txBox="1"/>
          <p:nvPr/>
        </p:nvSpPr>
        <p:spPr>
          <a:xfrm>
            <a:off x="212651" y="1094581"/>
            <a:ext cx="269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Legacy.dll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70C48C62-4658-4957-97E4-C253E989F2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3432" y="515831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7269D8-1DFE-415B-91DC-D76E82AF0084}"/>
              </a:ext>
            </a:extLst>
          </p:cNvPr>
          <p:cNvSpPr txBox="1"/>
          <p:nvPr/>
        </p:nvSpPr>
        <p:spPr>
          <a:xfrm>
            <a:off x="1483432" y="992523"/>
            <a:ext cx="1174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current.dll</a:t>
            </a:r>
          </a:p>
        </p:txBody>
      </p:sp>
      <p:pic>
        <p:nvPicPr>
          <p:cNvPr id="10" name="Graphic 9">
            <a:hlinkClick r:id="rId9" action="ppaction://hlinksldjump"/>
            <a:extLst>
              <a:ext uri="{FF2B5EF4-FFF2-40B4-BE49-F238E27FC236}">
                <a16:creationId xmlns:a16="http://schemas.microsoft.com/office/drawing/2014/main" id="{7FEEAB6A-7350-454F-B7A8-620A5F572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864" y="515831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78FC1-FF52-4517-A6E9-F201A99D6633}"/>
              </a:ext>
            </a:extLst>
          </p:cNvPr>
          <p:cNvSpPr txBox="1"/>
          <p:nvPr/>
        </p:nvSpPr>
        <p:spPr>
          <a:xfrm>
            <a:off x="2902688" y="992523"/>
            <a:ext cx="156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ess1.dll</a:t>
            </a:r>
          </a:p>
        </p:txBody>
      </p:sp>
      <p:pic>
        <p:nvPicPr>
          <p:cNvPr id="12" name="Graphic 11">
            <a:hlinkClick r:id="rId10" action="ppaction://hlinksldjump"/>
            <a:extLst>
              <a:ext uri="{FF2B5EF4-FFF2-40B4-BE49-F238E27FC236}">
                <a16:creationId xmlns:a16="http://schemas.microsoft.com/office/drawing/2014/main" id="{65CCD608-A066-4FEA-A1E6-C8455CDE59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0296" y="598576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ED14F2-D46E-4892-B6AC-97108FED3E60}"/>
              </a:ext>
            </a:extLst>
          </p:cNvPr>
          <p:cNvSpPr txBox="1"/>
          <p:nvPr/>
        </p:nvSpPr>
        <p:spPr>
          <a:xfrm>
            <a:off x="4276251" y="1135270"/>
            <a:ext cx="1881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interface.dll</a:t>
            </a:r>
          </a:p>
        </p:txBody>
      </p:sp>
      <p:pic>
        <p:nvPicPr>
          <p:cNvPr id="14" name="Graphic 13">
            <a:hlinkClick r:id="rId11" action="ppaction://hlinksldjump"/>
            <a:extLst>
              <a:ext uri="{FF2B5EF4-FFF2-40B4-BE49-F238E27FC236}">
                <a16:creationId xmlns:a16="http://schemas.microsoft.com/office/drawing/2014/main" id="{592B1445-7455-4B17-A7F0-2DB70900EC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2414" y="561726"/>
            <a:ext cx="476692" cy="476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022BEF-529F-4F1E-947F-B07575BBE1BB}"/>
              </a:ext>
            </a:extLst>
          </p:cNvPr>
          <p:cNvSpPr txBox="1"/>
          <p:nvPr/>
        </p:nvSpPr>
        <p:spPr>
          <a:xfrm>
            <a:off x="5217233" y="1202836"/>
            <a:ext cx="2253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adobe.dll</a:t>
            </a:r>
          </a:p>
        </p:txBody>
      </p:sp>
    </p:spTree>
    <p:extLst>
      <p:ext uri="{BB962C8B-B14F-4D97-AF65-F5344CB8AC3E}">
        <p14:creationId xmlns:p14="http://schemas.microsoft.com/office/powerpoint/2010/main" val="172829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</TotalTime>
  <Words>313</Words>
  <Application>Microsoft Office PowerPoint</Application>
  <PresentationFormat>Widescreen</PresentationFormat>
  <Paragraphs>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223</cp:revision>
  <dcterms:created xsi:type="dcterms:W3CDTF">2020-07-23T17:46:41Z</dcterms:created>
  <dcterms:modified xsi:type="dcterms:W3CDTF">2020-08-05T13:15:47Z</dcterms:modified>
</cp:coreProperties>
</file>